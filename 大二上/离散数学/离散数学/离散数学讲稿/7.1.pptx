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805" r:id="rId2"/>
  </p:sldMasterIdLst>
  <p:sldIdLst>
    <p:sldId id="304" r:id="rId3"/>
    <p:sldId id="361" r:id="rId4"/>
    <p:sldId id="359" r:id="rId5"/>
    <p:sldId id="362" r:id="rId6"/>
    <p:sldId id="363" r:id="rId7"/>
    <p:sldId id="392" r:id="rId8"/>
    <p:sldId id="365" r:id="rId9"/>
    <p:sldId id="368" r:id="rId10"/>
    <p:sldId id="369" r:id="rId11"/>
    <p:sldId id="373" r:id="rId12"/>
    <p:sldId id="371" r:id="rId13"/>
    <p:sldId id="372" r:id="rId14"/>
    <p:sldId id="376" r:id="rId15"/>
    <p:sldId id="397" r:id="rId16"/>
    <p:sldId id="398" r:id="rId17"/>
    <p:sldId id="377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3" r:id="rId31"/>
    <p:sldId id="394" r:id="rId32"/>
    <p:sldId id="395" r:id="rId33"/>
    <p:sldId id="396" r:id="rId3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339933"/>
    <a:srgbClr val="FF00FF"/>
    <a:srgbClr val="0000FF"/>
    <a:srgbClr val="00CC99"/>
    <a:srgbClr val="FF0066"/>
    <a:srgbClr val="0066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3825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F04B90-6820-C9B7-C105-546E1F8C104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358E980-62B4-C9BD-E13D-4053C9147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CF90462-42BE-8C97-74BC-526C72315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C1551B5-B0A3-6667-7675-965D05BCC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0BA007EC-7D36-41F3-4C62-8BA2F0CCE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307E66-8C66-3964-16A2-B4E0F414C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2AB0530-B371-0050-B5D4-1D56DE235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7851F81-016D-90B4-0D34-1FD4EA740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37A443B-94AF-E98A-1C1E-11587282B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909FC16-B1D7-F9C2-E79A-CA8E5F6697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6BBF644-E3C3-B30B-DCD7-81EC9AF468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903D140-A840-8E79-16B6-B5E0D63C47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C5B615C-2F33-CA8D-C6BF-F3E9407BF0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22312AB-B23E-443C-9357-90CD9A3C22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37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6C3F55C-031F-4B95-5132-78DBEF92C4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8FA903E-85C3-F8F5-374C-A97C83143A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97190B-CC7E-8835-E93F-8F4A504A1D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AD7AE3-97CC-4658-85F4-79065B8935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11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3D55349-1DA1-109C-2A1A-690605928E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27A0FCB-F1B2-D106-F044-D47ABE88F3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9A1787A-9F55-4218-C581-58C854511D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7EDF1-35F2-4232-812C-E4ED2ED26A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77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B029A42-0810-F612-6BCC-5941996A70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D3CF9F2-810D-51E8-DD58-86691B4652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042D64B-E913-CE0A-2BB3-8B959C87D7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4F45C-66E3-4B0C-9CF0-1848040764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504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AB1E2F0-67AF-71EC-CD06-59F5CB7F0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467B257-0D53-3557-A5F6-960ACCCF58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7C0126E-3B17-EB66-079B-CF6E2787BC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80EFB8-E847-4AE0-A61C-F73E9B635F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12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EF1618D-53D3-B76B-3FC2-5436B7AA45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1C080B4-98D5-3E2E-C841-139B1B0F71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C5FA8C7-F6BC-59A1-9743-FB527CEF0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0CB1-D4BC-47A5-BC57-BC5D8F7160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83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A05B8FA-F1B8-6344-C84B-3E0ED0C523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02A30CB-B65F-5BF7-1450-7D8DBA0D7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FA285C0-3E5D-97A5-4DAD-9EDFEB178C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3599C-3A39-4162-984E-9D74652129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825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3ADFAFA-EA07-E119-3418-5CC4AAA4A6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326C542-2E09-7D44-C5EA-3E2B7E275F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0801F72-1D50-A63C-C4F4-30D8C94B9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E11694-B948-4D2E-990D-0A4B35C04A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2272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7DFA11D-06AC-A29B-77BA-2A6D88792F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9A25DEA-6B26-35FC-A3C4-41121921A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00E0F6F-120C-0DE0-85F5-8048AD1FC3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167943-1D90-467A-AB7E-9295A24484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368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276A091-C9FC-26F8-B1E5-DC1F5964E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CE28D09-79DA-5D3C-856C-04502A967E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6D1883F-31ED-B2B8-3F1B-9BD4326CE3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BEEA7D-2A57-48D8-8BD0-8B2CD644C20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609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1E144A2-9677-9585-7AB6-3E29EA0DED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1F4E9CE-454E-B300-CE25-09CD702ECE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C23D885-C715-7A44-3BAA-93BC857E4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AE8D10-89F3-40AD-A3AD-837149AEE9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310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C6B0C8-F924-4EBD-453D-473119D319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F4611D5-551D-65D5-50EE-5B60CBC296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0D601D-524E-6162-0038-D1F7B78D05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3F3E78-16B2-45BF-8504-C42D61F1D5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126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27C807-6950-136D-05CC-839160410A7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8300951-A6D2-110E-2417-498352974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627A0801-CF61-ED30-B9BC-EFCA43C88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E856A56-1E1A-F1D1-D0F6-7D62ED81B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5D825FC0-E726-824D-052B-3E0791962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F9C6C7-556E-31CA-0B17-8CFD1D66A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26C11D-5F62-2D3A-8103-AB87E0E6B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CE3E30B-223F-F3BB-0A08-3582BE0A7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B11A292-DFE1-503F-DD7B-51546AB42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A9F85B49-8AFA-7845-4796-A60C6AB3CF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83AF62C6-8A6A-2B6A-2754-580BCD0CB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57A464E-A0DF-21B2-645B-775C6B1CF1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006EDE5-82B4-F6BC-B330-ED029D9EB1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>
                <a:solidFill>
                  <a:srgbClr val="1C1C1C"/>
                </a:solidFill>
              </a:defRPr>
            </a:lvl1pPr>
          </a:lstStyle>
          <a:p>
            <a:fld id="{28820856-4F13-4803-99EA-84FD7770F9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770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9876D39-3365-70B7-1CD5-3B71239CB7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DB14223-8DE6-8A53-7C82-DF678FE832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085872B-8590-532A-3245-02FD929D9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BBBEB65E-1196-41D5-9AED-BB07D9E270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49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9174441-22DC-5625-AE18-BF16F1C4B2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C171DD4-6500-FD56-FEEB-5851C9EAA7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8DD099E-5F2A-12E5-E692-F872FFFF6C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648C9E97-808B-4C79-8C00-AB7DD2C4E7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030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67CCBE3-922E-A2D8-2CDF-A8720E6607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A2C8AE9-BD5A-5A5E-A6B7-BB25339017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59EACA2-6A1E-7581-22C8-6389C1C956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6BADABA6-BB17-412A-B772-9CCA09DD3C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522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C5D86DA-D660-E366-977F-C8CC3F006E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636F8B7-EECE-CEEB-CA0A-DEF80BD51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5BE2086-9D07-0A72-161D-D91938E710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AAAA1400-450D-48EA-9B2C-DFED45DE58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63456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62D1668-338B-5C45-99CF-2699F59C8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BF4E46D6-2657-4534-8B53-C24073EB3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FAF0C53-90F4-D106-59C3-14EAE30E1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516822CA-3693-401C-B80F-C92C9C38DF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338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A812A2B-08BD-FC93-EB29-EF29D5ABC5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282D1EA-A709-774E-F6D6-370538D8E5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C641314-6FD4-5D20-D24E-E577CB14A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3A53E981-C309-434C-96A9-6FAEBE802B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6205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AE9286B-9F1C-6BC9-C779-F99D1D37FC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DF07DE-58C8-F689-A16C-3C6B9CAC4A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18E7082-DB52-6C65-F82C-41FD6CF735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2EC792C5-68A3-4896-A81B-A1FF798795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7508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AF08E4D-CF6D-8555-CD69-99CC930B9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665491C-CB2D-162F-9B71-BAB3721A5D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4892F62-7A50-114E-5963-559FCCF4F7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6D72CE4C-F221-43F2-924F-C4245752E8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820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36C99F8-4A2C-31CC-1195-2C804DF9F9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1D3840B-FE90-9395-EED6-71EF96468E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4974EB0-15D3-F91B-99C6-1396AC449B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0F157692-3182-4D0C-A2DD-FC057A85EE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9323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67814FF-136B-DDE3-6F49-357A8E9172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F0AE649-3AED-8A27-D12B-63BFF19127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7A4D0A9-C5BD-C8FD-6C8F-D00B39831D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DB9CA68F-0763-401C-8459-D78BF340D1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0636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8FF82E0-5824-3FE0-63B6-C55EF95F2A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B74C4E5-A2B6-D357-9159-F82664A481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9CAF846-73E8-CB8C-B6F3-B014E091F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6BA91B4E-881D-474C-BBAB-2C24CA77DE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99493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D48770-79A2-B54B-5515-E0FA97913C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FEA2445-1378-6096-DF66-2A9BA9401F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4136D4C-C7C0-534B-B386-D92B09A607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lvl1pPr>
          </a:lstStyle>
          <a:p>
            <a:fld id="{4D2F9B72-3899-42B2-AACA-B9431112D4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36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5A1FF85-B36E-CCFD-7984-7D3E8964D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E526A6-FF55-5BFD-D534-19A60875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E1C6-1CB2-E47E-4071-C4E00891B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8DDEAFC-C7D3-3AB3-9FD4-EB7B5F56B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83BFC9-2DB6-61B2-B989-18214894E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6268272-60C2-A89D-4641-4C5D1F743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63D4759-8025-E1C2-0C84-2254FF34F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7A03916-8CE4-5835-B9DA-92B806D2B2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96B191D2-CD99-DC06-6067-0E12D1242B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FAEF895A-606B-675B-1050-76860FE8C6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1CE9B94D-4C0E-7E77-8D63-BF225A8C66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CC7B38E-CE42-BC27-245B-020A087075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ED0610-4D64-4FE0-8F1E-B34000C88F9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1" r:id="rId2"/>
    <p:sldLayoutId id="2147483840" r:id="rId3"/>
    <p:sldLayoutId id="2147483839" r:id="rId4"/>
    <p:sldLayoutId id="2147483838" r:id="rId5"/>
    <p:sldLayoutId id="2147483837" r:id="rId6"/>
    <p:sldLayoutId id="2147483836" r:id="rId7"/>
    <p:sldLayoutId id="2147483835" r:id="rId8"/>
    <p:sldLayoutId id="2147483834" r:id="rId9"/>
    <p:sldLayoutId id="2147483833" r:id="rId10"/>
    <p:sldLayoutId id="2147483832" r:id="rId11"/>
    <p:sldLayoutId id="214748383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222DDFA-133B-BBE6-530B-ADE1FA0F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EF6A342-7817-63CF-387C-4204055F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7EB3A73-0696-73A3-D971-235E746B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9FEEF02-03F6-47A2-69BE-69AD8B94E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E62B334-7D42-7319-539D-4287DE00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2F2A9C93-51A6-F755-F33E-51D2EE1B4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E7C46863-14DE-E1A9-3FEA-2E504D52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37F20D4D-6EB9-7625-D5D0-5D529A767C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01BFBC67-951C-6EA6-AD87-E359CF1957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562DB2C5-14EC-535B-40DA-97B919B3CB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288FC2B5-CD46-EE04-97DD-1B5C45ABD4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E7BE0C7-FADB-7038-D1B6-F950ABE010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49C13CEF-D13C-476D-9E32-93EBEB57789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1.wmf"/><Relationship Id="rId3" Type="http://schemas.openxmlformats.org/officeDocument/2006/relationships/image" Target="../media/image8.wmf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0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2.bin"/><Relationship Id="rId1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3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C2740BE4-6D57-B804-7D33-6006A5838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zh-CN"/>
              <a:t>图的</a:t>
            </a:r>
            <a:r>
              <a:rPr lang="zh-CN" altLang="en-US"/>
              <a:t>基本</a:t>
            </a:r>
            <a:r>
              <a:rPr lang="zh-CN" altLang="zh-CN"/>
              <a:t>概念</a:t>
            </a:r>
            <a:endParaRPr lang="zh-CN" altLang="en-US"/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B037CF3C-0205-49E5-DBE6-CCECA7FE63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2060575"/>
            <a:ext cx="6872287" cy="479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7.1  </a:t>
            </a:r>
            <a:r>
              <a:rPr lang="zh-CN" altLang="en-US" sz="3600" b="1" dirty="0"/>
              <a:t>图的概念</a:t>
            </a:r>
            <a:r>
              <a:rPr lang="zh-CN" altLang="en-US" sz="36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7.2  </a:t>
            </a:r>
            <a:r>
              <a:rPr lang="zh-CN" altLang="en-US" sz="3600" b="1" dirty="0"/>
              <a:t>路与连通</a:t>
            </a:r>
            <a:r>
              <a:rPr lang="zh-CN" altLang="en-US" sz="36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7.3  </a:t>
            </a:r>
            <a:r>
              <a:rPr lang="zh-CN" altLang="en-US" sz="3600" b="1" dirty="0"/>
              <a:t>图的矩阵表示</a:t>
            </a:r>
            <a:endParaRPr lang="zh-CN" altLang="en-US" sz="36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7.4  </a:t>
            </a:r>
            <a:r>
              <a:rPr lang="zh-CN" altLang="en-US" sz="3600" b="1" dirty="0"/>
              <a:t>最短路问题</a:t>
            </a:r>
            <a:endParaRPr lang="en-US" altLang="zh-CN" sz="36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7.5  </a:t>
            </a:r>
            <a:r>
              <a:rPr lang="zh-CN" altLang="en-US" sz="3600" b="1" dirty="0">
                <a:solidFill>
                  <a:srgbClr val="FF0000"/>
                </a:solidFill>
              </a:rPr>
              <a:t>匹配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6FA15A7-2B2D-DE65-535E-776337E65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 </a:t>
            </a:r>
            <a:r>
              <a:rPr lang="zh-CN" altLang="zh-CN"/>
              <a:t>图的概念</a:t>
            </a:r>
            <a:endParaRPr lang="zh-CN" altLang="en-US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3FB3DC1-8123-E4E3-8196-D32A8921FC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2060575"/>
            <a:ext cx="6872287" cy="47974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7.1.1 </a:t>
            </a:r>
            <a:r>
              <a:rPr lang="zh-CN" altLang="en-US" sz="3600" b="1"/>
              <a:t>图的定义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7.1.2 </a:t>
            </a:r>
            <a:r>
              <a:rPr lang="zh-CN" altLang="en-US" sz="3600" b="1"/>
              <a:t>图的结点度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7.1.3 </a:t>
            </a:r>
            <a:r>
              <a:rPr lang="zh-CN" altLang="en-US" sz="3600" b="1"/>
              <a:t>图的同构</a:t>
            </a:r>
            <a:endParaRPr lang="zh-CN" altLang="en-US" sz="360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7.1.4 </a:t>
            </a:r>
            <a:r>
              <a:rPr lang="zh-CN" altLang="en-US" sz="3600" b="1"/>
              <a:t>图的运算</a:t>
            </a:r>
            <a:r>
              <a:rPr lang="zh-CN" altLang="en-US" sz="36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6">
            <a:extLst>
              <a:ext uri="{FF2B5EF4-FFF2-40B4-BE49-F238E27FC236}">
                <a16:creationId xmlns:a16="http://schemas.microsoft.com/office/drawing/2014/main" id="{14197168-2BDE-CD56-F873-248C31193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5" y="5876925"/>
            <a:ext cx="436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5</a:t>
            </a:r>
          </a:p>
        </p:txBody>
      </p:sp>
      <p:sp>
        <p:nvSpPr>
          <p:cNvPr id="19458" name="Text Box 16">
            <a:extLst>
              <a:ext uri="{FF2B5EF4-FFF2-40B4-BE49-F238E27FC236}">
                <a16:creationId xmlns:a16="http://schemas.microsoft.com/office/drawing/2014/main" id="{3C708C48-B61A-5C2B-DB9B-4A176CBBF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876925"/>
            <a:ext cx="434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3</a:t>
            </a:r>
          </a:p>
        </p:txBody>
      </p:sp>
      <p:sp>
        <p:nvSpPr>
          <p:cNvPr id="19459" name="Text Box 16">
            <a:extLst>
              <a:ext uri="{FF2B5EF4-FFF2-40B4-BE49-F238E27FC236}">
                <a16:creationId xmlns:a16="http://schemas.microsoft.com/office/drawing/2014/main" id="{1C26EDAA-96B8-99F6-E5E2-F59C07107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876925"/>
            <a:ext cx="436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4</a:t>
            </a:r>
          </a:p>
        </p:txBody>
      </p:sp>
      <p:sp>
        <p:nvSpPr>
          <p:cNvPr id="19460" name="Text Box 16">
            <a:extLst>
              <a:ext uri="{FF2B5EF4-FFF2-40B4-BE49-F238E27FC236}">
                <a16:creationId xmlns:a16="http://schemas.microsoft.com/office/drawing/2014/main" id="{77C73558-280E-2824-8964-25599D113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425" y="4510088"/>
            <a:ext cx="4365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1</a:t>
            </a:r>
          </a:p>
        </p:txBody>
      </p:sp>
      <p:sp>
        <p:nvSpPr>
          <p:cNvPr id="19461" name="Text Box 16">
            <a:extLst>
              <a:ext uri="{FF2B5EF4-FFF2-40B4-BE49-F238E27FC236}">
                <a16:creationId xmlns:a16="http://schemas.microsoft.com/office/drawing/2014/main" id="{798AA703-54E3-569F-CE8B-D8DDDB52B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4508500"/>
            <a:ext cx="4365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/>
              <a:t>2</a:t>
            </a:r>
          </a:p>
        </p:txBody>
      </p:sp>
      <p:sp>
        <p:nvSpPr>
          <p:cNvPr id="19462" name="标题 4">
            <a:extLst>
              <a:ext uri="{FF2B5EF4-FFF2-40B4-BE49-F238E27FC236}">
                <a16:creationId xmlns:a16="http://schemas.microsoft.com/office/drawing/2014/main" id="{A02E4C4D-5FC8-3550-F157-E656172CF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>
              <a:lnSpc>
                <a:spcPct val="200000"/>
              </a:lnSpc>
              <a:spcBef>
                <a:spcPct val="20000"/>
              </a:spcBef>
            </a:pPr>
            <a:r>
              <a:rPr lang="en-US" altLang="zh-CN">
                <a:solidFill>
                  <a:srgbClr val="333399"/>
                </a:solidFill>
              </a:rPr>
              <a:t>7.1.1 </a:t>
            </a:r>
            <a:r>
              <a:rPr lang="zh-CN" altLang="zh-CN">
                <a:solidFill>
                  <a:srgbClr val="333399"/>
                </a:solidFill>
              </a:rPr>
              <a:t>图的</a:t>
            </a:r>
            <a:r>
              <a:rPr lang="zh-CN" altLang="en-US">
                <a:solidFill>
                  <a:srgbClr val="333399"/>
                </a:solidFill>
              </a:rPr>
              <a:t>定义</a:t>
            </a:r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5B37CB-B7C8-075E-DD94-229EE2C21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问题</a:t>
            </a:r>
            <a:r>
              <a:rPr lang="zh-CN" altLang="en-US" dirty="0"/>
              <a:t>：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/>
              </a:rPr>
              <a:t>五人集合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A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＝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{1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4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5}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                 1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与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、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与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、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与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均为父子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                 </a:t>
            </a:r>
            <a:r>
              <a:rPr lang="en-US" altLang="zh-CN" kern="100" dirty="0">
                <a:solidFill>
                  <a:srgbClr val="0000FF"/>
                </a:solidFill>
                <a:latin typeface="Times New Roman" panose="02020603050405020304"/>
              </a:rPr>
              <a:t>A</a:t>
            </a:r>
            <a:r>
              <a:rPr lang="zh-CN" altLang="zh-CN" kern="100" dirty="0">
                <a:solidFill>
                  <a:srgbClr val="0000FF"/>
                </a:solidFill>
                <a:latin typeface="Times New Roman" panose="02020603050405020304"/>
              </a:rPr>
              <a:t>上的父子关系</a:t>
            </a:r>
            <a:endParaRPr lang="en-US" altLang="zh-CN" kern="100" dirty="0">
              <a:solidFill>
                <a:srgbClr val="0000FF"/>
              </a:solidFill>
              <a:latin typeface="Times New Roman" panose="02020603050405020304"/>
            </a:endParaRPr>
          </a:p>
          <a:p>
            <a:pPr>
              <a:defRPr/>
            </a:pPr>
            <a:r>
              <a:rPr lang="zh-CN" altLang="en-US" kern="100" dirty="0">
                <a:solidFill>
                  <a:srgbClr val="FF00FF"/>
                </a:solidFill>
                <a:latin typeface="Times New Roman" panose="02020603050405020304"/>
              </a:rPr>
              <a:t>集合   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R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＝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{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&gt;,&lt;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4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&gt;,&lt;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4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/>
              </a:rPr>
              <a:t>}</a:t>
            </a:r>
          </a:p>
          <a:p>
            <a:pPr>
              <a:defRPr/>
            </a:pPr>
            <a:r>
              <a:rPr lang="zh-CN" altLang="en-US" kern="100" dirty="0">
                <a:solidFill>
                  <a:srgbClr val="00B050"/>
                </a:solidFill>
                <a:latin typeface="Times New Roman" panose="02020603050405020304"/>
              </a:rPr>
              <a:t>图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solidFill>
                  <a:srgbClr val="FF00FF"/>
                </a:solidFill>
                <a:latin typeface="Times New Roman" panose="02020603050405020304"/>
              </a:rPr>
              <a:t>graph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kern="10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7538368-57CD-F0A6-0D02-2D712B6F6825}"/>
              </a:ext>
            </a:extLst>
          </p:cNvPr>
          <p:cNvSpPr>
            <a:spLocks noChangeAspect="1"/>
          </p:cNvSpPr>
          <p:nvPr/>
        </p:nvSpPr>
        <p:spPr>
          <a:xfrm>
            <a:off x="3059113" y="6051550"/>
            <a:ext cx="330200" cy="330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0F1919D-306B-7D16-97E1-100D828A5860}"/>
              </a:ext>
            </a:extLst>
          </p:cNvPr>
          <p:cNvSpPr>
            <a:spLocks noChangeAspect="1"/>
          </p:cNvSpPr>
          <p:nvPr/>
        </p:nvSpPr>
        <p:spPr>
          <a:xfrm>
            <a:off x="4664075" y="6046788"/>
            <a:ext cx="328613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C201D5-3E9D-67C7-3D20-2E74AAD41357}"/>
              </a:ext>
            </a:extLst>
          </p:cNvPr>
          <p:cNvSpPr>
            <a:spLocks noChangeAspect="1"/>
          </p:cNvSpPr>
          <p:nvPr/>
        </p:nvSpPr>
        <p:spPr>
          <a:xfrm>
            <a:off x="6516688" y="6046788"/>
            <a:ext cx="328612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944EE55-86D0-FED3-C031-EE59FFD14755}"/>
              </a:ext>
            </a:extLst>
          </p:cNvPr>
          <p:cNvSpPr>
            <a:spLocks noChangeAspect="1"/>
          </p:cNvSpPr>
          <p:nvPr/>
        </p:nvSpPr>
        <p:spPr>
          <a:xfrm>
            <a:off x="4648200" y="4673600"/>
            <a:ext cx="328613" cy="3286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A5A91E5-E648-8FD3-BFDD-81EBA6F616AB}"/>
              </a:ext>
            </a:extLst>
          </p:cNvPr>
          <p:cNvSpPr>
            <a:spLocks noChangeAspect="1"/>
          </p:cNvSpPr>
          <p:nvPr/>
        </p:nvSpPr>
        <p:spPr>
          <a:xfrm>
            <a:off x="6516688" y="4684713"/>
            <a:ext cx="328612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9A42B93-4361-CFC9-467D-C4617132104B}"/>
              </a:ext>
            </a:extLst>
          </p:cNvPr>
          <p:cNvCxnSpPr>
            <a:stCxn id="9" idx="0"/>
          </p:cNvCxnSpPr>
          <p:nvPr/>
        </p:nvCxnSpPr>
        <p:spPr>
          <a:xfrm flipV="1">
            <a:off x="6680200" y="5002213"/>
            <a:ext cx="0" cy="1044575"/>
          </a:xfrm>
          <a:prstGeom prst="straightConnector1">
            <a:avLst/>
          </a:prstGeom>
          <a:ln w="25400">
            <a:solidFill>
              <a:srgbClr val="00CC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5D3CBAE-2686-E535-F297-D1EB6AF18F58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4827588" y="5013325"/>
            <a:ext cx="1852612" cy="103346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D198B3E-FC4D-57D4-6A00-0DA14074D19A}"/>
              </a:ext>
            </a:extLst>
          </p:cNvPr>
          <p:cNvCxnSpPr>
            <a:stCxn id="10" idx="4"/>
            <a:endCxn id="8" idx="0"/>
          </p:cNvCxnSpPr>
          <p:nvPr/>
        </p:nvCxnSpPr>
        <p:spPr>
          <a:xfrm>
            <a:off x="4813300" y="5002213"/>
            <a:ext cx="14288" cy="10445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8ED931E0-4015-C48C-EEF0-2FBDFB772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7.1.1 </a:t>
            </a:r>
            <a:r>
              <a:rPr lang="zh-CN" altLang="zh-CN">
                <a:solidFill>
                  <a:srgbClr val="333399"/>
                </a:solidFill>
              </a:rPr>
              <a:t>图的</a:t>
            </a:r>
            <a:r>
              <a:rPr lang="zh-CN" altLang="en-US">
                <a:solidFill>
                  <a:srgbClr val="333399"/>
                </a:solidFill>
              </a:rPr>
              <a:t>定义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3B294-0680-D954-66A8-1868B4A81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916113"/>
            <a:ext cx="8748712" cy="4941887"/>
          </a:xfrm>
        </p:spPr>
        <p:txBody>
          <a:bodyPr/>
          <a:lstStyle/>
          <a:p>
            <a:pPr marL="67945" indent="196850" algn="just">
              <a:lnSpc>
                <a:spcPts val="42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/>
              </a:rPr>
              <a:t>定义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/>
              </a:rPr>
              <a:t>7.1.1 </a:t>
            </a:r>
            <a:r>
              <a:rPr lang="zh-CN" altLang="zh-CN" sz="2800" b="1" kern="100" dirty="0">
                <a:solidFill>
                  <a:srgbClr val="00CC99"/>
                </a:solidFill>
                <a:latin typeface="Times New Roman" panose="02020603050405020304"/>
              </a:rPr>
              <a:t>图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 </a:t>
            </a:r>
            <a:r>
              <a:rPr lang="en-US" altLang="zh-CN" sz="2800" kern="100" dirty="0">
                <a:latin typeface="宋体" panose="02010600030101010101" pitchFamily="2" charset="-122"/>
              </a:rPr>
              <a:t>&lt;</a:t>
            </a:r>
            <a:r>
              <a:rPr lang="en-US" altLang="zh-CN" sz="2800" kern="100" dirty="0">
                <a:latin typeface="Times New Roman" panose="02020603050405020304"/>
              </a:rPr>
              <a:t>V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),</a:t>
            </a:r>
            <a:r>
              <a:rPr lang="en-US" altLang="zh-CN" sz="2800" kern="100" dirty="0">
                <a:latin typeface="Times New Roman" panose="02020603050405020304"/>
              </a:rPr>
              <a:t>E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),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)&gt;</a:t>
            </a:r>
            <a:r>
              <a:rPr lang="zh-CN" altLang="zh-CN" sz="2800" kern="100" dirty="0">
                <a:latin typeface="Times New Roman" panose="02020603050405020304"/>
              </a:rPr>
              <a:t>，其中</a:t>
            </a:r>
            <a:endParaRPr lang="en-US" altLang="zh-CN" sz="2800" kern="100" dirty="0">
              <a:latin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</a:rPr>
              <a:t>    (1)</a:t>
            </a:r>
            <a:r>
              <a:rPr lang="zh-CN" altLang="zh-CN" sz="2800" b="1" kern="100" dirty="0">
                <a:solidFill>
                  <a:srgbClr val="0066FF"/>
                </a:solidFill>
                <a:latin typeface="Times New Roman" panose="02020603050405020304"/>
              </a:rPr>
              <a:t>顶点集</a:t>
            </a:r>
            <a:r>
              <a:rPr lang="en-US" altLang="zh-CN" sz="2800" kern="100" dirty="0">
                <a:latin typeface="Times New Roman" panose="02020603050405020304"/>
              </a:rPr>
              <a:t>V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{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1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,…,</a:t>
            </a:r>
            <a:r>
              <a:rPr lang="en-US" altLang="zh-CN" sz="2800" i="1" kern="100" dirty="0" err="1">
                <a:latin typeface="Times New Roman" panose="02020603050405020304"/>
              </a:rPr>
              <a:t>v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n</a:t>
            </a:r>
            <a:r>
              <a:rPr lang="en-US" altLang="zh-CN" sz="2800" i="1" kern="100" baseline="-25000" dirty="0">
                <a:latin typeface="Times New Roman" panose="02020603050405020304"/>
              </a:rPr>
              <a:t> </a:t>
            </a:r>
            <a:r>
              <a:rPr lang="en-US" altLang="zh-CN" sz="2800" kern="100" dirty="0">
                <a:latin typeface="Times New Roman" panose="02020603050405020304"/>
              </a:rPr>
              <a:t>}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V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en-US" sz="2800" kern="100" dirty="0">
                <a:latin typeface="Times New Roman" panose="02020603050405020304"/>
              </a:rPr>
              <a:t>不为空集</a:t>
            </a:r>
            <a:r>
              <a:rPr lang="en-US" altLang="zh-CN" sz="2800" kern="100" dirty="0">
                <a:latin typeface="Times New Roman" panose="02020603050405020304"/>
              </a:rPr>
              <a:t> 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 </a:t>
            </a:r>
            <a:endParaRPr lang="en-US" altLang="zh-CN" sz="2800" kern="100" dirty="0">
              <a:latin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</a:rPr>
              <a:t>        </a:t>
            </a:r>
            <a:r>
              <a:rPr lang="zh-CN" altLang="zh-CN" sz="2800" b="1" kern="100" dirty="0">
                <a:latin typeface="Times New Roman" panose="02020603050405020304"/>
              </a:rPr>
              <a:t>结点集</a:t>
            </a:r>
            <a:r>
              <a:rPr lang="en-US" altLang="zh-CN" sz="2800" b="1" kern="100" dirty="0">
                <a:latin typeface="Times New Roman" panose="02020603050405020304"/>
              </a:rPr>
              <a:t>    </a:t>
            </a:r>
            <a:r>
              <a:rPr lang="zh-CN" altLang="zh-CN" sz="2800" b="1" kern="100" dirty="0">
                <a:latin typeface="Times New Roman" panose="02020603050405020304"/>
              </a:rPr>
              <a:t>顶点</a:t>
            </a:r>
            <a:r>
              <a:rPr lang="en-US" altLang="zh-CN" sz="2800" b="1" kern="100" dirty="0">
                <a:latin typeface="Times New Roman" panose="02020603050405020304"/>
              </a:rPr>
              <a:t>    </a:t>
            </a:r>
            <a:r>
              <a:rPr lang="zh-CN" altLang="zh-CN" sz="2800" b="1" kern="100" dirty="0">
                <a:latin typeface="Times New Roman" panose="02020603050405020304"/>
              </a:rPr>
              <a:t>结点</a:t>
            </a:r>
            <a:endParaRPr lang="zh-CN" altLang="zh-CN" sz="2800" kern="100" dirty="0">
              <a:latin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</a:rPr>
              <a:t>    (2)</a:t>
            </a:r>
            <a:r>
              <a:rPr lang="zh-CN" altLang="zh-CN" sz="2800" b="1" kern="100" dirty="0">
                <a:solidFill>
                  <a:srgbClr val="0066FF"/>
                </a:solidFill>
                <a:latin typeface="Times New Roman" panose="02020603050405020304"/>
              </a:rPr>
              <a:t>边集</a:t>
            </a:r>
            <a:r>
              <a:rPr lang="en-US" altLang="zh-CN" sz="2800" kern="100" dirty="0">
                <a:latin typeface="Times New Roman" panose="02020603050405020304"/>
              </a:rPr>
              <a:t>E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{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1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,…,</a:t>
            </a:r>
            <a:r>
              <a:rPr lang="en-US" altLang="zh-CN" sz="2800" i="1" kern="100" dirty="0" err="1">
                <a:latin typeface="Times New Roman" panose="02020603050405020304"/>
              </a:rPr>
              <a:t>e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m</a:t>
            </a:r>
            <a:r>
              <a:rPr lang="en-US" altLang="zh-CN" sz="2800" kern="100" dirty="0">
                <a:latin typeface="Times New Roman" panose="02020603050405020304"/>
              </a:rPr>
              <a:t>}</a:t>
            </a:r>
            <a:r>
              <a:rPr lang="zh-CN" altLang="zh-CN" sz="2800" kern="100" dirty="0">
                <a:latin typeface="Times New Roman" panose="02020603050405020304"/>
              </a:rPr>
              <a:t> </a:t>
            </a:r>
            <a:endParaRPr lang="en-US" altLang="zh-CN" sz="2800" kern="100" dirty="0">
              <a:latin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</a:rPr>
              <a:t>         </a:t>
            </a:r>
            <a:r>
              <a:rPr lang="zh-CN" altLang="en-US" sz="2800" b="1" kern="100" dirty="0">
                <a:solidFill>
                  <a:srgbClr val="FF00FF"/>
                </a:solidFill>
                <a:latin typeface="Times New Roman" panose="02020603050405020304"/>
              </a:rPr>
              <a:t>边</a:t>
            </a:r>
            <a:r>
              <a:rPr lang="zh-CN" altLang="en-US" sz="2800" kern="100" dirty="0">
                <a:latin typeface="Times New Roman" panose="02020603050405020304"/>
              </a:rPr>
              <a:t>    </a:t>
            </a:r>
            <a:r>
              <a:rPr lang="zh-CN" altLang="zh-CN" sz="2800" b="1" kern="100" dirty="0">
                <a:solidFill>
                  <a:srgbClr val="339933"/>
                </a:solidFill>
                <a:latin typeface="Times New Roman" panose="02020603050405020304"/>
              </a:rPr>
              <a:t>无向边</a:t>
            </a:r>
            <a:r>
              <a:rPr lang="en-US" altLang="zh-CN" sz="2800" b="1" kern="100" dirty="0">
                <a:solidFill>
                  <a:srgbClr val="339933"/>
                </a:solidFill>
                <a:latin typeface="Times New Roman" panose="02020603050405020304"/>
              </a:rPr>
              <a:t>   </a:t>
            </a:r>
            <a:r>
              <a:rPr lang="en-US" altLang="zh-CN" sz="2800" i="1" kern="100" dirty="0" err="1">
                <a:latin typeface="Times New Roman" panose="02020603050405020304"/>
              </a:rPr>
              <a:t>e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i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(</a:t>
            </a:r>
            <a:r>
              <a:rPr lang="en-US" altLang="zh-CN" sz="2800" i="1" kern="100" dirty="0" err="1">
                <a:latin typeface="Times New Roman" panose="02020603050405020304"/>
              </a:rPr>
              <a:t>v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j</a:t>
            </a:r>
            <a:r>
              <a:rPr lang="en-US" altLang="zh-CN" sz="2800" kern="100" dirty="0" err="1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 err="1">
                <a:latin typeface="Times New Roman" panose="02020603050405020304"/>
              </a:rPr>
              <a:t>v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t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en-US" altLang="zh-CN" sz="2800" kern="100" dirty="0">
                <a:latin typeface="Times New Roman" panose="02020603050405020304"/>
              </a:rPr>
              <a:t>     </a:t>
            </a:r>
            <a:r>
              <a:rPr lang="zh-CN" altLang="zh-CN" sz="2800" b="1" kern="100" dirty="0">
                <a:latin typeface="Times New Roman" panose="02020603050405020304"/>
              </a:rPr>
              <a:t>端点</a:t>
            </a:r>
            <a:endParaRPr lang="en-US" altLang="zh-CN" sz="2800" kern="100" dirty="0">
              <a:latin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kern="100" dirty="0">
                <a:solidFill>
                  <a:srgbClr val="000000"/>
                </a:solidFill>
                <a:latin typeface="Times New Roman" panose="02020603050405020304"/>
              </a:rPr>
              <a:t>                  </a:t>
            </a:r>
            <a:r>
              <a:rPr lang="zh-CN" altLang="zh-CN" sz="2800" b="1" kern="100" dirty="0">
                <a:solidFill>
                  <a:srgbClr val="339933"/>
                </a:solidFill>
                <a:latin typeface="Times New Roman" panose="02020603050405020304"/>
              </a:rPr>
              <a:t>有向边</a:t>
            </a:r>
            <a:r>
              <a:rPr lang="en-US" altLang="zh-CN" sz="2800" b="1" kern="100" dirty="0">
                <a:solidFill>
                  <a:srgbClr val="339933"/>
                </a:solidFill>
                <a:latin typeface="Times New Roman" panose="02020603050405020304"/>
              </a:rPr>
              <a:t>   </a:t>
            </a:r>
            <a:r>
              <a:rPr lang="en-US" altLang="zh-CN" sz="2800" i="1" kern="100" dirty="0" err="1">
                <a:latin typeface="Times New Roman" panose="02020603050405020304"/>
              </a:rPr>
              <a:t>e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i</a:t>
            </a:r>
            <a:r>
              <a:rPr lang="en-US" altLang="zh-CN" sz="2800" kern="100" baseline="-25000" dirty="0">
                <a:latin typeface="Times New Roman" panose="02020603050405020304"/>
              </a:rPr>
              <a:t>­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 err="1">
                <a:latin typeface="Times New Roman" panose="02020603050405020304"/>
              </a:rPr>
              <a:t>v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j</a:t>
            </a:r>
            <a:r>
              <a:rPr lang="en-US" altLang="zh-CN" sz="2800" kern="100" dirty="0" err="1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 err="1">
                <a:latin typeface="Times New Roman" panose="02020603050405020304"/>
              </a:rPr>
              <a:t>v</a:t>
            </a:r>
            <a:r>
              <a:rPr lang="en-US" altLang="zh-CN" sz="2800" i="1" kern="100" baseline="-25000" dirty="0" err="1">
                <a:latin typeface="Times New Roman" panose="02020603050405020304"/>
              </a:rPr>
              <a:t>t</a:t>
            </a:r>
            <a:r>
              <a:rPr lang="en-US" altLang="zh-CN" sz="2800" kern="100" dirty="0">
                <a:latin typeface="宋体" panose="02010600030101010101" pitchFamily="2" charset="-122"/>
              </a:rPr>
              <a:t>&gt;</a:t>
            </a:r>
            <a:r>
              <a:rPr lang="en-US" altLang="zh-CN" sz="2800" kern="100" dirty="0">
                <a:latin typeface="Times New Roman" panose="02020603050405020304"/>
              </a:rPr>
              <a:t>    </a:t>
            </a:r>
            <a:r>
              <a:rPr lang="zh-CN" altLang="zh-CN" sz="2800" b="1" kern="100" dirty="0">
                <a:latin typeface="Times New Roman" panose="02020603050405020304"/>
              </a:rPr>
              <a:t>起点</a:t>
            </a:r>
            <a:r>
              <a:rPr lang="en-US" altLang="zh-CN" sz="2800" b="1" kern="100" dirty="0">
                <a:latin typeface="Times New Roman" panose="02020603050405020304"/>
              </a:rPr>
              <a:t>     </a:t>
            </a:r>
            <a:r>
              <a:rPr lang="zh-CN" altLang="zh-CN" sz="2800" b="1" kern="100" dirty="0">
                <a:latin typeface="Times New Roman" panose="02020603050405020304"/>
              </a:rPr>
              <a:t>终点</a:t>
            </a:r>
            <a:endParaRPr lang="en-US" altLang="zh-CN" sz="2800" b="1" kern="100" dirty="0">
              <a:latin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  <a:cs typeface="Times New Roman" panose="02020603050405020304"/>
              </a:rPr>
              <a:t>    (</a:t>
            </a:r>
            <a:r>
              <a:rPr lang="en-US" altLang="zh-CN" sz="2800" kern="1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zh-CN" altLang="zh-CN" sz="2800" b="1" kern="100" dirty="0">
                <a:solidFill>
                  <a:srgbClr val="0066FF"/>
                </a:solidFill>
                <a:latin typeface="Times New Roman" panose="02020603050405020304"/>
                <a:cs typeface="Times New Roman" panose="02020603050405020304"/>
              </a:rPr>
              <a:t>关联函数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r>
              <a:rPr lang="zh-CN" altLang="zh-CN" sz="2800" kern="100" dirty="0">
                <a:latin typeface="Times New Roman" panose="02020603050405020304"/>
                <a:cs typeface="Times New Roman" panose="02020603050405020304"/>
              </a:rPr>
              <a:t>：</a:t>
            </a:r>
            <a:r>
              <a:rPr lang="en-US" altLang="zh-CN" sz="2800" kern="100" dirty="0">
                <a:latin typeface="Times New Roman" panose="02020603050405020304"/>
              </a:rPr>
              <a:t>E</a:t>
            </a:r>
            <a:r>
              <a:rPr lang="zh-CN" altLang="zh-CN" sz="2800" kern="10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lang="en-US" altLang="zh-CN" sz="2800" kern="100" dirty="0">
                <a:latin typeface="Times New Roman" panose="02020603050405020304"/>
              </a:rPr>
              <a:t>V×V</a:t>
            </a:r>
            <a:endParaRPr lang="en-US" altLang="zh-CN" sz="2800" kern="100" dirty="0">
              <a:latin typeface="Times New Roman" panose="02020603050405020304"/>
              <a:cs typeface="Times New Roman" panose="02020603050405020304"/>
            </a:endParaRPr>
          </a:p>
          <a:p>
            <a:pPr marL="67945" indent="0" algn="just">
              <a:lnSpc>
                <a:spcPts val="42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  <a:cs typeface="Times New Roman" panose="02020603050405020304"/>
              </a:rPr>
              <a:t>        </a:t>
            </a:r>
            <a:r>
              <a:rPr lang="zh-CN" altLang="zh-CN" sz="2800" kern="100" dirty="0">
                <a:latin typeface="Times New Roman" panose="02020603050405020304"/>
                <a:cs typeface="Times New Roman" panose="02020603050405020304"/>
              </a:rPr>
              <a:t>边</a:t>
            </a:r>
            <a:r>
              <a:rPr lang="en-US" altLang="zh-CN" sz="2800" kern="10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lang="zh-CN" altLang="zh-CN" sz="2800" kern="100" dirty="0">
                <a:latin typeface="Times New Roman" panose="02020603050405020304"/>
                <a:cs typeface="Times New Roman" panose="02020603050405020304"/>
              </a:rPr>
              <a:t>结点对</a:t>
            </a:r>
            <a:r>
              <a:rPr lang="en-US" altLang="zh-CN" sz="2800" kern="10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lang="zh-CN" altLang="zh-CN" sz="2800" kern="100" dirty="0">
                <a:latin typeface="Times New Roman" panose="02020603050405020304"/>
                <a:cs typeface="Times New Roman" panose="02020603050405020304"/>
              </a:rPr>
              <a:t>对应关系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9DE4DF5A-E135-8D4F-C9B2-B6C8DD995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7.1.1 </a:t>
            </a:r>
            <a:r>
              <a:rPr lang="zh-CN" altLang="zh-CN">
                <a:solidFill>
                  <a:srgbClr val="333399"/>
                </a:solidFill>
              </a:rPr>
              <a:t>图的</a:t>
            </a:r>
            <a:r>
              <a:rPr lang="zh-CN" altLang="en-US">
                <a:solidFill>
                  <a:srgbClr val="333399"/>
                </a:solidFill>
              </a:rPr>
              <a:t>定义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67EB4-59D2-68FE-F9E6-1E38F567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513" y="1773238"/>
            <a:ext cx="9144001" cy="5084762"/>
          </a:xfrm>
        </p:spPr>
        <p:txBody>
          <a:bodyPr/>
          <a:lstStyle/>
          <a:p>
            <a:pPr indent="267970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/>
              </a:rPr>
              <a:t>7.1.1</a:t>
            </a:r>
            <a:r>
              <a:rPr lang="en-US" altLang="zh-CN" sz="2800" kern="100" dirty="0">
                <a:solidFill>
                  <a:srgbClr val="FF0000"/>
                </a:solidFill>
                <a:latin typeface="Times New Roman" panose="02020603050405020304"/>
              </a:rPr>
              <a:t> </a:t>
            </a:r>
            <a:r>
              <a:rPr lang="zh-CN" altLang="en-US" sz="2800" kern="100" dirty="0">
                <a:latin typeface="Times New Roman" panose="02020603050405020304"/>
              </a:rPr>
              <a:t>已知</a:t>
            </a:r>
            <a:r>
              <a:rPr lang="zh-CN" altLang="zh-CN" sz="2800" b="1" kern="100" dirty="0">
                <a:solidFill>
                  <a:srgbClr val="00CC99"/>
                </a:solidFill>
                <a:latin typeface="Times New Roman" panose="02020603050405020304"/>
              </a:rPr>
              <a:t>图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+mn-ea"/>
              </a:rPr>
              <a:t>&lt;</a:t>
            </a:r>
            <a:r>
              <a:rPr lang="en-US" altLang="zh-CN" sz="2800" kern="100" dirty="0">
                <a:latin typeface="Times New Roman" panose="02020603050405020304"/>
              </a:rPr>
              <a:t>V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),</a:t>
            </a:r>
            <a:r>
              <a:rPr lang="en-US" altLang="zh-CN" sz="2800" kern="100" dirty="0">
                <a:latin typeface="Times New Roman" panose="02020603050405020304"/>
              </a:rPr>
              <a:t>E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),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G</a:t>
            </a:r>
            <a:r>
              <a:rPr lang="en-US" altLang="zh-CN" sz="2800" kern="100" dirty="0">
                <a:latin typeface="宋体" panose="02010600030101010101" pitchFamily="2" charset="-122"/>
              </a:rPr>
              <a:t>)&gt;</a:t>
            </a:r>
            <a:r>
              <a:rPr lang="zh-CN" altLang="zh-CN" sz="2800" kern="100" dirty="0">
                <a:latin typeface="Times New Roman" panose="02020603050405020304"/>
              </a:rPr>
              <a:t>，其中</a:t>
            </a:r>
          </a:p>
          <a:p>
            <a:pPr marL="67945"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</a:rPr>
              <a:t>       </a:t>
            </a:r>
            <a:r>
              <a:rPr lang="en-US" altLang="zh-CN" sz="2800" kern="100" dirty="0">
                <a:solidFill>
                  <a:srgbClr val="0000FF"/>
                </a:solidFill>
                <a:latin typeface="Times New Roman" panose="02020603050405020304"/>
              </a:rPr>
              <a:t>V</a:t>
            </a:r>
            <a:r>
              <a:rPr lang="en-US" altLang="zh-CN" sz="2800" kern="100" dirty="0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solidFill>
                  <a:srgbClr val="0000FF"/>
                </a:solidFill>
                <a:latin typeface="Times New Roman" panose="02020603050405020304"/>
              </a:rPr>
              <a:t>G</a:t>
            </a:r>
            <a:r>
              <a:rPr lang="en-US" altLang="zh-CN" sz="2800" kern="100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{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1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6</a:t>
            </a:r>
            <a:r>
              <a:rPr lang="en-US" altLang="zh-CN" sz="2800" i="1" kern="100" dirty="0">
                <a:latin typeface="Times New Roman" panose="02020603050405020304"/>
              </a:rPr>
              <a:t> </a:t>
            </a:r>
            <a:r>
              <a:rPr lang="en-US" altLang="zh-CN" sz="2800" kern="100" dirty="0">
                <a:latin typeface="Times New Roman" panose="02020603050405020304"/>
              </a:rPr>
              <a:t>}</a:t>
            </a:r>
            <a:endParaRPr lang="zh-CN" altLang="zh-CN" sz="2800" kern="100" dirty="0">
              <a:latin typeface="Times New Roman" panose="02020603050405020304"/>
            </a:endParaRPr>
          </a:p>
          <a:p>
            <a:pPr marL="67945"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/>
              </a:rPr>
              <a:t>       </a:t>
            </a:r>
            <a:r>
              <a:rPr lang="en-US" altLang="zh-CN" sz="2800" kern="100" dirty="0">
                <a:solidFill>
                  <a:srgbClr val="FF00FF"/>
                </a:solidFill>
                <a:latin typeface="Times New Roman" panose="02020603050405020304"/>
              </a:rPr>
              <a:t>E</a:t>
            </a:r>
            <a:r>
              <a:rPr lang="en-US" altLang="zh-CN" sz="2800" kern="100" dirty="0">
                <a:solidFill>
                  <a:srgbClr val="FF00FF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solidFill>
                  <a:srgbClr val="FF00FF"/>
                </a:solidFill>
                <a:latin typeface="Times New Roman" panose="02020603050405020304"/>
              </a:rPr>
              <a:t>G</a:t>
            </a:r>
            <a:r>
              <a:rPr lang="en-US" altLang="zh-CN" sz="2800" kern="100" dirty="0">
                <a:solidFill>
                  <a:srgbClr val="FF00FF"/>
                </a:solidFill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{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1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6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7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8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9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10</a:t>
            </a:r>
            <a:r>
              <a:rPr lang="en-US" altLang="zh-CN" sz="2800" kern="100" dirty="0">
                <a:latin typeface="Times New Roman" panose="02020603050405020304"/>
              </a:rPr>
              <a:t> }</a:t>
            </a:r>
            <a:endParaRPr lang="zh-CN" altLang="zh-CN" sz="2800" kern="100" dirty="0">
              <a:latin typeface="Times New Roman" panose="02020603050405020304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    </a:t>
            </a:r>
            <a:r>
              <a:rPr lang="en-US" altLang="zh-CN" sz="2800" kern="100" spc="40" dirty="0">
                <a:solidFill>
                  <a:srgbClr val="0066FF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solidFill>
                  <a:srgbClr val="0066FF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kern="100" dirty="0">
                <a:solidFill>
                  <a:srgbClr val="0066FF"/>
                </a:solidFill>
                <a:latin typeface="Times New Roman" panose="02020603050405020304"/>
              </a:rPr>
              <a:t>G</a:t>
            </a:r>
            <a:r>
              <a:rPr lang="en-US" altLang="zh-CN" sz="2800" kern="100" dirty="0">
                <a:solidFill>
                  <a:srgbClr val="0066FF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kern="100" dirty="0">
                <a:latin typeface="Times New Roman" panose="02020603050405020304"/>
              </a:rPr>
              <a:t>：</a:t>
            </a:r>
            <a:r>
              <a:rPr lang="en-US" altLang="zh-CN" sz="2800" kern="100" dirty="0">
                <a:latin typeface="Times New Roman" panose="02020603050405020304"/>
              </a:rPr>
              <a:t>E</a:t>
            </a:r>
            <a:r>
              <a:rPr lang="zh-CN" altLang="zh-CN" sz="2800" kern="100" dirty="0">
                <a:latin typeface="Times New Roman" panose="02020603050405020304"/>
              </a:rPr>
              <a:t>→</a:t>
            </a:r>
            <a:r>
              <a:rPr lang="en-US" altLang="zh-CN" sz="2800" kern="100" dirty="0">
                <a:latin typeface="Times New Roman" panose="02020603050405020304"/>
              </a:rPr>
              <a:t>V</a:t>
            </a:r>
            <a:r>
              <a:rPr lang="zh-CN" altLang="zh-CN" sz="2800" kern="100" dirty="0">
                <a:latin typeface="Times New Roman" panose="02020603050405020304"/>
              </a:rPr>
              <a:t>×</a:t>
            </a:r>
            <a:r>
              <a:rPr lang="en-US" altLang="zh-CN" sz="2800" kern="100" dirty="0">
                <a:latin typeface="Times New Roman" panose="02020603050405020304"/>
              </a:rPr>
              <a:t>V</a:t>
            </a:r>
            <a:r>
              <a:rPr lang="zh-CN" altLang="en-US" sz="2800" kern="100" dirty="0">
                <a:latin typeface="Times New Roman" panose="02020603050405020304"/>
              </a:rPr>
              <a:t>，且   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1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1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&gt;</a:t>
            </a:r>
            <a:endParaRPr lang="en-US" altLang="zh-CN" sz="2800" kern="100" dirty="0">
              <a:latin typeface="Times New Roman" panose="02020603050405020304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    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&gt;</a:t>
            </a:r>
            <a:r>
              <a:rPr lang="zh-CN" altLang="en-US" sz="2800" kern="100" dirty="0">
                <a:latin typeface="Times New Roman" panose="02020603050405020304"/>
              </a:rPr>
              <a:t>，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latin typeface="Times New Roman" panose="02020603050405020304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en-US" sz="2800" kern="100" dirty="0">
                <a:latin typeface="宋体" panose="02010600030101010101" pitchFamily="2" charset="-122"/>
              </a:rPr>
              <a:t>，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</a:rPr>
              <a:t>&gt;</a:t>
            </a:r>
            <a:endParaRPr lang="en-US" altLang="zh-CN" sz="2800" kern="100" spc="40" dirty="0">
              <a:solidFill>
                <a:srgbClr val="000000"/>
              </a:solidFill>
              <a:latin typeface="Times New Roman" panose="02020603050405020304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    φ</a:t>
            </a:r>
            <a:r>
              <a:rPr lang="en-US" altLang="zh-CN" sz="2800" kern="100" dirty="0">
                <a:latin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</a:rPr>
              <a:t>&gt;</a:t>
            </a:r>
            <a:r>
              <a:rPr lang="zh-CN" altLang="en-US" sz="2800" kern="100" dirty="0">
                <a:latin typeface="Times New Roman" panose="02020603050405020304"/>
              </a:rPr>
              <a:t>，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6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r>
              <a:rPr lang="zh-CN" altLang="zh-CN" sz="2800" kern="100" dirty="0">
                <a:cs typeface="Times New Roman" panose="02020603050405020304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&gt;</a:t>
            </a:r>
            <a:r>
              <a:rPr lang="zh-CN" altLang="en-US" sz="2800" kern="100" dirty="0">
                <a:latin typeface="宋体" panose="02010600030101010101" pitchFamily="2" charset="-122"/>
                <a:cs typeface="Times New Roman" panose="02020603050405020304"/>
              </a:rPr>
              <a:t>，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7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r>
              <a:rPr lang="zh-CN" altLang="zh-CN" sz="2800" kern="100" dirty="0">
                <a:cs typeface="Times New Roman" panose="02020603050405020304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&gt;</a:t>
            </a:r>
          </a:p>
          <a:p>
            <a:pPr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    φ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8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r>
              <a:rPr lang="zh-CN" altLang="zh-CN" sz="2800" kern="100" dirty="0">
                <a:cs typeface="Times New Roman" panose="02020603050405020304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2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&gt;</a:t>
            </a:r>
            <a:r>
              <a:rPr lang="zh-CN" altLang="en-US" sz="2800" kern="100" dirty="0">
                <a:latin typeface="Times New Roman" panose="02020603050405020304"/>
              </a:rPr>
              <a:t>，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φ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9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r>
              <a:rPr lang="zh-CN" altLang="zh-CN" sz="2800" kern="100" dirty="0">
                <a:cs typeface="Times New Roman" panose="02020603050405020304"/>
              </a:rPr>
              <a:t>＝</a:t>
            </a:r>
            <a:r>
              <a:rPr lang="en-US" altLang="zh-CN" sz="2800" kern="100" dirty="0">
                <a:cs typeface="Times New Roman" panose="02020603050405020304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 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r>
              <a:rPr lang="zh-CN" altLang="en-US" sz="2800" kern="100" dirty="0">
                <a:latin typeface="宋体" panose="02010600030101010101" pitchFamily="2" charset="-122"/>
                <a:cs typeface="Times New Roman" panose="02020603050405020304"/>
              </a:rPr>
              <a:t>，</a:t>
            </a:r>
            <a:r>
              <a:rPr lang="en-US" altLang="zh-CN" sz="2800" kern="100" spc="40" dirty="0">
                <a:solidFill>
                  <a:srgbClr val="000000"/>
                </a:solidFill>
                <a:latin typeface="Times New Roman" panose="02020603050405020304"/>
              </a:rPr>
              <a:t> φ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en-US" altLang="zh-CN" sz="2800" i="1" kern="100" dirty="0">
                <a:latin typeface="Times New Roman" panose="02020603050405020304"/>
              </a:rPr>
              <a:t>e</a:t>
            </a:r>
            <a:r>
              <a:rPr lang="en-US" altLang="zh-CN" sz="2800" i="1" kern="100" baseline="-25000" dirty="0">
                <a:latin typeface="Times New Roman" panose="02020603050405020304"/>
              </a:rPr>
              <a:t>10</a:t>
            </a:r>
            <a:r>
              <a:rPr lang="en-US" altLang="zh-CN" sz="2800" kern="100" dirty="0">
                <a:latin typeface="Times New Roman" panose="02020603050405020304"/>
              </a:rPr>
              <a:t>)</a:t>
            </a:r>
            <a:r>
              <a:rPr lang="zh-CN" altLang="zh-CN" sz="2800" kern="100" dirty="0">
                <a:cs typeface="Times New Roman" panose="02020603050405020304"/>
              </a:rPr>
              <a:t>＝</a:t>
            </a:r>
            <a:r>
              <a:rPr lang="en-US" altLang="zh-CN" sz="2800" kern="100" dirty="0">
                <a:cs typeface="Times New Roman" panose="02020603050405020304"/>
              </a:rPr>
              <a:t>(</a:t>
            </a:r>
            <a:r>
              <a:rPr lang="en-US" altLang="zh-CN" sz="2800" kern="100" dirty="0">
                <a:latin typeface="Times New Roman" panose="02020603050405020304"/>
              </a:rPr>
              <a:t> 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3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,</a:t>
            </a:r>
            <a:r>
              <a:rPr lang="en-US" altLang="zh-CN" sz="2800" i="1" kern="100" dirty="0">
                <a:latin typeface="Times New Roman" panose="02020603050405020304"/>
              </a:rPr>
              <a:t>v</a:t>
            </a:r>
            <a:r>
              <a:rPr lang="en-US" altLang="zh-CN" sz="2800" i="1" kern="100" baseline="-25000" dirty="0">
                <a:latin typeface="Times New Roman" panose="02020603050405020304"/>
              </a:rPr>
              <a:t>5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/>
              </a:rPr>
              <a:t>)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859CCE1C-6E62-E66B-2269-89B2EB19D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7.1.1 </a:t>
            </a:r>
            <a:r>
              <a:rPr lang="zh-CN" altLang="zh-CN">
                <a:solidFill>
                  <a:srgbClr val="333399"/>
                </a:solidFill>
              </a:rPr>
              <a:t>图的</a:t>
            </a:r>
            <a:r>
              <a:rPr lang="zh-CN" altLang="en-US">
                <a:solidFill>
                  <a:srgbClr val="333399"/>
                </a:solidFill>
              </a:rPr>
              <a:t>定义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52ECA-9498-D736-511C-C87A4E92E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16113"/>
            <a:ext cx="8675687" cy="4941887"/>
          </a:xfrm>
        </p:spPr>
        <p:txBody>
          <a:bodyPr/>
          <a:lstStyle/>
          <a:p>
            <a:pPr>
              <a:defRPr/>
            </a:pP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图的</a:t>
            </a:r>
            <a:r>
              <a:rPr lang="zh-CN" altLang="zh-CN" b="1" kern="100" dirty="0">
                <a:solidFill>
                  <a:srgbClr val="FF0066"/>
                </a:solidFill>
                <a:latin typeface="Times New Roman" panose="02020603050405020304"/>
                <a:cs typeface="Times New Roman" panose="02020603050405020304"/>
              </a:rPr>
              <a:t>图形表示</a:t>
            </a:r>
            <a:r>
              <a:rPr lang="en-US" altLang="zh-CN" kern="100" dirty="0">
                <a:latin typeface="Times New Roman" panose="02020603050405020304"/>
              </a:rPr>
              <a:t>(diagrammatic presentation)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2531" name="Rectangle 39">
            <a:extLst>
              <a:ext uri="{FF2B5EF4-FFF2-40B4-BE49-F238E27FC236}">
                <a16:creationId xmlns:a16="http://schemas.microsoft.com/office/drawing/2014/main" id="{269196F5-D85B-926E-90C8-65AE4C3CA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2532" name="Group 1">
            <a:extLst>
              <a:ext uri="{FF2B5EF4-FFF2-40B4-BE49-F238E27FC236}">
                <a16:creationId xmlns:a16="http://schemas.microsoft.com/office/drawing/2014/main" id="{DFB8AF47-8566-F8C0-ACDB-749A1A321BD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31888" y="2349500"/>
            <a:ext cx="7113587" cy="4584700"/>
            <a:chOff x="3376" y="10273"/>
            <a:chExt cx="6293" cy="4057"/>
          </a:xfrm>
        </p:grpSpPr>
        <p:sp>
          <p:nvSpPr>
            <p:cNvPr id="22533" name="AutoShape 38">
              <a:extLst>
                <a:ext uri="{FF2B5EF4-FFF2-40B4-BE49-F238E27FC236}">
                  <a16:creationId xmlns:a16="http://schemas.microsoft.com/office/drawing/2014/main" id="{8935653E-D44D-C4FF-DCE7-DCB6308F313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437" y="10318"/>
              <a:ext cx="6232" cy="3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Text Box 37">
              <a:extLst>
                <a:ext uri="{FF2B5EF4-FFF2-40B4-BE49-F238E27FC236}">
                  <a16:creationId xmlns:a16="http://schemas.microsoft.com/office/drawing/2014/main" id="{3FC5F38D-601D-21D4-C1E9-E170FF921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1226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22535" name="Text Box 36">
              <a:extLst>
                <a:ext uri="{FF2B5EF4-FFF2-40B4-BE49-F238E27FC236}">
                  <a16:creationId xmlns:a16="http://schemas.microsoft.com/office/drawing/2014/main" id="{AF4402CA-F4CB-94A4-92D2-2CC3F55AA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" y="1331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22536" name="Text Box 35">
              <a:extLst>
                <a:ext uri="{FF2B5EF4-FFF2-40B4-BE49-F238E27FC236}">
                  <a16:creationId xmlns:a16="http://schemas.microsoft.com/office/drawing/2014/main" id="{5FB6B0C1-4B84-BC39-0BF1-8C7C50901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" y="1272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22537" name="Text Box 34">
              <a:extLst>
                <a:ext uri="{FF2B5EF4-FFF2-40B4-BE49-F238E27FC236}">
                  <a16:creationId xmlns:a16="http://schemas.microsoft.com/office/drawing/2014/main" id="{94614E10-1266-238B-4430-28F9C99D4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1909"/>
              <a:ext cx="750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22538" name="Text Box 33">
              <a:extLst>
                <a:ext uri="{FF2B5EF4-FFF2-40B4-BE49-F238E27FC236}">
                  <a16:creationId xmlns:a16="http://schemas.microsoft.com/office/drawing/2014/main" id="{53219A70-8282-014A-1399-EBF87CC14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1129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22539" name="Text Box 32">
              <a:extLst>
                <a:ext uri="{FF2B5EF4-FFF2-40B4-BE49-F238E27FC236}">
                  <a16:creationId xmlns:a16="http://schemas.microsoft.com/office/drawing/2014/main" id="{C4C185F9-B1D1-A51E-ECF9-4A7ACE31D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9" y="1113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10</a:t>
              </a:r>
              <a:endParaRPr lang="en-US" altLang="zh-CN" sz="3200"/>
            </a:p>
          </p:txBody>
        </p:sp>
        <p:sp>
          <p:nvSpPr>
            <p:cNvPr id="22540" name="Text Box 31">
              <a:extLst>
                <a:ext uri="{FF2B5EF4-FFF2-40B4-BE49-F238E27FC236}">
                  <a16:creationId xmlns:a16="http://schemas.microsoft.com/office/drawing/2014/main" id="{C24B62E9-E2BD-5169-2F2A-3C53C404C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" y="1027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9</a:t>
              </a:r>
              <a:endParaRPr lang="en-US" altLang="zh-CN" sz="3200"/>
            </a:p>
          </p:txBody>
        </p:sp>
        <p:sp>
          <p:nvSpPr>
            <p:cNvPr id="22541" name="Text Box 30">
              <a:extLst>
                <a:ext uri="{FF2B5EF4-FFF2-40B4-BE49-F238E27FC236}">
                  <a16:creationId xmlns:a16="http://schemas.microsoft.com/office/drawing/2014/main" id="{676F444A-6F04-1846-6D01-9D2397EC5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8" y="1312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22542" name="Text Box 29">
              <a:extLst>
                <a:ext uri="{FF2B5EF4-FFF2-40B4-BE49-F238E27FC236}">
                  <a16:creationId xmlns:a16="http://schemas.microsoft.com/office/drawing/2014/main" id="{1649B204-AF0E-0F40-FA3F-7595C9C50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0" y="1368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22543" name="Text Box 28">
              <a:extLst>
                <a:ext uri="{FF2B5EF4-FFF2-40B4-BE49-F238E27FC236}">
                  <a16:creationId xmlns:a16="http://schemas.microsoft.com/office/drawing/2014/main" id="{13BA2D97-6411-ED61-CF99-3955C1F34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1" y="1169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8</a:t>
              </a:r>
              <a:endParaRPr lang="en-US" altLang="zh-CN" sz="3200"/>
            </a:p>
          </p:txBody>
        </p:sp>
        <p:sp>
          <p:nvSpPr>
            <p:cNvPr id="22544" name="Text Box 27">
              <a:extLst>
                <a:ext uri="{FF2B5EF4-FFF2-40B4-BE49-F238E27FC236}">
                  <a16:creationId xmlns:a16="http://schemas.microsoft.com/office/drawing/2014/main" id="{8399A900-3F4E-3E59-928F-60F4D8B51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4" y="120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7</a:t>
              </a:r>
              <a:endParaRPr lang="en-US" altLang="zh-CN" sz="3200"/>
            </a:p>
          </p:txBody>
        </p:sp>
        <p:sp>
          <p:nvSpPr>
            <p:cNvPr id="22545" name="Text Box 26">
              <a:extLst>
                <a:ext uri="{FF2B5EF4-FFF2-40B4-BE49-F238E27FC236}">
                  <a16:creationId xmlns:a16="http://schemas.microsoft.com/office/drawing/2014/main" id="{E1A950D4-6BE5-745C-4F5B-ECE07A253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3" y="1350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22546" name="Text Box 25">
              <a:extLst>
                <a:ext uri="{FF2B5EF4-FFF2-40B4-BE49-F238E27FC236}">
                  <a16:creationId xmlns:a16="http://schemas.microsoft.com/office/drawing/2014/main" id="{7741D3F1-0FFF-2048-9B2D-512C2F6A8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5" y="106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22547" name="Text Box 24">
              <a:extLst>
                <a:ext uri="{FF2B5EF4-FFF2-40B4-BE49-F238E27FC236}">
                  <a16:creationId xmlns:a16="http://schemas.microsoft.com/office/drawing/2014/main" id="{AF02FA4A-2C27-2675-B960-C4997AA6F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" y="1120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cxnSp>
          <p:nvCxnSpPr>
            <p:cNvPr id="22548" name="AutoShape 23">
              <a:extLst>
                <a:ext uri="{FF2B5EF4-FFF2-40B4-BE49-F238E27FC236}">
                  <a16:creationId xmlns:a16="http://schemas.microsoft.com/office/drawing/2014/main" id="{02F68544-7458-EE14-B455-2418A3CF5A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05" y="10980"/>
              <a:ext cx="2475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AutoShape 22">
              <a:extLst>
                <a:ext uri="{FF2B5EF4-FFF2-40B4-BE49-F238E27FC236}">
                  <a16:creationId xmlns:a16="http://schemas.microsoft.com/office/drawing/2014/main" id="{79A7068E-610F-19EC-07F5-848B0D2148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75" y="11527"/>
              <a:ext cx="1950" cy="141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0" name="Text Box 21">
              <a:extLst>
                <a:ext uri="{FF2B5EF4-FFF2-40B4-BE49-F238E27FC236}">
                  <a16:creationId xmlns:a16="http://schemas.microsoft.com/office/drawing/2014/main" id="{9B005830-371A-94AD-51D1-F2B13393A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1" y="1299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22551" name="Text Box 20">
              <a:extLst>
                <a:ext uri="{FF2B5EF4-FFF2-40B4-BE49-F238E27FC236}">
                  <a16:creationId xmlns:a16="http://schemas.microsoft.com/office/drawing/2014/main" id="{066087E3-7BD7-6BFC-4885-27A8286CA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3" y="1196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22552" name="Oval 19">
              <a:extLst>
                <a:ext uri="{FF2B5EF4-FFF2-40B4-BE49-F238E27FC236}">
                  <a16:creationId xmlns:a16="http://schemas.microsoft.com/office/drawing/2014/main" id="{38DADDA3-D2BE-CE1A-C96B-C49A1A12A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" y="1374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Oval 18">
              <a:extLst>
                <a:ext uri="{FF2B5EF4-FFF2-40B4-BE49-F238E27FC236}">
                  <a16:creationId xmlns:a16="http://schemas.microsoft.com/office/drawing/2014/main" id="{FBB5EE31-ED6C-7D97-B547-3C9E85C6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4" y="1285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Oval 17">
              <a:extLst>
                <a:ext uri="{FF2B5EF4-FFF2-40B4-BE49-F238E27FC236}">
                  <a16:creationId xmlns:a16="http://schemas.microsoft.com/office/drawing/2014/main" id="{066BBB17-9BC9-7AF9-DA41-9640254E4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147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Oval 16">
              <a:extLst>
                <a:ext uri="{FF2B5EF4-FFF2-40B4-BE49-F238E27FC236}">
                  <a16:creationId xmlns:a16="http://schemas.microsoft.com/office/drawing/2014/main" id="{C8B0D4D2-DEE5-5E77-CCE9-F1494359C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5" y="1095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Oval 15">
              <a:extLst>
                <a:ext uri="{FF2B5EF4-FFF2-40B4-BE49-F238E27FC236}">
                  <a16:creationId xmlns:a16="http://schemas.microsoft.com/office/drawing/2014/main" id="{438E7286-E935-8DF5-C686-805352887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0" y="13860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Oval 14">
              <a:extLst>
                <a:ext uri="{FF2B5EF4-FFF2-40B4-BE49-F238E27FC236}">
                  <a16:creationId xmlns:a16="http://schemas.microsoft.com/office/drawing/2014/main" id="{2E7B646E-A1A6-7FDA-97A0-7E27569E3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3" y="12189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Freeform 13">
              <a:extLst>
                <a:ext uri="{FF2B5EF4-FFF2-40B4-BE49-F238E27FC236}">
                  <a16:creationId xmlns:a16="http://schemas.microsoft.com/office/drawing/2014/main" id="{3308EFE1-E728-5ACC-B923-7413184E6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" y="10681"/>
              <a:ext cx="2505" cy="884"/>
            </a:xfrm>
            <a:custGeom>
              <a:avLst/>
              <a:gdLst>
                <a:gd name="T0" fmla="*/ 2505 w 2505"/>
                <a:gd name="T1" fmla="*/ 299 h 884"/>
                <a:gd name="T2" fmla="*/ 2475 w 2505"/>
                <a:gd name="T3" fmla="*/ 254 h 884"/>
                <a:gd name="T4" fmla="*/ 2385 w 2505"/>
                <a:gd name="T5" fmla="*/ 194 h 884"/>
                <a:gd name="T6" fmla="*/ 2310 w 2505"/>
                <a:gd name="T7" fmla="*/ 134 h 884"/>
                <a:gd name="T8" fmla="*/ 2220 w 2505"/>
                <a:gd name="T9" fmla="*/ 74 h 884"/>
                <a:gd name="T10" fmla="*/ 1935 w 2505"/>
                <a:gd name="T11" fmla="*/ 29 h 884"/>
                <a:gd name="T12" fmla="*/ 1575 w 2505"/>
                <a:gd name="T13" fmla="*/ 44 h 884"/>
                <a:gd name="T14" fmla="*/ 1305 w 2505"/>
                <a:gd name="T15" fmla="*/ 134 h 884"/>
                <a:gd name="T16" fmla="*/ 1005 w 2505"/>
                <a:gd name="T17" fmla="*/ 209 h 884"/>
                <a:gd name="T18" fmla="*/ 960 w 2505"/>
                <a:gd name="T19" fmla="*/ 239 h 884"/>
                <a:gd name="T20" fmla="*/ 735 w 2505"/>
                <a:gd name="T21" fmla="*/ 329 h 884"/>
                <a:gd name="T22" fmla="*/ 465 w 2505"/>
                <a:gd name="T23" fmla="*/ 464 h 884"/>
                <a:gd name="T24" fmla="*/ 375 w 2505"/>
                <a:gd name="T25" fmla="*/ 509 h 884"/>
                <a:gd name="T26" fmla="*/ 330 w 2505"/>
                <a:gd name="T27" fmla="*/ 554 h 884"/>
                <a:gd name="T28" fmla="*/ 300 w 2505"/>
                <a:gd name="T29" fmla="*/ 599 h 884"/>
                <a:gd name="T30" fmla="*/ 255 w 2505"/>
                <a:gd name="T31" fmla="*/ 614 h 884"/>
                <a:gd name="T32" fmla="*/ 165 w 2505"/>
                <a:gd name="T33" fmla="*/ 674 h 884"/>
                <a:gd name="T34" fmla="*/ 105 w 2505"/>
                <a:gd name="T35" fmla="*/ 734 h 884"/>
                <a:gd name="T36" fmla="*/ 45 w 2505"/>
                <a:gd name="T37" fmla="*/ 824 h 884"/>
                <a:gd name="T38" fmla="*/ 30 w 2505"/>
                <a:gd name="T39" fmla="*/ 869 h 884"/>
                <a:gd name="T40" fmla="*/ 0 w 2505"/>
                <a:gd name="T41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05" h="884">
                  <a:moveTo>
                    <a:pt x="2505" y="299"/>
                  </a:moveTo>
                  <a:cubicBezTo>
                    <a:pt x="2495" y="284"/>
                    <a:pt x="2489" y="266"/>
                    <a:pt x="2475" y="254"/>
                  </a:cubicBezTo>
                  <a:cubicBezTo>
                    <a:pt x="2448" y="230"/>
                    <a:pt x="2385" y="194"/>
                    <a:pt x="2385" y="194"/>
                  </a:cubicBezTo>
                  <a:cubicBezTo>
                    <a:pt x="2330" y="111"/>
                    <a:pt x="2387" y="177"/>
                    <a:pt x="2310" y="134"/>
                  </a:cubicBezTo>
                  <a:cubicBezTo>
                    <a:pt x="2278" y="116"/>
                    <a:pt x="2250" y="94"/>
                    <a:pt x="2220" y="74"/>
                  </a:cubicBezTo>
                  <a:cubicBezTo>
                    <a:pt x="2108" y="0"/>
                    <a:pt x="2193" y="45"/>
                    <a:pt x="1935" y="29"/>
                  </a:cubicBezTo>
                  <a:cubicBezTo>
                    <a:pt x="1815" y="34"/>
                    <a:pt x="1695" y="32"/>
                    <a:pt x="1575" y="44"/>
                  </a:cubicBezTo>
                  <a:cubicBezTo>
                    <a:pt x="1483" y="53"/>
                    <a:pt x="1396" y="119"/>
                    <a:pt x="1305" y="134"/>
                  </a:cubicBezTo>
                  <a:cubicBezTo>
                    <a:pt x="1200" y="151"/>
                    <a:pt x="1106" y="175"/>
                    <a:pt x="1005" y="209"/>
                  </a:cubicBezTo>
                  <a:cubicBezTo>
                    <a:pt x="988" y="215"/>
                    <a:pt x="976" y="232"/>
                    <a:pt x="960" y="239"/>
                  </a:cubicBezTo>
                  <a:cubicBezTo>
                    <a:pt x="884" y="273"/>
                    <a:pt x="808" y="289"/>
                    <a:pt x="735" y="329"/>
                  </a:cubicBezTo>
                  <a:cubicBezTo>
                    <a:pt x="640" y="382"/>
                    <a:pt x="570" y="429"/>
                    <a:pt x="465" y="464"/>
                  </a:cubicBezTo>
                  <a:cubicBezTo>
                    <a:pt x="433" y="475"/>
                    <a:pt x="407" y="498"/>
                    <a:pt x="375" y="509"/>
                  </a:cubicBezTo>
                  <a:cubicBezTo>
                    <a:pt x="360" y="524"/>
                    <a:pt x="344" y="538"/>
                    <a:pt x="330" y="554"/>
                  </a:cubicBezTo>
                  <a:cubicBezTo>
                    <a:pt x="318" y="568"/>
                    <a:pt x="314" y="588"/>
                    <a:pt x="300" y="599"/>
                  </a:cubicBezTo>
                  <a:cubicBezTo>
                    <a:pt x="288" y="609"/>
                    <a:pt x="269" y="606"/>
                    <a:pt x="255" y="614"/>
                  </a:cubicBezTo>
                  <a:cubicBezTo>
                    <a:pt x="223" y="632"/>
                    <a:pt x="165" y="674"/>
                    <a:pt x="165" y="674"/>
                  </a:cubicBezTo>
                  <a:cubicBezTo>
                    <a:pt x="125" y="794"/>
                    <a:pt x="185" y="654"/>
                    <a:pt x="105" y="734"/>
                  </a:cubicBezTo>
                  <a:cubicBezTo>
                    <a:pt x="80" y="759"/>
                    <a:pt x="56" y="790"/>
                    <a:pt x="45" y="824"/>
                  </a:cubicBezTo>
                  <a:cubicBezTo>
                    <a:pt x="40" y="839"/>
                    <a:pt x="39" y="856"/>
                    <a:pt x="30" y="869"/>
                  </a:cubicBezTo>
                  <a:cubicBezTo>
                    <a:pt x="23" y="878"/>
                    <a:pt x="10" y="879"/>
                    <a:pt x="0" y="88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Freeform 12">
              <a:extLst>
                <a:ext uri="{FF2B5EF4-FFF2-40B4-BE49-F238E27FC236}">
                  <a16:creationId xmlns:a16="http://schemas.microsoft.com/office/drawing/2014/main" id="{AA0B39BD-EE30-0274-52D2-96853D91B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12750"/>
              <a:ext cx="2295" cy="1020"/>
            </a:xfrm>
            <a:custGeom>
              <a:avLst/>
              <a:gdLst>
                <a:gd name="T0" fmla="*/ 0 w 2295"/>
                <a:gd name="T1" fmla="*/ 1020 h 1020"/>
                <a:gd name="T2" fmla="*/ 45 w 2295"/>
                <a:gd name="T3" fmla="*/ 810 h 1020"/>
                <a:gd name="T4" fmla="*/ 75 w 2295"/>
                <a:gd name="T5" fmla="*/ 765 h 1020"/>
                <a:gd name="T6" fmla="*/ 90 w 2295"/>
                <a:gd name="T7" fmla="*/ 720 h 1020"/>
                <a:gd name="T8" fmla="*/ 150 w 2295"/>
                <a:gd name="T9" fmla="*/ 630 h 1020"/>
                <a:gd name="T10" fmla="*/ 225 w 2295"/>
                <a:gd name="T11" fmla="*/ 510 h 1020"/>
                <a:gd name="T12" fmla="*/ 300 w 2295"/>
                <a:gd name="T13" fmla="*/ 435 h 1020"/>
                <a:gd name="T14" fmla="*/ 330 w 2295"/>
                <a:gd name="T15" fmla="*/ 390 h 1020"/>
                <a:gd name="T16" fmla="*/ 420 w 2295"/>
                <a:gd name="T17" fmla="*/ 330 h 1020"/>
                <a:gd name="T18" fmla="*/ 465 w 2295"/>
                <a:gd name="T19" fmla="*/ 300 h 1020"/>
                <a:gd name="T20" fmla="*/ 480 w 2295"/>
                <a:gd name="T21" fmla="*/ 255 h 1020"/>
                <a:gd name="T22" fmla="*/ 570 w 2295"/>
                <a:gd name="T23" fmla="*/ 195 h 1020"/>
                <a:gd name="T24" fmla="*/ 600 w 2295"/>
                <a:gd name="T25" fmla="*/ 150 h 1020"/>
                <a:gd name="T26" fmla="*/ 1020 w 2295"/>
                <a:gd name="T27" fmla="*/ 75 h 1020"/>
                <a:gd name="T28" fmla="*/ 1155 w 2295"/>
                <a:gd name="T29" fmla="*/ 30 h 1020"/>
                <a:gd name="T30" fmla="*/ 1200 w 2295"/>
                <a:gd name="T31" fmla="*/ 15 h 1020"/>
                <a:gd name="T32" fmla="*/ 1245 w 2295"/>
                <a:gd name="T33" fmla="*/ 0 h 1020"/>
                <a:gd name="T34" fmla="*/ 1905 w 2295"/>
                <a:gd name="T35" fmla="*/ 45 h 1020"/>
                <a:gd name="T36" fmla="*/ 2130 w 2295"/>
                <a:gd name="T37" fmla="*/ 75 h 1020"/>
                <a:gd name="T38" fmla="*/ 2295 w 2295"/>
                <a:gd name="T39" fmla="*/ 15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95" h="1020">
                  <a:moveTo>
                    <a:pt x="0" y="1020"/>
                  </a:moveTo>
                  <a:cubicBezTo>
                    <a:pt x="6" y="969"/>
                    <a:pt x="12" y="859"/>
                    <a:pt x="45" y="810"/>
                  </a:cubicBezTo>
                  <a:cubicBezTo>
                    <a:pt x="55" y="795"/>
                    <a:pt x="67" y="781"/>
                    <a:pt x="75" y="765"/>
                  </a:cubicBezTo>
                  <a:cubicBezTo>
                    <a:pt x="82" y="751"/>
                    <a:pt x="82" y="734"/>
                    <a:pt x="90" y="720"/>
                  </a:cubicBezTo>
                  <a:cubicBezTo>
                    <a:pt x="108" y="688"/>
                    <a:pt x="139" y="664"/>
                    <a:pt x="150" y="630"/>
                  </a:cubicBezTo>
                  <a:cubicBezTo>
                    <a:pt x="186" y="523"/>
                    <a:pt x="154" y="558"/>
                    <a:pt x="225" y="510"/>
                  </a:cubicBezTo>
                  <a:cubicBezTo>
                    <a:pt x="305" y="390"/>
                    <a:pt x="200" y="535"/>
                    <a:pt x="300" y="435"/>
                  </a:cubicBezTo>
                  <a:cubicBezTo>
                    <a:pt x="313" y="422"/>
                    <a:pt x="316" y="402"/>
                    <a:pt x="330" y="390"/>
                  </a:cubicBezTo>
                  <a:cubicBezTo>
                    <a:pt x="357" y="366"/>
                    <a:pt x="390" y="350"/>
                    <a:pt x="420" y="330"/>
                  </a:cubicBezTo>
                  <a:cubicBezTo>
                    <a:pt x="435" y="320"/>
                    <a:pt x="465" y="300"/>
                    <a:pt x="465" y="300"/>
                  </a:cubicBezTo>
                  <a:cubicBezTo>
                    <a:pt x="470" y="285"/>
                    <a:pt x="469" y="266"/>
                    <a:pt x="480" y="255"/>
                  </a:cubicBezTo>
                  <a:cubicBezTo>
                    <a:pt x="505" y="230"/>
                    <a:pt x="570" y="195"/>
                    <a:pt x="570" y="195"/>
                  </a:cubicBezTo>
                  <a:cubicBezTo>
                    <a:pt x="580" y="180"/>
                    <a:pt x="585" y="160"/>
                    <a:pt x="600" y="150"/>
                  </a:cubicBezTo>
                  <a:cubicBezTo>
                    <a:pt x="702" y="86"/>
                    <a:pt x="918" y="84"/>
                    <a:pt x="1020" y="75"/>
                  </a:cubicBezTo>
                  <a:cubicBezTo>
                    <a:pt x="1065" y="60"/>
                    <a:pt x="1110" y="45"/>
                    <a:pt x="1155" y="30"/>
                  </a:cubicBezTo>
                  <a:cubicBezTo>
                    <a:pt x="1170" y="25"/>
                    <a:pt x="1185" y="20"/>
                    <a:pt x="1200" y="15"/>
                  </a:cubicBezTo>
                  <a:cubicBezTo>
                    <a:pt x="1215" y="10"/>
                    <a:pt x="1245" y="0"/>
                    <a:pt x="1245" y="0"/>
                  </a:cubicBezTo>
                  <a:cubicBezTo>
                    <a:pt x="1473" y="13"/>
                    <a:pt x="1675" y="35"/>
                    <a:pt x="1905" y="45"/>
                  </a:cubicBezTo>
                  <a:cubicBezTo>
                    <a:pt x="1980" y="57"/>
                    <a:pt x="2056" y="60"/>
                    <a:pt x="2130" y="75"/>
                  </a:cubicBezTo>
                  <a:cubicBezTo>
                    <a:pt x="2203" y="90"/>
                    <a:pt x="2233" y="119"/>
                    <a:pt x="2295" y="15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2560" name="AutoShape 11">
              <a:extLst>
                <a:ext uri="{FF2B5EF4-FFF2-40B4-BE49-F238E27FC236}">
                  <a16:creationId xmlns:a16="http://schemas.microsoft.com/office/drawing/2014/main" id="{D04195DA-7950-B0CB-C776-DC32356C2C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44" y="13023"/>
              <a:ext cx="2185" cy="83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1" name="Freeform 10">
              <a:extLst>
                <a:ext uri="{FF2B5EF4-FFF2-40B4-BE49-F238E27FC236}">
                  <a16:creationId xmlns:a16="http://schemas.microsoft.com/office/drawing/2014/main" id="{A25875FB-BD67-C0B2-4449-5F09B9C3B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" y="11152"/>
              <a:ext cx="945" cy="1785"/>
            </a:xfrm>
            <a:custGeom>
              <a:avLst/>
              <a:gdLst>
                <a:gd name="T0" fmla="*/ 0 w 945"/>
                <a:gd name="T1" fmla="*/ 1785 h 1785"/>
                <a:gd name="T2" fmla="*/ 150 w 945"/>
                <a:gd name="T3" fmla="*/ 1725 h 1785"/>
                <a:gd name="T4" fmla="*/ 225 w 945"/>
                <a:gd name="T5" fmla="*/ 1650 h 1785"/>
                <a:gd name="T6" fmla="*/ 255 w 945"/>
                <a:gd name="T7" fmla="*/ 1605 h 1785"/>
                <a:gd name="T8" fmla="*/ 300 w 945"/>
                <a:gd name="T9" fmla="*/ 1590 h 1785"/>
                <a:gd name="T10" fmla="*/ 435 w 945"/>
                <a:gd name="T11" fmla="*/ 1515 h 1785"/>
                <a:gd name="T12" fmla="*/ 480 w 945"/>
                <a:gd name="T13" fmla="*/ 1500 h 1785"/>
                <a:gd name="T14" fmla="*/ 615 w 945"/>
                <a:gd name="T15" fmla="*/ 1425 h 1785"/>
                <a:gd name="T16" fmla="*/ 645 w 945"/>
                <a:gd name="T17" fmla="*/ 1380 h 1785"/>
                <a:gd name="T18" fmla="*/ 690 w 945"/>
                <a:gd name="T19" fmla="*/ 1350 h 1785"/>
                <a:gd name="T20" fmla="*/ 750 w 945"/>
                <a:gd name="T21" fmla="*/ 1260 h 1785"/>
                <a:gd name="T22" fmla="*/ 765 w 945"/>
                <a:gd name="T23" fmla="*/ 1215 h 1785"/>
                <a:gd name="T24" fmla="*/ 825 w 945"/>
                <a:gd name="T25" fmla="*/ 1125 h 1785"/>
                <a:gd name="T26" fmla="*/ 855 w 945"/>
                <a:gd name="T27" fmla="*/ 1035 h 1785"/>
                <a:gd name="T28" fmla="*/ 915 w 945"/>
                <a:gd name="T29" fmla="*/ 900 h 1785"/>
                <a:gd name="T30" fmla="*/ 930 w 945"/>
                <a:gd name="T31" fmla="*/ 855 h 1785"/>
                <a:gd name="T32" fmla="*/ 945 w 945"/>
                <a:gd name="T33" fmla="*/ 810 h 1785"/>
                <a:gd name="T34" fmla="*/ 930 w 945"/>
                <a:gd name="T35" fmla="*/ 585 h 1785"/>
                <a:gd name="T36" fmla="*/ 870 w 945"/>
                <a:gd name="T37" fmla="*/ 435 h 1785"/>
                <a:gd name="T38" fmla="*/ 825 w 945"/>
                <a:gd name="T39" fmla="*/ 300 h 1785"/>
                <a:gd name="T40" fmla="*/ 720 w 945"/>
                <a:gd name="T41" fmla="*/ 165 h 1785"/>
                <a:gd name="T42" fmla="*/ 660 w 945"/>
                <a:gd name="T43" fmla="*/ 75 h 1785"/>
                <a:gd name="T44" fmla="*/ 615 w 945"/>
                <a:gd name="T45" fmla="*/ 0 h 1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5" h="1785">
                  <a:moveTo>
                    <a:pt x="0" y="1785"/>
                  </a:moveTo>
                  <a:cubicBezTo>
                    <a:pt x="60" y="1770"/>
                    <a:pt x="99" y="1759"/>
                    <a:pt x="150" y="1725"/>
                  </a:cubicBezTo>
                  <a:cubicBezTo>
                    <a:pt x="230" y="1605"/>
                    <a:pt x="125" y="1750"/>
                    <a:pt x="225" y="1650"/>
                  </a:cubicBezTo>
                  <a:cubicBezTo>
                    <a:pt x="238" y="1637"/>
                    <a:pt x="241" y="1616"/>
                    <a:pt x="255" y="1605"/>
                  </a:cubicBezTo>
                  <a:cubicBezTo>
                    <a:pt x="267" y="1595"/>
                    <a:pt x="286" y="1597"/>
                    <a:pt x="300" y="1590"/>
                  </a:cubicBezTo>
                  <a:cubicBezTo>
                    <a:pt x="346" y="1567"/>
                    <a:pt x="389" y="1538"/>
                    <a:pt x="435" y="1515"/>
                  </a:cubicBezTo>
                  <a:cubicBezTo>
                    <a:pt x="449" y="1508"/>
                    <a:pt x="466" y="1508"/>
                    <a:pt x="480" y="1500"/>
                  </a:cubicBezTo>
                  <a:cubicBezTo>
                    <a:pt x="635" y="1414"/>
                    <a:pt x="513" y="1459"/>
                    <a:pt x="615" y="1425"/>
                  </a:cubicBezTo>
                  <a:cubicBezTo>
                    <a:pt x="625" y="1410"/>
                    <a:pt x="632" y="1393"/>
                    <a:pt x="645" y="1380"/>
                  </a:cubicBezTo>
                  <a:cubicBezTo>
                    <a:pt x="658" y="1367"/>
                    <a:pt x="678" y="1364"/>
                    <a:pt x="690" y="1350"/>
                  </a:cubicBezTo>
                  <a:cubicBezTo>
                    <a:pt x="714" y="1323"/>
                    <a:pt x="730" y="1290"/>
                    <a:pt x="750" y="1260"/>
                  </a:cubicBezTo>
                  <a:cubicBezTo>
                    <a:pt x="759" y="1247"/>
                    <a:pt x="757" y="1229"/>
                    <a:pt x="765" y="1215"/>
                  </a:cubicBezTo>
                  <a:cubicBezTo>
                    <a:pt x="783" y="1183"/>
                    <a:pt x="814" y="1159"/>
                    <a:pt x="825" y="1125"/>
                  </a:cubicBezTo>
                  <a:cubicBezTo>
                    <a:pt x="835" y="1095"/>
                    <a:pt x="837" y="1061"/>
                    <a:pt x="855" y="1035"/>
                  </a:cubicBezTo>
                  <a:cubicBezTo>
                    <a:pt x="903" y="964"/>
                    <a:pt x="879" y="1007"/>
                    <a:pt x="915" y="900"/>
                  </a:cubicBezTo>
                  <a:cubicBezTo>
                    <a:pt x="920" y="885"/>
                    <a:pt x="925" y="870"/>
                    <a:pt x="930" y="855"/>
                  </a:cubicBezTo>
                  <a:cubicBezTo>
                    <a:pt x="935" y="840"/>
                    <a:pt x="945" y="810"/>
                    <a:pt x="945" y="810"/>
                  </a:cubicBezTo>
                  <a:cubicBezTo>
                    <a:pt x="940" y="735"/>
                    <a:pt x="938" y="660"/>
                    <a:pt x="930" y="585"/>
                  </a:cubicBezTo>
                  <a:cubicBezTo>
                    <a:pt x="923" y="522"/>
                    <a:pt x="894" y="489"/>
                    <a:pt x="870" y="435"/>
                  </a:cubicBezTo>
                  <a:cubicBezTo>
                    <a:pt x="851" y="392"/>
                    <a:pt x="840" y="345"/>
                    <a:pt x="825" y="300"/>
                  </a:cubicBezTo>
                  <a:cubicBezTo>
                    <a:pt x="796" y="213"/>
                    <a:pt x="765" y="223"/>
                    <a:pt x="720" y="165"/>
                  </a:cubicBezTo>
                  <a:cubicBezTo>
                    <a:pt x="698" y="137"/>
                    <a:pt x="685" y="100"/>
                    <a:pt x="660" y="75"/>
                  </a:cubicBezTo>
                  <a:cubicBezTo>
                    <a:pt x="608" y="23"/>
                    <a:pt x="615" y="51"/>
                    <a:pt x="61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2562" name="AutoShape 9">
              <a:extLst>
                <a:ext uri="{FF2B5EF4-FFF2-40B4-BE49-F238E27FC236}">
                  <a16:creationId xmlns:a16="http://schemas.microsoft.com/office/drawing/2014/main" id="{3939B16E-16C2-B751-0360-DD0E07367C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25" y="11152"/>
              <a:ext cx="615" cy="17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3" name="Freeform 8">
              <a:extLst>
                <a:ext uri="{FF2B5EF4-FFF2-40B4-BE49-F238E27FC236}">
                  <a16:creationId xmlns:a16="http://schemas.microsoft.com/office/drawing/2014/main" id="{35DE3BF3-0313-B265-854F-6C978525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10642"/>
              <a:ext cx="1206" cy="1305"/>
            </a:xfrm>
            <a:custGeom>
              <a:avLst/>
              <a:gdLst>
                <a:gd name="T0" fmla="*/ 1131 w 1206"/>
                <a:gd name="T1" fmla="*/ 1050 h 1305"/>
                <a:gd name="T2" fmla="*/ 1026 w 1206"/>
                <a:gd name="T3" fmla="*/ 1155 h 1305"/>
                <a:gd name="T4" fmla="*/ 681 w 1206"/>
                <a:gd name="T5" fmla="*/ 1305 h 1305"/>
                <a:gd name="T6" fmla="*/ 366 w 1206"/>
                <a:gd name="T7" fmla="*/ 1260 h 1305"/>
                <a:gd name="T8" fmla="*/ 231 w 1206"/>
                <a:gd name="T9" fmla="*/ 1170 h 1305"/>
                <a:gd name="T10" fmla="*/ 186 w 1206"/>
                <a:gd name="T11" fmla="*/ 1140 h 1305"/>
                <a:gd name="T12" fmla="*/ 81 w 1206"/>
                <a:gd name="T13" fmla="*/ 1005 h 1305"/>
                <a:gd name="T14" fmla="*/ 6 w 1206"/>
                <a:gd name="T15" fmla="*/ 765 h 1305"/>
                <a:gd name="T16" fmla="*/ 96 w 1206"/>
                <a:gd name="T17" fmla="*/ 285 h 1305"/>
                <a:gd name="T18" fmla="*/ 111 w 1206"/>
                <a:gd name="T19" fmla="*/ 240 h 1305"/>
                <a:gd name="T20" fmla="*/ 246 w 1206"/>
                <a:gd name="T21" fmla="*/ 150 h 1305"/>
                <a:gd name="T22" fmla="*/ 336 w 1206"/>
                <a:gd name="T23" fmla="*/ 90 h 1305"/>
                <a:gd name="T24" fmla="*/ 621 w 1206"/>
                <a:gd name="T25" fmla="*/ 0 h 1305"/>
                <a:gd name="T26" fmla="*/ 771 w 1206"/>
                <a:gd name="T27" fmla="*/ 45 h 1305"/>
                <a:gd name="T28" fmla="*/ 816 w 1206"/>
                <a:gd name="T29" fmla="*/ 90 h 1305"/>
                <a:gd name="T30" fmla="*/ 861 w 1206"/>
                <a:gd name="T31" fmla="*/ 105 h 1305"/>
                <a:gd name="T32" fmla="*/ 951 w 1206"/>
                <a:gd name="T33" fmla="*/ 165 h 1305"/>
                <a:gd name="T34" fmla="*/ 1116 w 1206"/>
                <a:gd name="T35" fmla="*/ 330 h 1305"/>
                <a:gd name="T36" fmla="*/ 1206 w 1206"/>
                <a:gd name="T37" fmla="*/ 645 h 1305"/>
                <a:gd name="T38" fmla="*/ 1191 w 1206"/>
                <a:gd name="T39" fmla="*/ 885 h 1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06" h="1305">
                  <a:moveTo>
                    <a:pt x="1131" y="1050"/>
                  </a:moveTo>
                  <a:cubicBezTo>
                    <a:pt x="1105" y="1129"/>
                    <a:pt x="1129" y="1086"/>
                    <a:pt x="1026" y="1155"/>
                  </a:cubicBezTo>
                  <a:cubicBezTo>
                    <a:pt x="929" y="1220"/>
                    <a:pt x="794" y="1277"/>
                    <a:pt x="681" y="1305"/>
                  </a:cubicBezTo>
                  <a:cubicBezTo>
                    <a:pt x="546" y="1295"/>
                    <a:pt x="484" y="1284"/>
                    <a:pt x="366" y="1260"/>
                  </a:cubicBezTo>
                  <a:cubicBezTo>
                    <a:pt x="321" y="1230"/>
                    <a:pt x="276" y="1200"/>
                    <a:pt x="231" y="1170"/>
                  </a:cubicBezTo>
                  <a:cubicBezTo>
                    <a:pt x="216" y="1160"/>
                    <a:pt x="186" y="1140"/>
                    <a:pt x="186" y="1140"/>
                  </a:cubicBezTo>
                  <a:cubicBezTo>
                    <a:pt x="155" y="1093"/>
                    <a:pt x="104" y="1057"/>
                    <a:pt x="81" y="1005"/>
                  </a:cubicBezTo>
                  <a:cubicBezTo>
                    <a:pt x="48" y="931"/>
                    <a:pt x="26" y="844"/>
                    <a:pt x="6" y="765"/>
                  </a:cubicBezTo>
                  <a:cubicBezTo>
                    <a:pt x="19" y="509"/>
                    <a:pt x="0" y="476"/>
                    <a:pt x="96" y="285"/>
                  </a:cubicBezTo>
                  <a:cubicBezTo>
                    <a:pt x="103" y="271"/>
                    <a:pt x="102" y="253"/>
                    <a:pt x="111" y="240"/>
                  </a:cubicBezTo>
                  <a:cubicBezTo>
                    <a:pt x="147" y="186"/>
                    <a:pt x="195" y="178"/>
                    <a:pt x="246" y="150"/>
                  </a:cubicBezTo>
                  <a:cubicBezTo>
                    <a:pt x="278" y="132"/>
                    <a:pt x="302" y="101"/>
                    <a:pt x="336" y="90"/>
                  </a:cubicBezTo>
                  <a:cubicBezTo>
                    <a:pt x="451" y="52"/>
                    <a:pt x="493" y="18"/>
                    <a:pt x="621" y="0"/>
                  </a:cubicBezTo>
                  <a:cubicBezTo>
                    <a:pt x="687" y="11"/>
                    <a:pt x="718" y="7"/>
                    <a:pt x="771" y="45"/>
                  </a:cubicBezTo>
                  <a:cubicBezTo>
                    <a:pt x="788" y="57"/>
                    <a:pt x="798" y="78"/>
                    <a:pt x="816" y="90"/>
                  </a:cubicBezTo>
                  <a:cubicBezTo>
                    <a:pt x="829" y="99"/>
                    <a:pt x="847" y="97"/>
                    <a:pt x="861" y="105"/>
                  </a:cubicBezTo>
                  <a:cubicBezTo>
                    <a:pt x="893" y="123"/>
                    <a:pt x="951" y="165"/>
                    <a:pt x="951" y="165"/>
                  </a:cubicBezTo>
                  <a:cubicBezTo>
                    <a:pt x="996" y="232"/>
                    <a:pt x="1049" y="286"/>
                    <a:pt x="1116" y="330"/>
                  </a:cubicBezTo>
                  <a:cubicBezTo>
                    <a:pt x="1151" y="434"/>
                    <a:pt x="1171" y="541"/>
                    <a:pt x="1206" y="645"/>
                  </a:cubicBezTo>
                  <a:cubicBezTo>
                    <a:pt x="1189" y="845"/>
                    <a:pt x="1191" y="765"/>
                    <a:pt x="1191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2564" name="AutoShape 7">
              <a:extLst>
                <a:ext uri="{FF2B5EF4-FFF2-40B4-BE49-F238E27FC236}">
                  <a16:creationId xmlns:a16="http://schemas.microsoft.com/office/drawing/2014/main" id="{35EE754A-EEFA-EB62-56C5-0C1C64C5CC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350" y="11692"/>
              <a:ext cx="465" cy="207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5" name="AutoShape 6">
              <a:extLst>
                <a:ext uri="{FF2B5EF4-FFF2-40B4-BE49-F238E27FC236}">
                  <a16:creationId xmlns:a16="http://schemas.microsoft.com/office/drawing/2014/main" id="{88EF32A1-FD68-EE4B-907D-9219493578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680" y="13050"/>
              <a:ext cx="135" cy="90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6" name="AutoShape 5">
              <a:extLst>
                <a:ext uri="{FF2B5EF4-FFF2-40B4-BE49-F238E27FC236}">
                  <a16:creationId xmlns:a16="http://schemas.microsoft.com/office/drawing/2014/main" id="{B9D80A8C-9C3D-91DB-86CB-ECCA020579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10" y="12045"/>
              <a:ext cx="60" cy="45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7" name="AutoShape 4">
              <a:extLst>
                <a:ext uri="{FF2B5EF4-FFF2-40B4-BE49-F238E27FC236}">
                  <a16:creationId xmlns:a16="http://schemas.microsoft.com/office/drawing/2014/main" id="{3FD404DA-0A0D-09F3-810D-9EC5B0CA57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40" y="11962"/>
              <a:ext cx="30" cy="90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8" name="AutoShape 3">
              <a:extLst>
                <a:ext uri="{FF2B5EF4-FFF2-40B4-BE49-F238E27FC236}">
                  <a16:creationId xmlns:a16="http://schemas.microsoft.com/office/drawing/2014/main" id="{DAD1A76F-E844-D040-B194-826C8BB231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783" y="13044"/>
              <a:ext cx="1099" cy="849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9" name="AutoShape 2">
              <a:extLst>
                <a:ext uri="{FF2B5EF4-FFF2-40B4-BE49-F238E27FC236}">
                  <a16:creationId xmlns:a16="http://schemas.microsoft.com/office/drawing/2014/main" id="{EFD7AB75-77ED-8953-585A-1C8A5CF2F6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305" y="13472"/>
              <a:ext cx="135" cy="73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3">
            <a:extLst>
              <a:ext uri="{FF2B5EF4-FFF2-40B4-BE49-F238E27FC236}">
                <a16:creationId xmlns:a16="http://schemas.microsoft.com/office/drawing/2014/main" id="{571BCB03-43D6-E38E-D204-D8A95EB8A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7.1.1 </a:t>
            </a:r>
            <a:r>
              <a:rPr lang="zh-CN" altLang="zh-CN">
                <a:solidFill>
                  <a:srgbClr val="333399"/>
                </a:solidFill>
              </a:rPr>
              <a:t>图的</a:t>
            </a:r>
            <a:r>
              <a:rPr lang="zh-CN" altLang="en-US">
                <a:solidFill>
                  <a:srgbClr val="333399"/>
                </a:solidFill>
              </a:rPr>
              <a:t>定义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31B93E-DCF0-91CF-6A94-FFB95EAF0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916113"/>
            <a:ext cx="4032250" cy="4941887"/>
          </a:xfrm>
        </p:spPr>
        <p:txBody>
          <a:bodyPr/>
          <a:lstStyle/>
          <a:p>
            <a:pPr indent="19685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</a:rPr>
              <a:t>邻接结点</a:t>
            </a:r>
            <a:endParaRPr lang="zh-CN" altLang="zh-CN" sz="3200" kern="100" dirty="0">
              <a:latin typeface="Times New Roman" panose="02020603050405020304"/>
            </a:endParaRPr>
          </a:p>
          <a:p>
            <a:pPr indent="200025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</a:rPr>
              <a:t>孤立结点</a:t>
            </a:r>
            <a:endParaRPr lang="zh-CN" altLang="zh-CN" sz="3200" kern="100" dirty="0">
              <a:latin typeface="Times New Roman" panose="02020603050405020304"/>
            </a:endParaRPr>
          </a:p>
          <a:p>
            <a:pPr indent="200025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</a:rPr>
              <a:t>邻接边</a:t>
            </a:r>
            <a:endParaRPr lang="zh-CN" altLang="zh-CN" sz="3200" kern="100" dirty="0">
              <a:latin typeface="Times New Roman" panose="02020603050405020304"/>
            </a:endParaRPr>
          </a:p>
          <a:p>
            <a:pPr indent="200025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</a:rPr>
              <a:t>环</a:t>
            </a:r>
            <a:endParaRPr lang="en-US" altLang="zh-CN" sz="3200" b="1" kern="100" dirty="0">
              <a:latin typeface="Times New Roman" panose="02020603050405020304"/>
            </a:endParaRPr>
          </a:p>
          <a:p>
            <a:pPr indent="200025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</a:rPr>
              <a:t>平行边</a:t>
            </a:r>
            <a:r>
              <a:rPr lang="en-US" altLang="zh-CN" sz="3200" kern="100" dirty="0">
                <a:latin typeface="Times New Roman" panose="02020603050405020304"/>
              </a:rPr>
              <a:t>    </a:t>
            </a:r>
            <a:r>
              <a:rPr lang="zh-CN" altLang="zh-CN" sz="3200" b="1" kern="100" dirty="0">
                <a:latin typeface="Times New Roman" panose="02020603050405020304"/>
              </a:rPr>
              <a:t>重边</a:t>
            </a:r>
            <a:endParaRPr lang="en-US" altLang="zh-CN" sz="3200" kern="100" dirty="0">
              <a:latin typeface="Times New Roman" panose="02020603050405020304"/>
            </a:endParaRPr>
          </a:p>
          <a:p>
            <a:pPr indent="200025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对称边</a:t>
            </a:r>
            <a:endParaRPr lang="en-US" altLang="zh-CN" sz="3200" kern="100" dirty="0">
              <a:latin typeface="Times New Roman" panose="02020603050405020304"/>
            </a:endParaRPr>
          </a:p>
          <a:p>
            <a:pPr indent="200025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无向图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55D470-D273-8273-A5EB-DD2B6C6BE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6463" y="1916113"/>
            <a:ext cx="4105275" cy="4941887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kern="100" dirty="0">
                <a:latin typeface="Times New Roman" panose="02020603050405020304"/>
                <a:cs typeface="Times New Roman" panose="02020603050405020304"/>
              </a:rPr>
              <a:t>有</a:t>
            </a: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向图</a:t>
            </a:r>
            <a:endParaRPr lang="en-US" altLang="zh-CN" sz="3200" b="1" kern="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3200" b="1" kern="100" dirty="0">
                <a:latin typeface="Times New Roman" panose="02020603050405020304"/>
                <a:cs typeface="Times New Roman" panose="02020603050405020304"/>
              </a:rPr>
              <a:t>混合</a:t>
            </a: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图</a:t>
            </a:r>
            <a:endParaRPr lang="en-US" altLang="zh-CN" sz="3200" b="1" kern="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零图</a:t>
            </a:r>
            <a:r>
              <a:rPr lang="en-US" altLang="zh-CN" sz="3200" kern="10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空图</a:t>
            </a:r>
            <a:endParaRPr lang="en-US" altLang="zh-CN" sz="3200" b="1" kern="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3200" b="1" kern="100" dirty="0">
                <a:solidFill>
                  <a:srgbClr val="00B0F0"/>
                </a:solidFill>
                <a:latin typeface="Times New Roman" panose="02020603050405020304"/>
                <a:cs typeface="Times New Roman" panose="02020603050405020304"/>
              </a:rPr>
              <a:t>平凡</a:t>
            </a:r>
            <a:r>
              <a:rPr lang="zh-CN" altLang="zh-CN" sz="3200" b="1" kern="100" dirty="0">
                <a:solidFill>
                  <a:srgbClr val="00B0F0"/>
                </a:solidFill>
                <a:latin typeface="Times New Roman" panose="02020603050405020304"/>
                <a:cs typeface="Times New Roman" panose="02020603050405020304"/>
              </a:rPr>
              <a:t>图</a:t>
            </a:r>
            <a:endParaRPr lang="en-US" altLang="zh-CN" sz="3200" b="1" kern="100" dirty="0">
              <a:solidFill>
                <a:srgbClr val="00B0F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多重图</a:t>
            </a:r>
            <a:endParaRPr lang="en-US" altLang="zh-CN" sz="3200" b="1" kern="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3200" b="1" kern="100" dirty="0">
                <a:solidFill>
                  <a:srgbClr val="FF0066"/>
                </a:solidFill>
                <a:latin typeface="Times New Roman" panose="02020603050405020304"/>
                <a:cs typeface="Times New Roman" panose="02020603050405020304"/>
              </a:rPr>
              <a:t>简单</a:t>
            </a:r>
            <a:r>
              <a:rPr lang="zh-CN" altLang="zh-CN" sz="3200" b="1" kern="100" dirty="0">
                <a:solidFill>
                  <a:srgbClr val="FF0066"/>
                </a:solidFill>
                <a:latin typeface="Times New Roman" panose="02020603050405020304"/>
                <a:cs typeface="Times New Roman" panose="02020603050405020304"/>
              </a:rPr>
              <a:t>图</a:t>
            </a:r>
            <a:endParaRPr lang="en-US" altLang="zh-CN" sz="3200" b="1" kern="100" dirty="0">
              <a:solidFill>
                <a:srgbClr val="FF0066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3200" b="1" kern="100" dirty="0">
                <a:latin typeface="Times New Roman" panose="02020603050405020304"/>
                <a:cs typeface="Times New Roman" panose="02020603050405020304"/>
              </a:rPr>
              <a:t>完全</a:t>
            </a:r>
            <a:r>
              <a:rPr lang="zh-CN" altLang="zh-CN" sz="3200" b="1" kern="100" dirty="0">
                <a:latin typeface="Times New Roman" panose="02020603050405020304"/>
                <a:cs typeface="Times New Roman" panose="02020603050405020304"/>
              </a:rPr>
              <a:t>图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BFFCDEE-61BD-CAC6-3838-514AF867A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>
                <a:solidFill>
                  <a:srgbClr val="333399"/>
                </a:solidFill>
              </a:rPr>
              <a:t>7.1.1 </a:t>
            </a:r>
            <a:r>
              <a:rPr lang="zh-CN" altLang="zh-CN" sz="5400">
                <a:solidFill>
                  <a:srgbClr val="333399"/>
                </a:solidFill>
              </a:rPr>
              <a:t>图的</a:t>
            </a:r>
            <a:r>
              <a:rPr lang="zh-CN" altLang="en-US" sz="5400">
                <a:solidFill>
                  <a:srgbClr val="333399"/>
                </a:solidFill>
              </a:rPr>
              <a:t>定义</a:t>
            </a:r>
            <a:endParaRPr lang="zh-CN" altLang="en-US" sz="5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632C006-F3E0-9D9B-57B5-3894BDF05DB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7950" y="3105150"/>
            <a:ext cx="4033838" cy="3752850"/>
          </a:xfrm>
        </p:spPr>
        <p:txBody>
          <a:bodyPr/>
          <a:lstStyle/>
          <a:p>
            <a:pPr indent="200660" algn="just">
              <a:lnSpc>
                <a:spcPct val="150000"/>
              </a:lnSpc>
              <a:spcAft>
                <a:spcPts val="0"/>
              </a:spcAft>
              <a:buClr>
                <a:srgbClr val="3333CC"/>
              </a:buClr>
              <a:defRPr/>
            </a:pPr>
            <a:r>
              <a:rPr lang="zh-CN" altLang="zh-CN" sz="3200" b="1" kern="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证明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3200" kern="100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定义</a:t>
            </a:r>
            <a:r>
              <a:rPr lang="zh-CN" altLang="en-US" sz="3200" kern="100" dirty="0">
                <a:latin typeface="Times New Roman" panose="02020603050405020304"/>
                <a:cs typeface="Times New Roman" panose="02020603050405020304"/>
              </a:rPr>
              <a:t>图</a:t>
            </a:r>
            <a:r>
              <a:rPr lang="en-US" altLang="zh-CN" sz="3200" kern="100" dirty="0">
                <a:latin typeface="Times New Roman" panose="02020603050405020304"/>
                <a:cs typeface="Times New Roman" panose="02020603050405020304"/>
              </a:rPr>
              <a:t>G</a:t>
            </a:r>
          </a:p>
          <a:p>
            <a:pPr indent="0" algn="just">
              <a:lnSpc>
                <a:spcPct val="1500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zh-CN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考察某结点</a:t>
            </a:r>
            <a:r>
              <a:rPr lang="en-US" altLang="zh-CN" sz="3200" kern="100" dirty="0">
                <a:solidFill>
                  <a:srgbClr val="000000"/>
                </a:solidFill>
                <a:latin typeface="Times New Roman" panose="02020603050405020304"/>
              </a:rPr>
              <a:t>d</a:t>
            </a:r>
            <a:r>
              <a:rPr lang="zh-CN" altLang="zh-CN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，与</a:t>
            </a:r>
            <a:r>
              <a:rPr lang="en-US" altLang="zh-CN" sz="3200" kern="100" dirty="0">
                <a:solidFill>
                  <a:srgbClr val="000000"/>
                </a:solidFill>
                <a:latin typeface="Times New Roman" panose="02020603050405020304"/>
              </a:rPr>
              <a:t>d</a:t>
            </a:r>
            <a:r>
              <a:rPr lang="zh-CN" altLang="zh-CN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关联的五边中至少必有三条同为</a:t>
            </a:r>
            <a:r>
              <a:rPr lang="zh-CN" altLang="en-US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红</a:t>
            </a:r>
            <a:r>
              <a:rPr lang="zh-CN" altLang="zh-CN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边或</a:t>
            </a:r>
            <a:r>
              <a:rPr lang="zh-CN" altLang="en-US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绿</a:t>
            </a:r>
            <a:r>
              <a:rPr lang="zh-CN" altLang="zh-CN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边</a:t>
            </a:r>
            <a:r>
              <a:rPr lang="zh-CN" altLang="en-US" sz="3200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？</a:t>
            </a:r>
            <a:endParaRPr lang="zh-CN" altLang="en-US" sz="32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24579" name="内容占位符 1">
            <a:extLst>
              <a:ext uri="{FF2B5EF4-FFF2-40B4-BE49-F238E27FC236}">
                <a16:creationId xmlns:a16="http://schemas.microsoft.com/office/drawing/2014/main" id="{3DC87119-CB28-C7D0-47C9-3F9148232A2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356100" y="3105150"/>
            <a:ext cx="4787900" cy="37528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/>
              <a:t>            </a:t>
            </a:r>
            <a:r>
              <a:rPr lang="zh-CN" altLang="en-US" sz="3200" b="1">
                <a:solidFill>
                  <a:srgbClr val="FF0000"/>
                </a:solidFill>
              </a:rPr>
              <a:t>图</a:t>
            </a:r>
            <a:r>
              <a:rPr lang="en-US" altLang="zh-CN" sz="3200" b="1">
                <a:solidFill>
                  <a:srgbClr val="FF0000"/>
                </a:solidFill>
              </a:rPr>
              <a:t>G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0245" name="矩形 2">
            <a:extLst>
              <a:ext uri="{FF2B5EF4-FFF2-40B4-BE49-F238E27FC236}">
                <a16:creationId xmlns:a16="http://schemas.microsoft.com/office/drawing/2014/main" id="{F424ECE3-BD7F-D57B-EBBE-EAEF89904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44675"/>
            <a:ext cx="90360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200660" algn="just" eaLnBrk="0" hangingPunct="0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zh-CN" sz="3200" b="1" kern="100" dirty="0">
                <a:solidFill>
                  <a:srgbClr val="FF0000"/>
                </a:solidFill>
                <a:latin typeface="Times New Roman" panose="02020603050405020304"/>
              </a:rPr>
              <a:t>例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/>
              </a:rPr>
              <a:t>7.1.2</a:t>
            </a:r>
            <a:r>
              <a:rPr lang="en-US" altLang="zh-CN" sz="3200" kern="100" dirty="0">
                <a:solidFill>
                  <a:srgbClr val="FF0000"/>
                </a:solidFill>
                <a:latin typeface="Times New Roman" panose="02020603050405020304"/>
              </a:rPr>
              <a:t> </a:t>
            </a:r>
            <a:r>
              <a:rPr lang="zh-CN" altLang="zh-CN" sz="3200" kern="100" dirty="0">
                <a:solidFill>
                  <a:srgbClr val="000000"/>
                </a:solidFill>
                <a:latin typeface="Times New Roman" panose="02020603050405020304"/>
              </a:rPr>
              <a:t>证明：在任意六个人的聚会上，要么有三人曾相识，要么有三人不曾相识。</a:t>
            </a:r>
            <a:endParaRPr lang="en-US" altLang="zh-CN" sz="3200" kern="100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4581" name="Rectangle 23">
            <a:extLst>
              <a:ext uri="{FF2B5EF4-FFF2-40B4-BE49-F238E27FC236}">
                <a16:creationId xmlns:a16="http://schemas.microsoft.com/office/drawing/2014/main" id="{A44F7189-5995-7377-2320-D2C9E9BE2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582" name="画布 39">
            <a:extLst>
              <a:ext uri="{FF2B5EF4-FFF2-40B4-BE49-F238E27FC236}">
                <a16:creationId xmlns:a16="http://schemas.microsoft.com/office/drawing/2014/main" id="{6323731D-15D8-9147-7873-C1563DB1913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30825" y="4005263"/>
            <a:ext cx="2986088" cy="2600325"/>
            <a:chOff x="5926" y="2377"/>
            <a:chExt cx="3074" cy="2676"/>
          </a:xfrm>
        </p:grpSpPr>
        <p:sp>
          <p:nvSpPr>
            <p:cNvPr id="24583" name="AutoShape 22">
              <a:extLst>
                <a:ext uri="{FF2B5EF4-FFF2-40B4-BE49-F238E27FC236}">
                  <a16:creationId xmlns:a16="http://schemas.microsoft.com/office/drawing/2014/main" id="{6A911581-AE66-CD03-D3B9-4095B05554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26" y="2377"/>
              <a:ext cx="3043" cy="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Text Box 43">
              <a:extLst>
                <a:ext uri="{FF2B5EF4-FFF2-40B4-BE49-F238E27FC236}">
                  <a16:creationId xmlns:a16="http://schemas.microsoft.com/office/drawing/2014/main" id="{7E17A64A-E29C-A76C-0F8A-E35EA853E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7" y="440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24585" name="Text Box 41">
              <a:extLst>
                <a:ext uri="{FF2B5EF4-FFF2-40B4-BE49-F238E27FC236}">
                  <a16:creationId xmlns:a16="http://schemas.microsoft.com/office/drawing/2014/main" id="{C77A56CD-A899-A7C7-BC65-3F361E9BF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" y="267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24586" name="Text Box 44">
              <a:extLst>
                <a:ext uri="{FF2B5EF4-FFF2-40B4-BE49-F238E27FC236}">
                  <a16:creationId xmlns:a16="http://schemas.microsoft.com/office/drawing/2014/main" id="{58440CE6-0550-2766-6BF5-0436FA59C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7" y="238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24587" name="Text Box 44">
              <a:extLst>
                <a:ext uri="{FF2B5EF4-FFF2-40B4-BE49-F238E27FC236}">
                  <a16:creationId xmlns:a16="http://schemas.microsoft.com/office/drawing/2014/main" id="{413CDA1E-F581-C4C3-F0EF-69BD8A907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4" y="306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f</a:t>
              </a:r>
              <a:endParaRPr lang="en-US" altLang="zh-CN" sz="2800"/>
            </a:p>
          </p:txBody>
        </p:sp>
        <p:sp>
          <p:nvSpPr>
            <p:cNvPr id="24588" name="Text Box 42">
              <a:extLst>
                <a:ext uri="{FF2B5EF4-FFF2-40B4-BE49-F238E27FC236}">
                  <a16:creationId xmlns:a16="http://schemas.microsoft.com/office/drawing/2014/main" id="{A1D34656-4288-9448-3EDA-1E36B0127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1" y="431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24589" name="Text Box 50">
              <a:extLst>
                <a:ext uri="{FF2B5EF4-FFF2-40B4-BE49-F238E27FC236}">
                  <a16:creationId xmlns:a16="http://schemas.microsoft.com/office/drawing/2014/main" id="{21A1A7A3-2743-6956-8396-0D3D5FE29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" y="396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24590" name="Oval 52">
              <a:extLst>
                <a:ext uri="{FF2B5EF4-FFF2-40B4-BE49-F238E27FC236}">
                  <a16:creationId xmlns:a16="http://schemas.microsoft.com/office/drawing/2014/main" id="{2B456960-F7DD-7992-1893-1D311065B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4263"/>
              <a:ext cx="221" cy="22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Oval 53">
              <a:extLst>
                <a:ext uri="{FF2B5EF4-FFF2-40B4-BE49-F238E27FC236}">
                  <a16:creationId xmlns:a16="http://schemas.microsoft.com/office/drawing/2014/main" id="{A90052A5-468E-9B2A-E58A-CE354639F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8" y="2914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Oval 54">
              <a:extLst>
                <a:ext uri="{FF2B5EF4-FFF2-40B4-BE49-F238E27FC236}">
                  <a16:creationId xmlns:a16="http://schemas.microsoft.com/office/drawing/2014/main" id="{F0EEABD6-6DCC-BBB9-1720-910AB465F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1" y="4263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Oval 55">
              <a:extLst>
                <a:ext uri="{FF2B5EF4-FFF2-40B4-BE49-F238E27FC236}">
                  <a16:creationId xmlns:a16="http://schemas.microsoft.com/office/drawing/2014/main" id="{F192ADAA-3F57-E023-0858-1CD7538B9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324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Oval 56">
              <a:extLst>
                <a:ext uri="{FF2B5EF4-FFF2-40B4-BE49-F238E27FC236}">
                  <a16:creationId xmlns:a16="http://schemas.microsoft.com/office/drawing/2014/main" id="{ED42202F-D038-03CD-9AD5-5616D028D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3" y="425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4595" name="AutoShape 10">
              <a:extLst>
                <a:ext uri="{FF2B5EF4-FFF2-40B4-BE49-F238E27FC236}">
                  <a16:creationId xmlns:a16="http://schemas.microsoft.com/office/drawing/2014/main" id="{B18E2955-C909-496C-91C1-CA5B765222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68" y="3135"/>
              <a:ext cx="1" cy="11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6" name="AutoShape 9">
              <a:extLst>
                <a:ext uri="{FF2B5EF4-FFF2-40B4-BE49-F238E27FC236}">
                  <a16:creationId xmlns:a16="http://schemas.microsoft.com/office/drawing/2014/main" id="{D1F412C7-B447-CD00-A5DB-A508FDDC4E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269" y="3433"/>
              <a:ext cx="1050" cy="8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7" name="AutoShape 8">
              <a:extLst>
                <a:ext uri="{FF2B5EF4-FFF2-40B4-BE49-F238E27FC236}">
                  <a16:creationId xmlns:a16="http://schemas.microsoft.com/office/drawing/2014/main" id="{D88AA4BB-39BB-3D81-BC83-072B0BEA2B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9" y="4374"/>
              <a:ext cx="922" cy="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8" name="AutoShape 7">
              <a:extLst>
                <a:ext uri="{FF2B5EF4-FFF2-40B4-BE49-F238E27FC236}">
                  <a16:creationId xmlns:a16="http://schemas.microsoft.com/office/drawing/2014/main" id="{87E6214E-2820-CBA3-41A8-4A61821468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77" y="3025"/>
              <a:ext cx="910" cy="330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9" name="AutoShape 6">
              <a:extLst>
                <a:ext uri="{FF2B5EF4-FFF2-40B4-BE49-F238E27FC236}">
                  <a16:creationId xmlns:a16="http://schemas.microsoft.com/office/drawing/2014/main" id="{875906B7-ED86-E025-7A7B-FF0BA4A66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465"/>
              <a:ext cx="14" cy="798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0" name="AutoShape 5">
              <a:extLst>
                <a:ext uri="{FF2B5EF4-FFF2-40B4-BE49-F238E27FC236}">
                  <a16:creationId xmlns:a16="http://schemas.microsoft.com/office/drawing/2014/main" id="{D3F0F469-77DA-8CBF-5A09-BED4F8A906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45" y="3103"/>
              <a:ext cx="989" cy="1193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01" name="Oval 54">
              <a:extLst>
                <a:ext uri="{FF2B5EF4-FFF2-40B4-BE49-F238E27FC236}">
                  <a16:creationId xmlns:a16="http://schemas.microsoft.com/office/drawing/2014/main" id="{A62A8902-1918-755C-6784-B2BC16A27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3355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4">
            <a:extLst>
              <a:ext uri="{FF2B5EF4-FFF2-40B4-BE49-F238E27FC236}">
                <a16:creationId xmlns:a16="http://schemas.microsoft.com/office/drawing/2014/main" id="{14F95C59-E466-8C1A-33A1-0E10B6379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7.1.2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的结点度</a:t>
            </a:r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33545A-9964-C1FF-0E25-68B182F42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7950" y="1773238"/>
            <a:ext cx="9144000" cy="5084762"/>
          </a:xfrm>
        </p:spPr>
        <p:txBody>
          <a:bodyPr/>
          <a:lstStyle/>
          <a:p>
            <a:pPr indent="19685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zh-CN" kern="100" dirty="0">
                <a:solidFill>
                  <a:srgbClr val="FF0000"/>
                </a:solidFill>
                <a:latin typeface="Times New Roman" panose="02020603050405020304"/>
              </a:rPr>
              <a:t>定义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/>
              </a:rPr>
              <a:t>7.1.2 </a:t>
            </a:r>
            <a:r>
              <a:rPr lang="zh-CN" altLang="zh-CN" kern="100" dirty="0">
                <a:latin typeface="Times New Roman" panose="02020603050405020304"/>
              </a:rPr>
              <a:t>设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</a:rPr>
              <a:t>任意图</a:t>
            </a:r>
            <a:r>
              <a:rPr lang="en-US" altLang="zh-CN" kern="100" dirty="0">
                <a:latin typeface="Times New Roman" panose="02020603050405020304"/>
              </a:rPr>
              <a:t>G</a:t>
            </a:r>
            <a:r>
              <a:rPr lang="zh-CN" altLang="zh-CN" kern="100" dirty="0">
                <a:latin typeface="Times New Roman" panose="02020603050405020304"/>
              </a:rPr>
              <a:t>，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</a:rPr>
              <a:t>为</a:t>
            </a:r>
            <a:r>
              <a:rPr lang="en-US" altLang="zh-CN" kern="100" dirty="0">
                <a:latin typeface="Times New Roman" panose="02020603050405020304"/>
              </a:rPr>
              <a:t>G</a:t>
            </a:r>
            <a:r>
              <a:rPr lang="zh-CN" altLang="zh-CN" kern="100" dirty="0">
                <a:latin typeface="Times New Roman" panose="02020603050405020304"/>
              </a:rPr>
              <a:t>的任意结点，</a:t>
            </a:r>
            <a:r>
              <a:rPr lang="zh-CN" altLang="en-US" kern="100" dirty="0">
                <a:latin typeface="Times New Roman" panose="02020603050405020304"/>
              </a:rPr>
              <a:t>与</a:t>
            </a:r>
            <a:endParaRPr lang="en-US" altLang="zh-CN" kern="100" dirty="0">
              <a:latin typeface="Times New Roman" panose="02020603050405020304"/>
            </a:endParaRPr>
          </a:p>
          <a:p>
            <a:pPr indent="0" algn="just">
              <a:lnSpc>
                <a:spcPct val="125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kern="100" dirty="0">
                <a:latin typeface="Times New Roman" panose="02020603050405020304"/>
              </a:rPr>
              <a:t>  </a:t>
            </a:r>
            <a:r>
              <a:rPr lang="zh-CN" altLang="zh-CN" kern="100" dirty="0">
                <a:latin typeface="Times New Roman" panose="02020603050405020304"/>
              </a:rPr>
              <a:t>结点</a:t>
            </a:r>
            <a:r>
              <a:rPr lang="en-US" altLang="zh-CN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</a:rPr>
              <a:t>关联的边数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/>
              </a:rPr>
              <a:t>(</a:t>
            </a:r>
            <a:r>
              <a:rPr lang="zh-CN" altLang="zh-CN" kern="100" dirty="0">
                <a:latin typeface="Times New Roman" panose="02020603050405020304"/>
              </a:rPr>
              <a:t>一环计两次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/>
              </a:rPr>
              <a:t>),</a:t>
            </a:r>
            <a:r>
              <a:rPr lang="zh-CN" altLang="zh-CN" kern="100" dirty="0">
                <a:latin typeface="Times New Roman" panose="02020603050405020304"/>
              </a:rPr>
              <a:t>称为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</a:rPr>
              <a:t>的</a:t>
            </a:r>
            <a:r>
              <a:rPr lang="zh-CN" altLang="zh-CN" b="1" kern="100" dirty="0">
                <a:solidFill>
                  <a:srgbClr val="FF0000"/>
                </a:solidFill>
                <a:latin typeface="Times New Roman" panose="02020603050405020304"/>
              </a:rPr>
              <a:t>度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/>
              </a:rPr>
              <a:t>数</a:t>
            </a:r>
            <a:endParaRPr lang="en-US" altLang="zh-CN" b="1" kern="100" dirty="0">
              <a:solidFill>
                <a:srgbClr val="FF0000"/>
              </a:solidFill>
              <a:latin typeface="Times New Roman" panose="02020603050405020304"/>
            </a:endParaRPr>
          </a:p>
          <a:p>
            <a:pPr indent="0" algn="just">
              <a:lnSpc>
                <a:spcPct val="125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kern="100" dirty="0">
                <a:latin typeface="Times New Roman" panose="02020603050405020304"/>
              </a:rPr>
              <a:t>  </a:t>
            </a:r>
            <a:r>
              <a:rPr lang="zh-CN" altLang="zh-CN" kern="100" dirty="0">
                <a:latin typeface="Times New Roman" panose="02020603050405020304"/>
              </a:rPr>
              <a:t>记作</a:t>
            </a:r>
            <a:r>
              <a:rPr lang="en-US" altLang="zh-CN" kern="100" dirty="0" err="1">
                <a:latin typeface="Times New Roman" panose="02020603050405020304"/>
              </a:rPr>
              <a:t>deg</a:t>
            </a:r>
            <a:r>
              <a:rPr lang="en-US" altLang="zh-CN" kern="100" dirty="0">
                <a:latin typeface="宋体" panose="02010600030101010101" pitchFamily="2" charset="-122"/>
              </a:rPr>
              <a:t>(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en-US" altLang="zh-CN" kern="100" dirty="0">
                <a:latin typeface="宋体" panose="02010600030101010101" pitchFamily="2" charset="-122"/>
              </a:rPr>
              <a:t>)</a:t>
            </a:r>
            <a:r>
              <a:rPr lang="zh-CN" altLang="zh-CN" kern="100" dirty="0">
                <a:latin typeface="Times New Roman" panose="02020603050405020304"/>
              </a:rPr>
              <a:t>或</a:t>
            </a:r>
            <a:r>
              <a:rPr lang="en-US" altLang="zh-CN" i="1" kern="100" dirty="0">
                <a:latin typeface="Times New Roman" panose="02020603050405020304"/>
              </a:rPr>
              <a:t>d</a:t>
            </a:r>
            <a:r>
              <a:rPr lang="en-US" altLang="zh-CN" kern="100" dirty="0">
                <a:latin typeface="宋体" panose="02010600030101010101" pitchFamily="2" charset="-122"/>
              </a:rPr>
              <a:t>(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</a:rPr>
              <a:t>）。</a:t>
            </a:r>
            <a:endParaRPr lang="en-US" altLang="zh-CN" kern="100" dirty="0">
              <a:latin typeface="Times New Roman" panose="02020603050405020304"/>
            </a:endParaRPr>
          </a:p>
          <a:p>
            <a:pPr indent="196850" algn="just">
              <a:lnSpc>
                <a:spcPct val="125000"/>
              </a:lnSpc>
              <a:spcAft>
                <a:spcPts val="0"/>
              </a:spcAft>
              <a:defRPr/>
            </a:pPr>
            <a:r>
              <a:rPr lang="zh-CN" altLang="en-US" kern="100" dirty="0">
                <a:latin typeface="Times New Roman" panose="02020603050405020304"/>
              </a:rPr>
              <a:t>若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为</a:t>
            </a:r>
            <a:r>
              <a:rPr lang="zh-CN" altLang="en-US" kern="100" dirty="0">
                <a:latin typeface="Times New Roman" panose="02020603050405020304"/>
                <a:cs typeface="Times New Roman" panose="02020603050405020304"/>
              </a:rPr>
              <a:t>有</a:t>
            </a:r>
            <a:r>
              <a:rPr lang="zh-CN" altLang="en-US" kern="100" dirty="0">
                <a:solidFill>
                  <a:srgbClr val="FF00FF"/>
                </a:solidFill>
                <a:latin typeface="Times New Roman" panose="02020603050405020304"/>
                <a:cs typeface="Times New Roman" panose="02020603050405020304"/>
              </a:rPr>
              <a:t>向图</a:t>
            </a:r>
            <a:r>
              <a:rPr lang="en-US" altLang="zh-CN" kern="100" dirty="0">
                <a:latin typeface="Times New Roman" panose="02020603050405020304"/>
              </a:rPr>
              <a:t>D</a:t>
            </a: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的任一结点</a:t>
            </a:r>
            <a:endParaRPr lang="en-US" altLang="zh-CN" i="1" kern="100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i="1" kern="100" dirty="0">
                <a:solidFill>
                  <a:srgbClr val="000000"/>
                </a:solidFill>
                <a:latin typeface="Times New Roman" panose="02020603050405020304"/>
              </a:rPr>
              <a:t>      x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的</a:t>
            </a:r>
            <a:r>
              <a:rPr lang="zh-CN" altLang="zh-CN" b="1" kern="1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入度</a:t>
            </a: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               </a:t>
            </a: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射入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的边数</a:t>
            </a:r>
            <a:endParaRPr lang="en-US" altLang="zh-CN" kern="1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i="1" kern="100" dirty="0">
                <a:solidFill>
                  <a:srgbClr val="000000"/>
                </a:solidFill>
                <a:latin typeface="Times New Roman" panose="02020603050405020304"/>
              </a:rPr>
              <a:t>      x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的</a:t>
            </a:r>
            <a:r>
              <a:rPr lang="zh-CN" altLang="zh-CN" b="1" kern="100" dirty="0">
                <a:solidFill>
                  <a:srgbClr val="00CC99"/>
                </a:solidFill>
                <a:latin typeface="Times New Roman" panose="02020603050405020304"/>
                <a:cs typeface="Times New Roman" panose="02020603050405020304"/>
              </a:rPr>
              <a:t>出度</a:t>
            </a: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                </a:t>
            </a: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射出</a:t>
            </a:r>
            <a:r>
              <a:rPr lang="en-US" altLang="zh-CN" i="1" kern="100" dirty="0">
                <a:latin typeface="Times New Roman" panose="02020603050405020304"/>
              </a:rPr>
              <a:t>x</a:t>
            </a:r>
            <a:r>
              <a:rPr lang="zh-CN" altLang="zh-CN" kern="100" dirty="0">
                <a:latin typeface="Times New Roman" panose="02020603050405020304"/>
                <a:cs typeface="Times New Roman" panose="02020603050405020304"/>
              </a:rPr>
              <a:t>的边数</a:t>
            </a:r>
            <a:endParaRPr lang="en-US" altLang="zh-CN" kern="1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kern="100" dirty="0">
                <a:latin typeface="Times New Roman" panose="02020603050405020304"/>
                <a:cs typeface="Times New Roman" panose="02020603050405020304"/>
              </a:rPr>
              <a:t>      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/>
              </a:rPr>
              <a:t>deg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i="1" kern="100" dirty="0">
                <a:solidFill>
                  <a:srgbClr val="000000"/>
                </a:solidFill>
                <a:latin typeface="Times New Roman" panose="02020603050405020304"/>
              </a:rPr>
              <a:t>x</a:t>
            </a:r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zh-CN" kern="100" dirty="0">
                <a:cs typeface="Times New Roman" panose="02020603050405020304"/>
              </a:rPr>
              <a:t>＝</a:t>
            </a:r>
            <a:r>
              <a:rPr lang="en-US" altLang="zh-CN" kern="100" dirty="0">
                <a:cs typeface="Times New Roman" panose="02020603050405020304"/>
              </a:rPr>
              <a:t>          +</a:t>
            </a:r>
            <a:endParaRPr lang="zh-CN" altLang="en-US" dirty="0"/>
          </a:p>
        </p:txBody>
      </p:sp>
      <p:graphicFrame>
        <p:nvGraphicFramePr>
          <p:cNvPr id="25603" name="对象 6">
            <a:extLst>
              <a:ext uri="{FF2B5EF4-FFF2-40B4-BE49-F238E27FC236}">
                <a16:creationId xmlns:a16="http://schemas.microsoft.com/office/drawing/2014/main" id="{02DA183B-AB2B-156E-3C3C-DB6AE8307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652963"/>
          <a:ext cx="11525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7419" imgH="317362" progId="Equation.DSMT4">
                  <p:embed/>
                </p:oleObj>
              </mc:Choice>
              <mc:Fallback>
                <p:oleObj r:id="rId2" imgW="647419" imgH="317362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652963"/>
                        <a:ext cx="11525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对象 7">
            <a:extLst>
              <a:ext uri="{FF2B5EF4-FFF2-40B4-BE49-F238E27FC236}">
                <a16:creationId xmlns:a16="http://schemas.microsoft.com/office/drawing/2014/main" id="{EBEDAFFC-DED9-4952-5607-5C44B6C703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6950" y="6103938"/>
          <a:ext cx="11525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47419" imgH="317362" progId="Equation.DSMT4">
                  <p:embed/>
                </p:oleObj>
              </mc:Choice>
              <mc:Fallback>
                <p:oleObj r:id="rId4" imgW="647419" imgH="317362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6103938"/>
                        <a:ext cx="11525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对象 8">
            <a:extLst>
              <a:ext uri="{FF2B5EF4-FFF2-40B4-BE49-F238E27FC236}">
                <a16:creationId xmlns:a16="http://schemas.microsoft.com/office/drawing/2014/main" id="{A72161A8-D6B7-7627-EFF2-DF016338F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6092825"/>
          <a:ext cx="11541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7419" imgH="317362" progId="Equation.DSMT4">
                  <p:embed/>
                </p:oleObj>
              </mc:Choice>
              <mc:Fallback>
                <p:oleObj r:id="rId6" imgW="647419" imgH="31736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6092825"/>
                        <a:ext cx="11541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对象 9">
            <a:extLst>
              <a:ext uri="{FF2B5EF4-FFF2-40B4-BE49-F238E27FC236}">
                <a16:creationId xmlns:a16="http://schemas.microsoft.com/office/drawing/2014/main" id="{F9069DBB-B8CF-3321-D9EC-4820A9B41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5373688"/>
          <a:ext cx="11525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47419" imgH="317362" progId="Equation.DSMT4">
                  <p:embed/>
                </p:oleObj>
              </mc:Choice>
              <mc:Fallback>
                <p:oleObj r:id="rId8" imgW="647419" imgH="317362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5373688"/>
                        <a:ext cx="11525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对象 10">
            <a:extLst>
              <a:ext uri="{FF2B5EF4-FFF2-40B4-BE49-F238E27FC236}">
                <a16:creationId xmlns:a16="http://schemas.microsoft.com/office/drawing/2014/main" id="{F807AEE2-5AE8-E6E4-932A-A1A886475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4724400"/>
          <a:ext cx="7905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44307" imgH="279279" progId="Equation.DSMT4">
                  <p:embed/>
                </p:oleObj>
              </mc:Choice>
              <mc:Fallback>
                <p:oleObj r:id="rId10" imgW="444307" imgH="279279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4724400"/>
                        <a:ext cx="7905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对象 11">
            <a:extLst>
              <a:ext uri="{FF2B5EF4-FFF2-40B4-BE49-F238E27FC236}">
                <a16:creationId xmlns:a16="http://schemas.microsoft.com/office/drawing/2014/main" id="{206ECA73-338A-1C5C-A166-6C7AFDE413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5407025"/>
          <a:ext cx="7683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31613" imgH="279279" progId="Equation.DSMT4">
                  <p:embed/>
                </p:oleObj>
              </mc:Choice>
              <mc:Fallback>
                <p:oleObj r:id="rId12" imgW="431613" imgH="279279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5407025"/>
                        <a:ext cx="7683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06091A20-718A-7A40-EA2D-06B5E2460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7.1.2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的结点度</a:t>
            </a:r>
            <a:endParaRPr lang="zh-CN" altLang="en-US"/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D4674755-6DE3-992C-6A54-FC7B1DAC2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65000"/>
              </a:lnSpc>
            </a:pPr>
            <a:r>
              <a:rPr lang="zh-CN" altLang="zh-CN" sz="3600">
                <a:solidFill>
                  <a:srgbClr val="FF0066"/>
                </a:solidFill>
              </a:rPr>
              <a:t>定理</a:t>
            </a:r>
            <a:r>
              <a:rPr lang="en-US" altLang="zh-CN" sz="3600">
                <a:solidFill>
                  <a:srgbClr val="FF0066"/>
                </a:solidFill>
              </a:rPr>
              <a:t>7.1.1 </a:t>
            </a:r>
            <a:r>
              <a:rPr lang="zh-CN" altLang="zh-CN" sz="3600"/>
              <a:t>每个图中，结点度数的总和等于边数的二倍。</a:t>
            </a:r>
          </a:p>
          <a:p>
            <a:pPr>
              <a:lnSpc>
                <a:spcPct val="165000"/>
              </a:lnSpc>
            </a:pPr>
            <a:r>
              <a:rPr lang="zh-CN" altLang="zh-CN" sz="3600" b="1">
                <a:solidFill>
                  <a:srgbClr val="FF0066"/>
                </a:solidFill>
              </a:rPr>
              <a:t>证明</a:t>
            </a:r>
            <a:r>
              <a:rPr lang="zh-CN" altLang="zh-CN" sz="3600" b="1"/>
              <a:t> </a:t>
            </a:r>
            <a:r>
              <a:rPr lang="zh-CN" altLang="zh-CN" sz="3600"/>
              <a:t>设图</a:t>
            </a:r>
            <a:r>
              <a:rPr lang="en-US" altLang="zh-CN" sz="3600"/>
              <a:t>G</a:t>
            </a:r>
            <a:r>
              <a:rPr lang="zh-CN" altLang="zh-CN" sz="3600"/>
              <a:t>有</a:t>
            </a:r>
            <a:r>
              <a:rPr lang="en-US" altLang="zh-CN" sz="3600"/>
              <a:t>m</a:t>
            </a:r>
            <a:r>
              <a:rPr lang="zh-CN" altLang="zh-CN" sz="3600"/>
              <a:t>条边，每条边均连接两个结点，即给两个结点的度数各加</a:t>
            </a:r>
            <a:r>
              <a:rPr lang="en-US" altLang="zh-CN" sz="3600"/>
              <a:t>1</a:t>
            </a:r>
            <a:r>
              <a:rPr lang="zh-CN" altLang="zh-CN" sz="3600"/>
              <a:t>，</a:t>
            </a:r>
            <a:r>
              <a:rPr lang="en-US" altLang="zh-CN" sz="3600"/>
              <a:t>m</a:t>
            </a:r>
            <a:r>
              <a:rPr lang="zh-CN" altLang="zh-CN" sz="3600"/>
              <a:t>条边总共提供</a:t>
            </a:r>
            <a:r>
              <a:rPr lang="en-US" altLang="zh-CN" sz="3600"/>
              <a:t>2m</a:t>
            </a:r>
            <a:r>
              <a:rPr lang="zh-CN" altLang="zh-CN" sz="3600"/>
              <a:t>度数。</a:t>
            </a:r>
            <a:endParaRPr lang="zh-CN" altLang="en-US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15FFC0ED-1B83-E43D-69EA-72D8C5121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7.1.2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的结点度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6DF2C7-9143-4058-B44D-885852637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14000"/>
              </a:lnSpc>
              <a:defRPr/>
            </a:pPr>
            <a:r>
              <a:rPr lang="zh-CN" altLang="zh-CN" sz="3600" dirty="0">
                <a:solidFill>
                  <a:srgbClr val="FF0066"/>
                </a:solidFill>
              </a:rPr>
              <a:t>定理</a:t>
            </a:r>
            <a:r>
              <a:rPr lang="en-US" altLang="zh-CN" sz="3600" dirty="0">
                <a:solidFill>
                  <a:srgbClr val="FF0066"/>
                </a:solidFill>
              </a:rPr>
              <a:t>7.1.2 </a:t>
            </a:r>
            <a:r>
              <a:rPr lang="zh-CN" altLang="zh-CN" sz="3600" dirty="0"/>
              <a:t>每个图中，度数为奇数的结点必然是偶数个。</a:t>
            </a:r>
          </a:p>
          <a:p>
            <a:pPr>
              <a:lnSpc>
                <a:spcPct val="114000"/>
              </a:lnSpc>
              <a:defRPr/>
            </a:pPr>
            <a:r>
              <a:rPr lang="zh-CN" altLang="zh-CN" sz="3600" b="1" dirty="0">
                <a:solidFill>
                  <a:srgbClr val="FF0066"/>
                </a:solidFill>
              </a:rPr>
              <a:t>证明</a:t>
            </a:r>
            <a:r>
              <a:rPr lang="zh-CN" altLang="zh-CN" sz="3600" dirty="0"/>
              <a:t> </a:t>
            </a:r>
            <a:r>
              <a:rPr lang="zh-CN" altLang="en-US" sz="3600" dirty="0"/>
              <a:t>图中各结点度数的和为</a:t>
            </a:r>
            <a:r>
              <a:rPr lang="zh-CN" altLang="en-US" sz="3600" dirty="0">
                <a:solidFill>
                  <a:srgbClr val="FF00FF"/>
                </a:solidFill>
              </a:rPr>
              <a:t>偶数</a:t>
            </a:r>
            <a:r>
              <a:rPr lang="zh-CN" altLang="en-US" sz="3600" dirty="0"/>
              <a:t>。</a:t>
            </a:r>
            <a:endParaRPr lang="en-US" altLang="zh-CN" sz="36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  </a:t>
            </a:r>
            <a:r>
              <a:rPr lang="zh-CN" altLang="zh-CN" sz="3600" dirty="0"/>
              <a:t>设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是图</a:t>
            </a:r>
            <a:r>
              <a:rPr lang="en-US" altLang="zh-CN" sz="3600" dirty="0"/>
              <a:t>G</a:t>
            </a:r>
            <a:r>
              <a:rPr lang="zh-CN" altLang="zh-CN" sz="3600" dirty="0"/>
              <a:t>中</a:t>
            </a:r>
            <a:r>
              <a:rPr lang="zh-CN" altLang="zh-CN" sz="3600" dirty="0">
                <a:solidFill>
                  <a:schemeClr val="accent1"/>
                </a:solidFill>
              </a:rPr>
              <a:t>偶数</a:t>
            </a:r>
            <a:r>
              <a:rPr lang="zh-CN" altLang="zh-CN" sz="3600" dirty="0"/>
              <a:t>度数的结点集，则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1 </a:t>
            </a: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baseline="-25000" dirty="0"/>
              <a:t>     </a:t>
            </a:r>
            <a:r>
              <a:rPr lang="zh-CN" altLang="en-US" sz="3600" dirty="0"/>
              <a:t>中各结点度数和为</a:t>
            </a:r>
            <a:r>
              <a:rPr lang="zh-CN" altLang="en-US" sz="3600" dirty="0">
                <a:solidFill>
                  <a:srgbClr val="FF00FF"/>
                </a:solidFill>
              </a:rPr>
              <a:t>偶数</a:t>
            </a:r>
            <a:endParaRPr lang="en-US" altLang="zh-CN" sz="3600" dirty="0">
              <a:solidFill>
                <a:srgbClr val="FF00FF"/>
              </a:solidFill>
            </a:endParaRP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  </a:t>
            </a:r>
            <a:r>
              <a:rPr lang="zh-CN" altLang="zh-CN" sz="3600" dirty="0"/>
              <a:t>设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是图</a:t>
            </a:r>
            <a:r>
              <a:rPr lang="en-US" altLang="zh-CN" sz="3600" dirty="0"/>
              <a:t>G</a:t>
            </a:r>
            <a:r>
              <a:rPr lang="zh-CN" altLang="zh-CN" sz="3600" dirty="0"/>
              <a:t>中</a:t>
            </a:r>
            <a:r>
              <a:rPr lang="zh-CN" altLang="en-US" sz="3600" dirty="0">
                <a:solidFill>
                  <a:schemeClr val="accent1"/>
                </a:solidFill>
              </a:rPr>
              <a:t>奇</a:t>
            </a:r>
            <a:r>
              <a:rPr lang="zh-CN" altLang="zh-CN" sz="3600" dirty="0">
                <a:solidFill>
                  <a:schemeClr val="accent1"/>
                </a:solidFill>
              </a:rPr>
              <a:t>数</a:t>
            </a:r>
            <a:r>
              <a:rPr lang="zh-CN" altLang="zh-CN" sz="3600" dirty="0"/>
              <a:t>度数的结点集，则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2</a:t>
            </a: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baseline="-25000" dirty="0"/>
              <a:t>     </a:t>
            </a:r>
            <a:r>
              <a:rPr lang="zh-CN" altLang="en-US" sz="3600" dirty="0"/>
              <a:t>中各结点度数和为 </a:t>
            </a:r>
            <a:r>
              <a:rPr lang="zh-CN" altLang="en-US" sz="3600" dirty="0">
                <a:solidFill>
                  <a:srgbClr val="FF00FF"/>
                </a:solidFill>
              </a:rPr>
              <a:t>？</a:t>
            </a:r>
            <a:endParaRPr lang="en-US" altLang="zh-CN" sz="36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39D57618-5AC4-FA63-C74B-0AC15A8B1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7.1.2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的结点度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59F3C-178B-6CEF-CF94-E293B343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35000"/>
              </a:lnSpc>
              <a:defRPr/>
            </a:pPr>
            <a:r>
              <a:rPr lang="zh-CN" altLang="zh-CN" sz="3600" dirty="0">
                <a:solidFill>
                  <a:srgbClr val="FF0066"/>
                </a:solidFill>
              </a:rPr>
              <a:t>定理</a:t>
            </a:r>
            <a:r>
              <a:rPr lang="en-US" altLang="zh-CN" sz="3600" dirty="0">
                <a:solidFill>
                  <a:srgbClr val="FF0066"/>
                </a:solidFill>
              </a:rPr>
              <a:t>7.1.3 </a:t>
            </a:r>
            <a:r>
              <a:rPr lang="zh-CN" altLang="zh-CN" sz="3600" dirty="0"/>
              <a:t>在任何有向图中，所有结点的入度之和等于所有结点的出度之和。</a:t>
            </a:r>
          </a:p>
          <a:p>
            <a:pPr>
              <a:lnSpc>
                <a:spcPct val="135000"/>
              </a:lnSpc>
              <a:defRPr/>
            </a:pPr>
            <a:r>
              <a:rPr lang="zh-CN" altLang="zh-CN" sz="3600" b="1" dirty="0">
                <a:solidFill>
                  <a:srgbClr val="FF0066"/>
                </a:solidFill>
              </a:rPr>
              <a:t>证明</a:t>
            </a:r>
            <a:r>
              <a:rPr lang="zh-CN" altLang="zh-CN" sz="3600" dirty="0"/>
              <a:t> </a:t>
            </a:r>
            <a:r>
              <a:rPr lang="zh-CN" altLang="en-US" sz="3600" dirty="0"/>
              <a:t>一个</a:t>
            </a:r>
            <a:r>
              <a:rPr lang="zh-CN" altLang="en-US" sz="3600" dirty="0">
                <a:solidFill>
                  <a:srgbClr val="00CC99"/>
                </a:solidFill>
              </a:rPr>
              <a:t>入度</a:t>
            </a:r>
            <a:r>
              <a:rPr lang="zh-CN" altLang="en-US" sz="3600" dirty="0"/>
              <a:t>对应一条</a:t>
            </a:r>
            <a:r>
              <a:rPr lang="zh-CN" altLang="zh-CN" sz="3600" dirty="0"/>
              <a:t>有向边</a:t>
            </a:r>
            <a:endParaRPr lang="en-US" altLang="zh-CN" sz="3600" dirty="0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600" dirty="0"/>
              <a:t>          一个</a:t>
            </a:r>
            <a:r>
              <a:rPr lang="zh-CN" altLang="en-US" sz="3600" dirty="0">
                <a:solidFill>
                  <a:srgbClr val="FF00FF"/>
                </a:solidFill>
              </a:rPr>
              <a:t>出度</a:t>
            </a:r>
            <a:r>
              <a:rPr lang="zh-CN" altLang="en-US" sz="3600" dirty="0"/>
              <a:t>对应一条</a:t>
            </a:r>
            <a:r>
              <a:rPr lang="zh-CN" altLang="zh-CN" sz="3600" dirty="0"/>
              <a:t>有向边</a:t>
            </a:r>
            <a:endParaRPr lang="en-US" altLang="zh-CN" sz="3600" dirty="0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         </a:t>
            </a:r>
            <a:r>
              <a:rPr lang="zh-CN" altLang="zh-CN" sz="3600" dirty="0"/>
              <a:t>各结点</a:t>
            </a:r>
            <a:r>
              <a:rPr lang="zh-CN" altLang="zh-CN" sz="3600" dirty="0">
                <a:solidFill>
                  <a:schemeClr val="accent1"/>
                </a:solidFill>
              </a:rPr>
              <a:t>入度之和</a:t>
            </a:r>
            <a:r>
              <a:rPr lang="zh-CN" altLang="zh-CN" sz="3600" dirty="0"/>
              <a:t>等于边数</a:t>
            </a:r>
            <a:endParaRPr lang="en-US" altLang="zh-CN" sz="3600" dirty="0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         </a:t>
            </a:r>
            <a:r>
              <a:rPr lang="zh-CN" altLang="zh-CN" sz="3600" dirty="0"/>
              <a:t>各结点</a:t>
            </a:r>
            <a:r>
              <a:rPr lang="zh-CN" altLang="zh-CN" sz="3600" dirty="0">
                <a:solidFill>
                  <a:srgbClr val="FF00FF"/>
                </a:solidFill>
              </a:rPr>
              <a:t>出度之和</a:t>
            </a:r>
            <a:r>
              <a:rPr lang="zh-CN" altLang="zh-CN" sz="3600" dirty="0"/>
              <a:t>等于边数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25ED488-AE05-9D48-ACB5-018C087BD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>
                <a:solidFill>
                  <a:srgbClr val="333399"/>
                </a:solidFill>
              </a:rPr>
              <a:t>7.1.2 </a:t>
            </a:r>
            <a:r>
              <a:rPr lang="zh-CN" altLang="zh-CN" sz="5400">
                <a:solidFill>
                  <a:srgbClr val="333399"/>
                </a:solidFill>
              </a:rPr>
              <a:t>图</a:t>
            </a:r>
            <a:r>
              <a:rPr lang="zh-CN" altLang="en-US" sz="5400">
                <a:solidFill>
                  <a:srgbClr val="333399"/>
                </a:solidFill>
              </a:rPr>
              <a:t>的结点度</a:t>
            </a:r>
            <a:endParaRPr lang="zh-CN" altLang="en-US" sz="5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57C89BF-FBF4-09D3-90C1-50F04046F08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0825" y="3213100"/>
            <a:ext cx="4033838" cy="3535363"/>
          </a:xfrm>
        </p:spPr>
        <p:txBody>
          <a:bodyPr/>
          <a:lstStyle/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</a:t>
            </a:r>
            <a:r>
              <a:rPr lang="zh-CN" altLang="zh-CN" sz="3600" dirty="0"/>
              <a:t>（</a:t>
            </a:r>
            <a:r>
              <a:rPr lang="en-US" altLang="zh-CN" sz="3600" dirty="0"/>
              <a:t>1</a:t>
            </a:r>
            <a:r>
              <a:rPr lang="zh-CN" altLang="zh-CN" sz="3600" dirty="0"/>
              <a:t>）</a:t>
            </a:r>
            <a:r>
              <a:rPr lang="en-US" altLang="zh-CN" sz="3600" dirty="0"/>
              <a:t>2,2,3,4,5,6</a:t>
            </a:r>
            <a:r>
              <a:rPr lang="zh-CN" altLang="zh-CN" sz="3600" dirty="0"/>
              <a:t> </a:t>
            </a:r>
            <a:r>
              <a:rPr lang="en-US" altLang="zh-CN" sz="3600" dirty="0"/>
              <a:t>   </a:t>
            </a:r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</a:t>
            </a:r>
            <a:r>
              <a:rPr lang="zh-CN" altLang="zh-CN" sz="3600" dirty="0"/>
              <a:t>（</a:t>
            </a:r>
            <a:r>
              <a:rPr lang="en-US" altLang="zh-CN" sz="3600" dirty="0"/>
              <a:t>2</a:t>
            </a:r>
            <a:r>
              <a:rPr lang="zh-CN" altLang="zh-CN" sz="3600" dirty="0"/>
              <a:t>）</a:t>
            </a:r>
            <a:r>
              <a:rPr lang="en-US" altLang="zh-CN" sz="3600" dirty="0"/>
              <a:t>1,2,3,4,4,5   </a:t>
            </a:r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</a:t>
            </a:r>
            <a:r>
              <a:rPr lang="zh-CN" altLang="zh-CN" sz="3600" dirty="0">
                <a:solidFill>
                  <a:srgbClr val="FF0066"/>
                </a:solidFill>
              </a:rPr>
              <a:t>（</a:t>
            </a:r>
            <a:r>
              <a:rPr lang="en-US" altLang="zh-CN" sz="3600" dirty="0">
                <a:solidFill>
                  <a:srgbClr val="FF0066"/>
                </a:solidFill>
              </a:rPr>
              <a:t>3</a:t>
            </a:r>
            <a:r>
              <a:rPr lang="zh-CN" altLang="zh-CN" sz="3600" dirty="0">
                <a:solidFill>
                  <a:srgbClr val="FF0066"/>
                </a:solidFill>
              </a:rPr>
              <a:t>）</a:t>
            </a:r>
            <a:r>
              <a:rPr lang="en-US" altLang="zh-CN" sz="3600" dirty="0"/>
              <a:t>2,2,2,2,2,2</a:t>
            </a:r>
            <a:endParaRPr lang="zh-CN" altLang="en-US" sz="3600" dirty="0"/>
          </a:p>
          <a:p>
            <a:pPr indent="200660" algn="just">
              <a:lnSpc>
                <a:spcPct val="150000"/>
              </a:lnSpc>
              <a:spcAft>
                <a:spcPts val="0"/>
              </a:spcAft>
              <a:buClr>
                <a:srgbClr val="3333CC"/>
              </a:buClr>
              <a:defRPr/>
            </a:pPr>
            <a:endParaRPr lang="zh-CN" altLang="en-US" dirty="0"/>
          </a:p>
        </p:txBody>
      </p:sp>
      <p:sp>
        <p:nvSpPr>
          <p:cNvPr id="29699" name="内容占位符 1">
            <a:extLst>
              <a:ext uri="{FF2B5EF4-FFF2-40B4-BE49-F238E27FC236}">
                <a16:creationId xmlns:a16="http://schemas.microsoft.com/office/drawing/2014/main" id="{70D71653-1D24-5771-DD5B-574E3E3839C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356100" y="3132138"/>
            <a:ext cx="4787900" cy="37528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0000"/>
                </a:solidFill>
              </a:rPr>
              <a:t>（</a:t>
            </a:r>
            <a:r>
              <a:rPr lang="en-US" altLang="zh-CN" sz="3200">
                <a:solidFill>
                  <a:srgbClr val="FF0000"/>
                </a:solidFill>
              </a:rPr>
              <a:t>3</a:t>
            </a:r>
            <a:r>
              <a:rPr lang="zh-CN" altLang="en-US" sz="320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29701" name="矩形 2">
            <a:extLst>
              <a:ext uri="{FF2B5EF4-FFF2-40B4-BE49-F238E27FC236}">
                <a16:creationId xmlns:a16="http://schemas.microsoft.com/office/drawing/2014/main" id="{E24C413A-5B9F-F591-8B41-7D33B7868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44675"/>
            <a:ext cx="9036050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200025" algn="just" eaLnBrk="0" hangingPunct="0">
              <a:lnSpc>
                <a:spcPct val="125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zh-CN" sz="3600" dirty="0">
                <a:solidFill>
                  <a:srgbClr val="FF0066"/>
                </a:solidFill>
              </a:rPr>
              <a:t>例</a:t>
            </a:r>
            <a:r>
              <a:rPr lang="en-US" altLang="zh-CN" sz="3600" dirty="0">
                <a:solidFill>
                  <a:srgbClr val="FF0066"/>
                </a:solidFill>
              </a:rPr>
              <a:t>7.1.3 </a:t>
            </a:r>
            <a:r>
              <a:rPr lang="zh-CN" altLang="zh-CN" sz="3600" dirty="0"/>
              <a:t>是否可以画一个</a:t>
            </a:r>
            <a:r>
              <a:rPr lang="zh-CN" altLang="zh-CN" sz="3600" dirty="0">
                <a:solidFill>
                  <a:srgbClr val="FF0000"/>
                </a:solidFill>
              </a:rPr>
              <a:t>简单无向图</a:t>
            </a:r>
            <a:r>
              <a:rPr lang="zh-CN" altLang="zh-CN" sz="3600" dirty="0"/>
              <a:t>，使</a:t>
            </a:r>
            <a:r>
              <a:rPr lang="en-US" altLang="zh-CN" sz="3600" dirty="0"/>
              <a:t> </a:t>
            </a:r>
          </a:p>
          <a:p>
            <a:pPr marL="342900" algn="just" eaLnBrk="0" hangingPunct="0">
              <a:lnSpc>
                <a:spcPct val="125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3600" dirty="0"/>
              <a:t>  </a:t>
            </a:r>
            <a:r>
              <a:rPr lang="zh-CN" altLang="zh-CN" sz="3600" dirty="0"/>
              <a:t>得各结点度数与下列序列一致。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488EB45-B469-E481-34C5-27D6D6F8DDB8}"/>
              </a:ext>
            </a:extLst>
          </p:cNvPr>
          <p:cNvSpPr>
            <a:spLocks noChangeAspect="1"/>
          </p:cNvSpPr>
          <p:nvPr/>
        </p:nvSpPr>
        <p:spPr>
          <a:xfrm>
            <a:off x="6259513" y="6124575"/>
            <a:ext cx="328612" cy="3286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57F29FD-8F65-E10F-BB3F-B872CDF1202C}"/>
              </a:ext>
            </a:extLst>
          </p:cNvPr>
          <p:cNvSpPr>
            <a:spLocks noChangeAspect="1"/>
          </p:cNvSpPr>
          <p:nvPr/>
        </p:nvSpPr>
        <p:spPr>
          <a:xfrm>
            <a:off x="5364163" y="5332413"/>
            <a:ext cx="328612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ECD542-784B-F000-5057-5D1E9AE9BC8E}"/>
              </a:ext>
            </a:extLst>
          </p:cNvPr>
          <p:cNvSpPr>
            <a:spLocks noChangeAspect="1"/>
          </p:cNvSpPr>
          <p:nvPr/>
        </p:nvSpPr>
        <p:spPr>
          <a:xfrm>
            <a:off x="5364163" y="4395788"/>
            <a:ext cx="328612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FD8557E-986E-F9F5-96A0-BD3F32B118CD}"/>
              </a:ext>
            </a:extLst>
          </p:cNvPr>
          <p:cNvSpPr>
            <a:spLocks noChangeAspect="1"/>
          </p:cNvSpPr>
          <p:nvPr/>
        </p:nvSpPr>
        <p:spPr>
          <a:xfrm>
            <a:off x="7123113" y="4365625"/>
            <a:ext cx="328612" cy="3286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9897B00-9E09-1BD5-461F-88D206BC45FF}"/>
              </a:ext>
            </a:extLst>
          </p:cNvPr>
          <p:cNvSpPr>
            <a:spLocks noChangeAspect="1"/>
          </p:cNvSpPr>
          <p:nvPr/>
        </p:nvSpPr>
        <p:spPr>
          <a:xfrm>
            <a:off x="7123113" y="5332413"/>
            <a:ext cx="328612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7AC2C2E-7F0D-3150-B4FB-BB40A24CBE40}"/>
              </a:ext>
            </a:extLst>
          </p:cNvPr>
          <p:cNvSpPr>
            <a:spLocks noChangeAspect="1"/>
          </p:cNvSpPr>
          <p:nvPr/>
        </p:nvSpPr>
        <p:spPr>
          <a:xfrm>
            <a:off x="6259513" y="3573463"/>
            <a:ext cx="328612" cy="3286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02CD986-F2A0-EDE0-00EC-48FE9D59665D}"/>
              </a:ext>
            </a:extLst>
          </p:cNvPr>
          <p:cNvCxnSpPr>
            <a:stCxn id="12" idx="4"/>
            <a:endCxn id="9" idx="0"/>
          </p:cNvCxnSpPr>
          <p:nvPr/>
        </p:nvCxnSpPr>
        <p:spPr>
          <a:xfrm flipH="1">
            <a:off x="5529263" y="3902075"/>
            <a:ext cx="893762" cy="4937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A05D4A-7B60-FAF9-B605-7D3970E0ACEA}"/>
              </a:ext>
            </a:extLst>
          </p:cNvPr>
          <p:cNvCxnSpPr>
            <a:stCxn id="9" idx="4"/>
            <a:endCxn id="8" idx="0"/>
          </p:cNvCxnSpPr>
          <p:nvPr/>
        </p:nvCxnSpPr>
        <p:spPr>
          <a:xfrm>
            <a:off x="5529263" y="4724400"/>
            <a:ext cx="0" cy="6080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B186CE1-B2D2-9494-ECD9-C50E00F7FB07}"/>
              </a:ext>
            </a:extLst>
          </p:cNvPr>
          <p:cNvCxnSpPr>
            <a:stCxn id="9" idx="4"/>
            <a:endCxn id="8" idx="0"/>
          </p:cNvCxnSpPr>
          <p:nvPr/>
        </p:nvCxnSpPr>
        <p:spPr>
          <a:xfrm>
            <a:off x="6423025" y="3902075"/>
            <a:ext cx="865188" cy="4635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BC7E28B-5335-89F9-885D-B9045CA5A9D8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>
            <a:off x="7288213" y="4694238"/>
            <a:ext cx="0" cy="638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AC6AD0-BE6E-97BB-A45D-C8B449358504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>
            <a:off x="5529263" y="5661025"/>
            <a:ext cx="893762" cy="4635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DF30932-4DF1-85AD-D933-D7D3DE41FE65}"/>
              </a:ext>
            </a:extLst>
          </p:cNvPr>
          <p:cNvCxnSpPr>
            <a:stCxn id="11" idx="4"/>
            <a:endCxn id="11" idx="0"/>
          </p:cNvCxnSpPr>
          <p:nvPr/>
        </p:nvCxnSpPr>
        <p:spPr>
          <a:xfrm flipH="1">
            <a:off x="6423025" y="5661025"/>
            <a:ext cx="865188" cy="4635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25ED488-AE05-9D48-ACB5-018C087BD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>
                <a:solidFill>
                  <a:srgbClr val="333399"/>
                </a:solidFill>
              </a:rPr>
              <a:t>7.1.2 </a:t>
            </a:r>
            <a:r>
              <a:rPr lang="zh-CN" altLang="zh-CN" sz="5400">
                <a:solidFill>
                  <a:srgbClr val="333399"/>
                </a:solidFill>
              </a:rPr>
              <a:t>图</a:t>
            </a:r>
            <a:r>
              <a:rPr lang="zh-CN" altLang="en-US" sz="5400">
                <a:solidFill>
                  <a:srgbClr val="333399"/>
                </a:solidFill>
              </a:rPr>
              <a:t>的结点度</a:t>
            </a:r>
            <a:endParaRPr lang="zh-CN" altLang="en-US" sz="540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134351E-242D-C2F1-1F43-2F7D84EC6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36912"/>
            <a:ext cx="8424936" cy="173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80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25ED488-AE05-9D48-ACB5-018C087BD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>
                <a:solidFill>
                  <a:srgbClr val="333399"/>
                </a:solidFill>
              </a:rPr>
              <a:t>7.1.2 </a:t>
            </a:r>
            <a:r>
              <a:rPr lang="zh-CN" altLang="zh-CN" sz="5400">
                <a:solidFill>
                  <a:srgbClr val="333399"/>
                </a:solidFill>
              </a:rPr>
              <a:t>图</a:t>
            </a:r>
            <a:r>
              <a:rPr lang="zh-CN" altLang="en-US" sz="5400">
                <a:solidFill>
                  <a:srgbClr val="333399"/>
                </a:solidFill>
              </a:rPr>
              <a:t>的结点度</a:t>
            </a:r>
            <a:endParaRPr lang="zh-CN" altLang="en-US" sz="5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4EF8-E872-6853-83B9-C9C93B4922A5}"/>
              </a:ext>
            </a:extLst>
          </p:cNvPr>
          <p:cNvSpPr txBox="1"/>
          <p:nvPr/>
        </p:nvSpPr>
        <p:spPr>
          <a:xfrm>
            <a:off x="1115616" y="2420888"/>
            <a:ext cx="684076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7.1   </a:t>
            </a:r>
          </a:p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 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下列非负整数序列哪些是图序列？</a:t>
            </a:r>
            <a:endParaRPr lang="en-US" altLang="zh-CN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(1)(1,1,1,2,3)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(2)(0,1,1,2,3,3)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(3)(3,3,3,3)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(4)(2,3,3,4,4,5)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(5)(2,3,4,4,5)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(6)(2,2,2,2,2)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(7)(2,3,4,5,6)</a:t>
            </a:r>
          </a:p>
          <a:p>
            <a:r>
              <a:rPr lang="en-US" altLang="zh-CN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(8)(1,3,3,4,5,6,6)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1051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4">
            <a:extLst>
              <a:ext uri="{FF2B5EF4-FFF2-40B4-BE49-F238E27FC236}">
                <a16:creationId xmlns:a16="http://schemas.microsoft.com/office/drawing/2014/main" id="{B010A5B8-B0B0-4D6D-6FBA-733A96C54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0722" name="内容占位符 5">
            <a:extLst>
              <a:ext uri="{FF2B5EF4-FFF2-40B4-BE49-F238E27FC236}">
                <a16:creationId xmlns:a16="http://schemas.microsoft.com/office/drawing/2014/main" id="{B6AEBFB9-0990-616D-B8B4-3536B6661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835342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3600"/>
              <a:t>相同的图</a:t>
            </a:r>
            <a:endParaRPr lang="zh-CN" altLang="en-US" sz="3600"/>
          </a:p>
        </p:txBody>
      </p:sp>
      <p:sp>
        <p:nvSpPr>
          <p:cNvPr id="30723" name="Rectangle 35">
            <a:extLst>
              <a:ext uri="{FF2B5EF4-FFF2-40B4-BE49-F238E27FC236}">
                <a16:creationId xmlns:a16="http://schemas.microsoft.com/office/drawing/2014/main" id="{27F18B5F-EACD-9B13-1274-8192F4D7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0724" name="画布 39">
            <a:extLst>
              <a:ext uri="{FF2B5EF4-FFF2-40B4-BE49-F238E27FC236}">
                <a16:creationId xmlns:a16="http://schemas.microsoft.com/office/drawing/2014/main" id="{8DF32D5B-990D-AAE7-6A71-C592209ECE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09713" y="3068638"/>
            <a:ext cx="6591300" cy="3038475"/>
            <a:chOff x="6745" y="2389"/>
            <a:chExt cx="5832" cy="2688"/>
          </a:xfrm>
        </p:grpSpPr>
        <p:sp>
          <p:nvSpPr>
            <p:cNvPr id="30725" name="AutoShape 34">
              <a:extLst>
                <a:ext uri="{FF2B5EF4-FFF2-40B4-BE49-F238E27FC236}">
                  <a16:creationId xmlns:a16="http://schemas.microsoft.com/office/drawing/2014/main" id="{B87B0212-81F5-B52F-73D0-C0A760A5A8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45" y="2389"/>
              <a:ext cx="5768" cy="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6" name="Text Box 42">
              <a:extLst>
                <a:ext uri="{FF2B5EF4-FFF2-40B4-BE49-F238E27FC236}">
                  <a16:creationId xmlns:a16="http://schemas.microsoft.com/office/drawing/2014/main" id="{F597497A-250E-249F-ED47-B1B91B193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28" y="385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30727" name="Text Box 42">
              <a:extLst>
                <a:ext uri="{FF2B5EF4-FFF2-40B4-BE49-F238E27FC236}">
                  <a16:creationId xmlns:a16="http://schemas.microsoft.com/office/drawing/2014/main" id="{A260CA8E-BB55-3B47-CCE6-336596BC0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2" y="442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30728" name="Text Box 42">
              <a:extLst>
                <a:ext uri="{FF2B5EF4-FFF2-40B4-BE49-F238E27FC236}">
                  <a16:creationId xmlns:a16="http://schemas.microsoft.com/office/drawing/2014/main" id="{F830D43D-61D1-9004-E9F3-6B8012C8C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0" y="436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30729" name="Text Box 42">
              <a:extLst>
                <a:ext uri="{FF2B5EF4-FFF2-40B4-BE49-F238E27FC236}">
                  <a16:creationId xmlns:a16="http://schemas.microsoft.com/office/drawing/2014/main" id="{9BF78214-CF4F-C012-89E3-755921A48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5" y="250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30730" name="Text Box 42">
              <a:extLst>
                <a:ext uri="{FF2B5EF4-FFF2-40B4-BE49-F238E27FC236}">
                  <a16:creationId xmlns:a16="http://schemas.microsoft.com/office/drawing/2014/main" id="{F8FB1750-35B5-AF16-D7BE-84531885C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56" y="2503"/>
              <a:ext cx="56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0731" name="Text Box 41">
              <a:extLst>
                <a:ext uri="{FF2B5EF4-FFF2-40B4-BE49-F238E27FC236}">
                  <a16:creationId xmlns:a16="http://schemas.microsoft.com/office/drawing/2014/main" id="{934B2C0E-447D-247E-C0A4-9D62B9E76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0" y="250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30732" name="Text Box 42">
              <a:extLst>
                <a:ext uri="{FF2B5EF4-FFF2-40B4-BE49-F238E27FC236}">
                  <a16:creationId xmlns:a16="http://schemas.microsoft.com/office/drawing/2014/main" id="{C77719AF-204E-A54C-7198-982D0F4B0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4" y="377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30733" name="Text Box 43">
              <a:extLst>
                <a:ext uri="{FF2B5EF4-FFF2-40B4-BE49-F238E27FC236}">
                  <a16:creationId xmlns:a16="http://schemas.microsoft.com/office/drawing/2014/main" id="{9C538149-E6C8-EDB5-6F0A-BE00D93EB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7" y="441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30734" name="Text Box 44">
              <a:extLst>
                <a:ext uri="{FF2B5EF4-FFF2-40B4-BE49-F238E27FC236}">
                  <a16:creationId xmlns:a16="http://schemas.microsoft.com/office/drawing/2014/main" id="{4FF7CC45-10F0-2BF9-F9C0-6DA800A03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3" y="250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0735" name="Text Box 50">
              <a:extLst>
                <a:ext uri="{FF2B5EF4-FFF2-40B4-BE49-F238E27FC236}">
                  <a16:creationId xmlns:a16="http://schemas.microsoft.com/office/drawing/2014/main" id="{6B2C48E1-04AF-142B-3B58-A5E9624CB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" y="384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30736" name="Oval 52">
              <a:extLst>
                <a:ext uri="{FF2B5EF4-FFF2-40B4-BE49-F238E27FC236}">
                  <a16:creationId xmlns:a16="http://schemas.microsoft.com/office/drawing/2014/main" id="{820F060D-B59E-44C4-2C7B-961AAFF9C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7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Oval 53">
              <a:extLst>
                <a:ext uri="{FF2B5EF4-FFF2-40B4-BE49-F238E27FC236}">
                  <a16:creationId xmlns:a16="http://schemas.microsoft.com/office/drawing/2014/main" id="{9AA9A5CA-BED7-39EB-8658-BC9534528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9" y="3676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Oval 54">
              <a:extLst>
                <a:ext uri="{FF2B5EF4-FFF2-40B4-BE49-F238E27FC236}">
                  <a16:creationId xmlns:a16="http://schemas.microsoft.com/office/drawing/2014/main" id="{F4F3BF89-CD2E-114A-0E3A-9C031B323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9" y="3645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Oval 55">
              <a:extLst>
                <a:ext uri="{FF2B5EF4-FFF2-40B4-BE49-F238E27FC236}">
                  <a16:creationId xmlns:a16="http://schemas.microsoft.com/office/drawing/2014/main" id="{22B222FB-80E0-4EC9-BBB5-1C5D5E96C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Oval 56">
              <a:extLst>
                <a:ext uri="{FF2B5EF4-FFF2-40B4-BE49-F238E27FC236}">
                  <a16:creationId xmlns:a16="http://schemas.microsoft.com/office/drawing/2014/main" id="{DDE2DA18-5EE5-B2AB-80BE-945D4F9C8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0" y="426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Oval 56">
              <a:extLst>
                <a:ext uri="{FF2B5EF4-FFF2-40B4-BE49-F238E27FC236}">
                  <a16:creationId xmlns:a16="http://schemas.microsoft.com/office/drawing/2014/main" id="{DF0BFF10-5BF2-9138-F6E1-EE710822F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0" y="372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Oval 56">
              <a:extLst>
                <a:ext uri="{FF2B5EF4-FFF2-40B4-BE49-F238E27FC236}">
                  <a16:creationId xmlns:a16="http://schemas.microsoft.com/office/drawing/2014/main" id="{24975FBB-9016-9483-2AB4-5D1FA12DA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7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Oval 56">
              <a:extLst>
                <a:ext uri="{FF2B5EF4-FFF2-40B4-BE49-F238E27FC236}">
                  <a16:creationId xmlns:a16="http://schemas.microsoft.com/office/drawing/2014/main" id="{1C1529E0-87C4-3C39-D6B2-8CF71AE9E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Oval 56">
              <a:extLst>
                <a:ext uri="{FF2B5EF4-FFF2-40B4-BE49-F238E27FC236}">
                  <a16:creationId xmlns:a16="http://schemas.microsoft.com/office/drawing/2014/main" id="{DA68111F-9CC4-3D1F-6321-7D7624751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" y="426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Oval 56">
              <a:extLst>
                <a:ext uri="{FF2B5EF4-FFF2-40B4-BE49-F238E27FC236}">
                  <a16:creationId xmlns:a16="http://schemas.microsoft.com/office/drawing/2014/main" id="{365E216B-DB01-47BB-981A-082EF3A96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" y="425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0746" name="AutoShape 13">
              <a:extLst>
                <a:ext uri="{FF2B5EF4-FFF2-40B4-BE49-F238E27FC236}">
                  <a16:creationId xmlns:a16="http://schemas.microsoft.com/office/drawing/2014/main" id="{C905E54F-5C9E-C7B5-BC48-A66ED38C5B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38" y="3025"/>
              <a:ext cx="114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7" name="AutoShape 12">
              <a:extLst>
                <a:ext uri="{FF2B5EF4-FFF2-40B4-BE49-F238E27FC236}">
                  <a16:creationId xmlns:a16="http://schemas.microsoft.com/office/drawing/2014/main" id="{31412809-DD99-C47F-F3A3-31FED9693D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28" y="3136"/>
              <a:ext cx="1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8" name="AutoShape 11">
              <a:extLst>
                <a:ext uri="{FF2B5EF4-FFF2-40B4-BE49-F238E27FC236}">
                  <a16:creationId xmlns:a16="http://schemas.microsoft.com/office/drawing/2014/main" id="{B7B17C5D-4B63-F2FE-85BD-64432537CE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6" y="3103"/>
              <a:ext cx="1236" cy="5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9" name="AutoShape 10">
              <a:extLst>
                <a:ext uri="{FF2B5EF4-FFF2-40B4-BE49-F238E27FC236}">
                  <a16:creationId xmlns:a16="http://schemas.microsoft.com/office/drawing/2014/main" id="{5A8A5FD6-1F1E-7C8C-F5CE-0E1D513F6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49" y="3834"/>
              <a:ext cx="493" cy="4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0" name="AutoShape 9">
              <a:extLst>
                <a:ext uri="{FF2B5EF4-FFF2-40B4-BE49-F238E27FC236}">
                  <a16:creationId xmlns:a16="http://schemas.microsoft.com/office/drawing/2014/main" id="{1B7178B9-0389-9502-D4A4-0BECD9F4FE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29" y="3897"/>
              <a:ext cx="663" cy="4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1" name="AutoShape 8">
              <a:extLst>
                <a:ext uri="{FF2B5EF4-FFF2-40B4-BE49-F238E27FC236}">
                  <a16:creationId xmlns:a16="http://schemas.microsoft.com/office/drawing/2014/main" id="{2D9ED9B0-45A0-C42B-CD2D-381A8C6D2E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99" y="3136"/>
              <a:ext cx="15" cy="11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2" name="AutoShape 7">
              <a:extLst>
                <a:ext uri="{FF2B5EF4-FFF2-40B4-BE49-F238E27FC236}">
                  <a16:creationId xmlns:a16="http://schemas.microsoft.com/office/drawing/2014/main" id="{7F569E43-1A9E-1083-D9D7-8014BAE4D5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998" y="3136"/>
              <a:ext cx="15" cy="11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3" name="AutoShape 6">
              <a:extLst>
                <a:ext uri="{FF2B5EF4-FFF2-40B4-BE49-F238E27FC236}">
                  <a16:creationId xmlns:a16="http://schemas.microsoft.com/office/drawing/2014/main" id="{7BCB5887-1FF2-DE1C-8C26-EAD4B75694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24" y="4363"/>
              <a:ext cx="878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4" name="AutoShape 5">
              <a:extLst>
                <a:ext uri="{FF2B5EF4-FFF2-40B4-BE49-F238E27FC236}">
                  <a16:creationId xmlns:a16="http://schemas.microsoft.com/office/drawing/2014/main" id="{C07C2BE7-A94E-BA1C-0EBB-7DDE6F1CCF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77" y="3103"/>
              <a:ext cx="957" cy="11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5" name="AutoShape 4">
              <a:extLst>
                <a:ext uri="{FF2B5EF4-FFF2-40B4-BE49-F238E27FC236}">
                  <a16:creationId xmlns:a16="http://schemas.microsoft.com/office/drawing/2014/main" id="{90CE2469-74D7-C789-12CA-D2BB8820AC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992" y="3103"/>
              <a:ext cx="927" cy="11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6" name="AutoShape 3">
              <a:extLst>
                <a:ext uri="{FF2B5EF4-FFF2-40B4-BE49-F238E27FC236}">
                  <a16:creationId xmlns:a16="http://schemas.microsoft.com/office/drawing/2014/main" id="{8813FA56-9F9A-1581-FB8B-F78879E381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76" y="3103"/>
              <a:ext cx="806" cy="6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7" name="AutoShape 2">
              <a:extLst>
                <a:ext uri="{FF2B5EF4-FFF2-40B4-BE49-F238E27FC236}">
                  <a16:creationId xmlns:a16="http://schemas.microsoft.com/office/drawing/2014/main" id="{89007401-21F6-9ACD-A057-730B22164A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138" y="3756"/>
              <a:ext cx="1171" cy="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3153FB06-20A7-9D93-BCFE-36AFAEAF8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26DB359D-B98C-42AD-97FC-893DBEB67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/>
              <a:t>相同结构的不同图</a:t>
            </a:r>
            <a:endParaRPr lang="en-US" altLang="zh-CN" sz="3600"/>
          </a:p>
          <a:p>
            <a:pPr>
              <a:lnSpc>
                <a:spcPct val="150000"/>
              </a:lnSpc>
            </a:pPr>
            <a:endParaRPr lang="zh-CN" altLang="en-US" sz="3600"/>
          </a:p>
        </p:txBody>
      </p:sp>
      <p:sp>
        <p:nvSpPr>
          <p:cNvPr id="31747" name="Rectangle 38">
            <a:extLst>
              <a:ext uri="{FF2B5EF4-FFF2-40B4-BE49-F238E27FC236}">
                <a16:creationId xmlns:a16="http://schemas.microsoft.com/office/drawing/2014/main" id="{1EEE7F3A-744F-6F4E-38BB-EBB12684E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1748" name="画布 39">
            <a:extLst>
              <a:ext uri="{FF2B5EF4-FFF2-40B4-BE49-F238E27FC236}">
                <a16:creationId xmlns:a16="http://schemas.microsoft.com/office/drawing/2014/main" id="{DA9EDD02-0EA6-FCA2-B80F-C9BD47C8E1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3068638"/>
            <a:ext cx="6046788" cy="3089275"/>
            <a:chOff x="6624" y="2350"/>
            <a:chExt cx="5349" cy="2733"/>
          </a:xfrm>
        </p:grpSpPr>
        <p:sp>
          <p:nvSpPr>
            <p:cNvPr id="31749" name="AutoShape 37">
              <a:extLst>
                <a:ext uri="{FF2B5EF4-FFF2-40B4-BE49-F238E27FC236}">
                  <a16:creationId xmlns:a16="http://schemas.microsoft.com/office/drawing/2014/main" id="{5107D8B9-678C-B68F-D757-153B09340D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24" y="2350"/>
              <a:ext cx="5139" cy="2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0" name="Text Box 42">
              <a:extLst>
                <a:ext uri="{FF2B5EF4-FFF2-40B4-BE49-F238E27FC236}">
                  <a16:creationId xmlns:a16="http://schemas.microsoft.com/office/drawing/2014/main" id="{670FBDE3-C39E-2E5B-A80D-E2A29D174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39" y="431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e</a:t>
              </a:r>
              <a:endPara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51" name="Text Box 42">
              <a:extLst>
                <a:ext uri="{FF2B5EF4-FFF2-40B4-BE49-F238E27FC236}">
                  <a16:creationId xmlns:a16="http://schemas.microsoft.com/office/drawing/2014/main" id="{D061B5CE-3CD4-1A0E-8EA8-1808A3389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6" y="245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b</a:t>
              </a:r>
              <a:endPara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52" name="Text Box 42">
              <a:extLst>
                <a:ext uri="{FF2B5EF4-FFF2-40B4-BE49-F238E27FC236}">
                  <a16:creationId xmlns:a16="http://schemas.microsoft.com/office/drawing/2014/main" id="{1A313CF9-D346-CA8A-2972-28293D16D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1" y="374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c</a:t>
              </a:r>
              <a:endPara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53" name="Text Box 42">
              <a:extLst>
                <a:ext uri="{FF2B5EF4-FFF2-40B4-BE49-F238E27FC236}">
                  <a16:creationId xmlns:a16="http://schemas.microsoft.com/office/drawing/2014/main" id="{08D3FA1F-1B81-04C9-8C87-2E67D11F2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24" y="385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d</a:t>
              </a:r>
              <a:endPara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54" name="Text Box 42">
              <a:extLst>
                <a:ext uri="{FF2B5EF4-FFF2-40B4-BE49-F238E27FC236}">
                  <a16:creationId xmlns:a16="http://schemas.microsoft.com/office/drawing/2014/main" id="{67F5B5C8-DEF8-6075-5D7B-E6630923F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" y="245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a</a:t>
              </a:r>
              <a:endPara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55" name="Text Box 41">
              <a:extLst>
                <a:ext uri="{FF2B5EF4-FFF2-40B4-BE49-F238E27FC236}">
                  <a16:creationId xmlns:a16="http://schemas.microsoft.com/office/drawing/2014/main" id="{A6948918-1270-D959-B2E7-B6EEC4BA8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6" y="247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31756" name="Text Box 42">
              <a:extLst>
                <a:ext uri="{FF2B5EF4-FFF2-40B4-BE49-F238E27FC236}">
                  <a16:creationId xmlns:a16="http://schemas.microsoft.com/office/drawing/2014/main" id="{50F06EF8-C015-771B-F2B2-1BED1C9FC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6" y="379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31757" name="Text Box 43">
              <a:extLst>
                <a:ext uri="{FF2B5EF4-FFF2-40B4-BE49-F238E27FC236}">
                  <a16:creationId xmlns:a16="http://schemas.microsoft.com/office/drawing/2014/main" id="{A6E662C6-888E-9F8E-6E83-8E9497951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9" y="443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31758" name="Text Box 44">
              <a:extLst>
                <a:ext uri="{FF2B5EF4-FFF2-40B4-BE49-F238E27FC236}">
                  <a16:creationId xmlns:a16="http://schemas.microsoft.com/office/drawing/2014/main" id="{91E10424-4CF9-026E-1840-B89A23D40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5" y="245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1759" name="Text Box 50">
              <a:extLst>
                <a:ext uri="{FF2B5EF4-FFF2-40B4-BE49-F238E27FC236}">
                  <a16:creationId xmlns:a16="http://schemas.microsoft.com/office/drawing/2014/main" id="{E926DAF7-DFE2-6EEC-1A6D-01128486C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5" y="379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31760" name="Oval 52">
              <a:extLst>
                <a:ext uri="{FF2B5EF4-FFF2-40B4-BE49-F238E27FC236}">
                  <a16:creationId xmlns:a16="http://schemas.microsoft.com/office/drawing/2014/main" id="{DF2B8504-D24A-3054-1EFF-EDD55BA31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7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Oval 53">
              <a:extLst>
                <a:ext uri="{FF2B5EF4-FFF2-40B4-BE49-F238E27FC236}">
                  <a16:creationId xmlns:a16="http://schemas.microsoft.com/office/drawing/2014/main" id="{3B2CA0E2-97B2-4D40-7BDC-907E2CC16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9" y="3676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2" name="Oval 54">
              <a:extLst>
                <a:ext uri="{FF2B5EF4-FFF2-40B4-BE49-F238E27FC236}">
                  <a16:creationId xmlns:a16="http://schemas.microsoft.com/office/drawing/2014/main" id="{7ECBF688-632D-D836-CFA4-4E6C50C4E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9" y="3645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3" name="Oval 55">
              <a:extLst>
                <a:ext uri="{FF2B5EF4-FFF2-40B4-BE49-F238E27FC236}">
                  <a16:creationId xmlns:a16="http://schemas.microsoft.com/office/drawing/2014/main" id="{2A35BDEE-455D-A32D-FF42-8FBC5B195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4" name="Oval 56">
              <a:extLst>
                <a:ext uri="{FF2B5EF4-FFF2-40B4-BE49-F238E27FC236}">
                  <a16:creationId xmlns:a16="http://schemas.microsoft.com/office/drawing/2014/main" id="{F26C879F-9320-86A5-63EA-051900494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0" y="426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5" name="Oval 56">
              <a:extLst>
                <a:ext uri="{FF2B5EF4-FFF2-40B4-BE49-F238E27FC236}">
                  <a16:creationId xmlns:a16="http://schemas.microsoft.com/office/drawing/2014/main" id="{A24526DD-E00C-3C3C-5A32-43105548D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" y="372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6" name="Oval 56">
              <a:extLst>
                <a:ext uri="{FF2B5EF4-FFF2-40B4-BE49-F238E27FC236}">
                  <a16:creationId xmlns:a16="http://schemas.microsoft.com/office/drawing/2014/main" id="{C41AC13A-8382-AD26-ADE5-C2D7F6AF0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2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7" name="Oval 56">
              <a:extLst>
                <a:ext uri="{FF2B5EF4-FFF2-40B4-BE49-F238E27FC236}">
                  <a16:creationId xmlns:a16="http://schemas.microsoft.com/office/drawing/2014/main" id="{8200033E-C026-5C9A-7659-7006DA206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8" name="Oval 56">
              <a:extLst>
                <a:ext uri="{FF2B5EF4-FFF2-40B4-BE49-F238E27FC236}">
                  <a16:creationId xmlns:a16="http://schemas.microsoft.com/office/drawing/2014/main" id="{4B723F4F-0DE4-A975-61F2-861C4B3BC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7" y="426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9" name="Oval 56">
              <a:extLst>
                <a:ext uri="{FF2B5EF4-FFF2-40B4-BE49-F238E27FC236}">
                  <a16:creationId xmlns:a16="http://schemas.microsoft.com/office/drawing/2014/main" id="{1A981FD6-960B-C146-7287-82740711E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" y="36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1770" name="AutoShape 16">
              <a:extLst>
                <a:ext uri="{FF2B5EF4-FFF2-40B4-BE49-F238E27FC236}">
                  <a16:creationId xmlns:a16="http://schemas.microsoft.com/office/drawing/2014/main" id="{D19C7CF3-06A2-8DDA-9846-212B2B7E72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38" y="3025"/>
              <a:ext cx="114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1" name="AutoShape 15">
              <a:extLst>
                <a:ext uri="{FF2B5EF4-FFF2-40B4-BE49-F238E27FC236}">
                  <a16:creationId xmlns:a16="http://schemas.microsoft.com/office/drawing/2014/main" id="{620CACD0-BDA5-31BA-FB28-651E902996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28" y="3136"/>
              <a:ext cx="1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2" name="AutoShape 14">
              <a:extLst>
                <a:ext uri="{FF2B5EF4-FFF2-40B4-BE49-F238E27FC236}">
                  <a16:creationId xmlns:a16="http://schemas.microsoft.com/office/drawing/2014/main" id="{0E669DDB-A650-7904-62E8-7793397CD5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6" y="3103"/>
              <a:ext cx="1236" cy="5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3" name="AutoShape 13">
              <a:extLst>
                <a:ext uri="{FF2B5EF4-FFF2-40B4-BE49-F238E27FC236}">
                  <a16:creationId xmlns:a16="http://schemas.microsoft.com/office/drawing/2014/main" id="{1DBB5609-5515-4A35-95E8-250E3C5FEF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49" y="3834"/>
              <a:ext cx="493" cy="4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4" name="AutoShape 12">
              <a:extLst>
                <a:ext uri="{FF2B5EF4-FFF2-40B4-BE49-F238E27FC236}">
                  <a16:creationId xmlns:a16="http://schemas.microsoft.com/office/drawing/2014/main" id="{75167A41-5DD3-6868-1A2F-E9C4941C1C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29" y="3897"/>
              <a:ext cx="663" cy="4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5" name="AutoShape 11">
              <a:extLst>
                <a:ext uri="{FF2B5EF4-FFF2-40B4-BE49-F238E27FC236}">
                  <a16:creationId xmlns:a16="http://schemas.microsoft.com/office/drawing/2014/main" id="{E4672A2E-490C-C6E7-F89F-930E65F374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138" y="3756"/>
              <a:ext cx="1171" cy="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6" name="AutoShape 10">
              <a:extLst>
                <a:ext uri="{FF2B5EF4-FFF2-40B4-BE49-F238E27FC236}">
                  <a16:creationId xmlns:a16="http://schemas.microsoft.com/office/drawing/2014/main" id="{600A7F2D-20EA-8101-C885-79F7C87D4B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9" y="3025"/>
              <a:ext cx="122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7" name="AutoShape 9">
              <a:extLst>
                <a:ext uri="{FF2B5EF4-FFF2-40B4-BE49-F238E27FC236}">
                  <a16:creationId xmlns:a16="http://schemas.microsoft.com/office/drawing/2014/main" id="{EA8992BF-B3D2-A892-5423-5BCFFAAABA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99" y="3136"/>
              <a:ext cx="15" cy="54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8" name="AutoShape 8">
              <a:extLst>
                <a:ext uri="{FF2B5EF4-FFF2-40B4-BE49-F238E27FC236}">
                  <a16:creationId xmlns:a16="http://schemas.microsoft.com/office/drawing/2014/main" id="{5088566A-B241-5BB1-6122-019EB2F3ED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24" y="3793"/>
              <a:ext cx="1226" cy="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9" name="AutoShape 7">
              <a:extLst>
                <a:ext uri="{FF2B5EF4-FFF2-40B4-BE49-F238E27FC236}">
                  <a16:creationId xmlns:a16="http://schemas.microsoft.com/office/drawing/2014/main" id="{FC62D573-1DEE-C1B2-7218-D66E402C35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77" y="3103"/>
              <a:ext cx="1305" cy="6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0" name="AutoShape 6">
              <a:extLst>
                <a:ext uri="{FF2B5EF4-FFF2-40B4-BE49-F238E27FC236}">
                  <a16:creationId xmlns:a16="http://schemas.microsoft.com/office/drawing/2014/main" id="{12941ACE-6C26-CE27-49C0-16BEE892D0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746" y="3909"/>
              <a:ext cx="536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1" name="AutoShape 5">
              <a:extLst>
                <a:ext uri="{FF2B5EF4-FFF2-40B4-BE49-F238E27FC236}">
                  <a16:creationId xmlns:a16="http://schemas.microsoft.com/office/drawing/2014/main" id="{C48078EB-3338-DB3B-1D07-B006EF90F2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914" y="3904"/>
              <a:ext cx="675" cy="3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27F4F600-ADAD-F87D-BFAC-79C773AC8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7D6B5F-1C74-BF93-DDF4-40A6207EF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和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zh-CN" sz="3600" b="1" dirty="0">
                <a:solidFill>
                  <a:srgbClr val="FF0000"/>
                </a:solidFill>
              </a:rPr>
              <a:t>同构</a:t>
            </a:r>
            <a:r>
              <a:rPr lang="zh-CN" altLang="en-US" sz="3600" b="1" dirty="0"/>
              <a:t>（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≌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600" dirty="0">
                <a:solidFill>
                  <a:srgbClr val="FF0066"/>
                </a:solidFill>
              </a:rPr>
              <a:t>   简</a:t>
            </a:r>
            <a:r>
              <a:rPr lang="zh-CN" altLang="zh-CN" sz="3600" dirty="0">
                <a:solidFill>
                  <a:srgbClr val="FF0066"/>
                </a:solidFill>
              </a:rPr>
              <a:t>单图</a:t>
            </a:r>
            <a:r>
              <a:rPr lang="en-US" altLang="zh-CN" sz="3600" dirty="0">
                <a:solidFill>
                  <a:srgbClr val="000000"/>
                </a:solidFill>
              </a:rPr>
              <a:t>  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＝</a:t>
            </a:r>
            <a:r>
              <a:rPr lang="en-US" altLang="zh-CN" sz="3600" dirty="0">
                <a:latin typeface="+mn-ea"/>
              </a:rPr>
              <a:t>&lt;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,E</a:t>
            </a:r>
            <a:r>
              <a:rPr lang="en-US" altLang="zh-CN" sz="3600" baseline="-25000" dirty="0"/>
              <a:t>1 </a:t>
            </a:r>
            <a:r>
              <a:rPr lang="en-US" altLang="zh-CN" sz="3600" dirty="0">
                <a:latin typeface="+mn-ea"/>
              </a:rPr>
              <a:t>&gt;</a:t>
            </a:r>
            <a:r>
              <a:rPr lang="zh-CN" altLang="zh-CN" sz="3600" dirty="0"/>
              <a:t>和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＝</a:t>
            </a:r>
            <a:r>
              <a:rPr lang="en-US" altLang="zh-CN" sz="3600" dirty="0">
                <a:latin typeface="+mn-ea"/>
              </a:rPr>
              <a:t>&lt;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,E</a:t>
            </a:r>
            <a:r>
              <a:rPr lang="en-US" altLang="zh-CN" sz="3600" baseline="-25000" dirty="0"/>
              <a:t>2 </a:t>
            </a:r>
            <a:r>
              <a:rPr lang="en-US" altLang="zh-CN" sz="3600" dirty="0">
                <a:latin typeface="+mn-ea"/>
              </a:rPr>
              <a:t>&gt;</a:t>
            </a:r>
            <a:endParaRPr lang="en-US" altLang="zh-CN" sz="36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  </a:t>
            </a:r>
            <a:r>
              <a:rPr lang="zh-CN" altLang="zh-CN" sz="3600" dirty="0"/>
              <a:t>存在</a:t>
            </a:r>
            <a:r>
              <a:rPr lang="zh-CN" altLang="zh-CN" sz="3600" dirty="0">
                <a:solidFill>
                  <a:schemeClr val="accent1"/>
                </a:solidFill>
              </a:rPr>
              <a:t>双射</a:t>
            </a:r>
            <a:r>
              <a:rPr lang="en-US" altLang="zh-CN" sz="3600" dirty="0">
                <a:solidFill>
                  <a:srgbClr val="000000"/>
                </a:solidFill>
              </a:rPr>
              <a:t>f</a:t>
            </a:r>
            <a:r>
              <a:rPr lang="zh-CN" altLang="en-US" sz="3600" dirty="0">
                <a:solidFill>
                  <a:srgbClr val="000000"/>
                </a:solidFill>
              </a:rPr>
              <a:t>：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1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 panose="02020603050405020304"/>
              </a:rPr>
              <a:t>→ 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，</a:t>
            </a:r>
            <a:r>
              <a:rPr lang="en-US" altLang="zh-CN" sz="3600" dirty="0"/>
              <a:t>x</a:t>
            </a:r>
            <a:r>
              <a:rPr lang="zh-CN" altLang="zh-CN" sz="3600" dirty="0"/>
              <a:t>和</a:t>
            </a:r>
            <a:r>
              <a:rPr lang="en-US" altLang="zh-CN" sz="3600" dirty="0"/>
              <a:t>y</a:t>
            </a:r>
            <a:r>
              <a:rPr lang="zh-CN" altLang="zh-CN" sz="3600" dirty="0"/>
              <a:t>在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中相邻</a:t>
            </a:r>
            <a:r>
              <a:rPr lang="zh-CN" altLang="zh-CN" sz="3600" dirty="0">
                <a:solidFill>
                  <a:srgbClr val="FF0000"/>
                </a:solidFill>
              </a:rPr>
              <a:t>当</a:t>
            </a:r>
            <a:r>
              <a:rPr lang="en-US" altLang="zh-CN" sz="3600" dirty="0">
                <a:solidFill>
                  <a:srgbClr val="FF0000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>
                <a:solidFill>
                  <a:srgbClr val="FF0000"/>
                </a:solidFill>
              </a:rPr>
              <a:t>   </a:t>
            </a:r>
            <a:r>
              <a:rPr lang="zh-CN" altLang="zh-CN" sz="3600" dirty="0">
                <a:solidFill>
                  <a:srgbClr val="FF0000"/>
                </a:solidFill>
              </a:rPr>
              <a:t>且仅当</a:t>
            </a:r>
            <a:r>
              <a:rPr lang="en-US" altLang="zh-CN" sz="3600" dirty="0"/>
              <a:t>f(x)</a:t>
            </a:r>
            <a:r>
              <a:rPr lang="zh-CN" altLang="zh-CN" sz="3600" dirty="0"/>
              <a:t>和</a:t>
            </a:r>
            <a:r>
              <a:rPr lang="en-US" altLang="zh-CN" sz="3600" dirty="0"/>
              <a:t>f(y)</a:t>
            </a:r>
            <a:r>
              <a:rPr lang="zh-CN" altLang="zh-CN" sz="3600" dirty="0"/>
              <a:t>在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中相邻</a:t>
            </a:r>
            <a:endParaRPr lang="en-US" altLang="zh-CN" sz="3600" dirty="0"/>
          </a:p>
          <a:p>
            <a:pPr>
              <a:lnSpc>
                <a:spcPct val="150000"/>
              </a:lnSpc>
              <a:defRPr/>
            </a:pPr>
            <a:r>
              <a:rPr lang="zh-CN" altLang="en-US" sz="3600" dirty="0"/>
              <a:t>结点间保持相邻关系不变</a:t>
            </a:r>
            <a:endParaRPr lang="en-US" altLang="zh-CN" sz="3600" dirty="0"/>
          </a:p>
          <a:p>
            <a:pPr>
              <a:lnSpc>
                <a:spcPct val="150000"/>
              </a:lnSpc>
              <a:defRPr/>
            </a:pPr>
            <a:endParaRPr lang="zh-CN" altLang="zh-CN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CFA1298C-8676-BB57-ED7C-31828957E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3794" name="内容占位符 2">
            <a:extLst>
              <a:ext uri="{FF2B5EF4-FFF2-40B4-BE49-F238E27FC236}">
                <a16:creationId xmlns:a16="http://schemas.microsoft.com/office/drawing/2014/main" id="{0F3D3AFD-6638-7A55-7D38-F0714306B4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6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33795" name="Rectangle 75">
            <a:extLst>
              <a:ext uri="{FF2B5EF4-FFF2-40B4-BE49-F238E27FC236}">
                <a16:creationId xmlns:a16="http://schemas.microsoft.com/office/drawing/2014/main" id="{88C94553-1A7F-9419-5129-4419E3BB7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3796" name="Group 1">
            <a:extLst>
              <a:ext uri="{FF2B5EF4-FFF2-40B4-BE49-F238E27FC236}">
                <a16:creationId xmlns:a16="http://schemas.microsoft.com/office/drawing/2014/main" id="{7A944946-3B89-A4C9-D367-84C8FFDCCD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41475" y="1987550"/>
            <a:ext cx="6818313" cy="4754563"/>
            <a:chOff x="2422" y="3411"/>
            <a:chExt cx="7064" cy="4926"/>
          </a:xfrm>
        </p:grpSpPr>
        <p:sp>
          <p:nvSpPr>
            <p:cNvPr id="33797" name="AutoShape 74">
              <a:extLst>
                <a:ext uri="{FF2B5EF4-FFF2-40B4-BE49-F238E27FC236}">
                  <a16:creationId xmlns:a16="http://schemas.microsoft.com/office/drawing/2014/main" id="{731E3077-BA3F-503B-4BB9-4F548D56784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22" y="3411"/>
              <a:ext cx="7064" cy="4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8" name="Text Box 73">
              <a:extLst>
                <a:ext uri="{FF2B5EF4-FFF2-40B4-BE49-F238E27FC236}">
                  <a16:creationId xmlns:a16="http://schemas.microsoft.com/office/drawing/2014/main" id="{C8FEA7DF-DF14-C199-B4A3-3CE89FED3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8" y="76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33799" name="Text Box 72">
              <a:extLst>
                <a:ext uri="{FF2B5EF4-FFF2-40B4-BE49-F238E27FC236}">
                  <a16:creationId xmlns:a16="http://schemas.microsoft.com/office/drawing/2014/main" id="{3F77879A-1C7A-6A0A-DD34-4FDAEFD1D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" y="766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33800" name="Text Box 71">
              <a:extLst>
                <a:ext uri="{FF2B5EF4-FFF2-40B4-BE49-F238E27FC236}">
                  <a16:creationId xmlns:a16="http://schemas.microsoft.com/office/drawing/2014/main" id="{E81B73A3-E8C4-C04B-2CF6-6916E1EFF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8" y="767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33801" name="Text Box 70">
              <a:extLst>
                <a:ext uri="{FF2B5EF4-FFF2-40B4-BE49-F238E27FC236}">
                  <a16:creationId xmlns:a16="http://schemas.microsoft.com/office/drawing/2014/main" id="{98BB8508-0062-21F3-27D2-ADFB801FC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484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3802" name="Text Box 69">
              <a:extLst>
                <a:ext uri="{FF2B5EF4-FFF2-40B4-BE49-F238E27FC236}">
                  <a16:creationId xmlns:a16="http://schemas.microsoft.com/office/drawing/2014/main" id="{F4BA781E-C6D3-A424-A199-BB891D03C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4" y="495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33803" name="Text Box 68">
              <a:extLst>
                <a:ext uri="{FF2B5EF4-FFF2-40B4-BE49-F238E27FC236}">
                  <a16:creationId xmlns:a16="http://schemas.microsoft.com/office/drawing/2014/main" id="{356B8C29-0A49-C535-02B6-FC0C89C2B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2" y="490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33804" name="Oval 67">
              <a:extLst>
                <a:ext uri="{FF2B5EF4-FFF2-40B4-BE49-F238E27FC236}">
                  <a16:creationId xmlns:a16="http://schemas.microsoft.com/office/drawing/2014/main" id="{5EBAB6D3-C1D8-F961-B828-A77D6FA0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" y="470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Oval 66">
              <a:extLst>
                <a:ext uri="{FF2B5EF4-FFF2-40B4-BE49-F238E27FC236}">
                  <a16:creationId xmlns:a16="http://schemas.microsoft.com/office/drawing/2014/main" id="{26245D9F-FCE7-EA66-2152-C33CFED68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471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6" name="Oval 65">
              <a:extLst>
                <a:ext uri="{FF2B5EF4-FFF2-40B4-BE49-F238E27FC236}">
                  <a16:creationId xmlns:a16="http://schemas.microsoft.com/office/drawing/2014/main" id="{669A843B-5F18-4A7B-CF7A-58ED32DBE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4026"/>
              <a:ext cx="221" cy="22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Oval 64">
              <a:extLst>
                <a:ext uri="{FF2B5EF4-FFF2-40B4-BE49-F238E27FC236}">
                  <a16:creationId xmlns:a16="http://schemas.microsoft.com/office/drawing/2014/main" id="{322F1458-BA2E-1ECD-0894-3A040CCD1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5862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Oval 63">
              <a:extLst>
                <a:ext uri="{FF2B5EF4-FFF2-40B4-BE49-F238E27FC236}">
                  <a16:creationId xmlns:a16="http://schemas.microsoft.com/office/drawing/2014/main" id="{84EF7244-D1CE-A3CA-068F-83647475C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" y="673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Oval 62">
              <a:extLst>
                <a:ext uri="{FF2B5EF4-FFF2-40B4-BE49-F238E27FC236}">
                  <a16:creationId xmlns:a16="http://schemas.microsoft.com/office/drawing/2014/main" id="{CB9ECFE6-7A64-CCE8-DEA4-4E8B41503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670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0" name="Oval 61">
              <a:extLst>
                <a:ext uri="{FF2B5EF4-FFF2-40B4-BE49-F238E27FC236}">
                  <a16:creationId xmlns:a16="http://schemas.microsoft.com/office/drawing/2014/main" id="{E3A17C83-F831-5F4D-A0C0-F949EDD6D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755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1" name="Oval 60">
              <a:extLst>
                <a:ext uri="{FF2B5EF4-FFF2-40B4-BE49-F238E27FC236}">
                  <a16:creationId xmlns:a16="http://schemas.microsoft.com/office/drawing/2014/main" id="{627CCBEC-A3BC-009C-AFAC-DDBD0E15D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" y="7551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Oval 59">
              <a:extLst>
                <a:ext uri="{FF2B5EF4-FFF2-40B4-BE49-F238E27FC236}">
                  <a16:creationId xmlns:a16="http://schemas.microsoft.com/office/drawing/2014/main" id="{217D8CF2-3043-F58D-63C9-6CDAC4F60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7" y="352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Oval 58">
              <a:extLst>
                <a:ext uri="{FF2B5EF4-FFF2-40B4-BE49-F238E27FC236}">
                  <a16:creationId xmlns:a16="http://schemas.microsoft.com/office/drawing/2014/main" id="{B3BBD91F-B107-0000-C07E-89848A9AC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" y="4807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Oval 57">
              <a:extLst>
                <a:ext uri="{FF2B5EF4-FFF2-40B4-BE49-F238E27FC236}">
                  <a16:creationId xmlns:a16="http://schemas.microsoft.com/office/drawing/2014/main" id="{CF96F4E9-9663-07B1-3913-C3606CDCF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3" y="712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Oval 56">
              <a:extLst>
                <a:ext uri="{FF2B5EF4-FFF2-40B4-BE49-F238E27FC236}">
                  <a16:creationId xmlns:a16="http://schemas.microsoft.com/office/drawing/2014/main" id="{D268A73E-F27D-7B01-7B56-8550A2973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3" y="7122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Oval 55">
              <a:extLst>
                <a:ext uri="{FF2B5EF4-FFF2-40B4-BE49-F238E27FC236}">
                  <a16:creationId xmlns:a16="http://schemas.microsoft.com/office/drawing/2014/main" id="{31596912-69F7-5820-3EC6-EC420F280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8" y="6138"/>
              <a:ext cx="220" cy="222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Oval 54">
              <a:extLst>
                <a:ext uri="{FF2B5EF4-FFF2-40B4-BE49-F238E27FC236}">
                  <a16:creationId xmlns:a16="http://schemas.microsoft.com/office/drawing/2014/main" id="{91B600BD-B3A4-2F34-6197-16508D9BA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4" y="613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Oval 53">
              <a:extLst>
                <a:ext uri="{FF2B5EF4-FFF2-40B4-BE49-F238E27FC236}">
                  <a16:creationId xmlns:a16="http://schemas.microsoft.com/office/drawing/2014/main" id="{62B86858-7A98-94DA-6E79-5CED1E828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7" y="4248"/>
              <a:ext cx="221" cy="222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Oval 52">
              <a:extLst>
                <a:ext uri="{FF2B5EF4-FFF2-40B4-BE49-F238E27FC236}">
                  <a16:creationId xmlns:a16="http://schemas.microsoft.com/office/drawing/2014/main" id="{0BFBCB1E-8717-FC5A-44E6-D5838876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" y="480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Oval 51">
              <a:extLst>
                <a:ext uri="{FF2B5EF4-FFF2-40B4-BE49-F238E27FC236}">
                  <a16:creationId xmlns:a16="http://schemas.microsoft.com/office/drawing/2014/main" id="{90EBBFC4-01DB-29E6-82F6-58815EE28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348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Oval 50">
              <a:extLst>
                <a:ext uri="{FF2B5EF4-FFF2-40B4-BE49-F238E27FC236}">
                  <a16:creationId xmlns:a16="http://schemas.microsoft.com/office/drawing/2014/main" id="{6ED53586-8810-9ABB-2B91-C2DA997D1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" y="346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Oval 49">
              <a:extLst>
                <a:ext uri="{FF2B5EF4-FFF2-40B4-BE49-F238E27FC236}">
                  <a16:creationId xmlns:a16="http://schemas.microsoft.com/office/drawing/2014/main" id="{6451D7EA-10DB-44A2-9875-166BC537F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0" y="7555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Oval 48">
              <a:extLst>
                <a:ext uri="{FF2B5EF4-FFF2-40B4-BE49-F238E27FC236}">
                  <a16:creationId xmlns:a16="http://schemas.microsoft.com/office/drawing/2014/main" id="{FFDA066D-AE98-E746-A751-D93445C9B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9" y="755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4" name="Oval 47">
              <a:extLst>
                <a:ext uri="{FF2B5EF4-FFF2-40B4-BE49-F238E27FC236}">
                  <a16:creationId xmlns:a16="http://schemas.microsoft.com/office/drawing/2014/main" id="{65736E68-1FCF-B6CC-F815-D0FF18F77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2" y="6707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5" name="Oval 46">
              <a:extLst>
                <a:ext uri="{FF2B5EF4-FFF2-40B4-BE49-F238E27FC236}">
                  <a16:creationId xmlns:a16="http://schemas.microsoft.com/office/drawing/2014/main" id="{70EC0EDF-F5E8-4DBB-C393-DF8D69112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" y="6707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6" name="Oval 45">
              <a:extLst>
                <a:ext uri="{FF2B5EF4-FFF2-40B4-BE49-F238E27FC236}">
                  <a16:creationId xmlns:a16="http://schemas.microsoft.com/office/drawing/2014/main" id="{66D8795F-3A1C-4027-3A88-E6BA1CC8F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" y="586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7" name="Oval 44">
              <a:extLst>
                <a:ext uri="{FF2B5EF4-FFF2-40B4-BE49-F238E27FC236}">
                  <a16:creationId xmlns:a16="http://schemas.microsoft.com/office/drawing/2014/main" id="{9F47174D-D00A-DBDC-AE77-2FBED303F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" y="4807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8" name="Oval 43">
              <a:extLst>
                <a:ext uri="{FF2B5EF4-FFF2-40B4-BE49-F238E27FC236}">
                  <a16:creationId xmlns:a16="http://schemas.microsoft.com/office/drawing/2014/main" id="{5461D64E-5A0A-F094-1036-330C5F556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2" y="477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Oval 42">
              <a:extLst>
                <a:ext uri="{FF2B5EF4-FFF2-40B4-BE49-F238E27FC236}">
                  <a16:creationId xmlns:a16="http://schemas.microsoft.com/office/drawing/2014/main" id="{46B22010-44F0-6429-E3EF-35873A9DB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8" y="4026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Oval 41">
              <a:extLst>
                <a:ext uri="{FF2B5EF4-FFF2-40B4-BE49-F238E27FC236}">
                  <a16:creationId xmlns:a16="http://schemas.microsoft.com/office/drawing/2014/main" id="{2A7519F5-93FA-837E-55BE-4327BDA1C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0" y="4026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Oval 40">
              <a:extLst>
                <a:ext uri="{FF2B5EF4-FFF2-40B4-BE49-F238E27FC236}">
                  <a16:creationId xmlns:a16="http://schemas.microsoft.com/office/drawing/2014/main" id="{167D4C98-BBAC-4982-F638-03B09274B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8" y="3419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3832" name="AutoShape 39">
              <a:extLst>
                <a:ext uri="{FF2B5EF4-FFF2-40B4-BE49-F238E27FC236}">
                  <a16:creationId xmlns:a16="http://schemas.microsoft.com/office/drawing/2014/main" id="{C157A112-2853-B88F-DEC4-68BAF98252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1" y="3579"/>
              <a:ext cx="1226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3" name="AutoShape 38">
              <a:extLst>
                <a:ext uri="{FF2B5EF4-FFF2-40B4-BE49-F238E27FC236}">
                  <a16:creationId xmlns:a16="http://schemas.microsoft.com/office/drawing/2014/main" id="{45E8F359-E3F9-5C6B-809B-FF2D22C6A5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1" y="3690"/>
              <a:ext cx="1" cy="10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4" name="AutoShape 37">
              <a:extLst>
                <a:ext uri="{FF2B5EF4-FFF2-40B4-BE49-F238E27FC236}">
                  <a16:creationId xmlns:a16="http://schemas.microsoft.com/office/drawing/2014/main" id="{5D38F918-C202-43C4-91FA-7FD99969F2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1" y="4813"/>
              <a:ext cx="1211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5" name="AutoShape 36">
              <a:extLst>
                <a:ext uri="{FF2B5EF4-FFF2-40B4-BE49-F238E27FC236}">
                  <a16:creationId xmlns:a16="http://schemas.microsoft.com/office/drawing/2014/main" id="{9F167EB4-99DE-B925-D652-47353C0348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73" y="3705"/>
              <a:ext cx="15" cy="10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6" name="AutoShape 35">
              <a:extLst>
                <a:ext uri="{FF2B5EF4-FFF2-40B4-BE49-F238E27FC236}">
                  <a16:creationId xmlns:a16="http://schemas.microsoft.com/office/drawing/2014/main" id="{08FBE115-E490-B1F9-DCAA-19FFE0FFA1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24" y="3672"/>
              <a:ext cx="585" cy="3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7" name="AutoShape 34">
              <a:extLst>
                <a:ext uri="{FF2B5EF4-FFF2-40B4-BE49-F238E27FC236}">
                  <a16:creationId xmlns:a16="http://schemas.microsoft.com/office/drawing/2014/main" id="{C68AAC30-95E7-0A3A-0A44-BE421CB8A4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19" y="3657"/>
              <a:ext cx="548" cy="4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8" name="AutoShape 33">
              <a:extLst>
                <a:ext uri="{FF2B5EF4-FFF2-40B4-BE49-F238E27FC236}">
                  <a16:creationId xmlns:a16="http://schemas.microsoft.com/office/drawing/2014/main" id="{6B211DF9-ECB5-DB44-13E2-E185B5226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24" y="4215"/>
              <a:ext cx="570" cy="5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39" name="AutoShape 32">
              <a:extLst>
                <a:ext uri="{FF2B5EF4-FFF2-40B4-BE49-F238E27FC236}">
                  <a16:creationId xmlns:a16="http://schemas.microsoft.com/office/drawing/2014/main" id="{435AC697-8F64-464B-0225-C67196F845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19" y="4215"/>
              <a:ext cx="548" cy="5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0" name="AutoShape 31">
              <a:extLst>
                <a:ext uri="{FF2B5EF4-FFF2-40B4-BE49-F238E27FC236}">
                  <a16:creationId xmlns:a16="http://schemas.microsoft.com/office/drawing/2014/main" id="{F4132596-AA50-4CEB-7E4C-80771A9871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24" y="6051"/>
              <a:ext cx="574" cy="7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1" name="AutoShape 30">
              <a:extLst>
                <a:ext uri="{FF2B5EF4-FFF2-40B4-BE49-F238E27FC236}">
                  <a16:creationId xmlns:a16="http://schemas.microsoft.com/office/drawing/2014/main" id="{D7D40068-B750-369D-AC82-391969918A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55" y="6051"/>
              <a:ext cx="645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2" name="AutoShape 29">
              <a:extLst>
                <a:ext uri="{FF2B5EF4-FFF2-40B4-BE49-F238E27FC236}">
                  <a16:creationId xmlns:a16="http://schemas.microsoft.com/office/drawing/2014/main" id="{195BCFFB-1BE7-8D68-A462-431AB8A778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24" y="6925"/>
              <a:ext cx="222" cy="6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3" name="AutoShape 28">
              <a:extLst>
                <a:ext uri="{FF2B5EF4-FFF2-40B4-BE49-F238E27FC236}">
                  <a16:creationId xmlns:a16="http://schemas.microsoft.com/office/drawing/2014/main" id="{A43AF3F4-4BED-A9A4-31B2-E10574E329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3" y="6929"/>
              <a:ext cx="296" cy="6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4" name="AutoShape 27">
              <a:extLst>
                <a:ext uri="{FF2B5EF4-FFF2-40B4-BE49-F238E27FC236}">
                  <a16:creationId xmlns:a16="http://schemas.microsoft.com/office/drawing/2014/main" id="{465F85D8-D64E-B382-0586-A425EF258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056" y="7662"/>
              <a:ext cx="716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5" name="AutoShape 26">
              <a:extLst>
                <a:ext uri="{FF2B5EF4-FFF2-40B4-BE49-F238E27FC236}">
                  <a16:creationId xmlns:a16="http://schemas.microsoft.com/office/drawing/2014/main" id="{4A02990A-9501-10E4-FCB8-E92705674A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756" y="6818"/>
              <a:ext cx="1312" cy="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6" name="AutoShape 25">
              <a:extLst>
                <a:ext uri="{FF2B5EF4-FFF2-40B4-BE49-F238E27FC236}">
                  <a16:creationId xmlns:a16="http://schemas.microsoft.com/office/drawing/2014/main" id="{024D1B27-319F-6083-A5DD-BE60C52F9E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24" y="6084"/>
              <a:ext cx="353" cy="15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7" name="AutoShape 24">
              <a:extLst>
                <a:ext uri="{FF2B5EF4-FFF2-40B4-BE49-F238E27FC236}">
                  <a16:creationId xmlns:a16="http://schemas.microsoft.com/office/drawing/2014/main" id="{D93B4440-8B88-49C9-ADF1-651E882B80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77" y="6084"/>
              <a:ext cx="428" cy="1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8" name="AutoShape 23">
              <a:extLst>
                <a:ext uri="{FF2B5EF4-FFF2-40B4-BE49-F238E27FC236}">
                  <a16:creationId xmlns:a16="http://schemas.microsoft.com/office/drawing/2014/main" id="{1D990D4E-C2BE-B98B-C156-735F516DE1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338" y="3717"/>
              <a:ext cx="521" cy="10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9" name="AutoShape 22">
              <a:extLst>
                <a:ext uri="{FF2B5EF4-FFF2-40B4-BE49-F238E27FC236}">
                  <a16:creationId xmlns:a16="http://schemas.microsoft.com/office/drawing/2014/main" id="{030A61EB-255C-8395-B0F4-B11084568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16" y="3717"/>
              <a:ext cx="552" cy="10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0" name="AutoShape 21">
              <a:extLst>
                <a:ext uri="{FF2B5EF4-FFF2-40B4-BE49-F238E27FC236}">
                  <a16:creationId xmlns:a16="http://schemas.microsoft.com/office/drawing/2014/main" id="{1A066FA4-2624-81A9-D2EC-40237E6C6E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38" y="3750"/>
              <a:ext cx="1" cy="4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1" name="AutoShape 20">
              <a:extLst>
                <a:ext uri="{FF2B5EF4-FFF2-40B4-BE49-F238E27FC236}">
                  <a16:creationId xmlns:a16="http://schemas.microsoft.com/office/drawing/2014/main" id="{E3269CD4-484D-BD14-B156-EA68538571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49" y="4918"/>
              <a:ext cx="100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2" name="AutoShape 19">
              <a:extLst>
                <a:ext uri="{FF2B5EF4-FFF2-40B4-BE49-F238E27FC236}">
                  <a16:creationId xmlns:a16="http://schemas.microsoft.com/office/drawing/2014/main" id="{1EEEF866-B4E3-B9DE-70B4-686A154BC7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16" y="4437"/>
              <a:ext cx="473" cy="4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3" name="AutoShape 18">
              <a:extLst>
                <a:ext uri="{FF2B5EF4-FFF2-40B4-BE49-F238E27FC236}">
                  <a16:creationId xmlns:a16="http://schemas.microsoft.com/office/drawing/2014/main" id="{8D119032-7D36-5080-F81B-FB9FCF4BD7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416" y="4437"/>
              <a:ext cx="443" cy="4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4" name="AutoShape 17">
              <a:extLst>
                <a:ext uri="{FF2B5EF4-FFF2-40B4-BE49-F238E27FC236}">
                  <a16:creationId xmlns:a16="http://schemas.microsoft.com/office/drawing/2014/main" id="{94BFF4CC-114D-9E81-43E9-A8C9A33021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85" y="6249"/>
              <a:ext cx="89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5" name="AutoShape 16">
              <a:extLst>
                <a:ext uri="{FF2B5EF4-FFF2-40B4-BE49-F238E27FC236}">
                  <a16:creationId xmlns:a16="http://schemas.microsoft.com/office/drawing/2014/main" id="{64140181-08D4-A1E5-2EE3-C7171A888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74" y="6360"/>
              <a:ext cx="1" cy="7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6" name="AutoShape 15">
              <a:extLst>
                <a:ext uri="{FF2B5EF4-FFF2-40B4-BE49-F238E27FC236}">
                  <a16:creationId xmlns:a16="http://schemas.microsoft.com/office/drawing/2014/main" id="{D9BAEED7-C926-4957-B07B-EC21258232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85" y="7233"/>
              <a:ext cx="91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7" name="AutoShape 14">
              <a:extLst>
                <a:ext uri="{FF2B5EF4-FFF2-40B4-BE49-F238E27FC236}">
                  <a16:creationId xmlns:a16="http://schemas.microsoft.com/office/drawing/2014/main" id="{90BD475A-9ACA-9C1E-758F-0F88ED5CBD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88" y="6360"/>
              <a:ext cx="25" cy="7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8" name="AutoShape 13">
              <a:extLst>
                <a:ext uri="{FF2B5EF4-FFF2-40B4-BE49-F238E27FC236}">
                  <a16:creationId xmlns:a16="http://schemas.microsoft.com/office/drawing/2014/main" id="{58C92238-FEE8-BB03-C469-901292AE27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3" y="6327"/>
              <a:ext cx="982" cy="8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59" name="AutoShape 12">
              <a:extLst>
                <a:ext uri="{FF2B5EF4-FFF2-40B4-BE49-F238E27FC236}">
                  <a16:creationId xmlns:a16="http://schemas.microsoft.com/office/drawing/2014/main" id="{53F05E08-AE3E-5316-6A94-4672860F03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652" y="6327"/>
              <a:ext cx="958" cy="8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0" name="AutoShape 11">
              <a:extLst>
                <a:ext uri="{FF2B5EF4-FFF2-40B4-BE49-F238E27FC236}">
                  <a16:creationId xmlns:a16="http://schemas.microsoft.com/office/drawing/2014/main" id="{E8537E9D-DE79-4101-876D-1CCFCC9754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40" y="4137"/>
              <a:ext cx="121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1" name="AutoShape 10">
              <a:extLst>
                <a:ext uri="{FF2B5EF4-FFF2-40B4-BE49-F238E27FC236}">
                  <a16:creationId xmlns:a16="http://schemas.microsoft.com/office/drawing/2014/main" id="{F61EF5EB-F751-4212-795B-5F5E46CF1B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61" y="4215"/>
              <a:ext cx="1029" cy="5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2" name="AutoShape 9">
              <a:extLst>
                <a:ext uri="{FF2B5EF4-FFF2-40B4-BE49-F238E27FC236}">
                  <a16:creationId xmlns:a16="http://schemas.microsoft.com/office/drawing/2014/main" id="{5FC3C3F4-D625-9246-F4B3-62430BDF24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61" y="3641"/>
              <a:ext cx="357" cy="11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3" name="AutoShape 8">
              <a:extLst>
                <a:ext uri="{FF2B5EF4-FFF2-40B4-BE49-F238E27FC236}">
                  <a16:creationId xmlns:a16="http://schemas.microsoft.com/office/drawing/2014/main" id="{2465F98E-1320-805D-9FEC-D11145D8B2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18" y="3641"/>
              <a:ext cx="437" cy="1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4" name="AutoShape 7">
              <a:extLst>
                <a:ext uri="{FF2B5EF4-FFF2-40B4-BE49-F238E27FC236}">
                  <a16:creationId xmlns:a16="http://schemas.microsoft.com/office/drawing/2014/main" id="{BEEB9827-FEA3-16B3-A49E-17E77A7DE9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08" y="4215"/>
              <a:ext cx="1015" cy="7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5" name="AutoShape 6">
              <a:extLst>
                <a:ext uri="{FF2B5EF4-FFF2-40B4-BE49-F238E27FC236}">
                  <a16:creationId xmlns:a16="http://schemas.microsoft.com/office/drawing/2014/main" id="{AC89CBB9-F4BD-35C5-DDD7-4BF2EBF465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066" y="6051"/>
              <a:ext cx="478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6" name="AutoShape 5">
              <a:extLst>
                <a:ext uri="{FF2B5EF4-FFF2-40B4-BE49-F238E27FC236}">
                  <a16:creationId xmlns:a16="http://schemas.microsoft.com/office/drawing/2014/main" id="{F123D5FE-E993-8C69-E19B-07461D0F6D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00" y="6051"/>
              <a:ext cx="494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7" name="AutoShape 4">
              <a:extLst>
                <a:ext uri="{FF2B5EF4-FFF2-40B4-BE49-F238E27FC236}">
                  <a16:creationId xmlns:a16="http://schemas.microsoft.com/office/drawing/2014/main" id="{F0DE0E63-BB63-6157-442A-F3B96043A7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047" y="6929"/>
              <a:ext cx="225" cy="6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8" name="AutoShape 3">
              <a:extLst>
                <a:ext uri="{FF2B5EF4-FFF2-40B4-BE49-F238E27FC236}">
                  <a16:creationId xmlns:a16="http://schemas.microsoft.com/office/drawing/2014/main" id="{F625F9B3-5D20-41E0-62A0-3775A55464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88" y="6929"/>
              <a:ext cx="182" cy="6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69" name="AutoShape 2">
              <a:extLst>
                <a:ext uri="{FF2B5EF4-FFF2-40B4-BE49-F238E27FC236}">
                  <a16:creationId xmlns:a16="http://schemas.microsoft.com/office/drawing/2014/main" id="{83506432-CB9D-9459-63DA-BAD484CA37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80" y="7666"/>
              <a:ext cx="5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1DB3CBDD-834F-53E7-E3D7-18BDAF745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4818" name="内容占位符 2">
            <a:extLst>
              <a:ext uri="{FF2B5EF4-FFF2-40B4-BE49-F238E27FC236}">
                <a16:creationId xmlns:a16="http://schemas.microsoft.com/office/drawing/2014/main" id="{8B785378-499D-F5B6-2D1F-CF7732269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2044700"/>
            <a:ext cx="8675687" cy="4813300"/>
          </a:xfrm>
        </p:spPr>
        <p:txBody>
          <a:bodyPr/>
          <a:lstStyle/>
          <a:p>
            <a:pPr>
              <a:buClr>
                <a:srgbClr val="3333CC"/>
              </a:buClr>
            </a:pPr>
            <a:r>
              <a:rPr lang="en-US" altLang="zh-CN" sz="3600">
                <a:solidFill>
                  <a:srgbClr val="000000"/>
                </a:solidFill>
              </a:rPr>
              <a:t> G</a:t>
            </a:r>
            <a:r>
              <a:rPr lang="en-US" altLang="zh-CN" sz="3600" baseline="-25000">
                <a:solidFill>
                  <a:srgbClr val="000000"/>
                </a:solidFill>
              </a:rPr>
              <a:t>1</a:t>
            </a:r>
            <a:r>
              <a:rPr lang="zh-CN" altLang="zh-CN" sz="3600">
                <a:solidFill>
                  <a:srgbClr val="000000"/>
                </a:solidFill>
              </a:rPr>
              <a:t>≌</a:t>
            </a:r>
            <a:r>
              <a:rPr lang="en-US" altLang="zh-CN" sz="3600">
                <a:solidFill>
                  <a:srgbClr val="000000"/>
                </a:solidFill>
              </a:rPr>
              <a:t>G</a:t>
            </a:r>
            <a:r>
              <a:rPr lang="en-US" altLang="zh-CN" sz="3600" baseline="-25000">
                <a:solidFill>
                  <a:srgbClr val="000000"/>
                </a:solidFill>
              </a:rPr>
              <a:t>2</a:t>
            </a:r>
            <a:r>
              <a:rPr lang="zh-CN" altLang="zh-CN" sz="3600">
                <a:solidFill>
                  <a:srgbClr val="000000"/>
                </a:solidFill>
              </a:rPr>
              <a:t>≌</a:t>
            </a:r>
            <a:r>
              <a:rPr lang="en-US" altLang="zh-CN" sz="3600">
                <a:solidFill>
                  <a:srgbClr val="000000"/>
                </a:solidFill>
              </a:rPr>
              <a:t>G</a:t>
            </a:r>
            <a:r>
              <a:rPr lang="en-US" altLang="zh-CN" sz="3600" baseline="-25000">
                <a:solidFill>
                  <a:srgbClr val="000000"/>
                </a:solidFill>
              </a:rPr>
              <a:t>3</a:t>
            </a:r>
            <a:endParaRPr lang="zh-CN" altLang="en-US">
              <a:solidFill>
                <a:srgbClr val="000000"/>
              </a:solidFill>
            </a:endParaRPr>
          </a:p>
          <a:p>
            <a:pPr>
              <a:buClr>
                <a:srgbClr val="3333CC"/>
              </a:buClr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4819" name="Rectangle 51">
            <a:extLst>
              <a:ext uri="{FF2B5EF4-FFF2-40B4-BE49-F238E27FC236}">
                <a16:creationId xmlns:a16="http://schemas.microsoft.com/office/drawing/2014/main" id="{EFEF7261-3DC4-6A63-4874-1D2C2CE26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4820" name="Group 1">
            <a:extLst>
              <a:ext uri="{FF2B5EF4-FFF2-40B4-BE49-F238E27FC236}">
                <a16:creationId xmlns:a16="http://schemas.microsoft.com/office/drawing/2014/main" id="{4ACEBBB2-DE79-59DE-D841-CF5EA2F87F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58900" y="3189288"/>
            <a:ext cx="7245350" cy="3119437"/>
            <a:chOff x="2306" y="9130"/>
            <a:chExt cx="7507" cy="3232"/>
          </a:xfrm>
        </p:grpSpPr>
        <p:sp>
          <p:nvSpPr>
            <p:cNvPr id="34821" name="AutoShape 50">
              <a:extLst>
                <a:ext uri="{FF2B5EF4-FFF2-40B4-BE49-F238E27FC236}">
                  <a16:creationId xmlns:a16="http://schemas.microsoft.com/office/drawing/2014/main" id="{57741ABC-B6B1-66C0-887B-53B5D8C06D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06" y="9130"/>
              <a:ext cx="7507" cy="3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2" name="Text Box 49">
              <a:extLst>
                <a:ext uri="{FF2B5EF4-FFF2-40B4-BE49-F238E27FC236}">
                  <a16:creationId xmlns:a16="http://schemas.microsoft.com/office/drawing/2014/main" id="{48260DD7-8809-E54A-3FB5-FD6B402B1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1" y="1170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34823" name="Text Box 48">
              <a:extLst>
                <a:ext uri="{FF2B5EF4-FFF2-40B4-BE49-F238E27FC236}">
                  <a16:creationId xmlns:a16="http://schemas.microsoft.com/office/drawing/2014/main" id="{DF574B17-BB71-09E6-EA03-AEF199730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5" y="1170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34824" name="Text Box 47">
              <a:extLst>
                <a:ext uri="{FF2B5EF4-FFF2-40B4-BE49-F238E27FC236}">
                  <a16:creationId xmlns:a16="http://schemas.microsoft.com/office/drawing/2014/main" id="{1A25E1CF-6FA3-1A63-5DDC-0B6BF8F7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" y="1168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3200">
                  <a:latin typeface="Times New Roman" panose="02020603050405020304" pitchFamily="18" charset="0"/>
                </a:rPr>
                <a:t>G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34825" name="Oval 46">
              <a:extLst>
                <a:ext uri="{FF2B5EF4-FFF2-40B4-BE49-F238E27FC236}">
                  <a16:creationId xmlns:a16="http://schemas.microsoft.com/office/drawing/2014/main" id="{D5A72C6D-1C08-CA4F-3BF0-C2997EF53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9138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Oval 45">
              <a:extLst>
                <a:ext uri="{FF2B5EF4-FFF2-40B4-BE49-F238E27FC236}">
                  <a16:creationId xmlns:a16="http://schemas.microsoft.com/office/drawing/2014/main" id="{9FC38E26-6047-997A-9433-2F9483B2D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" y="1117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7" name="Oval 44">
              <a:extLst>
                <a:ext uri="{FF2B5EF4-FFF2-40B4-BE49-F238E27FC236}">
                  <a16:creationId xmlns:a16="http://schemas.microsoft.com/office/drawing/2014/main" id="{427C469F-93F8-4723-144D-F9668628A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3" y="1117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Oval 43">
              <a:extLst>
                <a:ext uri="{FF2B5EF4-FFF2-40B4-BE49-F238E27FC236}">
                  <a16:creationId xmlns:a16="http://schemas.microsoft.com/office/drawing/2014/main" id="{ADD7C957-DA8A-8D1E-9C61-F5D1CE4A6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1117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Oval 42">
              <a:extLst>
                <a:ext uri="{FF2B5EF4-FFF2-40B4-BE49-F238E27FC236}">
                  <a16:creationId xmlns:a16="http://schemas.microsoft.com/office/drawing/2014/main" id="{38E18DA6-2556-1C5E-FEED-91643172A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9474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Oval 41">
              <a:extLst>
                <a:ext uri="{FF2B5EF4-FFF2-40B4-BE49-F238E27FC236}">
                  <a16:creationId xmlns:a16="http://schemas.microsoft.com/office/drawing/2014/main" id="{2C184E4F-185F-0ECA-0179-0B3513038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3" y="9474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Oval 40">
              <a:extLst>
                <a:ext uri="{FF2B5EF4-FFF2-40B4-BE49-F238E27FC236}">
                  <a16:creationId xmlns:a16="http://schemas.microsoft.com/office/drawing/2014/main" id="{705D9499-00BF-146D-EAD3-C564A9F50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" y="9474"/>
              <a:ext cx="221" cy="222"/>
            </a:xfrm>
            <a:prstGeom prst="ellipse">
              <a:avLst/>
            </a:prstGeom>
            <a:solidFill>
              <a:srgbClr val="CC0066"/>
            </a:solidFill>
            <a:ln w="9525">
              <a:solidFill>
                <a:srgbClr val="CC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Oval 39">
              <a:extLst>
                <a:ext uri="{FF2B5EF4-FFF2-40B4-BE49-F238E27FC236}">
                  <a16:creationId xmlns:a16="http://schemas.microsoft.com/office/drawing/2014/main" id="{6B8F6EC2-1486-320E-3DE7-E1FDBC47F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7" y="9948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Oval 38">
              <a:extLst>
                <a:ext uri="{FF2B5EF4-FFF2-40B4-BE49-F238E27FC236}">
                  <a16:creationId xmlns:a16="http://schemas.microsoft.com/office/drawing/2014/main" id="{9A32557B-0CCA-63F7-DF63-82A88B6E6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" y="10608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Oval 37">
              <a:extLst>
                <a:ext uri="{FF2B5EF4-FFF2-40B4-BE49-F238E27FC236}">
                  <a16:creationId xmlns:a16="http://schemas.microsoft.com/office/drawing/2014/main" id="{DFF70CF8-17CC-2871-E07A-E6C5E92BB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4" y="1117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Oval 36">
              <a:extLst>
                <a:ext uri="{FF2B5EF4-FFF2-40B4-BE49-F238E27FC236}">
                  <a16:creationId xmlns:a16="http://schemas.microsoft.com/office/drawing/2014/main" id="{04C3593F-7179-E633-22F8-4E85C311C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" y="1117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Oval 35">
              <a:extLst>
                <a:ext uri="{FF2B5EF4-FFF2-40B4-BE49-F238E27FC236}">
                  <a16:creationId xmlns:a16="http://schemas.microsoft.com/office/drawing/2014/main" id="{09AF77EF-19FF-8B83-C26F-2287EA4D7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8" y="9138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Oval 34">
              <a:extLst>
                <a:ext uri="{FF2B5EF4-FFF2-40B4-BE49-F238E27FC236}">
                  <a16:creationId xmlns:a16="http://schemas.microsoft.com/office/drawing/2014/main" id="{8EE6C59E-4DD0-A0D3-3FCB-C0E76249A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002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Oval 33">
              <a:extLst>
                <a:ext uri="{FF2B5EF4-FFF2-40B4-BE49-F238E27FC236}">
                  <a16:creationId xmlns:a16="http://schemas.microsoft.com/office/drawing/2014/main" id="{7E27E233-791A-45D5-C189-5E98804A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0878"/>
              <a:ext cx="221" cy="222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rgbClr val="33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Oval 32">
              <a:extLst>
                <a:ext uri="{FF2B5EF4-FFF2-40B4-BE49-F238E27FC236}">
                  <a16:creationId xmlns:a16="http://schemas.microsoft.com/office/drawing/2014/main" id="{E14E8510-0BC8-276C-EEC0-4EA7B2C3D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1005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Oval 31">
              <a:extLst>
                <a:ext uri="{FF2B5EF4-FFF2-40B4-BE49-F238E27FC236}">
                  <a16:creationId xmlns:a16="http://schemas.microsoft.com/office/drawing/2014/main" id="{C5EA5869-A202-902E-8DCE-60322BF4F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7" y="10893"/>
              <a:ext cx="221" cy="222"/>
            </a:xfrm>
            <a:prstGeom prst="ellipse">
              <a:avLst/>
            </a:prstGeom>
            <a:solidFill>
              <a:srgbClr val="CC0066"/>
            </a:solidFill>
            <a:ln w="9525">
              <a:solidFill>
                <a:srgbClr val="CC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Oval 30">
              <a:extLst>
                <a:ext uri="{FF2B5EF4-FFF2-40B4-BE49-F238E27FC236}">
                  <a16:creationId xmlns:a16="http://schemas.microsoft.com/office/drawing/2014/main" id="{C7E41BA0-8E15-FD85-3EA2-F0BE4D630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1158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842" name="AutoShape 29">
              <a:extLst>
                <a:ext uri="{FF2B5EF4-FFF2-40B4-BE49-F238E27FC236}">
                  <a16:creationId xmlns:a16="http://schemas.microsoft.com/office/drawing/2014/main" id="{ADA20551-93AF-CA7D-AF78-22755A06FC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0" y="9696"/>
              <a:ext cx="1" cy="1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3" name="AutoShape 28">
              <a:extLst>
                <a:ext uri="{FF2B5EF4-FFF2-40B4-BE49-F238E27FC236}">
                  <a16:creationId xmlns:a16="http://schemas.microsoft.com/office/drawing/2014/main" id="{5203317C-414C-9C42-3423-F76C15A157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0" y="9696"/>
              <a:ext cx="1104" cy="1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4" name="AutoShape 27">
              <a:extLst>
                <a:ext uri="{FF2B5EF4-FFF2-40B4-BE49-F238E27FC236}">
                  <a16:creationId xmlns:a16="http://schemas.microsoft.com/office/drawing/2014/main" id="{D6BB7F47-B969-86EA-32CF-3FE9C1D6D0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0" y="9696"/>
              <a:ext cx="2054" cy="1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5" name="AutoShape 26">
              <a:extLst>
                <a:ext uri="{FF2B5EF4-FFF2-40B4-BE49-F238E27FC236}">
                  <a16:creationId xmlns:a16="http://schemas.microsoft.com/office/drawing/2014/main" id="{69EFC82F-0BB6-4C8C-F430-D30BC1D1AD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40" y="9663"/>
              <a:ext cx="1025" cy="1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6" name="AutoShape 25">
              <a:extLst>
                <a:ext uri="{FF2B5EF4-FFF2-40B4-BE49-F238E27FC236}">
                  <a16:creationId xmlns:a16="http://schemas.microsoft.com/office/drawing/2014/main" id="{593F5E3C-E022-C842-1B4F-D22ABE7FC3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5" y="9663"/>
              <a:ext cx="79" cy="1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7" name="AutoShape 24">
              <a:extLst>
                <a:ext uri="{FF2B5EF4-FFF2-40B4-BE49-F238E27FC236}">
                  <a16:creationId xmlns:a16="http://schemas.microsoft.com/office/drawing/2014/main" id="{B05C153B-5BD0-74CB-F4EC-F2AA1C7DA9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5" y="9663"/>
              <a:ext cx="1029" cy="1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8" name="AutoShape 23">
              <a:extLst>
                <a:ext uri="{FF2B5EF4-FFF2-40B4-BE49-F238E27FC236}">
                  <a16:creationId xmlns:a16="http://schemas.microsoft.com/office/drawing/2014/main" id="{54732B6C-31D6-8E6E-DB49-EB0ABAEF04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40" y="9663"/>
              <a:ext cx="1975" cy="1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9" name="AutoShape 22">
              <a:extLst>
                <a:ext uri="{FF2B5EF4-FFF2-40B4-BE49-F238E27FC236}">
                  <a16:creationId xmlns:a16="http://schemas.microsoft.com/office/drawing/2014/main" id="{BD12B378-12BC-C5FA-DB5E-DC2146E94A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044" y="9663"/>
              <a:ext cx="871" cy="1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0" name="AutoShape 21">
              <a:extLst>
                <a:ext uri="{FF2B5EF4-FFF2-40B4-BE49-F238E27FC236}">
                  <a16:creationId xmlns:a16="http://schemas.microsoft.com/office/drawing/2014/main" id="{0A7EC030-AFFA-E9F8-803A-0EC0041CC4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15" y="9663"/>
              <a:ext cx="79" cy="15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1" name="AutoShape 20">
              <a:extLst>
                <a:ext uri="{FF2B5EF4-FFF2-40B4-BE49-F238E27FC236}">
                  <a16:creationId xmlns:a16="http://schemas.microsoft.com/office/drawing/2014/main" id="{42B3EDFB-2C6D-106B-B313-F44C061456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03" y="9327"/>
              <a:ext cx="443" cy="7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2" name="AutoShape 19">
              <a:extLst>
                <a:ext uri="{FF2B5EF4-FFF2-40B4-BE49-F238E27FC236}">
                  <a16:creationId xmlns:a16="http://schemas.microsoft.com/office/drawing/2014/main" id="{EC80691A-CC45-25AC-39DA-C6688B2C01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5" y="10248"/>
              <a:ext cx="1" cy="6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3" name="AutoShape 18">
              <a:extLst>
                <a:ext uri="{FF2B5EF4-FFF2-40B4-BE49-F238E27FC236}">
                  <a16:creationId xmlns:a16="http://schemas.microsoft.com/office/drawing/2014/main" id="{9C7F472A-53B7-BB8B-039A-C53309EF87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03" y="9327"/>
              <a:ext cx="559" cy="7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4" name="AutoShape 17">
              <a:extLst>
                <a:ext uri="{FF2B5EF4-FFF2-40B4-BE49-F238E27FC236}">
                  <a16:creationId xmlns:a16="http://schemas.microsoft.com/office/drawing/2014/main" id="{C489525B-5205-FD55-2BF6-E9B6E663EE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28" y="10275"/>
              <a:ext cx="34" cy="6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5" name="AutoShape 16">
              <a:extLst>
                <a:ext uri="{FF2B5EF4-FFF2-40B4-BE49-F238E27FC236}">
                  <a16:creationId xmlns:a16="http://schemas.microsoft.com/office/drawing/2014/main" id="{DF916421-8128-D185-200E-408728AC1E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5" y="11100"/>
              <a:ext cx="485" cy="5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6" name="AutoShape 15">
              <a:extLst>
                <a:ext uri="{FF2B5EF4-FFF2-40B4-BE49-F238E27FC236}">
                  <a16:creationId xmlns:a16="http://schemas.microsoft.com/office/drawing/2014/main" id="{C0DE9D58-D164-3258-D471-ED5CFBBF13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31" y="11082"/>
              <a:ext cx="418" cy="6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7" name="AutoShape 14">
              <a:extLst>
                <a:ext uri="{FF2B5EF4-FFF2-40B4-BE49-F238E27FC236}">
                  <a16:creationId xmlns:a16="http://schemas.microsoft.com/office/drawing/2014/main" id="{AC122C13-E193-591A-E7B4-4F0035A2CF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21" y="9360"/>
              <a:ext cx="4" cy="22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8" name="AutoShape 13">
              <a:extLst>
                <a:ext uri="{FF2B5EF4-FFF2-40B4-BE49-F238E27FC236}">
                  <a16:creationId xmlns:a16="http://schemas.microsoft.com/office/drawing/2014/main" id="{44513E99-482D-8E9E-E804-89B622ABEA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03" y="10215"/>
              <a:ext cx="1046" cy="7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9" name="AutoShape 12">
              <a:extLst>
                <a:ext uri="{FF2B5EF4-FFF2-40B4-BE49-F238E27FC236}">
                  <a16:creationId xmlns:a16="http://schemas.microsoft.com/office/drawing/2014/main" id="{4B32176F-BA7F-AE34-0D83-8E3C5371EE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03" y="10242"/>
              <a:ext cx="1080" cy="6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0" name="AutoShape 11">
              <a:extLst>
                <a:ext uri="{FF2B5EF4-FFF2-40B4-BE49-F238E27FC236}">
                  <a16:creationId xmlns:a16="http://schemas.microsoft.com/office/drawing/2014/main" id="{5477C550-B3C8-1237-52D1-2CEACB0F16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89" y="9327"/>
              <a:ext cx="771" cy="18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1" name="AutoShape 10">
              <a:extLst>
                <a:ext uri="{FF2B5EF4-FFF2-40B4-BE49-F238E27FC236}">
                  <a16:creationId xmlns:a16="http://schemas.microsoft.com/office/drawing/2014/main" id="{F7C9667F-5CDC-CD06-00DE-E02A713514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17" y="9327"/>
              <a:ext cx="778" cy="18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2" name="AutoShape 9">
              <a:extLst>
                <a:ext uri="{FF2B5EF4-FFF2-40B4-BE49-F238E27FC236}">
                  <a16:creationId xmlns:a16="http://schemas.microsoft.com/office/drawing/2014/main" id="{3BEE8021-FA86-8CFB-816D-72649A606E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39" y="9360"/>
              <a:ext cx="29" cy="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3" name="AutoShape 8">
              <a:extLst>
                <a:ext uri="{FF2B5EF4-FFF2-40B4-BE49-F238E27FC236}">
                  <a16:creationId xmlns:a16="http://schemas.microsoft.com/office/drawing/2014/main" id="{2743A3C6-E1CF-AFD7-7511-9FA59B61D8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68" y="10170"/>
              <a:ext cx="6" cy="4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4" name="AutoShape 7">
              <a:extLst>
                <a:ext uri="{FF2B5EF4-FFF2-40B4-BE49-F238E27FC236}">
                  <a16:creationId xmlns:a16="http://schemas.microsoft.com/office/drawing/2014/main" id="{4CDB7E72-5F96-E21A-5992-AC38388B44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067" y="10797"/>
              <a:ext cx="728" cy="4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5" name="AutoShape 6">
              <a:extLst>
                <a:ext uri="{FF2B5EF4-FFF2-40B4-BE49-F238E27FC236}">
                  <a16:creationId xmlns:a16="http://schemas.microsoft.com/office/drawing/2014/main" id="{02FE156D-9089-660B-4F6E-7A9FEE17EC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52" y="10797"/>
              <a:ext cx="664" cy="4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66" name="Oval 5">
              <a:extLst>
                <a:ext uri="{FF2B5EF4-FFF2-40B4-BE49-F238E27FC236}">
                  <a16:creationId xmlns:a16="http://schemas.microsoft.com/office/drawing/2014/main" id="{D4E8354E-828F-0801-271F-D89FE9267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" y="11175"/>
              <a:ext cx="221" cy="222"/>
            </a:xfrm>
            <a:prstGeom prst="ellipse">
              <a:avLst/>
            </a:prstGeom>
            <a:solidFill>
              <a:srgbClr val="CC0066"/>
            </a:solidFill>
            <a:ln w="9525">
              <a:solidFill>
                <a:srgbClr val="CC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867" name="AutoShape 4">
              <a:extLst>
                <a:ext uri="{FF2B5EF4-FFF2-40B4-BE49-F238E27FC236}">
                  <a16:creationId xmlns:a16="http://schemas.microsoft.com/office/drawing/2014/main" id="{A5FB4B29-01EA-9CCE-7FAD-39A7F5A69D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99" y="11286"/>
              <a:ext cx="66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8" name="AutoShape 3">
              <a:extLst>
                <a:ext uri="{FF2B5EF4-FFF2-40B4-BE49-F238E27FC236}">
                  <a16:creationId xmlns:a16="http://schemas.microsoft.com/office/drawing/2014/main" id="{D5EA3CF1-F2EF-F962-B2E8-14934FD96D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84" y="11286"/>
              <a:ext cx="60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69" name="Freeform 2">
              <a:extLst>
                <a:ext uri="{FF2B5EF4-FFF2-40B4-BE49-F238E27FC236}">
                  <a16:creationId xmlns:a16="http://schemas.microsoft.com/office/drawing/2014/main" id="{9D621213-2DD4-1B40-2920-05699446B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" y="10138"/>
              <a:ext cx="285" cy="1065"/>
            </a:xfrm>
            <a:custGeom>
              <a:avLst/>
              <a:gdLst>
                <a:gd name="T0" fmla="*/ 255 w 285"/>
                <a:gd name="T1" fmla="*/ 0 h 1065"/>
                <a:gd name="T2" fmla="*/ 210 w 285"/>
                <a:gd name="T3" fmla="*/ 15 h 1065"/>
                <a:gd name="T4" fmla="*/ 150 w 285"/>
                <a:gd name="T5" fmla="*/ 105 h 1065"/>
                <a:gd name="T6" fmla="*/ 135 w 285"/>
                <a:gd name="T7" fmla="*/ 150 h 1065"/>
                <a:gd name="T8" fmla="*/ 90 w 285"/>
                <a:gd name="T9" fmla="*/ 180 h 1065"/>
                <a:gd name="T10" fmla="*/ 30 w 285"/>
                <a:gd name="T11" fmla="*/ 360 h 1065"/>
                <a:gd name="T12" fmla="*/ 15 w 285"/>
                <a:gd name="T13" fmla="*/ 405 h 1065"/>
                <a:gd name="T14" fmla="*/ 0 w 285"/>
                <a:gd name="T15" fmla="*/ 450 h 1065"/>
                <a:gd name="T16" fmla="*/ 60 w 285"/>
                <a:gd name="T17" fmla="*/ 780 h 1065"/>
                <a:gd name="T18" fmla="*/ 120 w 285"/>
                <a:gd name="T19" fmla="*/ 870 h 1065"/>
                <a:gd name="T20" fmla="*/ 135 w 285"/>
                <a:gd name="T21" fmla="*/ 915 h 1065"/>
                <a:gd name="T22" fmla="*/ 195 w 285"/>
                <a:gd name="T23" fmla="*/ 1005 h 1065"/>
                <a:gd name="T24" fmla="*/ 285 w 285"/>
                <a:gd name="T25" fmla="*/ 1065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5" h="1065">
                  <a:moveTo>
                    <a:pt x="255" y="0"/>
                  </a:moveTo>
                  <a:cubicBezTo>
                    <a:pt x="240" y="5"/>
                    <a:pt x="221" y="4"/>
                    <a:pt x="210" y="15"/>
                  </a:cubicBezTo>
                  <a:cubicBezTo>
                    <a:pt x="185" y="40"/>
                    <a:pt x="161" y="71"/>
                    <a:pt x="150" y="105"/>
                  </a:cubicBezTo>
                  <a:cubicBezTo>
                    <a:pt x="145" y="120"/>
                    <a:pt x="145" y="138"/>
                    <a:pt x="135" y="150"/>
                  </a:cubicBezTo>
                  <a:cubicBezTo>
                    <a:pt x="124" y="164"/>
                    <a:pt x="105" y="170"/>
                    <a:pt x="90" y="180"/>
                  </a:cubicBezTo>
                  <a:cubicBezTo>
                    <a:pt x="70" y="240"/>
                    <a:pt x="50" y="300"/>
                    <a:pt x="30" y="360"/>
                  </a:cubicBezTo>
                  <a:cubicBezTo>
                    <a:pt x="25" y="375"/>
                    <a:pt x="20" y="390"/>
                    <a:pt x="15" y="405"/>
                  </a:cubicBezTo>
                  <a:cubicBezTo>
                    <a:pt x="10" y="420"/>
                    <a:pt x="0" y="450"/>
                    <a:pt x="0" y="450"/>
                  </a:cubicBezTo>
                  <a:cubicBezTo>
                    <a:pt x="11" y="537"/>
                    <a:pt x="16" y="701"/>
                    <a:pt x="60" y="780"/>
                  </a:cubicBezTo>
                  <a:cubicBezTo>
                    <a:pt x="78" y="812"/>
                    <a:pt x="109" y="836"/>
                    <a:pt x="120" y="870"/>
                  </a:cubicBezTo>
                  <a:cubicBezTo>
                    <a:pt x="125" y="885"/>
                    <a:pt x="127" y="901"/>
                    <a:pt x="135" y="915"/>
                  </a:cubicBezTo>
                  <a:cubicBezTo>
                    <a:pt x="153" y="947"/>
                    <a:pt x="175" y="975"/>
                    <a:pt x="195" y="1005"/>
                  </a:cubicBezTo>
                  <a:cubicBezTo>
                    <a:pt x="215" y="1035"/>
                    <a:pt x="285" y="1065"/>
                    <a:pt x="285" y="106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147783F-2A89-0555-78E9-AB575841B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5842" name="内容占位符 2">
            <a:extLst>
              <a:ext uri="{FF2B5EF4-FFF2-40B4-BE49-F238E27FC236}">
                <a16:creationId xmlns:a16="http://schemas.microsoft.com/office/drawing/2014/main" id="{56A54085-7244-13E2-F16D-06C5BC7834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16113"/>
            <a:ext cx="8675687" cy="4826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3600">
                <a:solidFill>
                  <a:srgbClr val="FF0000"/>
                </a:solidFill>
              </a:rPr>
              <a:t>例</a:t>
            </a:r>
            <a:r>
              <a:rPr lang="en-US" altLang="zh-CN" sz="3600">
                <a:solidFill>
                  <a:srgbClr val="FF0000"/>
                </a:solidFill>
              </a:rPr>
              <a:t>7.1.4 </a:t>
            </a:r>
            <a:r>
              <a:rPr lang="zh-CN" altLang="zh-CN" sz="3600"/>
              <a:t>所有不同构的具有</a:t>
            </a:r>
            <a:r>
              <a:rPr lang="en-US" altLang="zh-CN" sz="3600"/>
              <a:t>5</a:t>
            </a:r>
            <a:r>
              <a:rPr lang="zh-CN" altLang="zh-CN" sz="3600"/>
              <a:t>个结点，</a:t>
            </a:r>
            <a:r>
              <a:rPr lang="en-US" altLang="zh-CN" sz="3600"/>
              <a:t>3</a:t>
            </a:r>
            <a:r>
              <a:rPr lang="zh-CN" altLang="zh-CN" sz="3600"/>
              <a:t>条边的简单无向图。</a:t>
            </a:r>
          </a:p>
        </p:txBody>
      </p:sp>
      <p:sp>
        <p:nvSpPr>
          <p:cNvPr id="35843" name="Rectangle 35">
            <a:extLst>
              <a:ext uri="{FF2B5EF4-FFF2-40B4-BE49-F238E27FC236}">
                <a16:creationId xmlns:a16="http://schemas.microsoft.com/office/drawing/2014/main" id="{6DAE9F42-4622-B1F0-693A-56BE46F39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5844" name="Group 1">
            <a:extLst>
              <a:ext uri="{FF2B5EF4-FFF2-40B4-BE49-F238E27FC236}">
                <a16:creationId xmlns:a16="http://schemas.microsoft.com/office/drawing/2014/main" id="{316FFF9C-7907-13A9-15D5-E11136CFC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7450" y="4149725"/>
            <a:ext cx="7381875" cy="1816100"/>
            <a:chOff x="2400" y="9251"/>
            <a:chExt cx="7647" cy="1883"/>
          </a:xfrm>
        </p:grpSpPr>
        <p:sp>
          <p:nvSpPr>
            <p:cNvPr id="35845" name="AutoShape 34">
              <a:extLst>
                <a:ext uri="{FF2B5EF4-FFF2-40B4-BE49-F238E27FC236}">
                  <a16:creationId xmlns:a16="http://schemas.microsoft.com/office/drawing/2014/main" id="{B7D9B9FE-0B3A-86D3-B0FD-10D69723B78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00" y="9251"/>
              <a:ext cx="7647" cy="1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" name="Oval 33">
              <a:extLst>
                <a:ext uri="{FF2B5EF4-FFF2-40B4-BE49-F238E27FC236}">
                  <a16:creationId xmlns:a16="http://schemas.microsoft.com/office/drawing/2014/main" id="{E003B75A-30F5-4C5F-ADB3-55DE5DE1B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" y="9259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7" name="Oval 32">
              <a:extLst>
                <a:ext uri="{FF2B5EF4-FFF2-40B4-BE49-F238E27FC236}">
                  <a16:creationId xmlns:a16="http://schemas.microsoft.com/office/drawing/2014/main" id="{925DA583-9F7A-20E3-7345-64D5658E5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990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8" name="Oval 31">
              <a:extLst>
                <a:ext uri="{FF2B5EF4-FFF2-40B4-BE49-F238E27FC236}">
                  <a16:creationId xmlns:a16="http://schemas.microsoft.com/office/drawing/2014/main" id="{1BE9FCF5-A468-D5F5-E600-59132476B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9905"/>
              <a:ext cx="223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9" name="Oval 30">
              <a:extLst>
                <a:ext uri="{FF2B5EF4-FFF2-40B4-BE49-F238E27FC236}">
                  <a16:creationId xmlns:a16="http://schemas.microsoft.com/office/drawing/2014/main" id="{F4FA299F-405F-3306-648B-D3F624B6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10892"/>
              <a:ext cx="219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Oval 29">
              <a:extLst>
                <a:ext uri="{FF2B5EF4-FFF2-40B4-BE49-F238E27FC236}">
                  <a16:creationId xmlns:a16="http://schemas.microsoft.com/office/drawing/2014/main" id="{9A31F14A-FAC2-E13F-09D3-B25D96FE6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0892"/>
              <a:ext cx="223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Oval 28">
              <a:extLst>
                <a:ext uri="{FF2B5EF4-FFF2-40B4-BE49-F238E27FC236}">
                  <a16:creationId xmlns:a16="http://schemas.microsoft.com/office/drawing/2014/main" id="{B1F714A2-A13E-D652-5760-72E96AFE1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" y="990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Oval 27">
              <a:extLst>
                <a:ext uri="{FF2B5EF4-FFF2-40B4-BE49-F238E27FC236}">
                  <a16:creationId xmlns:a16="http://schemas.microsoft.com/office/drawing/2014/main" id="{98887FEF-2DF7-2C42-55E1-DD2C6312E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990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Oval 26">
              <a:extLst>
                <a:ext uri="{FF2B5EF4-FFF2-40B4-BE49-F238E27FC236}">
                  <a16:creationId xmlns:a16="http://schemas.microsoft.com/office/drawing/2014/main" id="{3143DE0C-4976-D9E0-9F3A-ACD0CDD70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" y="10893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4" name="Oval 25">
              <a:extLst>
                <a:ext uri="{FF2B5EF4-FFF2-40B4-BE49-F238E27FC236}">
                  <a16:creationId xmlns:a16="http://schemas.microsoft.com/office/drawing/2014/main" id="{1110B46E-C681-DA04-7968-72A1B2DCC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8" y="1089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5" name="Oval 24">
              <a:extLst>
                <a:ext uri="{FF2B5EF4-FFF2-40B4-BE49-F238E27FC236}">
                  <a16:creationId xmlns:a16="http://schemas.microsoft.com/office/drawing/2014/main" id="{62711B30-3346-AEA7-C5EA-A5C2BFADA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928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6" name="Oval 23">
              <a:extLst>
                <a:ext uri="{FF2B5EF4-FFF2-40B4-BE49-F238E27FC236}">
                  <a16:creationId xmlns:a16="http://schemas.microsoft.com/office/drawing/2014/main" id="{76154887-776A-11D0-A474-0132DD39D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" y="927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7" name="Oval 22">
              <a:extLst>
                <a:ext uri="{FF2B5EF4-FFF2-40B4-BE49-F238E27FC236}">
                  <a16:creationId xmlns:a16="http://schemas.microsoft.com/office/drawing/2014/main" id="{5C55360A-BDCB-BF1A-430D-D864E09E1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" y="926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Oval 21">
              <a:extLst>
                <a:ext uri="{FF2B5EF4-FFF2-40B4-BE49-F238E27FC236}">
                  <a16:creationId xmlns:a16="http://schemas.microsoft.com/office/drawing/2014/main" id="{A83C16F0-0A7B-6B53-5591-8188F4D02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" y="1090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Oval 20">
              <a:extLst>
                <a:ext uri="{FF2B5EF4-FFF2-40B4-BE49-F238E27FC236}">
                  <a16:creationId xmlns:a16="http://schemas.microsoft.com/office/drawing/2014/main" id="{15BAB9A6-AEC9-612D-E297-845AD401B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8" y="1090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0" name="Oval 19">
              <a:extLst>
                <a:ext uri="{FF2B5EF4-FFF2-40B4-BE49-F238E27FC236}">
                  <a16:creationId xmlns:a16="http://schemas.microsoft.com/office/drawing/2014/main" id="{AF5DF98E-11D0-CEFC-AB8B-7A7142FE3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8" y="993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Oval 18">
              <a:extLst>
                <a:ext uri="{FF2B5EF4-FFF2-40B4-BE49-F238E27FC236}">
                  <a16:creationId xmlns:a16="http://schemas.microsoft.com/office/drawing/2014/main" id="{862A6CC1-36DC-4685-5CA5-6BB9B0E5E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8" y="990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2" name="Oval 17">
              <a:extLst>
                <a:ext uri="{FF2B5EF4-FFF2-40B4-BE49-F238E27FC236}">
                  <a16:creationId xmlns:a16="http://schemas.microsoft.com/office/drawing/2014/main" id="{EC7C82B0-04AA-4A11-258D-C5FAA9932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6" y="1089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Oval 16">
              <a:extLst>
                <a:ext uri="{FF2B5EF4-FFF2-40B4-BE49-F238E27FC236}">
                  <a16:creationId xmlns:a16="http://schemas.microsoft.com/office/drawing/2014/main" id="{AF320CC5-A77E-BCC8-EEC4-D1CD59026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6" y="993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Oval 15">
              <a:extLst>
                <a:ext uri="{FF2B5EF4-FFF2-40B4-BE49-F238E27FC236}">
                  <a16:creationId xmlns:a16="http://schemas.microsoft.com/office/drawing/2014/main" id="{04723286-D2FD-3DFE-2896-95C9D7B9E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5" y="1089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Oval 14">
              <a:extLst>
                <a:ext uri="{FF2B5EF4-FFF2-40B4-BE49-F238E27FC236}">
                  <a16:creationId xmlns:a16="http://schemas.microsoft.com/office/drawing/2014/main" id="{019715E7-0076-673A-3F3C-84C46B7A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5" y="990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5866" name="AutoShape 13">
              <a:extLst>
                <a:ext uri="{FF2B5EF4-FFF2-40B4-BE49-F238E27FC236}">
                  <a16:creationId xmlns:a16="http://schemas.microsoft.com/office/drawing/2014/main" id="{B9EC3A56-EFC8-78E5-11F5-6023E08C40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24" y="9448"/>
              <a:ext cx="403" cy="4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7" name="AutoShape 12">
              <a:extLst>
                <a:ext uri="{FF2B5EF4-FFF2-40B4-BE49-F238E27FC236}">
                  <a16:creationId xmlns:a16="http://schemas.microsoft.com/office/drawing/2014/main" id="{5435DA0F-BDE8-228F-74F9-AC91DAB080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84" y="9448"/>
              <a:ext cx="397" cy="4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8" name="AutoShape 11">
              <a:extLst>
                <a:ext uri="{FF2B5EF4-FFF2-40B4-BE49-F238E27FC236}">
                  <a16:creationId xmlns:a16="http://schemas.microsoft.com/office/drawing/2014/main" id="{8A4C3B13-4FC0-EA3C-B3DE-27D802DA09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8" y="9481"/>
              <a:ext cx="588" cy="14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9" name="AutoShape 10">
              <a:extLst>
                <a:ext uri="{FF2B5EF4-FFF2-40B4-BE49-F238E27FC236}">
                  <a16:creationId xmlns:a16="http://schemas.microsoft.com/office/drawing/2014/main" id="{A1C14891-3DAD-C153-53CC-A7946F6CEE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03" y="9474"/>
              <a:ext cx="379" cy="4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0" name="AutoShape 9">
              <a:extLst>
                <a:ext uri="{FF2B5EF4-FFF2-40B4-BE49-F238E27FC236}">
                  <a16:creationId xmlns:a16="http://schemas.microsoft.com/office/drawing/2014/main" id="{8ED0FA97-BEA8-B742-4750-CA63D83E81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39" y="9474"/>
              <a:ext cx="421" cy="4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1" name="AutoShape 8">
              <a:extLst>
                <a:ext uri="{FF2B5EF4-FFF2-40B4-BE49-F238E27FC236}">
                  <a16:creationId xmlns:a16="http://schemas.microsoft.com/office/drawing/2014/main" id="{9F8EE451-0E5E-8971-87C3-AEDE93D91E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36" y="11004"/>
              <a:ext cx="98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2" name="AutoShape 7">
              <a:extLst>
                <a:ext uri="{FF2B5EF4-FFF2-40B4-BE49-F238E27FC236}">
                  <a16:creationId xmlns:a16="http://schemas.microsoft.com/office/drawing/2014/main" id="{FE0832FF-B810-3218-1491-6E4C3FB268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4" y="9459"/>
              <a:ext cx="458" cy="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3" name="AutoShape 6">
              <a:extLst>
                <a:ext uri="{FF2B5EF4-FFF2-40B4-BE49-F238E27FC236}">
                  <a16:creationId xmlns:a16="http://schemas.microsoft.com/office/drawing/2014/main" id="{37646345-9B67-496E-B580-0008476FF8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49" y="9459"/>
              <a:ext cx="378" cy="4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4" name="AutoShape 5">
              <a:extLst>
                <a:ext uri="{FF2B5EF4-FFF2-40B4-BE49-F238E27FC236}">
                  <a16:creationId xmlns:a16="http://schemas.microsoft.com/office/drawing/2014/main" id="{615B0F84-FFFE-975D-B8B9-C48F78E31C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047" y="9449"/>
              <a:ext cx="334" cy="4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5" name="AutoShape 4">
              <a:extLst>
                <a:ext uri="{FF2B5EF4-FFF2-40B4-BE49-F238E27FC236}">
                  <a16:creationId xmlns:a16="http://schemas.microsoft.com/office/drawing/2014/main" id="{585DB83B-7552-6B59-7C21-3E221F4682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38" y="9449"/>
              <a:ext cx="312" cy="5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6" name="AutoShape 3">
              <a:extLst>
                <a:ext uri="{FF2B5EF4-FFF2-40B4-BE49-F238E27FC236}">
                  <a16:creationId xmlns:a16="http://schemas.microsoft.com/office/drawing/2014/main" id="{8AFCDD7E-6E4C-6138-B059-A82FE9047F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79" y="10017"/>
              <a:ext cx="739" cy="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7" name="AutoShape 2">
              <a:extLst>
                <a:ext uri="{FF2B5EF4-FFF2-40B4-BE49-F238E27FC236}">
                  <a16:creationId xmlns:a16="http://schemas.microsoft.com/office/drawing/2014/main" id="{BAF92C6E-44AC-58C6-43C0-D5F08554D7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56" y="10127"/>
              <a:ext cx="1" cy="7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358A46B0-9CA2-36C4-B39C-05689E20C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7.1.3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的同构</a:t>
            </a:r>
            <a:endParaRPr lang="zh-CN" altLang="en-US"/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40E73871-F06F-E50C-9AC7-C1DBD0E31B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3600">
                <a:solidFill>
                  <a:srgbClr val="FF0000"/>
                </a:solidFill>
              </a:rPr>
              <a:t>例</a:t>
            </a:r>
            <a:r>
              <a:rPr lang="en-US" altLang="zh-CN" sz="3600">
                <a:solidFill>
                  <a:srgbClr val="FF0000"/>
                </a:solidFill>
              </a:rPr>
              <a:t>7.1.5</a:t>
            </a:r>
            <a:r>
              <a:rPr lang="zh-CN" altLang="zh-CN" sz="3600"/>
              <a:t>画出各结点度数为</a:t>
            </a:r>
            <a:r>
              <a:rPr lang="en-US" altLang="zh-CN" sz="3600"/>
              <a:t>4,4,3,2,2,1</a:t>
            </a:r>
            <a:r>
              <a:rPr lang="zh-CN" altLang="zh-CN" sz="3600"/>
              <a:t>的两个非同构图，说明</a:t>
            </a:r>
            <a:r>
              <a:rPr lang="zh-CN" altLang="en-US" sz="3600"/>
              <a:t>为什么</a:t>
            </a:r>
            <a:r>
              <a:rPr lang="zh-CN" altLang="zh-CN" sz="3600"/>
              <a:t>不同构</a:t>
            </a:r>
            <a:r>
              <a:rPr lang="zh-CN" altLang="en-US" sz="3600"/>
              <a:t>。</a:t>
            </a:r>
          </a:p>
        </p:txBody>
      </p:sp>
      <p:sp>
        <p:nvSpPr>
          <p:cNvPr id="36867" name="Rectangle 31">
            <a:extLst>
              <a:ext uri="{FF2B5EF4-FFF2-40B4-BE49-F238E27FC236}">
                <a16:creationId xmlns:a16="http://schemas.microsoft.com/office/drawing/2014/main" id="{ABBA533F-0FD8-7BEB-E041-F3AFC4E61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6868" name="Group 1">
            <a:extLst>
              <a:ext uri="{FF2B5EF4-FFF2-40B4-BE49-F238E27FC236}">
                <a16:creationId xmlns:a16="http://schemas.microsoft.com/office/drawing/2014/main" id="{050BE50F-2B40-409C-2A3B-B17765F908D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3933825"/>
            <a:ext cx="6548438" cy="2392363"/>
            <a:chOff x="2763" y="9012"/>
            <a:chExt cx="6785" cy="2480"/>
          </a:xfrm>
        </p:grpSpPr>
        <p:sp>
          <p:nvSpPr>
            <p:cNvPr id="36869" name="AutoShape 30">
              <a:extLst>
                <a:ext uri="{FF2B5EF4-FFF2-40B4-BE49-F238E27FC236}">
                  <a16:creationId xmlns:a16="http://schemas.microsoft.com/office/drawing/2014/main" id="{A74D6B33-5863-0C45-017B-74F0A77FD0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63" y="9012"/>
              <a:ext cx="6785" cy="2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0" name="Oval 29">
              <a:extLst>
                <a:ext uri="{FF2B5EF4-FFF2-40B4-BE49-F238E27FC236}">
                  <a16:creationId xmlns:a16="http://schemas.microsoft.com/office/drawing/2014/main" id="{78D8B653-F549-567E-3D4F-A059B8B7E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012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1" name="Oval 28">
              <a:extLst>
                <a:ext uri="{FF2B5EF4-FFF2-40B4-BE49-F238E27FC236}">
                  <a16:creationId xmlns:a16="http://schemas.microsoft.com/office/drawing/2014/main" id="{E269E6B7-DCFE-E2E2-A479-92ABF36F6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0509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Oval 27">
              <a:extLst>
                <a:ext uri="{FF2B5EF4-FFF2-40B4-BE49-F238E27FC236}">
                  <a16:creationId xmlns:a16="http://schemas.microsoft.com/office/drawing/2014/main" id="{687F4B46-703F-80DA-4E08-BD997CB0F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9782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Oval 26">
              <a:extLst>
                <a:ext uri="{FF2B5EF4-FFF2-40B4-BE49-F238E27FC236}">
                  <a16:creationId xmlns:a16="http://schemas.microsoft.com/office/drawing/2014/main" id="{763E23C3-8137-777C-5662-853B4DF88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11243"/>
              <a:ext cx="221" cy="22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Oval 25">
              <a:extLst>
                <a:ext uri="{FF2B5EF4-FFF2-40B4-BE49-F238E27FC236}">
                  <a16:creationId xmlns:a16="http://schemas.microsoft.com/office/drawing/2014/main" id="{644597A7-AE8D-3778-742D-69101B670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9039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Oval 24">
              <a:extLst>
                <a:ext uri="{FF2B5EF4-FFF2-40B4-BE49-F238E27FC236}">
                  <a16:creationId xmlns:a16="http://schemas.microsoft.com/office/drawing/2014/main" id="{0B36A487-70CE-F6D5-C1BC-E5C1B3EB5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1" y="9020"/>
              <a:ext cx="221" cy="22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Oval 23">
              <a:extLst>
                <a:ext uri="{FF2B5EF4-FFF2-40B4-BE49-F238E27FC236}">
                  <a16:creationId xmlns:a16="http://schemas.microsoft.com/office/drawing/2014/main" id="{45D27424-DB4E-8CE0-F9DE-D4C508479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6" y="10509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Oval 22">
              <a:extLst>
                <a:ext uri="{FF2B5EF4-FFF2-40B4-BE49-F238E27FC236}">
                  <a16:creationId xmlns:a16="http://schemas.microsoft.com/office/drawing/2014/main" id="{8F9EAB8F-CE69-13AC-CD87-C4F012D9B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" y="1124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Oval 21">
              <a:extLst>
                <a:ext uri="{FF2B5EF4-FFF2-40B4-BE49-F238E27FC236}">
                  <a16:creationId xmlns:a16="http://schemas.microsoft.com/office/drawing/2014/main" id="{398022CB-BF06-F108-613E-5F22F74F7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9" y="10153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Oval 20">
              <a:extLst>
                <a:ext uri="{FF2B5EF4-FFF2-40B4-BE49-F238E27FC236}">
                  <a16:creationId xmlns:a16="http://schemas.microsoft.com/office/drawing/2014/main" id="{82A62904-8B2B-474D-BDC6-CCDBD1285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3" y="974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Oval 19">
              <a:extLst>
                <a:ext uri="{FF2B5EF4-FFF2-40B4-BE49-F238E27FC236}">
                  <a16:creationId xmlns:a16="http://schemas.microsoft.com/office/drawing/2014/main" id="{DD965B6A-FE59-95F0-D17D-DC3A4C286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3" y="9020"/>
              <a:ext cx="221" cy="22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1" name="Oval 18">
              <a:extLst>
                <a:ext uri="{FF2B5EF4-FFF2-40B4-BE49-F238E27FC236}">
                  <a16:creationId xmlns:a16="http://schemas.microsoft.com/office/drawing/2014/main" id="{BAD93C9C-9E94-F507-2883-852D46412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" y="11263"/>
              <a:ext cx="221" cy="221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6882" name="AutoShape 17">
              <a:extLst>
                <a:ext uri="{FF2B5EF4-FFF2-40B4-BE49-F238E27FC236}">
                  <a16:creationId xmlns:a16="http://schemas.microsoft.com/office/drawing/2014/main" id="{6762A37C-1D95-4BE3-B6A5-F5D965BA94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60" y="9228"/>
              <a:ext cx="1060" cy="9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3" name="AutoShape 16">
              <a:extLst>
                <a:ext uri="{FF2B5EF4-FFF2-40B4-BE49-F238E27FC236}">
                  <a16:creationId xmlns:a16="http://schemas.microsoft.com/office/drawing/2014/main" id="{8E92DBF4-0210-3C7D-8CEA-07C4CE4E1E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92" y="10237"/>
              <a:ext cx="840" cy="3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4" name="AutoShape 15">
              <a:extLst>
                <a:ext uri="{FF2B5EF4-FFF2-40B4-BE49-F238E27FC236}">
                  <a16:creationId xmlns:a16="http://schemas.microsoft.com/office/drawing/2014/main" id="{4DFCAFFB-1DAA-4002-D723-2E9257F2DA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60" y="10315"/>
              <a:ext cx="1264" cy="9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5" name="AutoShape 14">
              <a:extLst>
                <a:ext uri="{FF2B5EF4-FFF2-40B4-BE49-F238E27FC236}">
                  <a16:creationId xmlns:a16="http://schemas.microsoft.com/office/drawing/2014/main" id="{5791790D-0300-71ED-EBC4-171A01245A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43" y="9260"/>
              <a:ext cx="156" cy="12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6" name="AutoShape 13">
              <a:extLst>
                <a:ext uri="{FF2B5EF4-FFF2-40B4-BE49-F238E27FC236}">
                  <a16:creationId xmlns:a16="http://schemas.microsoft.com/office/drawing/2014/main" id="{27CF6F9A-CDF8-2B97-78DF-12D1A11E9C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99" y="9260"/>
              <a:ext cx="204" cy="19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7" name="AutoShape 12">
              <a:extLst>
                <a:ext uri="{FF2B5EF4-FFF2-40B4-BE49-F238E27FC236}">
                  <a16:creationId xmlns:a16="http://schemas.microsoft.com/office/drawing/2014/main" id="{B4609B92-BFF9-328F-6AFB-826030FBC5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792" y="9260"/>
              <a:ext cx="307" cy="5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8" name="AutoShape 11">
              <a:extLst>
                <a:ext uri="{FF2B5EF4-FFF2-40B4-BE49-F238E27FC236}">
                  <a16:creationId xmlns:a16="http://schemas.microsoft.com/office/drawing/2014/main" id="{0F7D3A6F-08FA-EAB8-0F5E-FE1CF84396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92" y="9971"/>
              <a:ext cx="644" cy="2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9" name="AutoShape 10">
              <a:extLst>
                <a:ext uri="{FF2B5EF4-FFF2-40B4-BE49-F238E27FC236}">
                  <a16:creationId xmlns:a16="http://schemas.microsoft.com/office/drawing/2014/main" id="{240DE1FB-E8E7-226A-EEF5-8962BD322B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13" y="11354"/>
              <a:ext cx="678" cy="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0" name="AutoShape 9">
              <a:extLst>
                <a:ext uri="{FF2B5EF4-FFF2-40B4-BE49-F238E27FC236}">
                  <a16:creationId xmlns:a16="http://schemas.microsoft.com/office/drawing/2014/main" id="{7A087141-5025-B767-7EC7-1709D742E9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30" y="9209"/>
              <a:ext cx="1421" cy="97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1" name="AutoShape 8">
              <a:extLst>
                <a:ext uri="{FF2B5EF4-FFF2-40B4-BE49-F238E27FC236}">
                  <a16:creationId xmlns:a16="http://schemas.microsoft.com/office/drawing/2014/main" id="{65646465-9AD1-627F-23C9-220F677DB9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67" y="10730"/>
              <a:ext cx="2" cy="5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2" name="AutoShape 7">
              <a:extLst>
                <a:ext uri="{FF2B5EF4-FFF2-40B4-BE49-F238E27FC236}">
                  <a16:creationId xmlns:a16="http://schemas.microsoft.com/office/drawing/2014/main" id="{77A1EAB9-693C-67A8-85F9-7C44117AF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52" y="9241"/>
              <a:ext cx="283" cy="5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3" name="AutoShape 6">
              <a:extLst>
                <a:ext uri="{FF2B5EF4-FFF2-40B4-BE49-F238E27FC236}">
                  <a16:creationId xmlns:a16="http://schemas.microsoft.com/office/drawing/2014/main" id="{A6FC4D78-5837-8ACE-64A2-4BFE909A1E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52" y="9241"/>
              <a:ext cx="15" cy="12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4" name="AutoShape 5">
              <a:extLst>
                <a:ext uri="{FF2B5EF4-FFF2-40B4-BE49-F238E27FC236}">
                  <a16:creationId xmlns:a16="http://schemas.microsoft.com/office/drawing/2014/main" id="{85185E44-E008-896A-5D9B-C891324D8F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92" y="9929"/>
              <a:ext cx="1027" cy="3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5" name="AutoShape 4">
              <a:extLst>
                <a:ext uri="{FF2B5EF4-FFF2-40B4-BE49-F238E27FC236}">
                  <a16:creationId xmlns:a16="http://schemas.microsoft.com/office/drawing/2014/main" id="{913671E5-0674-BC88-9E9D-AF4753A24F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77" y="10342"/>
              <a:ext cx="1374" cy="2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6" name="AutoShape 3">
              <a:extLst>
                <a:ext uri="{FF2B5EF4-FFF2-40B4-BE49-F238E27FC236}">
                  <a16:creationId xmlns:a16="http://schemas.microsoft.com/office/drawing/2014/main" id="{79CC46FF-0F83-D801-0BF6-5C81AD82DC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47" y="10374"/>
              <a:ext cx="1483" cy="9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7" name="AutoShape 2">
              <a:extLst>
                <a:ext uri="{FF2B5EF4-FFF2-40B4-BE49-F238E27FC236}">
                  <a16:creationId xmlns:a16="http://schemas.microsoft.com/office/drawing/2014/main" id="{94DFF47C-EACB-FB56-8B16-6535A9342B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4" y="9131"/>
              <a:ext cx="83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>
            <a:extLst>
              <a:ext uri="{FF2B5EF4-FFF2-40B4-BE49-F238E27FC236}">
                <a16:creationId xmlns:a16="http://schemas.microsoft.com/office/drawing/2014/main" id="{7692C55D-3352-B10A-56D6-FB11DA1E1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F8537-4EFD-0999-EBC4-9EAE97295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773238"/>
            <a:ext cx="8675687" cy="5084762"/>
          </a:xfrm>
        </p:spPr>
        <p:txBody>
          <a:bodyPr/>
          <a:lstStyle/>
          <a:p>
            <a:pPr>
              <a:lnSpc>
                <a:spcPct val="114000"/>
              </a:lnSpc>
              <a:defRPr/>
            </a:pPr>
            <a:r>
              <a:rPr lang="zh-CN" altLang="zh-CN" sz="2800" dirty="0">
                <a:solidFill>
                  <a:srgbClr val="FF0000"/>
                </a:solidFill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</a:rPr>
              <a:t>7.1.3 </a:t>
            </a:r>
            <a:r>
              <a:rPr lang="zh-CN" altLang="zh-CN" sz="2800" dirty="0"/>
              <a:t>设</a:t>
            </a:r>
            <a:r>
              <a:rPr lang="zh-CN" altLang="en-US" sz="2800" dirty="0"/>
              <a:t>图</a:t>
            </a:r>
            <a:r>
              <a:rPr lang="en-US" altLang="zh-CN" sz="2800" dirty="0"/>
              <a:t>G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V,E, F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与</a:t>
            </a:r>
            <a:r>
              <a:rPr lang="en-US" altLang="zh-CN" sz="2800" dirty="0"/>
              <a:t>G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,f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。若</a:t>
            </a:r>
            <a:endParaRPr lang="en-US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V</a:t>
            </a:r>
            <a:r>
              <a:rPr lang="zh-CN" altLang="zh-CN" sz="2800" dirty="0"/>
              <a:t>，</a:t>
            </a:r>
            <a:r>
              <a:rPr lang="en-US" altLang="zh-CN" sz="2800" dirty="0"/>
              <a:t>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E</a:t>
            </a:r>
            <a:r>
              <a:rPr lang="zh-CN" altLang="zh-CN" sz="2800" dirty="0"/>
              <a:t>，</a:t>
            </a:r>
            <a:r>
              <a:rPr lang="en-US" altLang="zh-CN" sz="2800" dirty="0"/>
              <a:t>f</a:t>
            </a:r>
            <a:r>
              <a:rPr lang="zh-CN" altLang="zh-CN" sz="2800" dirty="0"/>
              <a:t>是</a:t>
            </a:r>
            <a:r>
              <a:rPr lang="en-US" altLang="zh-CN" sz="2800" dirty="0"/>
              <a:t>F</a:t>
            </a:r>
            <a:r>
              <a:rPr lang="zh-CN" altLang="zh-CN" sz="2800" dirty="0"/>
              <a:t>在</a:t>
            </a:r>
            <a:r>
              <a:rPr lang="en-US" altLang="zh-CN" sz="2800" dirty="0"/>
              <a:t>E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上的限制，则称</a:t>
            </a:r>
            <a:r>
              <a:rPr lang="en-US" altLang="zh-CN" sz="2800" dirty="0"/>
              <a:t>G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是</a:t>
            </a:r>
            <a:r>
              <a:rPr lang="en-US" altLang="zh-CN" sz="2800" dirty="0"/>
              <a:t>G </a:t>
            </a: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zh-CN" altLang="zh-CN" sz="2800" dirty="0"/>
              <a:t>的</a:t>
            </a:r>
            <a:r>
              <a:rPr lang="zh-CN" altLang="zh-CN" sz="2800" b="1" dirty="0">
                <a:solidFill>
                  <a:srgbClr val="FF0000"/>
                </a:solidFill>
              </a:rPr>
              <a:t>子图</a:t>
            </a:r>
            <a:r>
              <a:rPr lang="zh-CN" altLang="en-US" sz="2800" b="1" dirty="0"/>
              <a:t>。</a:t>
            </a:r>
            <a:r>
              <a:rPr lang="zh-CN" altLang="zh-CN" sz="2800" dirty="0"/>
              <a:t>记作</a:t>
            </a:r>
            <a:r>
              <a:rPr lang="en-US" altLang="zh-CN" sz="2800" dirty="0"/>
              <a:t>G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G</a:t>
            </a:r>
            <a:r>
              <a:rPr lang="zh-CN" altLang="zh-CN" sz="2800" dirty="0"/>
              <a:t>。</a:t>
            </a:r>
          </a:p>
          <a:p>
            <a:pPr>
              <a:lnSpc>
                <a:spcPct val="114000"/>
              </a:lnSpc>
              <a:defRPr/>
            </a:pPr>
            <a:r>
              <a:rPr lang="zh-CN" altLang="zh-CN" sz="2800" b="1" dirty="0">
                <a:solidFill>
                  <a:srgbClr val="00CC99"/>
                </a:solidFill>
              </a:rPr>
              <a:t>真子图</a:t>
            </a:r>
            <a:r>
              <a:rPr lang="en-US" altLang="zh-CN" sz="2800" b="1" dirty="0">
                <a:solidFill>
                  <a:srgbClr val="00CC99"/>
                </a:solidFill>
              </a:rPr>
              <a:t>  </a:t>
            </a:r>
            <a:r>
              <a:rPr lang="en-US" altLang="zh-CN" sz="2800" dirty="0"/>
              <a:t>G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G</a:t>
            </a:r>
            <a:r>
              <a:rPr lang="zh-CN" altLang="zh-CN" sz="2800" dirty="0"/>
              <a:t>且</a:t>
            </a:r>
            <a:r>
              <a:rPr lang="en-US" altLang="zh-CN" sz="2800" dirty="0"/>
              <a:t>G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≠G</a:t>
            </a:r>
            <a:r>
              <a:rPr lang="zh-CN" altLang="zh-CN" sz="2800" dirty="0"/>
              <a:t>，即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V</a:t>
            </a:r>
            <a:r>
              <a:rPr lang="zh-CN" altLang="zh-CN" sz="2800" dirty="0"/>
              <a:t>或</a:t>
            </a:r>
            <a:r>
              <a:rPr lang="en-US" altLang="zh-CN" sz="2800" dirty="0"/>
              <a:t>E</a:t>
            </a:r>
            <a:r>
              <a:rPr lang="en-US" altLang="zh-CN" sz="2800" baseline="-25000" dirty="0"/>
              <a:t>1  </a:t>
            </a:r>
            <a:r>
              <a:rPr lang="en-US" altLang="zh-CN" sz="2800" dirty="0"/>
              <a:t>  E</a:t>
            </a:r>
            <a:endParaRPr lang="zh-CN" altLang="zh-CN" sz="2800" dirty="0"/>
          </a:p>
          <a:p>
            <a:pPr>
              <a:lnSpc>
                <a:spcPct val="114000"/>
              </a:lnSpc>
              <a:defRPr/>
            </a:pPr>
            <a:r>
              <a:rPr lang="zh-CN" altLang="zh-CN" sz="2800" b="1" dirty="0">
                <a:solidFill>
                  <a:srgbClr val="FF00FF"/>
                </a:solidFill>
              </a:rPr>
              <a:t>生成子图</a:t>
            </a:r>
            <a:r>
              <a:rPr lang="en-US" altLang="zh-CN" sz="2800" b="1" dirty="0"/>
              <a:t>  </a:t>
            </a:r>
            <a:r>
              <a:rPr lang="en-US" altLang="zh-CN" sz="2800" dirty="0"/>
              <a:t> G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G</a:t>
            </a:r>
            <a:r>
              <a:rPr lang="zh-CN" altLang="zh-CN" sz="2800" dirty="0"/>
              <a:t>且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＝</a:t>
            </a:r>
            <a:r>
              <a:rPr lang="en-US" altLang="zh-CN" sz="2800" dirty="0"/>
              <a:t>V</a:t>
            </a:r>
          </a:p>
          <a:p>
            <a:pPr>
              <a:lnSpc>
                <a:spcPct val="114000"/>
              </a:lnSpc>
              <a:defRPr/>
            </a:pPr>
            <a:r>
              <a:rPr lang="zh-CN" altLang="en-US" sz="2800" dirty="0"/>
              <a:t>结点集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的</a:t>
            </a:r>
            <a:r>
              <a:rPr lang="zh-CN" altLang="zh-CN" sz="2800" b="1" dirty="0">
                <a:solidFill>
                  <a:srgbClr val="00CC99"/>
                </a:solidFill>
              </a:rPr>
              <a:t>导出子图</a:t>
            </a:r>
            <a:r>
              <a:rPr lang="en-US" altLang="zh-CN" sz="2800" dirty="0"/>
              <a:t>G[V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]</a:t>
            </a: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zh-CN" altLang="zh-CN" sz="2800" dirty="0"/>
              <a:t>设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 V</a:t>
            </a:r>
            <a:r>
              <a:rPr lang="zh-CN" altLang="zh-CN" sz="2800" dirty="0"/>
              <a:t>且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≠    </a:t>
            </a:r>
            <a:r>
              <a:rPr lang="zh-CN" altLang="zh-CN" sz="2800" dirty="0"/>
              <a:t>，以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为结点集</a:t>
            </a:r>
            <a:r>
              <a:rPr lang="zh-CN" altLang="en-US" sz="2800" dirty="0"/>
              <a:t>、</a:t>
            </a:r>
            <a:r>
              <a:rPr lang="zh-CN" altLang="zh-CN" sz="2800" dirty="0"/>
              <a:t>两端点均在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 </a:t>
            </a: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aseline="-25000" dirty="0"/>
              <a:t>    </a:t>
            </a:r>
            <a:r>
              <a:rPr lang="zh-CN" altLang="zh-CN" sz="2800" dirty="0"/>
              <a:t>中的全体边为边集的</a:t>
            </a:r>
            <a:r>
              <a:rPr lang="en-US" altLang="zh-CN" sz="2800" dirty="0"/>
              <a:t>G</a:t>
            </a:r>
            <a:r>
              <a:rPr lang="zh-CN" altLang="zh-CN" sz="2800" dirty="0"/>
              <a:t>的子图，</a:t>
            </a:r>
            <a:endParaRPr lang="en-US" altLang="zh-CN" sz="2800" dirty="0"/>
          </a:p>
          <a:p>
            <a:pPr>
              <a:lnSpc>
                <a:spcPct val="114000"/>
              </a:lnSpc>
              <a:defRPr/>
            </a:pPr>
            <a:r>
              <a:rPr lang="zh-CN" altLang="en-US" sz="2800" dirty="0"/>
              <a:t>边集</a:t>
            </a:r>
            <a:r>
              <a:rPr lang="en-US" altLang="zh-CN" sz="2800" dirty="0"/>
              <a:t>E</a:t>
            </a:r>
            <a:r>
              <a:rPr lang="en-US" altLang="zh-CN" sz="2800" baseline="-25000" dirty="0"/>
              <a:t>1</a:t>
            </a:r>
            <a:r>
              <a:rPr lang="zh-CN" altLang="zh-CN" sz="2800" dirty="0"/>
              <a:t>的</a:t>
            </a:r>
            <a:r>
              <a:rPr lang="zh-CN" altLang="zh-CN" sz="2800" b="1" dirty="0">
                <a:solidFill>
                  <a:srgbClr val="FF00FF"/>
                </a:solidFill>
              </a:rPr>
              <a:t>导出子图</a:t>
            </a:r>
            <a:r>
              <a:rPr lang="zh-CN" altLang="zh-CN" sz="2800" dirty="0"/>
              <a:t>，记作</a:t>
            </a:r>
            <a:r>
              <a:rPr lang="en-US" altLang="zh-CN" sz="2800" dirty="0"/>
              <a:t>G[E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]</a:t>
            </a:r>
            <a:r>
              <a:rPr lang="zh-CN" altLang="zh-CN" sz="2800" dirty="0"/>
              <a:t>。</a:t>
            </a:r>
            <a:endParaRPr lang="zh-CN" altLang="en-US" sz="2800" dirty="0"/>
          </a:p>
        </p:txBody>
      </p:sp>
      <p:graphicFrame>
        <p:nvGraphicFramePr>
          <p:cNvPr id="37891" name="对象 3">
            <a:extLst>
              <a:ext uri="{FF2B5EF4-FFF2-40B4-BE49-F238E27FC236}">
                <a16:creationId xmlns:a16="http://schemas.microsoft.com/office/drawing/2014/main" id="{7B579A59-A30A-16A8-50DA-DB7CDBA31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124325"/>
          <a:ext cx="457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268" imgH="152268" progId="Equation.DSMT4">
                  <p:embed/>
                </p:oleObj>
              </mc:Choice>
              <mc:Fallback>
                <p:oleObj r:id="rId2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124325"/>
                        <a:ext cx="4572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对象 4">
            <a:extLst>
              <a:ext uri="{FF2B5EF4-FFF2-40B4-BE49-F238E27FC236}">
                <a16:creationId xmlns:a16="http://schemas.microsoft.com/office/drawing/2014/main" id="{BE8AC8E2-2FBD-7B2B-92EB-06371CB4E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573463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268" imgH="152268" progId="Equation.DSMT4">
                  <p:embed/>
                </p:oleObj>
              </mc:Choice>
              <mc:Fallback>
                <p:oleObj r:id="rId4" imgW="152268" imgH="152268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573463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对象 5">
            <a:extLst>
              <a:ext uri="{FF2B5EF4-FFF2-40B4-BE49-F238E27FC236}">
                <a16:creationId xmlns:a16="http://schemas.microsoft.com/office/drawing/2014/main" id="{EA7E1581-648B-98D1-1ED7-7D20224C59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98450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2268" imgH="152268" progId="Equation.DSMT4">
                  <p:embed/>
                </p:oleObj>
              </mc:Choice>
              <mc:Fallback>
                <p:oleObj r:id="rId6" imgW="152268" imgH="152268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984500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对象 6">
            <a:extLst>
              <a:ext uri="{FF2B5EF4-FFF2-40B4-BE49-F238E27FC236}">
                <a16:creationId xmlns:a16="http://schemas.microsoft.com/office/drawing/2014/main" id="{55BE9813-3E44-0C85-AB3E-A516CD6B1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408238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2268" imgH="152268" progId="Equation.DSMT4">
                  <p:embed/>
                </p:oleObj>
              </mc:Choice>
              <mc:Fallback>
                <p:oleObj r:id="rId7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408238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对象 7">
            <a:extLst>
              <a:ext uri="{FF2B5EF4-FFF2-40B4-BE49-F238E27FC236}">
                <a16:creationId xmlns:a16="http://schemas.microsoft.com/office/drawing/2014/main" id="{6FE41166-94E6-B126-0B1C-269D8AC63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395538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2268" imgH="152268" progId="Equation.DSMT4">
                  <p:embed/>
                </p:oleObj>
              </mc:Choice>
              <mc:Fallback>
                <p:oleObj r:id="rId8" imgW="152268" imgH="152268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395538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对象 10">
            <a:extLst>
              <a:ext uri="{FF2B5EF4-FFF2-40B4-BE49-F238E27FC236}">
                <a16:creationId xmlns:a16="http://schemas.microsoft.com/office/drawing/2014/main" id="{692F6F50-ABB5-2A74-CE18-4683A259E9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262563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2268" imgH="152268" progId="Equation.DSMT4">
                  <p:embed/>
                </p:oleObj>
              </mc:Choice>
              <mc:Fallback>
                <p:oleObj r:id="rId9" imgW="152268" imgH="152268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262563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对象 11">
            <a:extLst>
              <a:ext uri="{FF2B5EF4-FFF2-40B4-BE49-F238E27FC236}">
                <a16:creationId xmlns:a16="http://schemas.microsoft.com/office/drawing/2014/main" id="{E070C010-A7A0-EE91-FF8E-282251849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5246688"/>
          <a:ext cx="4937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4814" imgH="177492" progId="Equation.DSMT4">
                  <p:embed/>
                </p:oleObj>
              </mc:Choice>
              <mc:Fallback>
                <p:oleObj r:id="rId10" imgW="164814" imgH="177492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246688"/>
                        <a:ext cx="4937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对象 12">
            <a:extLst>
              <a:ext uri="{FF2B5EF4-FFF2-40B4-BE49-F238E27FC236}">
                <a16:creationId xmlns:a16="http://schemas.microsoft.com/office/drawing/2014/main" id="{55BD4EF2-3C36-07A1-5FBE-3A5047B6B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3568700"/>
          <a:ext cx="457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2202" imgH="126835" progId="Equation.DSMT4">
                  <p:embed/>
                </p:oleObj>
              </mc:Choice>
              <mc:Fallback>
                <p:oleObj r:id="rId12" imgW="152202" imgH="126835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568700"/>
                        <a:ext cx="4572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对象 13">
            <a:extLst>
              <a:ext uri="{FF2B5EF4-FFF2-40B4-BE49-F238E27FC236}">
                <a16:creationId xmlns:a16="http://schemas.microsoft.com/office/drawing/2014/main" id="{08707367-E25D-8563-D0E8-A255DD0F87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3568700"/>
          <a:ext cx="457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2202" imgH="126835" progId="Equation.DSMT4">
                  <p:embed/>
                </p:oleObj>
              </mc:Choice>
              <mc:Fallback>
                <p:oleObj r:id="rId14" imgW="152202" imgH="126835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568700"/>
                        <a:ext cx="4572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>
            <a:extLst>
              <a:ext uri="{FF2B5EF4-FFF2-40B4-BE49-F238E27FC236}">
                <a16:creationId xmlns:a16="http://schemas.microsoft.com/office/drawing/2014/main" id="{A7D504DD-F14E-46EB-3C58-5D8E7950C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38914" name="内容占位符 2">
            <a:extLst>
              <a:ext uri="{FF2B5EF4-FFF2-40B4-BE49-F238E27FC236}">
                <a16:creationId xmlns:a16="http://schemas.microsoft.com/office/drawing/2014/main" id="{F0AC1CDE-1049-6734-56F7-558E56DA65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真子图、</a:t>
            </a:r>
            <a:r>
              <a:rPr lang="zh-CN" altLang="en-US"/>
              <a:t>生成子</a:t>
            </a:r>
            <a:r>
              <a:rPr lang="zh-CN" altLang="zh-CN"/>
              <a:t>图</a:t>
            </a:r>
            <a:r>
              <a:rPr lang="zh-CN" altLang="en-US"/>
              <a:t>、导出子图</a:t>
            </a:r>
            <a:r>
              <a:rPr lang="en-US" altLang="zh-CN"/>
              <a:t>G[{1,2,3,6}]</a:t>
            </a:r>
            <a:endParaRPr lang="zh-CN" altLang="en-US"/>
          </a:p>
        </p:txBody>
      </p:sp>
      <p:sp>
        <p:nvSpPr>
          <p:cNvPr id="38915" name="Rectangle 43">
            <a:extLst>
              <a:ext uri="{FF2B5EF4-FFF2-40B4-BE49-F238E27FC236}">
                <a16:creationId xmlns:a16="http://schemas.microsoft.com/office/drawing/2014/main" id="{D2CEE00D-45F6-DA9E-D7CC-147A32E4F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8916" name="画布 39">
            <a:extLst>
              <a:ext uri="{FF2B5EF4-FFF2-40B4-BE49-F238E27FC236}">
                <a16:creationId xmlns:a16="http://schemas.microsoft.com/office/drawing/2014/main" id="{DAAC50D6-AB54-D82C-0AAA-0A8F68EE91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4275" y="2636838"/>
            <a:ext cx="6916738" cy="2251075"/>
            <a:chOff x="6063" y="2374"/>
            <a:chExt cx="7670" cy="2495"/>
          </a:xfrm>
        </p:grpSpPr>
        <p:sp>
          <p:nvSpPr>
            <p:cNvPr id="38917" name="AutoShape 42">
              <a:extLst>
                <a:ext uri="{FF2B5EF4-FFF2-40B4-BE49-F238E27FC236}">
                  <a16:creationId xmlns:a16="http://schemas.microsoft.com/office/drawing/2014/main" id="{D0DC7BDA-B71A-36AF-A1DB-8AD94BF5F7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63" y="2374"/>
              <a:ext cx="7605" cy="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8" name="Text Box 42">
              <a:extLst>
                <a:ext uri="{FF2B5EF4-FFF2-40B4-BE49-F238E27FC236}">
                  <a16:creationId xmlns:a16="http://schemas.microsoft.com/office/drawing/2014/main" id="{E76C5BAD-7960-9E96-0737-3E337088E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4" y="368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38919" name="Text Box 42">
              <a:extLst>
                <a:ext uri="{FF2B5EF4-FFF2-40B4-BE49-F238E27FC236}">
                  <a16:creationId xmlns:a16="http://schemas.microsoft.com/office/drawing/2014/main" id="{1767D504-466D-0C7E-2041-A68A59FB9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84" y="371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38920" name="Text Box 42">
              <a:extLst>
                <a:ext uri="{FF2B5EF4-FFF2-40B4-BE49-F238E27FC236}">
                  <a16:creationId xmlns:a16="http://schemas.microsoft.com/office/drawing/2014/main" id="{7F5E1B3D-10E9-AF54-B17B-513D4129A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5" y="238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38921" name="Text Box 42">
              <a:extLst>
                <a:ext uri="{FF2B5EF4-FFF2-40B4-BE49-F238E27FC236}">
                  <a16:creationId xmlns:a16="http://schemas.microsoft.com/office/drawing/2014/main" id="{D3857A54-F93D-62E6-2DFA-5FB433E00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9" y="375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38922" name="Text Box 42">
              <a:extLst>
                <a:ext uri="{FF2B5EF4-FFF2-40B4-BE49-F238E27FC236}">
                  <a16:creationId xmlns:a16="http://schemas.microsoft.com/office/drawing/2014/main" id="{EA8CC955-B1C9-98C1-7581-4614AF317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87" y="419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38923" name="Text Box 42">
              <a:extLst>
                <a:ext uri="{FF2B5EF4-FFF2-40B4-BE49-F238E27FC236}">
                  <a16:creationId xmlns:a16="http://schemas.microsoft.com/office/drawing/2014/main" id="{1019CD7B-7A59-C663-BED1-A84B8D0BF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0" y="419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38924" name="Text Box 42">
              <a:extLst>
                <a:ext uri="{FF2B5EF4-FFF2-40B4-BE49-F238E27FC236}">
                  <a16:creationId xmlns:a16="http://schemas.microsoft.com/office/drawing/2014/main" id="{382007E3-50D4-890C-2E34-BBA924198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" y="238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38925" name="Text Box 41">
              <a:extLst>
                <a:ext uri="{FF2B5EF4-FFF2-40B4-BE49-F238E27FC236}">
                  <a16:creationId xmlns:a16="http://schemas.microsoft.com/office/drawing/2014/main" id="{AAFDB0C0-4222-6E0B-CA5A-899137D53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" y="239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38926" name="Text Box 42">
              <a:extLst>
                <a:ext uri="{FF2B5EF4-FFF2-40B4-BE49-F238E27FC236}">
                  <a16:creationId xmlns:a16="http://schemas.microsoft.com/office/drawing/2014/main" id="{5CF8C7D7-3A0D-9E23-BA2E-EC5B6D493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6" y="420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38927" name="Text Box 43">
              <a:extLst>
                <a:ext uri="{FF2B5EF4-FFF2-40B4-BE49-F238E27FC236}">
                  <a16:creationId xmlns:a16="http://schemas.microsoft.com/office/drawing/2014/main" id="{7808059C-360C-5A11-8B9B-42FA0B6A1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61" y="366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38928" name="Text Box 44">
              <a:extLst>
                <a:ext uri="{FF2B5EF4-FFF2-40B4-BE49-F238E27FC236}">
                  <a16:creationId xmlns:a16="http://schemas.microsoft.com/office/drawing/2014/main" id="{DE7C4762-A3B0-CC8C-DE44-D87A10D73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7" y="239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38929" name="Text Box 50">
              <a:extLst>
                <a:ext uri="{FF2B5EF4-FFF2-40B4-BE49-F238E27FC236}">
                  <a16:creationId xmlns:a16="http://schemas.microsoft.com/office/drawing/2014/main" id="{8E2B65F0-F94C-0A80-6F98-1187559C7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0" y="421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38930" name="Oval 52">
              <a:extLst>
                <a:ext uri="{FF2B5EF4-FFF2-40B4-BE49-F238E27FC236}">
                  <a16:creationId xmlns:a16="http://schemas.microsoft.com/office/drawing/2014/main" id="{1A36B36E-CD20-44FD-A566-60FFA9CB6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7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Oval 53">
              <a:extLst>
                <a:ext uri="{FF2B5EF4-FFF2-40B4-BE49-F238E27FC236}">
                  <a16:creationId xmlns:a16="http://schemas.microsoft.com/office/drawing/2014/main" id="{20DD5814-11F4-4A43-2647-2C18D602F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7" y="4072"/>
              <a:ext cx="219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Oval 54">
              <a:extLst>
                <a:ext uri="{FF2B5EF4-FFF2-40B4-BE49-F238E27FC236}">
                  <a16:creationId xmlns:a16="http://schemas.microsoft.com/office/drawing/2014/main" id="{C8D1457D-31FA-D332-DFD2-39B31D688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" y="4071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3" name="Oval 55">
              <a:extLst>
                <a:ext uri="{FF2B5EF4-FFF2-40B4-BE49-F238E27FC236}">
                  <a16:creationId xmlns:a16="http://schemas.microsoft.com/office/drawing/2014/main" id="{3C253992-3172-DB70-31CA-3B7CBF8BC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Oval 56">
              <a:extLst>
                <a:ext uri="{FF2B5EF4-FFF2-40B4-BE49-F238E27FC236}">
                  <a16:creationId xmlns:a16="http://schemas.microsoft.com/office/drawing/2014/main" id="{EE956D05-72A8-99FC-8F80-FE31362B9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5" y="353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Oval 56">
              <a:extLst>
                <a:ext uri="{FF2B5EF4-FFF2-40B4-BE49-F238E27FC236}">
                  <a16:creationId xmlns:a16="http://schemas.microsoft.com/office/drawing/2014/main" id="{BB11F3C9-BAF3-EEF2-95D5-75A739CDC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28" y="357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Oval 56">
              <a:extLst>
                <a:ext uri="{FF2B5EF4-FFF2-40B4-BE49-F238E27FC236}">
                  <a16:creationId xmlns:a16="http://schemas.microsoft.com/office/drawing/2014/main" id="{FDCC8F75-D635-1E23-15D7-BCD4BE07F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83" y="291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Oval 56">
              <a:extLst>
                <a:ext uri="{FF2B5EF4-FFF2-40B4-BE49-F238E27FC236}">
                  <a16:creationId xmlns:a16="http://schemas.microsoft.com/office/drawing/2014/main" id="{57A33785-F622-7BFE-E946-5BBD90EBB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8" y="291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Oval 56">
              <a:extLst>
                <a:ext uri="{FF2B5EF4-FFF2-40B4-BE49-F238E27FC236}">
                  <a16:creationId xmlns:a16="http://schemas.microsoft.com/office/drawing/2014/main" id="{C226D4BE-5F84-08FE-264B-FDFFB0FE0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8" y="407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Oval 56">
              <a:extLst>
                <a:ext uri="{FF2B5EF4-FFF2-40B4-BE49-F238E27FC236}">
                  <a16:creationId xmlns:a16="http://schemas.microsoft.com/office/drawing/2014/main" id="{349A2DA4-7F0C-FA42-7BC0-8623269A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8" y="404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Oval 56">
              <a:extLst>
                <a:ext uri="{FF2B5EF4-FFF2-40B4-BE49-F238E27FC236}">
                  <a16:creationId xmlns:a16="http://schemas.microsoft.com/office/drawing/2014/main" id="{63B2F6F4-2B7C-B2E9-4C7F-669CFB949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8" y="361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Oval 56">
              <a:extLst>
                <a:ext uri="{FF2B5EF4-FFF2-40B4-BE49-F238E27FC236}">
                  <a16:creationId xmlns:a16="http://schemas.microsoft.com/office/drawing/2014/main" id="{8AB6D93E-7720-CD4F-0D6E-12C91DBB3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8" y="353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8942" name="AutoShape 17">
              <a:extLst>
                <a:ext uri="{FF2B5EF4-FFF2-40B4-BE49-F238E27FC236}">
                  <a16:creationId xmlns:a16="http://schemas.microsoft.com/office/drawing/2014/main" id="{42C7C858-274A-9AC4-7690-87997BC778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68" y="3025"/>
              <a:ext cx="111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3" name="AutoShape 16">
              <a:extLst>
                <a:ext uri="{FF2B5EF4-FFF2-40B4-BE49-F238E27FC236}">
                  <a16:creationId xmlns:a16="http://schemas.microsoft.com/office/drawing/2014/main" id="{DDC3850C-C517-6A69-C9B6-1D021AA212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57" y="3136"/>
              <a:ext cx="1" cy="9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4" name="AutoShape 15">
              <a:extLst>
                <a:ext uri="{FF2B5EF4-FFF2-40B4-BE49-F238E27FC236}">
                  <a16:creationId xmlns:a16="http://schemas.microsoft.com/office/drawing/2014/main" id="{4B559D65-18CC-851D-7B1E-D19C589B4A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8" y="3135"/>
              <a:ext cx="44" cy="9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5" name="AutoShape 14">
              <a:extLst>
                <a:ext uri="{FF2B5EF4-FFF2-40B4-BE49-F238E27FC236}">
                  <a16:creationId xmlns:a16="http://schemas.microsoft.com/office/drawing/2014/main" id="{1B294B46-EB91-6FBB-D755-873CC24E22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36" y="3103"/>
              <a:ext cx="1228" cy="10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6" name="AutoShape 13">
              <a:extLst>
                <a:ext uri="{FF2B5EF4-FFF2-40B4-BE49-F238E27FC236}">
                  <a16:creationId xmlns:a16="http://schemas.microsoft.com/office/drawing/2014/main" id="{6608B17F-706F-5C67-402C-B027078A52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77" y="3103"/>
              <a:ext cx="602" cy="5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7" name="AutoShape 12">
              <a:extLst>
                <a:ext uri="{FF2B5EF4-FFF2-40B4-BE49-F238E27FC236}">
                  <a16:creationId xmlns:a16="http://schemas.microsoft.com/office/drawing/2014/main" id="{5721CC5D-4365-324F-82EB-883AD1B39E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77" y="3804"/>
              <a:ext cx="602" cy="3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8" name="AutoShape 11">
              <a:extLst>
                <a:ext uri="{FF2B5EF4-FFF2-40B4-BE49-F238E27FC236}">
                  <a16:creationId xmlns:a16="http://schemas.microsoft.com/office/drawing/2014/main" id="{AA685F21-D7DE-645D-6683-CA19BB827B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76" y="3103"/>
              <a:ext cx="791" cy="4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9" name="AutoShape 10">
              <a:extLst>
                <a:ext uri="{FF2B5EF4-FFF2-40B4-BE49-F238E27FC236}">
                  <a16:creationId xmlns:a16="http://schemas.microsoft.com/office/drawing/2014/main" id="{6E04846A-6979-5A23-8F33-A6ECB7E9F4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09" y="3103"/>
              <a:ext cx="1910" cy="6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0" name="AutoShape 9">
              <a:extLst>
                <a:ext uri="{FF2B5EF4-FFF2-40B4-BE49-F238E27FC236}">
                  <a16:creationId xmlns:a16="http://schemas.microsoft.com/office/drawing/2014/main" id="{098648AA-0014-6873-D660-BFEC20DF23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66" y="3721"/>
              <a:ext cx="2101" cy="4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1" name="AutoShape 8">
              <a:extLst>
                <a:ext uri="{FF2B5EF4-FFF2-40B4-BE49-F238E27FC236}">
                  <a16:creationId xmlns:a16="http://schemas.microsoft.com/office/drawing/2014/main" id="{0FE0C025-F2D1-39AC-548A-42CF600664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69" y="3024"/>
              <a:ext cx="91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2" name="AutoShape 7">
              <a:extLst>
                <a:ext uri="{FF2B5EF4-FFF2-40B4-BE49-F238E27FC236}">
                  <a16:creationId xmlns:a16="http://schemas.microsoft.com/office/drawing/2014/main" id="{8DE6650A-49B2-EBDC-90A0-A1F656CD30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59" y="3135"/>
              <a:ext cx="1" cy="9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3" name="AutoShape 6">
              <a:extLst>
                <a:ext uri="{FF2B5EF4-FFF2-40B4-BE49-F238E27FC236}">
                  <a16:creationId xmlns:a16="http://schemas.microsoft.com/office/drawing/2014/main" id="{E0DAB91B-4FD9-AB5A-09DF-0CA6A2BDBA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79" y="3135"/>
              <a:ext cx="15" cy="9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4" name="AutoShape 5">
              <a:extLst>
                <a:ext uri="{FF2B5EF4-FFF2-40B4-BE49-F238E27FC236}">
                  <a16:creationId xmlns:a16="http://schemas.microsoft.com/office/drawing/2014/main" id="{F89A6C7C-0061-1D5A-6519-33AF58BA4C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37" y="3102"/>
              <a:ext cx="963" cy="10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5" name="AutoShape 4">
              <a:extLst>
                <a:ext uri="{FF2B5EF4-FFF2-40B4-BE49-F238E27FC236}">
                  <a16:creationId xmlns:a16="http://schemas.microsoft.com/office/drawing/2014/main" id="{C51E13C6-B3D8-7832-74A6-604883C04D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497" y="3102"/>
              <a:ext cx="583" cy="4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6" name="AutoShape 3">
              <a:extLst>
                <a:ext uri="{FF2B5EF4-FFF2-40B4-BE49-F238E27FC236}">
                  <a16:creationId xmlns:a16="http://schemas.microsoft.com/office/drawing/2014/main" id="{B2D9F904-BC75-973E-B338-3B027BBEB8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97" y="3721"/>
              <a:ext cx="583" cy="3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57" name="AutoShape 2">
              <a:extLst>
                <a:ext uri="{FF2B5EF4-FFF2-40B4-BE49-F238E27FC236}">
                  <a16:creationId xmlns:a16="http://schemas.microsoft.com/office/drawing/2014/main" id="{67B85D08-B95D-78FC-D061-DEF6C8D56F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372" y="3102"/>
              <a:ext cx="688" cy="5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8958" name="Rectangle 81">
            <a:extLst>
              <a:ext uri="{FF2B5EF4-FFF2-40B4-BE49-F238E27FC236}">
                <a16:creationId xmlns:a16="http://schemas.microsoft.com/office/drawing/2014/main" id="{0A8B2281-B4A4-567A-9E59-6A3314DE3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8959" name="画布 39">
            <a:extLst>
              <a:ext uri="{FF2B5EF4-FFF2-40B4-BE49-F238E27FC236}">
                <a16:creationId xmlns:a16="http://schemas.microsoft.com/office/drawing/2014/main" id="{7B04E5FF-639E-1354-C276-4931DE0A74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5863" y="4970463"/>
            <a:ext cx="6915150" cy="1843087"/>
            <a:chOff x="6063" y="2374"/>
            <a:chExt cx="7669" cy="2045"/>
          </a:xfrm>
        </p:grpSpPr>
        <p:sp>
          <p:nvSpPr>
            <p:cNvPr id="38960" name="AutoShape 80">
              <a:extLst>
                <a:ext uri="{FF2B5EF4-FFF2-40B4-BE49-F238E27FC236}">
                  <a16:creationId xmlns:a16="http://schemas.microsoft.com/office/drawing/2014/main" id="{51B9B89C-7BBE-7553-27B3-6B88CF9C94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63" y="2374"/>
              <a:ext cx="7605" cy="1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1" name="Text Box 42">
              <a:extLst>
                <a:ext uri="{FF2B5EF4-FFF2-40B4-BE49-F238E27FC236}">
                  <a16:creationId xmlns:a16="http://schemas.microsoft.com/office/drawing/2014/main" id="{9F62A9F1-5BD6-FBAF-3C41-A31015CC3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6" y="369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38962" name="Text Box 42">
              <a:extLst>
                <a:ext uri="{FF2B5EF4-FFF2-40B4-BE49-F238E27FC236}">
                  <a16:creationId xmlns:a16="http://schemas.microsoft.com/office/drawing/2014/main" id="{B1E95C41-593A-ECA6-63FB-B4D123F8E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83" y="369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38963" name="Text Box 42">
              <a:extLst>
                <a:ext uri="{FF2B5EF4-FFF2-40B4-BE49-F238E27FC236}">
                  <a16:creationId xmlns:a16="http://schemas.microsoft.com/office/drawing/2014/main" id="{9ED132A8-7516-8864-D95E-76C6C34C4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5" y="238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38964" name="Text Box 42">
              <a:extLst>
                <a:ext uri="{FF2B5EF4-FFF2-40B4-BE49-F238E27FC236}">
                  <a16:creationId xmlns:a16="http://schemas.microsoft.com/office/drawing/2014/main" id="{47497AF8-DF94-9517-6C62-AD30A72AB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1" y="376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38965" name="Text Box 42">
              <a:extLst>
                <a:ext uri="{FF2B5EF4-FFF2-40B4-BE49-F238E27FC236}">
                  <a16:creationId xmlns:a16="http://schemas.microsoft.com/office/drawing/2014/main" id="{4C413A13-94D8-3A76-BAFC-911BF85FC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" y="238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38966" name="Text Box 41">
              <a:extLst>
                <a:ext uri="{FF2B5EF4-FFF2-40B4-BE49-F238E27FC236}">
                  <a16:creationId xmlns:a16="http://schemas.microsoft.com/office/drawing/2014/main" id="{A211FE45-3A3F-E211-7C04-DF0DD1F13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" y="239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38967" name="Text Box 43">
              <a:extLst>
                <a:ext uri="{FF2B5EF4-FFF2-40B4-BE49-F238E27FC236}">
                  <a16:creationId xmlns:a16="http://schemas.microsoft.com/office/drawing/2014/main" id="{FB74E68C-AFE0-E44B-FBF7-21FC2AEE8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53" y="3689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38968" name="Text Box 44">
              <a:extLst>
                <a:ext uri="{FF2B5EF4-FFF2-40B4-BE49-F238E27FC236}">
                  <a16:creationId xmlns:a16="http://schemas.microsoft.com/office/drawing/2014/main" id="{AEC8CD34-0D18-4822-2B49-0D07CF44C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7" y="239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38969" name="Oval 52">
              <a:extLst>
                <a:ext uri="{FF2B5EF4-FFF2-40B4-BE49-F238E27FC236}">
                  <a16:creationId xmlns:a16="http://schemas.microsoft.com/office/drawing/2014/main" id="{87DD4551-1068-7C73-B545-52E420042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7" y="2914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0" name="Oval 55">
              <a:extLst>
                <a:ext uri="{FF2B5EF4-FFF2-40B4-BE49-F238E27FC236}">
                  <a16:creationId xmlns:a16="http://schemas.microsoft.com/office/drawing/2014/main" id="{7F3921DB-10DE-BBDA-CE33-F4CE12907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7" y="291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1" name="Oval 56">
              <a:extLst>
                <a:ext uri="{FF2B5EF4-FFF2-40B4-BE49-F238E27FC236}">
                  <a16:creationId xmlns:a16="http://schemas.microsoft.com/office/drawing/2014/main" id="{8E1B7006-9F42-B2E2-B0FF-B18A0E588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5" y="353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2" name="Oval 56">
              <a:extLst>
                <a:ext uri="{FF2B5EF4-FFF2-40B4-BE49-F238E27FC236}">
                  <a16:creationId xmlns:a16="http://schemas.microsoft.com/office/drawing/2014/main" id="{42D16563-4F1E-A1E2-36B1-E427A587C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28" y="357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3" name="Oval 56">
              <a:extLst>
                <a:ext uri="{FF2B5EF4-FFF2-40B4-BE49-F238E27FC236}">
                  <a16:creationId xmlns:a16="http://schemas.microsoft.com/office/drawing/2014/main" id="{F3155A85-66FF-6E39-55C9-206481159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83" y="291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4" name="Oval 56">
              <a:extLst>
                <a:ext uri="{FF2B5EF4-FFF2-40B4-BE49-F238E27FC236}">
                  <a16:creationId xmlns:a16="http://schemas.microsoft.com/office/drawing/2014/main" id="{1E1FDDA3-E813-EC0F-A9DE-E9EC03E4E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8" y="291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5" name="Oval 56">
              <a:extLst>
                <a:ext uri="{FF2B5EF4-FFF2-40B4-BE49-F238E27FC236}">
                  <a16:creationId xmlns:a16="http://schemas.microsoft.com/office/drawing/2014/main" id="{F0A4B2D8-A99B-6580-8526-9BF30E2D4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8" y="361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6" name="Oval 56">
              <a:extLst>
                <a:ext uri="{FF2B5EF4-FFF2-40B4-BE49-F238E27FC236}">
                  <a16:creationId xmlns:a16="http://schemas.microsoft.com/office/drawing/2014/main" id="{AD772721-87FF-F65C-0537-A348A971C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8" y="353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8977" name="AutoShape 63">
              <a:extLst>
                <a:ext uri="{FF2B5EF4-FFF2-40B4-BE49-F238E27FC236}">
                  <a16:creationId xmlns:a16="http://schemas.microsoft.com/office/drawing/2014/main" id="{80D9267F-3177-2803-6DB3-48EDBD47C0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68" y="3025"/>
              <a:ext cx="111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78" name="AutoShape 62">
              <a:extLst>
                <a:ext uri="{FF2B5EF4-FFF2-40B4-BE49-F238E27FC236}">
                  <a16:creationId xmlns:a16="http://schemas.microsoft.com/office/drawing/2014/main" id="{DBD57328-95D8-2390-7151-D61E82FA25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77" y="3103"/>
              <a:ext cx="602" cy="5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79" name="AutoShape 61">
              <a:extLst>
                <a:ext uri="{FF2B5EF4-FFF2-40B4-BE49-F238E27FC236}">
                  <a16:creationId xmlns:a16="http://schemas.microsoft.com/office/drawing/2014/main" id="{61F09854-B8DC-AB76-FA14-BA6D56DF03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76" y="3103"/>
              <a:ext cx="791" cy="4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80" name="AutoShape 60">
              <a:extLst>
                <a:ext uri="{FF2B5EF4-FFF2-40B4-BE49-F238E27FC236}">
                  <a16:creationId xmlns:a16="http://schemas.microsoft.com/office/drawing/2014/main" id="{6B4763F8-637E-0EBF-7EF3-FF6FCB1789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09" y="3103"/>
              <a:ext cx="1910" cy="6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81" name="AutoShape 59">
              <a:extLst>
                <a:ext uri="{FF2B5EF4-FFF2-40B4-BE49-F238E27FC236}">
                  <a16:creationId xmlns:a16="http://schemas.microsoft.com/office/drawing/2014/main" id="{4BA302CF-276D-B704-43D9-BD42099372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69" y="3024"/>
              <a:ext cx="91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82" name="AutoShape 58">
              <a:extLst>
                <a:ext uri="{FF2B5EF4-FFF2-40B4-BE49-F238E27FC236}">
                  <a16:creationId xmlns:a16="http://schemas.microsoft.com/office/drawing/2014/main" id="{7BD95314-5B87-EDB8-E1F3-0409971996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497" y="3102"/>
              <a:ext cx="583" cy="4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83" name="AutoShape 57">
              <a:extLst>
                <a:ext uri="{FF2B5EF4-FFF2-40B4-BE49-F238E27FC236}">
                  <a16:creationId xmlns:a16="http://schemas.microsoft.com/office/drawing/2014/main" id="{570636B7-5D49-2AE8-2291-8D32797C0C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372" y="3102"/>
              <a:ext cx="688" cy="5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>
            <a:extLst>
              <a:ext uri="{FF2B5EF4-FFF2-40B4-BE49-F238E27FC236}">
                <a16:creationId xmlns:a16="http://schemas.microsoft.com/office/drawing/2014/main" id="{52F8838E-5C1D-C590-94FB-55AA75146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8EDBC1F1-A64E-5573-D275-6A813D839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16113"/>
            <a:ext cx="8675687" cy="494188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3600" dirty="0"/>
              <a:t>无向简单图</a:t>
            </a:r>
            <a:r>
              <a:rPr lang="en-US" altLang="zh-CN" sz="3600" dirty="0"/>
              <a:t>G  </a:t>
            </a:r>
            <a:r>
              <a:rPr lang="zh-CN" altLang="zh-CN" sz="3600" dirty="0"/>
              <a:t>相对于完全图</a:t>
            </a:r>
            <a:r>
              <a:rPr lang="en-US" altLang="zh-CN" sz="3600" dirty="0" err="1"/>
              <a:t>K</a:t>
            </a:r>
            <a:r>
              <a:rPr lang="en-US" altLang="zh-CN" sz="3600" baseline="-25000" dirty="0" err="1"/>
              <a:t>n</a:t>
            </a:r>
            <a:r>
              <a:rPr lang="zh-CN" altLang="zh-CN" sz="3600" dirty="0"/>
              <a:t>的补图</a:t>
            </a:r>
            <a:r>
              <a:rPr lang="en-US" altLang="zh-CN" sz="3600" dirty="0"/>
              <a:t>  G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600" dirty="0"/>
              <a:t>   </a:t>
            </a:r>
            <a:r>
              <a:rPr lang="zh-CN" altLang="zh-CN" sz="3600" dirty="0"/>
              <a:t>的</a:t>
            </a:r>
            <a:r>
              <a:rPr lang="zh-CN" altLang="zh-CN" sz="3600" b="1" dirty="0">
                <a:solidFill>
                  <a:srgbClr val="FF0000"/>
                </a:solidFill>
              </a:rPr>
              <a:t>补图</a:t>
            </a:r>
            <a:r>
              <a:rPr lang="en-US" altLang="zh-CN" sz="3600" dirty="0"/>
              <a:t>  </a:t>
            </a:r>
            <a:r>
              <a:rPr lang="zh-CN" altLang="zh-CN" sz="3600" dirty="0"/>
              <a:t>记作</a:t>
            </a:r>
            <a:r>
              <a:rPr lang="en-US" altLang="zh-CN" sz="3600" dirty="0"/>
              <a:t> </a:t>
            </a:r>
            <a:r>
              <a:rPr lang="en-US" altLang="zh-CN" dirty="0"/>
              <a:t>   </a:t>
            </a:r>
            <a:endParaRPr lang="zh-CN" altLang="en-US" dirty="0"/>
          </a:p>
        </p:txBody>
      </p:sp>
      <p:sp>
        <p:nvSpPr>
          <p:cNvPr id="2" name="Rectangle 30">
            <a:extLst>
              <a:ext uri="{FF2B5EF4-FFF2-40B4-BE49-F238E27FC236}">
                <a16:creationId xmlns:a16="http://schemas.microsoft.com/office/drawing/2014/main" id="{0799B219-A3D2-14D5-50A6-48605D2BA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0" name="Rectangle 60">
            <a:extLst>
              <a:ext uri="{FF2B5EF4-FFF2-40B4-BE49-F238E27FC236}">
                <a16:creationId xmlns:a16="http://schemas.microsoft.com/office/drawing/2014/main" id="{142E7241-EE00-63D9-6133-E7C7A5BE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9941" name="Group 31">
            <a:extLst>
              <a:ext uri="{FF2B5EF4-FFF2-40B4-BE49-F238E27FC236}">
                <a16:creationId xmlns:a16="http://schemas.microsoft.com/office/drawing/2014/main" id="{B009FB44-7988-B224-EA68-BB3B4E650ED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31913" y="4221163"/>
            <a:ext cx="6657975" cy="2209800"/>
            <a:chOff x="2572" y="6587"/>
            <a:chExt cx="6897" cy="2291"/>
          </a:xfrm>
        </p:grpSpPr>
        <p:sp>
          <p:nvSpPr>
            <p:cNvPr id="39942" name="AutoShape 59">
              <a:extLst>
                <a:ext uri="{FF2B5EF4-FFF2-40B4-BE49-F238E27FC236}">
                  <a16:creationId xmlns:a16="http://schemas.microsoft.com/office/drawing/2014/main" id="{E4C98F6F-79FB-D685-5F1D-2EF764B90E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72" y="6587"/>
              <a:ext cx="6897" cy="2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3" name="Oval 58">
              <a:extLst>
                <a:ext uri="{FF2B5EF4-FFF2-40B4-BE49-F238E27FC236}">
                  <a16:creationId xmlns:a16="http://schemas.microsoft.com/office/drawing/2014/main" id="{7472619A-5DB7-F798-C40F-5B53D934D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659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4" name="Oval 57">
              <a:extLst>
                <a:ext uri="{FF2B5EF4-FFF2-40B4-BE49-F238E27FC236}">
                  <a16:creationId xmlns:a16="http://schemas.microsoft.com/office/drawing/2014/main" id="{325D3518-04C7-0357-D973-5C68F0EFD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" y="659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5" name="Oval 56">
              <a:extLst>
                <a:ext uri="{FF2B5EF4-FFF2-40B4-BE49-F238E27FC236}">
                  <a16:creationId xmlns:a16="http://schemas.microsoft.com/office/drawing/2014/main" id="{24465D99-A5BF-B16C-70BB-AF3B7C6EF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754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6" name="Oval 55">
              <a:extLst>
                <a:ext uri="{FF2B5EF4-FFF2-40B4-BE49-F238E27FC236}">
                  <a16:creationId xmlns:a16="http://schemas.microsoft.com/office/drawing/2014/main" id="{C96DF6E8-327F-E8D5-7E7D-1FCC2AFD4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7541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Oval 54">
              <a:extLst>
                <a:ext uri="{FF2B5EF4-FFF2-40B4-BE49-F238E27FC236}">
                  <a16:creationId xmlns:a16="http://schemas.microsoft.com/office/drawing/2014/main" id="{223CEE8E-D191-C178-585C-6D6BE8F9F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" y="848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Oval 53">
              <a:extLst>
                <a:ext uri="{FF2B5EF4-FFF2-40B4-BE49-F238E27FC236}">
                  <a16:creationId xmlns:a16="http://schemas.microsoft.com/office/drawing/2014/main" id="{FE412AE4-3E1F-C3C7-5CDD-C3A4DF871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850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Oval 52">
              <a:extLst>
                <a:ext uri="{FF2B5EF4-FFF2-40B4-BE49-F238E27FC236}">
                  <a16:creationId xmlns:a16="http://schemas.microsoft.com/office/drawing/2014/main" id="{D6AC952E-24B3-E171-9010-7EF7B5B68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" y="755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Oval 51">
              <a:extLst>
                <a:ext uri="{FF2B5EF4-FFF2-40B4-BE49-F238E27FC236}">
                  <a16:creationId xmlns:a16="http://schemas.microsoft.com/office/drawing/2014/main" id="{AD8D820F-87C5-D069-30C0-443185129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5" y="7556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Oval 50">
              <a:extLst>
                <a:ext uri="{FF2B5EF4-FFF2-40B4-BE49-F238E27FC236}">
                  <a16:creationId xmlns:a16="http://schemas.microsoft.com/office/drawing/2014/main" id="{37F094C7-F55A-D998-FDDF-B1F374E4E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7" y="6595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Oval 49">
              <a:extLst>
                <a:ext uri="{FF2B5EF4-FFF2-40B4-BE49-F238E27FC236}">
                  <a16:creationId xmlns:a16="http://schemas.microsoft.com/office/drawing/2014/main" id="{29A9E163-0CC4-EBB5-265F-2812F30F1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3" y="659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3" name="Oval 48">
              <a:extLst>
                <a:ext uri="{FF2B5EF4-FFF2-40B4-BE49-F238E27FC236}">
                  <a16:creationId xmlns:a16="http://schemas.microsoft.com/office/drawing/2014/main" id="{1C6DD998-EBD7-1132-8D38-C3CEEEA1F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4" y="8650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4" name="Oval 47">
              <a:extLst>
                <a:ext uri="{FF2B5EF4-FFF2-40B4-BE49-F238E27FC236}">
                  <a16:creationId xmlns:a16="http://schemas.microsoft.com/office/drawing/2014/main" id="{1D645544-BB99-6DFB-44EA-62004EBA0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" y="8649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9955" name="AutoShape 46">
              <a:extLst>
                <a:ext uri="{FF2B5EF4-FFF2-40B4-BE49-F238E27FC236}">
                  <a16:creationId xmlns:a16="http://schemas.microsoft.com/office/drawing/2014/main" id="{741D0361-A5AA-6E68-E1D9-E0AB984BFD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9" y="6706"/>
              <a:ext cx="105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56" name="AutoShape 45">
              <a:extLst>
                <a:ext uri="{FF2B5EF4-FFF2-40B4-BE49-F238E27FC236}">
                  <a16:creationId xmlns:a16="http://schemas.microsoft.com/office/drawing/2014/main" id="{420F0D19-79BC-88E4-F72A-401DC414E8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69" y="6784"/>
              <a:ext cx="331" cy="7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57" name="AutoShape 44">
              <a:extLst>
                <a:ext uri="{FF2B5EF4-FFF2-40B4-BE49-F238E27FC236}">
                  <a16:creationId xmlns:a16="http://schemas.microsoft.com/office/drawing/2014/main" id="{F9574277-F574-6B7B-6444-9FEBCB5B5D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52" y="6816"/>
              <a:ext cx="515" cy="7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58" name="AutoShape 43">
              <a:extLst>
                <a:ext uri="{FF2B5EF4-FFF2-40B4-BE49-F238E27FC236}">
                  <a16:creationId xmlns:a16="http://schemas.microsoft.com/office/drawing/2014/main" id="{349DE213-E1A6-6780-E29F-C0C29774B4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1" y="7762"/>
              <a:ext cx="491" cy="7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59" name="AutoShape 42">
              <a:extLst>
                <a:ext uri="{FF2B5EF4-FFF2-40B4-BE49-F238E27FC236}">
                  <a16:creationId xmlns:a16="http://schemas.microsoft.com/office/drawing/2014/main" id="{1FC18996-E69A-BB73-FB84-E7D8C965AE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36" y="7762"/>
              <a:ext cx="509" cy="7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0" name="AutoShape 41">
              <a:extLst>
                <a:ext uri="{FF2B5EF4-FFF2-40B4-BE49-F238E27FC236}">
                  <a16:creationId xmlns:a16="http://schemas.microsoft.com/office/drawing/2014/main" id="{482D50F1-478F-02DA-811D-F27DD2E0F9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71" y="8596"/>
              <a:ext cx="1054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1" name="AutoShape 40">
              <a:extLst>
                <a:ext uri="{FF2B5EF4-FFF2-40B4-BE49-F238E27FC236}">
                  <a16:creationId xmlns:a16="http://schemas.microsoft.com/office/drawing/2014/main" id="{5DB6B116-1C4F-F462-6771-305B1AE2AD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47" y="6817"/>
              <a:ext cx="27" cy="18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2" name="AutoShape 39">
              <a:extLst>
                <a:ext uri="{FF2B5EF4-FFF2-40B4-BE49-F238E27FC236}">
                  <a16:creationId xmlns:a16="http://schemas.microsoft.com/office/drawing/2014/main" id="{5399675A-A8FA-8FDA-BFFF-E8121FB2F0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47" y="6817"/>
              <a:ext cx="1169" cy="18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3" name="AutoShape 38">
              <a:extLst>
                <a:ext uri="{FF2B5EF4-FFF2-40B4-BE49-F238E27FC236}">
                  <a16:creationId xmlns:a16="http://schemas.microsoft.com/office/drawing/2014/main" id="{9C9761FC-4F17-1093-B8D2-A6A2185395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25" y="6784"/>
              <a:ext cx="1615" cy="8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4" name="AutoShape 37">
              <a:extLst>
                <a:ext uri="{FF2B5EF4-FFF2-40B4-BE49-F238E27FC236}">
                  <a16:creationId xmlns:a16="http://schemas.microsoft.com/office/drawing/2014/main" id="{86FF88C0-6455-C07E-EE5E-0E643BBE83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36" y="6784"/>
              <a:ext cx="1549" cy="7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5" name="AutoShape 36">
              <a:extLst>
                <a:ext uri="{FF2B5EF4-FFF2-40B4-BE49-F238E27FC236}">
                  <a16:creationId xmlns:a16="http://schemas.microsoft.com/office/drawing/2014/main" id="{099263DD-0A15-8553-97E9-8555EEE58D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53" y="6784"/>
              <a:ext cx="932" cy="18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6" name="AutoShape 35">
              <a:extLst>
                <a:ext uri="{FF2B5EF4-FFF2-40B4-BE49-F238E27FC236}">
                  <a16:creationId xmlns:a16="http://schemas.microsoft.com/office/drawing/2014/main" id="{A9FD326D-C93C-6B01-E81C-7E8FDEED84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585" y="6784"/>
              <a:ext cx="210" cy="18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7" name="AutoShape 34">
              <a:extLst>
                <a:ext uri="{FF2B5EF4-FFF2-40B4-BE49-F238E27FC236}">
                  <a16:creationId xmlns:a16="http://schemas.microsoft.com/office/drawing/2014/main" id="{44676434-C534-AAF0-32AC-106C346FF3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14" y="7588"/>
              <a:ext cx="2237" cy="1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8" name="AutoShape 33">
              <a:extLst>
                <a:ext uri="{FF2B5EF4-FFF2-40B4-BE49-F238E27FC236}">
                  <a16:creationId xmlns:a16="http://schemas.microsoft.com/office/drawing/2014/main" id="{238A1343-E5F9-5F9E-32B3-97B534A9CC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47" y="7667"/>
              <a:ext cx="1569" cy="10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9" name="AutoShape 32">
              <a:extLst>
                <a:ext uri="{FF2B5EF4-FFF2-40B4-BE49-F238E27FC236}">
                  <a16:creationId xmlns:a16="http://schemas.microsoft.com/office/drawing/2014/main" id="{8B591EC9-F641-29EB-4432-964FAE1949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31" y="7745"/>
              <a:ext cx="1541" cy="9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39970" name="对象 63">
            <a:extLst>
              <a:ext uri="{FF2B5EF4-FFF2-40B4-BE49-F238E27FC236}">
                <a16:creationId xmlns:a16="http://schemas.microsoft.com/office/drawing/2014/main" id="{2AEDBC76-34F3-B2F7-8B13-FC7741448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6675" y="2925763"/>
          <a:ext cx="495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4957" imgH="203024" progId="Equation.DSMT4">
                  <p:embed/>
                </p:oleObj>
              </mc:Choice>
              <mc:Fallback>
                <p:oleObj r:id="rId2" imgW="164957" imgH="203024" progId="Equation.DSMT4">
                  <p:embed/>
                  <p:pic>
                    <p:nvPicPr>
                      <p:cNvPr id="0" name="对象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675" y="2925763"/>
                        <a:ext cx="495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>
            <a:extLst>
              <a:ext uri="{FF2B5EF4-FFF2-40B4-BE49-F238E27FC236}">
                <a16:creationId xmlns:a16="http://schemas.microsoft.com/office/drawing/2014/main" id="{A50FD98A-0CD0-982F-A77A-2CE04DF48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9099E992-AD92-6FA1-BF2B-08390562D2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3333CC"/>
              </a:buClr>
            </a:pPr>
            <a:r>
              <a:rPr lang="zh-CN" altLang="zh-CN" sz="3600" b="1">
                <a:solidFill>
                  <a:srgbClr val="FF0000"/>
                </a:solidFill>
              </a:rPr>
              <a:t>自补图</a:t>
            </a:r>
            <a:r>
              <a:rPr lang="en-US" altLang="zh-CN" sz="3600">
                <a:solidFill>
                  <a:srgbClr val="FF0000"/>
                </a:solidFill>
              </a:rPr>
              <a:t>   </a:t>
            </a:r>
            <a:r>
              <a:rPr lang="zh-CN" altLang="zh-CN" sz="3600"/>
              <a:t>简单图</a:t>
            </a:r>
            <a:r>
              <a:rPr lang="en-US" altLang="zh-CN" sz="3600"/>
              <a:t>G</a:t>
            </a:r>
            <a:r>
              <a:rPr lang="zh-CN" altLang="zh-CN" sz="3600"/>
              <a:t>同构于</a:t>
            </a:r>
            <a:r>
              <a:rPr lang="en-US" altLang="zh-CN" sz="3600"/>
              <a:t>G</a:t>
            </a:r>
            <a:r>
              <a:rPr lang="zh-CN" altLang="zh-CN" sz="3600"/>
              <a:t>的补图</a:t>
            </a:r>
            <a:endParaRPr lang="en-US" altLang="zh-CN" sz="3600"/>
          </a:p>
          <a:p>
            <a:pPr>
              <a:lnSpc>
                <a:spcPct val="150000"/>
              </a:lnSpc>
              <a:buClr>
                <a:srgbClr val="3333CC"/>
              </a:buClr>
            </a:pPr>
            <a:r>
              <a:rPr lang="zh-CN" altLang="zh-CN" sz="3600"/>
              <a:t>所有阶数不大于</a:t>
            </a:r>
            <a:r>
              <a:rPr lang="en-US" altLang="zh-CN" sz="3600"/>
              <a:t>5</a:t>
            </a:r>
            <a:r>
              <a:rPr lang="zh-CN" altLang="zh-CN" sz="3600"/>
              <a:t>的自补图</a:t>
            </a:r>
            <a:endParaRPr lang="zh-CN" altLang="en-US" sz="3600"/>
          </a:p>
        </p:txBody>
      </p:sp>
      <p:sp>
        <p:nvSpPr>
          <p:cNvPr id="40963" name="Rectangle 31">
            <a:extLst>
              <a:ext uri="{FF2B5EF4-FFF2-40B4-BE49-F238E27FC236}">
                <a16:creationId xmlns:a16="http://schemas.microsoft.com/office/drawing/2014/main" id="{169C1525-E4F2-3BD2-B0E2-B40DDF67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0964" name="Group 1">
            <a:extLst>
              <a:ext uri="{FF2B5EF4-FFF2-40B4-BE49-F238E27FC236}">
                <a16:creationId xmlns:a16="http://schemas.microsoft.com/office/drawing/2014/main" id="{8D9F5E77-F053-D504-E3D6-D70F1877C0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50938" y="4286250"/>
            <a:ext cx="7021512" cy="1806575"/>
            <a:chOff x="3296" y="9262"/>
            <a:chExt cx="7227" cy="1861"/>
          </a:xfrm>
        </p:grpSpPr>
        <p:sp>
          <p:nvSpPr>
            <p:cNvPr id="40965" name="AutoShape 30">
              <a:extLst>
                <a:ext uri="{FF2B5EF4-FFF2-40B4-BE49-F238E27FC236}">
                  <a16:creationId xmlns:a16="http://schemas.microsoft.com/office/drawing/2014/main" id="{28F883E4-FC25-F2F1-0D22-BDF162FD512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96" y="9262"/>
              <a:ext cx="7227" cy="1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6" name="Oval 29">
              <a:extLst>
                <a:ext uri="{FF2B5EF4-FFF2-40B4-BE49-F238E27FC236}">
                  <a16:creationId xmlns:a16="http://schemas.microsoft.com/office/drawing/2014/main" id="{7658234F-F82E-8579-97F8-EA518B893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10416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7" name="Oval 28">
              <a:extLst>
                <a:ext uri="{FF2B5EF4-FFF2-40B4-BE49-F238E27FC236}">
                  <a16:creationId xmlns:a16="http://schemas.microsoft.com/office/drawing/2014/main" id="{66CED0B6-206B-BC29-299A-C61DFA39F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990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8" name="Oval 27">
              <a:extLst>
                <a:ext uri="{FF2B5EF4-FFF2-40B4-BE49-F238E27FC236}">
                  <a16:creationId xmlns:a16="http://schemas.microsoft.com/office/drawing/2014/main" id="{0EE54C81-9EFA-8DC7-0273-1405D4FEA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990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9" name="Oval 26">
              <a:extLst>
                <a:ext uri="{FF2B5EF4-FFF2-40B4-BE49-F238E27FC236}">
                  <a16:creationId xmlns:a16="http://schemas.microsoft.com/office/drawing/2014/main" id="{A0B46755-78AA-5DFD-7C18-AAC694E59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10893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0" name="Oval 25">
              <a:extLst>
                <a:ext uri="{FF2B5EF4-FFF2-40B4-BE49-F238E27FC236}">
                  <a16:creationId xmlns:a16="http://schemas.microsoft.com/office/drawing/2014/main" id="{5E6F1351-B35B-E497-FCBB-169CD9346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9" y="1089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1" name="Oval 24">
              <a:extLst>
                <a:ext uri="{FF2B5EF4-FFF2-40B4-BE49-F238E27FC236}">
                  <a16:creationId xmlns:a16="http://schemas.microsoft.com/office/drawing/2014/main" id="{4E65B18F-0251-FC9D-33AA-0A164FC98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5" y="927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2" name="Oval 23">
              <a:extLst>
                <a:ext uri="{FF2B5EF4-FFF2-40B4-BE49-F238E27FC236}">
                  <a16:creationId xmlns:a16="http://schemas.microsoft.com/office/drawing/2014/main" id="{34A82C4F-46C3-479B-BA0D-E4E2AA5E6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9" y="927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3" name="Oval 22">
              <a:extLst>
                <a:ext uri="{FF2B5EF4-FFF2-40B4-BE49-F238E27FC236}">
                  <a16:creationId xmlns:a16="http://schemas.microsoft.com/office/drawing/2014/main" id="{E892C2DE-F6DE-FAA6-EC44-5EC34773E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" y="10893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Oval 21">
              <a:extLst>
                <a:ext uri="{FF2B5EF4-FFF2-40B4-BE49-F238E27FC236}">
                  <a16:creationId xmlns:a16="http://schemas.microsoft.com/office/drawing/2014/main" id="{0604C916-5FB9-2874-1CDB-3F04DD312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8" y="10893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Oval 20">
              <a:extLst>
                <a:ext uri="{FF2B5EF4-FFF2-40B4-BE49-F238E27FC236}">
                  <a16:creationId xmlns:a16="http://schemas.microsoft.com/office/drawing/2014/main" id="{1F4C9C1B-EC92-3F5C-0941-A30B9C108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4" y="991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6" name="Oval 19">
              <a:extLst>
                <a:ext uri="{FF2B5EF4-FFF2-40B4-BE49-F238E27FC236}">
                  <a16:creationId xmlns:a16="http://schemas.microsoft.com/office/drawing/2014/main" id="{28ECAA76-B129-F711-E608-A96D5F40F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9" y="990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7" name="Oval 18">
              <a:extLst>
                <a:ext uri="{FF2B5EF4-FFF2-40B4-BE49-F238E27FC236}">
                  <a16:creationId xmlns:a16="http://schemas.microsoft.com/office/drawing/2014/main" id="{CD7F4105-2A44-2B1F-1742-11AD62572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" y="1089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8" name="Oval 17">
              <a:extLst>
                <a:ext uri="{FF2B5EF4-FFF2-40B4-BE49-F238E27FC236}">
                  <a16:creationId xmlns:a16="http://schemas.microsoft.com/office/drawing/2014/main" id="{8735319D-1FB5-52F8-8070-3FF8D8CFF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6" y="991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Oval 16">
              <a:extLst>
                <a:ext uri="{FF2B5EF4-FFF2-40B4-BE49-F238E27FC236}">
                  <a16:creationId xmlns:a16="http://schemas.microsoft.com/office/drawing/2014/main" id="{398609AB-9DF4-76C9-A6B3-0CF4AB00E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1089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Oval 15">
              <a:extLst>
                <a:ext uri="{FF2B5EF4-FFF2-40B4-BE49-F238E27FC236}">
                  <a16:creationId xmlns:a16="http://schemas.microsoft.com/office/drawing/2014/main" id="{F87BD7D5-A0FA-698E-3F1F-64B3763A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0" y="990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0981" name="AutoShape 14">
              <a:extLst>
                <a:ext uri="{FF2B5EF4-FFF2-40B4-BE49-F238E27FC236}">
                  <a16:creationId xmlns:a16="http://schemas.microsoft.com/office/drawing/2014/main" id="{894FA8DF-043A-7A40-B704-D906493258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650" y="10127"/>
              <a:ext cx="289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2" name="AutoShape 13">
              <a:extLst>
                <a:ext uri="{FF2B5EF4-FFF2-40B4-BE49-F238E27FC236}">
                  <a16:creationId xmlns:a16="http://schemas.microsoft.com/office/drawing/2014/main" id="{6192D2B2-52DB-CE44-80BD-0DF71088D9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04" y="10126"/>
              <a:ext cx="188" cy="7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3" name="AutoShape 12">
              <a:extLst>
                <a:ext uri="{FF2B5EF4-FFF2-40B4-BE49-F238E27FC236}">
                  <a16:creationId xmlns:a16="http://schemas.microsoft.com/office/drawing/2014/main" id="{CDC77D2B-01E0-9C05-042B-32A43C6018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81" y="11004"/>
              <a:ext cx="55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4" name="AutoShape 11">
              <a:extLst>
                <a:ext uri="{FF2B5EF4-FFF2-40B4-BE49-F238E27FC236}">
                  <a16:creationId xmlns:a16="http://schemas.microsoft.com/office/drawing/2014/main" id="{C45C8FD0-85CB-8386-E141-F0A04D197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1" y="9491"/>
              <a:ext cx="315" cy="14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5" name="AutoShape 10">
              <a:extLst>
                <a:ext uri="{FF2B5EF4-FFF2-40B4-BE49-F238E27FC236}">
                  <a16:creationId xmlns:a16="http://schemas.microsoft.com/office/drawing/2014/main" id="{6FA696F2-63D1-0694-7FAC-C248F19443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46" y="9491"/>
              <a:ext cx="486" cy="14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6" name="AutoShape 9">
              <a:extLst>
                <a:ext uri="{FF2B5EF4-FFF2-40B4-BE49-F238E27FC236}">
                  <a16:creationId xmlns:a16="http://schemas.microsoft.com/office/drawing/2014/main" id="{05D92C84-65FF-183F-D0D0-02314DDE99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41" y="11005"/>
              <a:ext cx="5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7" name="AutoShape 8">
              <a:extLst>
                <a:ext uri="{FF2B5EF4-FFF2-40B4-BE49-F238E27FC236}">
                  <a16:creationId xmlns:a16="http://schemas.microsoft.com/office/drawing/2014/main" id="{D185C3BD-223A-3FBB-ECB5-B2B84AE0C0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32" y="10138"/>
              <a:ext cx="195" cy="7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8" name="AutoShape 7">
              <a:extLst>
                <a:ext uri="{FF2B5EF4-FFF2-40B4-BE49-F238E27FC236}">
                  <a16:creationId xmlns:a16="http://schemas.microsoft.com/office/drawing/2014/main" id="{41667F5D-E607-349D-F982-3199483B4A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91" y="10127"/>
              <a:ext cx="240" cy="7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9" name="AutoShape 6">
              <a:extLst>
                <a:ext uri="{FF2B5EF4-FFF2-40B4-BE49-F238E27FC236}">
                  <a16:creationId xmlns:a16="http://schemas.microsoft.com/office/drawing/2014/main" id="{0C8C8800-5780-AB01-66FE-169006C91A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168" y="9459"/>
              <a:ext cx="513" cy="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90" name="AutoShape 5">
              <a:extLst>
                <a:ext uri="{FF2B5EF4-FFF2-40B4-BE49-F238E27FC236}">
                  <a16:creationId xmlns:a16="http://schemas.microsoft.com/office/drawing/2014/main" id="{69E0547E-E17C-4D65-B322-113A10379C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38" y="9459"/>
              <a:ext cx="488" cy="4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91" name="AutoShape 4">
              <a:extLst>
                <a:ext uri="{FF2B5EF4-FFF2-40B4-BE49-F238E27FC236}">
                  <a16:creationId xmlns:a16="http://schemas.microsoft.com/office/drawing/2014/main" id="{143205BE-EB95-3E58-C42F-A4A9CB54F8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139" y="10138"/>
              <a:ext cx="266" cy="7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92" name="AutoShape 3">
              <a:extLst>
                <a:ext uri="{FF2B5EF4-FFF2-40B4-BE49-F238E27FC236}">
                  <a16:creationId xmlns:a16="http://schemas.microsoft.com/office/drawing/2014/main" id="{2E61334A-D571-21DA-BCDC-0E406E97F9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90" y="10127"/>
              <a:ext cx="307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93" name="AutoShape 2">
              <a:extLst>
                <a:ext uri="{FF2B5EF4-FFF2-40B4-BE49-F238E27FC236}">
                  <a16:creationId xmlns:a16="http://schemas.microsoft.com/office/drawing/2014/main" id="{194B3947-38E1-37B4-1BFD-3AEC8996E4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07" y="11004"/>
              <a:ext cx="5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>
            <a:extLst>
              <a:ext uri="{FF2B5EF4-FFF2-40B4-BE49-F238E27FC236}">
                <a16:creationId xmlns:a16="http://schemas.microsoft.com/office/drawing/2014/main" id="{BE6C1663-6F63-EEB9-AC91-D0A36527C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AECBE-FC9D-0738-04F0-ED4C142E3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zh-CN" sz="3600" dirty="0">
                <a:solidFill>
                  <a:srgbClr val="FF0000"/>
                </a:solidFill>
              </a:rPr>
              <a:t>定义</a:t>
            </a:r>
            <a:r>
              <a:rPr lang="en-US" altLang="zh-CN" sz="3600" dirty="0">
                <a:solidFill>
                  <a:srgbClr val="FF0000"/>
                </a:solidFill>
              </a:rPr>
              <a:t>7.1.4</a:t>
            </a:r>
            <a:r>
              <a:rPr lang="zh-CN" altLang="zh-CN" sz="3600" dirty="0"/>
              <a:t>简单无向图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和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，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和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的</a:t>
            </a:r>
            <a:r>
              <a:rPr lang="zh-CN" altLang="zh-CN" sz="3600" b="1" dirty="0">
                <a:solidFill>
                  <a:srgbClr val="0000FF"/>
                </a:solidFill>
              </a:rPr>
              <a:t>笛卡尔积</a:t>
            </a:r>
            <a:r>
              <a:rPr lang="zh-CN" altLang="zh-CN" sz="3600" dirty="0"/>
              <a:t>为图</a:t>
            </a:r>
            <a:r>
              <a:rPr lang="en-US" altLang="zh-CN" sz="3600" dirty="0"/>
              <a:t>G</a:t>
            </a:r>
            <a:r>
              <a:rPr lang="zh-CN" altLang="zh-CN" sz="3600" dirty="0"/>
              <a:t>＝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1</a:t>
            </a:r>
            <a:r>
              <a:rPr lang="zh-CN" altLang="zh-CN" sz="3600" dirty="0"/>
              <a:t>×</a:t>
            </a:r>
            <a:r>
              <a:rPr lang="en-US" altLang="zh-CN" sz="3600" dirty="0"/>
              <a:t>G</a:t>
            </a:r>
            <a:r>
              <a:rPr lang="en-US" altLang="zh-CN" sz="3600" baseline="-25000" dirty="0"/>
              <a:t>2</a:t>
            </a:r>
            <a:r>
              <a:rPr lang="zh-CN" altLang="zh-CN" sz="3600" dirty="0"/>
              <a:t>，</a:t>
            </a:r>
            <a:r>
              <a:rPr lang="zh-CN" altLang="en-US" sz="3600" dirty="0"/>
              <a:t>且</a:t>
            </a:r>
            <a:r>
              <a:rPr lang="zh-CN" altLang="zh-CN" sz="3600" dirty="0"/>
              <a:t>图</a:t>
            </a:r>
            <a:r>
              <a:rPr lang="en-US" altLang="zh-CN" sz="3600" dirty="0"/>
              <a:t>G</a:t>
            </a:r>
            <a:r>
              <a:rPr lang="zh-CN" altLang="zh-CN" sz="3600" dirty="0"/>
              <a:t>满足：</a:t>
            </a:r>
            <a:r>
              <a:rPr lang="en-US" altLang="zh-CN" sz="3600" dirty="0"/>
              <a:t>V(G)</a:t>
            </a:r>
            <a:r>
              <a:rPr lang="zh-CN" altLang="zh-CN" sz="3600" dirty="0"/>
              <a:t>＝</a:t>
            </a:r>
            <a:r>
              <a:rPr lang="en-US" altLang="zh-CN" sz="3600" dirty="0"/>
              <a:t>V(G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)</a:t>
            </a:r>
            <a:r>
              <a:rPr lang="zh-CN" altLang="zh-CN" sz="3600" dirty="0"/>
              <a:t>×</a:t>
            </a:r>
            <a:r>
              <a:rPr lang="en-US" altLang="zh-CN" sz="3600" dirty="0"/>
              <a:t>V(G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)</a:t>
            </a:r>
            <a:r>
              <a:rPr lang="zh-CN" altLang="zh-CN" sz="3600" dirty="0"/>
              <a:t>；</a:t>
            </a:r>
            <a:r>
              <a:rPr lang="en-US" altLang="zh-CN" sz="3600" dirty="0"/>
              <a:t>G</a:t>
            </a:r>
            <a:r>
              <a:rPr lang="zh-CN" altLang="zh-CN" sz="3600" dirty="0"/>
              <a:t>中的两个顶点</a:t>
            </a:r>
            <a:r>
              <a:rPr lang="en-US" altLang="zh-CN" sz="3600" dirty="0">
                <a:latin typeface="+mn-ea"/>
              </a:rPr>
              <a:t>&lt;</a:t>
            </a:r>
            <a:r>
              <a:rPr lang="en-US" altLang="zh-CN" sz="3600" dirty="0" err="1"/>
              <a:t>a,b</a:t>
            </a:r>
            <a:r>
              <a:rPr lang="en-US" altLang="zh-CN" sz="3600" dirty="0">
                <a:latin typeface="+mn-ea"/>
              </a:rPr>
              <a:t>&gt;</a:t>
            </a:r>
            <a:r>
              <a:rPr lang="zh-CN" altLang="zh-CN" sz="3600" dirty="0"/>
              <a:t>和</a:t>
            </a:r>
            <a:r>
              <a:rPr lang="en-US" altLang="zh-CN" sz="3600" dirty="0">
                <a:latin typeface="+mn-ea"/>
              </a:rPr>
              <a:t>&lt;</a:t>
            </a:r>
            <a:r>
              <a:rPr lang="en-US" altLang="zh-CN" sz="3600" dirty="0" err="1"/>
              <a:t>c,d</a:t>
            </a:r>
            <a:r>
              <a:rPr lang="en-US" altLang="zh-CN" sz="3600" dirty="0">
                <a:latin typeface="+mn-ea"/>
              </a:rPr>
              <a:t>&gt;</a:t>
            </a:r>
            <a:r>
              <a:rPr lang="zh-CN" altLang="zh-CN" sz="3600" dirty="0"/>
              <a:t>邻接</a:t>
            </a:r>
            <a:r>
              <a:rPr lang="zh-CN" altLang="zh-CN" sz="3600" dirty="0">
                <a:solidFill>
                  <a:srgbClr val="FF00FF"/>
                </a:solidFill>
              </a:rPr>
              <a:t>当且仅当</a:t>
            </a:r>
            <a:r>
              <a:rPr lang="en-US" altLang="zh-CN" sz="3600" dirty="0"/>
              <a:t>a</a:t>
            </a:r>
            <a:r>
              <a:rPr lang="zh-CN" altLang="zh-CN" sz="3600" dirty="0"/>
              <a:t>＝</a:t>
            </a:r>
            <a:r>
              <a:rPr lang="en-US" altLang="zh-CN" sz="3600" dirty="0"/>
              <a:t>c</a:t>
            </a:r>
            <a:r>
              <a:rPr lang="zh-CN" altLang="zh-CN" sz="3600" dirty="0"/>
              <a:t>且</a:t>
            </a:r>
            <a:r>
              <a:rPr lang="en-US" altLang="zh-CN" sz="3600" dirty="0"/>
              <a:t>(</a:t>
            </a:r>
            <a:r>
              <a:rPr lang="en-US" altLang="zh-CN" sz="3600" dirty="0" err="1"/>
              <a:t>b,d</a:t>
            </a:r>
            <a:r>
              <a:rPr lang="en-US" altLang="zh-CN" sz="3600" dirty="0"/>
              <a:t>)∈E(G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)</a:t>
            </a:r>
            <a:r>
              <a:rPr lang="zh-CN" altLang="zh-CN" sz="3600" dirty="0"/>
              <a:t>或</a:t>
            </a:r>
            <a:r>
              <a:rPr lang="en-US" altLang="zh-CN" sz="3600" dirty="0"/>
              <a:t>b</a:t>
            </a:r>
            <a:r>
              <a:rPr lang="zh-CN" altLang="zh-CN" sz="3600" dirty="0"/>
              <a:t>＝</a:t>
            </a:r>
            <a:r>
              <a:rPr lang="en-US" altLang="zh-CN" sz="3600" dirty="0"/>
              <a:t>d</a:t>
            </a:r>
            <a:r>
              <a:rPr lang="zh-CN" altLang="zh-CN" sz="3600" dirty="0"/>
              <a:t>且</a:t>
            </a:r>
            <a:r>
              <a:rPr lang="en-US" altLang="zh-CN" sz="3600" dirty="0"/>
              <a:t>(</a:t>
            </a:r>
            <a:r>
              <a:rPr lang="en-US" altLang="zh-CN" sz="3600" dirty="0" err="1"/>
              <a:t>a,c</a:t>
            </a:r>
            <a:r>
              <a:rPr lang="en-US" altLang="zh-CN" sz="3600" dirty="0"/>
              <a:t>)∈E(G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)</a:t>
            </a:r>
            <a:r>
              <a:rPr lang="zh-CN" altLang="zh-CN" sz="3600" dirty="0"/>
              <a:t>。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>
            <a:extLst>
              <a:ext uri="{FF2B5EF4-FFF2-40B4-BE49-F238E27FC236}">
                <a16:creationId xmlns:a16="http://schemas.microsoft.com/office/drawing/2014/main" id="{2A11430E-6B29-35D0-D866-9F0279DF1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718C2C26-33E7-0F58-F324-2E6112E3B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FF"/>
                </a:solidFill>
              </a:rPr>
              <a:t>？</a:t>
            </a:r>
          </a:p>
        </p:txBody>
      </p:sp>
      <p:sp>
        <p:nvSpPr>
          <p:cNvPr id="43011" name="Rectangle 67">
            <a:extLst>
              <a:ext uri="{FF2B5EF4-FFF2-40B4-BE49-F238E27FC236}">
                <a16:creationId xmlns:a16="http://schemas.microsoft.com/office/drawing/2014/main" id="{F60AFFCF-0ED2-89D2-E876-C4A5004C5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3012" name="Group 1">
            <a:extLst>
              <a:ext uri="{FF2B5EF4-FFF2-40B4-BE49-F238E27FC236}">
                <a16:creationId xmlns:a16="http://schemas.microsoft.com/office/drawing/2014/main" id="{9CB959D9-8988-E465-87B6-E8EFA8405A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213" y="1917700"/>
            <a:ext cx="8351837" cy="4838700"/>
            <a:chOff x="1194" y="1984"/>
            <a:chExt cx="8598" cy="4981"/>
          </a:xfrm>
        </p:grpSpPr>
        <p:sp>
          <p:nvSpPr>
            <p:cNvPr id="43013" name="AutoShape 66">
              <a:extLst>
                <a:ext uri="{FF2B5EF4-FFF2-40B4-BE49-F238E27FC236}">
                  <a16:creationId xmlns:a16="http://schemas.microsoft.com/office/drawing/2014/main" id="{F3AC8B8E-1830-3936-56FD-81C58ECA412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94" y="1984"/>
              <a:ext cx="8501" cy="4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" name="Text Box 65">
              <a:extLst>
                <a:ext uri="{FF2B5EF4-FFF2-40B4-BE49-F238E27FC236}">
                  <a16:creationId xmlns:a16="http://schemas.microsoft.com/office/drawing/2014/main" id="{C65044A3-E8B5-B286-7963-BB7960973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5" y="453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43015" name="Text Box 64">
              <a:extLst>
                <a:ext uri="{FF2B5EF4-FFF2-40B4-BE49-F238E27FC236}">
                  <a16:creationId xmlns:a16="http://schemas.microsoft.com/office/drawing/2014/main" id="{CDFFA8F7-E6FF-4E1D-3FE0-E25A9F501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3" y="4966"/>
              <a:ext cx="93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16" name="Text Box 63">
              <a:extLst>
                <a:ext uri="{FF2B5EF4-FFF2-40B4-BE49-F238E27FC236}">
                  <a16:creationId xmlns:a16="http://schemas.microsoft.com/office/drawing/2014/main" id="{8BEF7A0B-45DC-12D1-402D-4E9B20CA1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5" y="4706"/>
              <a:ext cx="93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17" name="Text Box 62">
              <a:extLst>
                <a:ext uri="{FF2B5EF4-FFF2-40B4-BE49-F238E27FC236}">
                  <a16:creationId xmlns:a16="http://schemas.microsoft.com/office/drawing/2014/main" id="{5746C134-184C-705C-9E5E-819026B04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5" y="3296"/>
              <a:ext cx="93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18" name="Text Box 61">
              <a:extLst>
                <a:ext uri="{FF2B5EF4-FFF2-40B4-BE49-F238E27FC236}">
                  <a16:creationId xmlns:a16="http://schemas.microsoft.com/office/drawing/2014/main" id="{7FCE2665-0542-63BD-5FB9-95D9883CB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4" y="3011"/>
              <a:ext cx="93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19" name="Text Box 60">
              <a:extLst>
                <a:ext uri="{FF2B5EF4-FFF2-40B4-BE49-F238E27FC236}">
                  <a16:creationId xmlns:a16="http://schemas.microsoft.com/office/drawing/2014/main" id="{4DDD8277-2BDE-9BE6-DAB9-178A3881A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" y="6315"/>
              <a:ext cx="1020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c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20" name="Text Box 59">
              <a:extLst>
                <a:ext uri="{FF2B5EF4-FFF2-40B4-BE49-F238E27FC236}">
                  <a16:creationId xmlns:a16="http://schemas.microsoft.com/office/drawing/2014/main" id="{3F31D57E-DB54-BB0C-825D-3904BD9DE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5" y="3834"/>
              <a:ext cx="1101" cy="5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>
                  <a:latin typeface="宋体" panose="02010600030101010101" pitchFamily="2" charset="-122"/>
                </a:rPr>
                <a:t>&lt;</a:t>
              </a:r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宋体" panose="02010600030101010101" pitchFamily="2" charset="-122"/>
                </a:rPr>
                <a:t>,</a:t>
              </a:r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宋体" panose="02010600030101010101" pitchFamily="2" charset="-122"/>
                </a:rPr>
                <a:t>&gt;</a:t>
              </a:r>
              <a:endParaRPr lang="en-US" altLang="zh-CN"/>
            </a:p>
          </p:txBody>
        </p:sp>
        <p:sp>
          <p:nvSpPr>
            <p:cNvPr id="43021" name="Text Box 58">
              <a:extLst>
                <a:ext uri="{FF2B5EF4-FFF2-40B4-BE49-F238E27FC236}">
                  <a16:creationId xmlns:a16="http://schemas.microsoft.com/office/drawing/2014/main" id="{82E4D7AF-1D06-3FAC-63A0-4D94FDB3D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4" y="502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  <a:endParaRPr lang="en-US" altLang="zh-CN" sz="2000"/>
            </a:p>
          </p:txBody>
        </p:sp>
        <p:sp>
          <p:nvSpPr>
            <p:cNvPr id="43022" name="Text Box 57">
              <a:extLst>
                <a:ext uri="{FF2B5EF4-FFF2-40B4-BE49-F238E27FC236}">
                  <a16:creationId xmlns:a16="http://schemas.microsoft.com/office/drawing/2014/main" id="{76488FB6-6D17-9FA2-3DA1-68CFB49FF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" y="324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43023" name="Text Box 56">
              <a:extLst>
                <a:ext uri="{FF2B5EF4-FFF2-40B4-BE49-F238E27FC236}">
                  <a16:creationId xmlns:a16="http://schemas.microsoft.com/office/drawing/2014/main" id="{BF2C4B02-1F1E-1C21-9733-7F58D4B0E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504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  <a:endParaRPr lang="en-US" altLang="zh-CN" sz="2000"/>
            </a:p>
          </p:txBody>
        </p:sp>
        <p:sp>
          <p:nvSpPr>
            <p:cNvPr id="43024" name="Text Box 55">
              <a:extLst>
                <a:ext uri="{FF2B5EF4-FFF2-40B4-BE49-F238E27FC236}">
                  <a16:creationId xmlns:a16="http://schemas.microsoft.com/office/drawing/2014/main" id="{9C971CDC-FBA6-DAA3-4BAA-214D3C50C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504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  <a:endParaRPr lang="en-US" altLang="zh-CN" sz="2000"/>
            </a:p>
          </p:txBody>
        </p:sp>
        <p:sp>
          <p:nvSpPr>
            <p:cNvPr id="43025" name="Text Box 54">
              <a:extLst>
                <a:ext uri="{FF2B5EF4-FFF2-40B4-BE49-F238E27FC236}">
                  <a16:creationId xmlns:a16="http://schemas.microsoft.com/office/drawing/2014/main" id="{DB3C9E24-55D5-78C4-A252-7FE477645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9" y="61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43026" name="Text Box 53">
              <a:extLst>
                <a:ext uri="{FF2B5EF4-FFF2-40B4-BE49-F238E27FC236}">
                  <a16:creationId xmlns:a16="http://schemas.microsoft.com/office/drawing/2014/main" id="{41B2C2B1-AC46-61FB-D93B-0D275213A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" y="287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43027" name="Text Box 52">
              <a:extLst>
                <a:ext uri="{FF2B5EF4-FFF2-40B4-BE49-F238E27FC236}">
                  <a16:creationId xmlns:a16="http://schemas.microsoft.com/office/drawing/2014/main" id="{6C79E732-9571-A731-4D54-5FD22E0C4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4" y="5237"/>
              <a:ext cx="970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>
                  <a:latin typeface="宋体" panose="02010600030101010101" pitchFamily="2" charset="-122"/>
                </a:rPr>
                <a:t>&lt;</a:t>
              </a:r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宋体" panose="02010600030101010101" pitchFamily="2" charset="-122"/>
                </a:rPr>
                <a:t>,</a:t>
              </a:r>
              <a:r>
                <a:rPr lang="en-US" altLang="zh-CN">
                  <a:latin typeface="Times New Roman" panose="02020603050405020304" pitchFamily="18" charset="0"/>
                </a:rPr>
                <a:t>c</a:t>
              </a:r>
              <a:r>
                <a:rPr lang="en-US" altLang="zh-CN">
                  <a:latin typeface="宋体" panose="02010600030101010101" pitchFamily="2" charset="-122"/>
                </a:rPr>
                <a:t>&gt;</a:t>
              </a:r>
              <a:endParaRPr lang="en-US" altLang="zh-CN"/>
            </a:p>
          </p:txBody>
        </p:sp>
        <p:sp>
          <p:nvSpPr>
            <p:cNvPr id="43028" name="Text Box 51">
              <a:extLst>
                <a:ext uri="{FF2B5EF4-FFF2-40B4-BE49-F238E27FC236}">
                  <a16:creationId xmlns:a16="http://schemas.microsoft.com/office/drawing/2014/main" id="{99435323-125F-C7DD-FC3E-5F87CDBD4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4" y="6277"/>
              <a:ext cx="86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c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29" name="Text Box 50">
              <a:extLst>
                <a:ext uri="{FF2B5EF4-FFF2-40B4-BE49-F238E27FC236}">
                  <a16:creationId xmlns:a16="http://schemas.microsoft.com/office/drawing/2014/main" id="{D3451258-91B2-6A79-DEB7-282EEDD75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5" y="4743"/>
              <a:ext cx="90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30" name="Text Box 49">
              <a:extLst>
                <a:ext uri="{FF2B5EF4-FFF2-40B4-BE49-F238E27FC236}">
                  <a16:creationId xmlns:a16="http://schemas.microsoft.com/office/drawing/2014/main" id="{277E7DB6-4AB9-BAC9-2371-264342393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8" y="3307"/>
              <a:ext cx="910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31" name="Text Box 48">
              <a:extLst>
                <a:ext uri="{FF2B5EF4-FFF2-40B4-BE49-F238E27FC236}">
                  <a16:creationId xmlns:a16="http://schemas.microsoft.com/office/drawing/2014/main" id="{37423AA0-5DF1-5AFB-26B1-1F9F3972E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4" y="2066"/>
              <a:ext cx="93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32" name="Oval 47">
              <a:extLst>
                <a:ext uri="{FF2B5EF4-FFF2-40B4-BE49-F238E27FC236}">
                  <a16:creationId xmlns:a16="http://schemas.microsoft.com/office/drawing/2014/main" id="{AB8533BA-D28E-07E3-4885-A4FB525E0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484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3" name="Oval 46">
              <a:extLst>
                <a:ext uri="{FF2B5EF4-FFF2-40B4-BE49-F238E27FC236}">
                  <a16:creationId xmlns:a16="http://schemas.microsoft.com/office/drawing/2014/main" id="{9E81800D-E31E-A649-361C-72EC9CE77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3763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Oval 45">
              <a:extLst>
                <a:ext uri="{FF2B5EF4-FFF2-40B4-BE49-F238E27FC236}">
                  <a16:creationId xmlns:a16="http://schemas.microsoft.com/office/drawing/2014/main" id="{C2988743-CC82-E009-64C5-1E28070BC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" y="341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Oval 44">
              <a:extLst>
                <a:ext uri="{FF2B5EF4-FFF2-40B4-BE49-F238E27FC236}">
                  <a16:creationId xmlns:a16="http://schemas.microsoft.com/office/drawing/2014/main" id="{CCE3B740-0D75-A336-AC19-F36A984D3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" y="4838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6" name="Oval 43">
              <a:extLst>
                <a:ext uri="{FF2B5EF4-FFF2-40B4-BE49-F238E27FC236}">
                  <a16:creationId xmlns:a16="http://schemas.microsoft.com/office/drawing/2014/main" id="{53E4C927-BD7C-3749-5082-618A21EC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" y="484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7" name="Oval 42">
              <a:extLst>
                <a:ext uri="{FF2B5EF4-FFF2-40B4-BE49-F238E27FC236}">
                  <a16:creationId xmlns:a16="http://schemas.microsoft.com/office/drawing/2014/main" id="{7727B576-54F9-2322-33C9-45F6CAD62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5" y="2461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8" name="Oval 41">
              <a:extLst>
                <a:ext uri="{FF2B5EF4-FFF2-40B4-BE49-F238E27FC236}">
                  <a16:creationId xmlns:a16="http://schemas.microsoft.com/office/drawing/2014/main" id="{6335A9A1-1A74-8446-3535-D98F527BC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7" y="613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" name="Oval 40">
              <a:extLst>
                <a:ext uri="{FF2B5EF4-FFF2-40B4-BE49-F238E27FC236}">
                  <a16:creationId xmlns:a16="http://schemas.microsoft.com/office/drawing/2014/main" id="{EC2C1040-F6F6-9BA9-CF5F-E1A157844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3" y="3396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" name="Oval 39">
              <a:extLst>
                <a:ext uri="{FF2B5EF4-FFF2-40B4-BE49-F238E27FC236}">
                  <a16:creationId xmlns:a16="http://schemas.microsoft.com/office/drawing/2014/main" id="{0A185393-7BD9-60BF-731B-CB608869F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" y="6130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" name="Oval 38">
              <a:extLst>
                <a:ext uri="{FF2B5EF4-FFF2-40B4-BE49-F238E27FC236}">
                  <a16:creationId xmlns:a16="http://schemas.microsoft.com/office/drawing/2014/main" id="{F0ABAA07-311F-DA2C-2F35-27E78B7F7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1" y="4805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" name="Oval 37">
              <a:extLst>
                <a:ext uri="{FF2B5EF4-FFF2-40B4-BE49-F238E27FC236}">
                  <a16:creationId xmlns:a16="http://schemas.microsoft.com/office/drawing/2014/main" id="{57E04A50-613E-FC11-F45E-4F7E0D7F4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" y="5218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Oval 36">
              <a:extLst>
                <a:ext uri="{FF2B5EF4-FFF2-40B4-BE49-F238E27FC236}">
                  <a16:creationId xmlns:a16="http://schemas.microsoft.com/office/drawing/2014/main" id="{B0E216D2-BFBF-EA98-A8B3-2F4140313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9" y="4838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4" name="Oval 35">
              <a:extLst>
                <a:ext uri="{FF2B5EF4-FFF2-40B4-BE49-F238E27FC236}">
                  <a16:creationId xmlns:a16="http://schemas.microsoft.com/office/drawing/2014/main" id="{3A6AD3B6-EDC3-310F-F76E-2C138F9E4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5" y="3763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5" name="Oval 34">
              <a:extLst>
                <a:ext uri="{FF2B5EF4-FFF2-40B4-BE49-F238E27FC236}">
                  <a16:creationId xmlns:a16="http://schemas.microsoft.com/office/drawing/2014/main" id="{7E8D9FC3-099B-7554-8CC9-DF26898F5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4" y="3413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6" name="Text Box 33">
              <a:extLst>
                <a:ext uri="{FF2B5EF4-FFF2-40B4-BE49-F238E27FC236}">
                  <a16:creationId xmlns:a16="http://schemas.microsoft.com/office/drawing/2014/main" id="{6126D179-5CD2-4EBD-8AFE-4B7E5EFF5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4" y="6291"/>
              <a:ext cx="111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000">
                  <a:latin typeface="宋体" panose="02010600030101010101" pitchFamily="2" charset="-122"/>
                </a:rPr>
                <a:t>&lt;</a:t>
              </a: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  <a:r>
                <a:rPr lang="en-US" altLang="zh-CN" sz="2000">
                  <a:latin typeface="宋体" panose="02010600030101010101" pitchFamily="2" charset="-122"/>
                </a:rPr>
                <a:t>,</a:t>
              </a:r>
              <a:r>
                <a:rPr lang="en-US" altLang="zh-CN" sz="2000">
                  <a:latin typeface="Times New Roman" panose="02020603050405020304" pitchFamily="18" charset="0"/>
                </a:rPr>
                <a:t>c</a:t>
              </a:r>
              <a:r>
                <a:rPr lang="en-US" altLang="zh-CN" sz="2000">
                  <a:latin typeface="宋体" panose="02010600030101010101" pitchFamily="2" charset="-122"/>
                </a:rPr>
                <a:t>&gt;</a:t>
              </a:r>
              <a:endParaRPr lang="en-US" altLang="zh-CN" sz="2000"/>
            </a:p>
          </p:txBody>
        </p:sp>
        <p:sp>
          <p:nvSpPr>
            <p:cNvPr id="43047" name="Oval 32">
              <a:extLst>
                <a:ext uri="{FF2B5EF4-FFF2-40B4-BE49-F238E27FC236}">
                  <a16:creationId xmlns:a16="http://schemas.microsoft.com/office/drawing/2014/main" id="{4B79E821-30E6-0270-A063-69DD76752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" y="4829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8" name="Oval 31">
              <a:extLst>
                <a:ext uri="{FF2B5EF4-FFF2-40B4-BE49-F238E27FC236}">
                  <a16:creationId xmlns:a16="http://schemas.microsoft.com/office/drawing/2014/main" id="{CF7C0E17-9189-A02B-A1BE-859D980DD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6129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9" name="Oval 30">
              <a:extLst>
                <a:ext uri="{FF2B5EF4-FFF2-40B4-BE49-F238E27FC236}">
                  <a16:creationId xmlns:a16="http://schemas.microsoft.com/office/drawing/2014/main" id="{40221ACB-FB1E-A81B-F3CF-DA06CDB40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4" y="6130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Oval 29">
              <a:extLst>
                <a:ext uri="{FF2B5EF4-FFF2-40B4-BE49-F238E27FC236}">
                  <a16:creationId xmlns:a16="http://schemas.microsoft.com/office/drawing/2014/main" id="{60619B46-993A-DB5F-A356-ED84F9A1E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" y="4805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1" name="Oval 28">
              <a:extLst>
                <a:ext uri="{FF2B5EF4-FFF2-40B4-BE49-F238E27FC236}">
                  <a16:creationId xmlns:a16="http://schemas.microsoft.com/office/drawing/2014/main" id="{AADBD812-843E-E429-ADB8-58C11BE55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9" y="3397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3052" name="AutoShape 27">
              <a:extLst>
                <a:ext uri="{FF2B5EF4-FFF2-40B4-BE49-F238E27FC236}">
                  <a16:creationId xmlns:a16="http://schemas.microsoft.com/office/drawing/2014/main" id="{925C5123-DB18-B45F-8EB6-19E30E5095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18" y="4948"/>
              <a:ext cx="960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3" name="AutoShape 26">
              <a:extLst>
                <a:ext uri="{FF2B5EF4-FFF2-40B4-BE49-F238E27FC236}">
                  <a16:creationId xmlns:a16="http://schemas.microsoft.com/office/drawing/2014/main" id="{380E3184-8F04-9893-07E2-F042E87824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586" y="3984"/>
              <a:ext cx="458" cy="8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4" name="AutoShape 25">
              <a:extLst>
                <a:ext uri="{FF2B5EF4-FFF2-40B4-BE49-F238E27FC236}">
                  <a16:creationId xmlns:a16="http://schemas.microsoft.com/office/drawing/2014/main" id="{2D8BFB94-A71F-39A3-FDCB-7AD263CE1C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44" y="3984"/>
              <a:ext cx="566" cy="8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5" name="AutoShape 24">
              <a:extLst>
                <a:ext uri="{FF2B5EF4-FFF2-40B4-BE49-F238E27FC236}">
                  <a16:creationId xmlns:a16="http://schemas.microsoft.com/office/drawing/2014/main" id="{574E26E5-5807-258E-4F84-98E1E439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98" y="4948"/>
              <a:ext cx="895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6" name="AutoShape 23">
              <a:extLst>
                <a:ext uri="{FF2B5EF4-FFF2-40B4-BE49-F238E27FC236}">
                  <a16:creationId xmlns:a16="http://schemas.microsoft.com/office/drawing/2014/main" id="{34A5AAE4-EB89-B90C-5CE1-1A5CF21FB7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25" y="3633"/>
              <a:ext cx="23" cy="11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7" name="AutoShape 22">
              <a:extLst>
                <a:ext uri="{FF2B5EF4-FFF2-40B4-BE49-F238E27FC236}">
                  <a16:creationId xmlns:a16="http://schemas.microsoft.com/office/drawing/2014/main" id="{AC5F2DB9-4899-CCD2-DE1E-44EB3D86C4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8" y="5049"/>
              <a:ext cx="11" cy="10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8" name="AutoShape 21">
              <a:extLst>
                <a:ext uri="{FF2B5EF4-FFF2-40B4-BE49-F238E27FC236}">
                  <a16:creationId xmlns:a16="http://schemas.microsoft.com/office/drawing/2014/main" id="{4231EB81-4B0D-31B2-092C-C0AE55977E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00" y="3617"/>
              <a:ext cx="12" cy="11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59" name="AutoShape 20">
              <a:extLst>
                <a:ext uri="{FF2B5EF4-FFF2-40B4-BE49-F238E27FC236}">
                  <a16:creationId xmlns:a16="http://schemas.microsoft.com/office/drawing/2014/main" id="{070F3BD4-7E4C-B06A-61D9-5995DBD6A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12" y="5025"/>
              <a:ext cx="3" cy="11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0" name="AutoShape 19">
              <a:extLst>
                <a:ext uri="{FF2B5EF4-FFF2-40B4-BE49-F238E27FC236}">
                  <a16:creationId xmlns:a16="http://schemas.microsoft.com/office/drawing/2014/main" id="{2250AB4B-CDB0-5C53-A040-518E77C3B2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22" y="3617"/>
              <a:ext cx="2" cy="11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1" name="AutoShape 18">
              <a:extLst>
                <a:ext uri="{FF2B5EF4-FFF2-40B4-BE49-F238E27FC236}">
                  <a16:creationId xmlns:a16="http://schemas.microsoft.com/office/drawing/2014/main" id="{38B504EF-AD4B-AA0F-8C0C-A574FAD714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18" y="5026"/>
              <a:ext cx="4" cy="11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2" name="AutoShape 17">
              <a:extLst>
                <a:ext uri="{FF2B5EF4-FFF2-40B4-BE49-F238E27FC236}">
                  <a16:creationId xmlns:a16="http://schemas.microsoft.com/office/drawing/2014/main" id="{233E8FF5-D702-E214-79B2-D0D84A0918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49" y="3633"/>
              <a:ext cx="1" cy="12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3" name="AutoShape 16">
              <a:extLst>
                <a:ext uri="{FF2B5EF4-FFF2-40B4-BE49-F238E27FC236}">
                  <a16:creationId xmlns:a16="http://schemas.microsoft.com/office/drawing/2014/main" id="{3B155071-BA56-C3CF-E454-E67684838D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34" y="5058"/>
              <a:ext cx="15" cy="10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4" name="AutoShape 15">
              <a:extLst>
                <a:ext uri="{FF2B5EF4-FFF2-40B4-BE49-F238E27FC236}">
                  <a16:creationId xmlns:a16="http://schemas.microsoft.com/office/drawing/2014/main" id="{951E4E9B-1AA0-94EC-3F4F-EFFD9292D1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4" y="6241"/>
              <a:ext cx="106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5" name="AutoShape 14">
              <a:extLst>
                <a:ext uri="{FF2B5EF4-FFF2-40B4-BE49-F238E27FC236}">
                  <a16:creationId xmlns:a16="http://schemas.microsoft.com/office/drawing/2014/main" id="{4E2AD715-E400-66F3-E624-E13AD7CFCF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59" y="4916"/>
              <a:ext cx="1052" cy="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6" name="AutoShape 13">
              <a:extLst>
                <a:ext uri="{FF2B5EF4-FFF2-40B4-BE49-F238E27FC236}">
                  <a16:creationId xmlns:a16="http://schemas.microsoft.com/office/drawing/2014/main" id="{4E7CADEB-AE46-3C99-CC2C-0837E09A06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59" y="3507"/>
              <a:ext cx="1054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7" name="AutoShape 12">
              <a:extLst>
                <a:ext uri="{FF2B5EF4-FFF2-40B4-BE49-F238E27FC236}">
                  <a16:creationId xmlns:a16="http://schemas.microsoft.com/office/drawing/2014/main" id="{5C5486FB-35E2-E6CD-CB59-3F8B6612C3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49" y="2682"/>
              <a:ext cx="627" cy="7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8" name="AutoShape 11">
              <a:extLst>
                <a:ext uri="{FF2B5EF4-FFF2-40B4-BE49-F238E27FC236}">
                  <a16:creationId xmlns:a16="http://schemas.microsoft.com/office/drawing/2014/main" id="{B07C22BF-9E42-C551-3475-363DB766F8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6" y="2682"/>
              <a:ext cx="570" cy="74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69" name="AutoShape 10">
              <a:extLst>
                <a:ext uri="{FF2B5EF4-FFF2-40B4-BE49-F238E27FC236}">
                  <a16:creationId xmlns:a16="http://schemas.microsoft.com/office/drawing/2014/main" id="{7DD45474-3141-B3CD-3E19-B4E218F1492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27" y="3983"/>
              <a:ext cx="549" cy="8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0" name="AutoShape 9">
              <a:extLst>
                <a:ext uri="{FF2B5EF4-FFF2-40B4-BE49-F238E27FC236}">
                  <a16:creationId xmlns:a16="http://schemas.microsoft.com/office/drawing/2014/main" id="{56D9A3BB-FA7A-F4C1-AFF9-FFB5485995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6" y="3983"/>
              <a:ext cx="567" cy="8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1" name="AutoShape 8">
              <a:extLst>
                <a:ext uri="{FF2B5EF4-FFF2-40B4-BE49-F238E27FC236}">
                  <a16:creationId xmlns:a16="http://schemas.microsoft.com/office/drawing/2014/main" id="{64142854-BFFC-4BA7-0912-397E373820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6" y="2682"/>
              <a:ext cx="1" cy="10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2" name="AutoShape 7">
              <a:extLst>
                <a:ext uri="{FF2B5EF4-FFF2-40B4-BE49-F238E27FC236}">
                  <a16:creationId xmlns:a16="http://schemas.microsoft.com/office/drawing/2014/main" id="{78EB637E-C29A-5E8B-44AF-DB9AD3A56F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6" y="3983"/>
              <a:ext cx="19" cy="12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3" name="AutoShape 6">
              <a:extLst>
                <a:ext uri="{FF2B5EF4-FFF2-40B4-BE49-F238E27FC236}">
                  <a16:creationId xmlns:a16="http://schemas.microsoft.com/office/drawing/2014/main" id="{64BA5CB4-9C45-DC19-4BD5-70F1E77563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12" y="5438"/>
              <a:ext cx="583" cy="7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4" name="AutoShape 5">
              <a:extLst>
                <a:ext uri="{FF2B5EF4-FFF2-40B4-BE49-F238E27FC236}">
                  <a16:creationId xmlns:a16="http://schemas.microsoft.com/office/drawing/2014/main" id="{81CA8A23-585E-EE12-7C5B-D57229B476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95" y="5438"/>
              <a:ext cx="544" cy="7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5" name="AutoShape 4">
              <a:extLst>
                <a:ext uri="{FF2B5EF4-FFF2-40B4-BE49-F238E27FC236}">
                  <a16:creationId xmlns:a16="http://schemas.microsoft.com/office/drawing/2014/main" id="{D47BE950-674D-ABDB-B66B-9B3C5A9C26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35" y="3507"/>
              <a:ext cx="95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6" name="AutoShape 3">
              <a:extLst>
                <a:ext uri="{FF2B5EF4-FFF2-40B4-BE49-F238E27FC236}">
                  <a16:creationId xmlns:a16="http://schemas.microsoft.com/office/drawing/2014/main" id="{4852EB86-C589-C3B7-9967-02D8360C2C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732" y="4915"/>
              <a:ext cx="96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77" name="AutoShape 2">
              <a:extLst>
                <a:ext uri="{FF2B5EF4-FFF2-40B4-BE49-F238E27FC236}">
                  <a16:creationId xmlns:a16="http://schemas.microsoft.com/office/drawing/2014/main" id="{7F2B163D-8B76-2A95-EE5C-72448DB2F0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728" y="6240"/>
              <a:ext cx="9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>
            <a:extLst>
              <a:ext uri="{FF2B5EF4-FFF2-40B4-BE49-F238E27FC236}">
                <a16:creationId xmlns:a16="http://schemas.microsoft.com/office/drawing/2014/main" id="{73C14C1E-DBE9-16CE-ED79-9B96B6C2D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9C9683-79B2-A095-4F52-2910A3AC3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844675"/>
            <a:ext cx="9036050" cy="5013325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zh-CN" altLang="zh-CN" dirty="0"/>
              <a:t>通过图的笛卡尔积运算，可递归定义一个重要的图类</a:t>
            </a:r>
            <a:r>
              <a:rPr lang="en-US" altLang="zh-CN" dirty="0"/>
              <a:t>――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zh-CN" dirty="0">
                <a:solidFill>
                  <a:srgbClr val="FF0000"/>
                </a:solidFill>
              </a:rPr>
              <a:t>维</a:t>
            </a:r>
            <a:r>
              <a:rPr lang="zh-CN" altLang="zh-CN" b="1" dirty="0">
                <a:solidFill>
                  <a:srgbClr val="FF0000"/>
                </a:solidFill>
              </a:rPr>
              <a:t>超立方体</a:t>
            </a:r>
            <a:r>
              <a:rPr lang="en-US" altLang="zh-CN" dirty="0" err="1"/>
              <a:t>Q</a:t>
            </a:r>
            <a:r>
              <a:rPr lang="en-US" altLang="zh-CN" baseline="-25000" dirty="0" err="1"/>
              <a:t>n</a:t>
            </a:r>
            <a:r>
              <a:rPr lang="en-US" altLang="zh-CN" dirty="0"/>
              <a:t>(n≥1)</a:t>
            </a:r>
            <a:r>
              <a:rPr lang="zh-CN" altLang="zh-CN" dirty="0"/>
              <a:t>。</a:t>
            </a:r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当</a:t>
            </a:r>
            <a:r>
              <a:rPr lang="en-US" altLang="zh-CN" dirty="0"/>
              <a:t>n</a:t>
            </a:r>
            <a:r>
              <a:rPr lang="zh-CN" altLang="zh-CN" dirty="0"/>
              <a:t>＝</a:t>
            </a:r>
            <a:r>
              <a:rPr lang="en-US" altLang="zh-CN" dirty="0"/>
              <a:t>1</a:t>
            </a:r>
            <a:r>
              <a:rPr lang="zh-CN" altLang="zh-CN" dirty="0"/>
              <a:t>时</a:t>
            </a:r>
            <a:r>
              <a:rPr lang="zh-CN" altLang="en-US" dirty="0"/>
              <a:t>，</a:t>
            </a:r>
            <a:r>
              <a:rPr lang="en-US" altLang="zh-CN" dirty="0" err="1"/>
              <a:t>Q</a:t>
            </a:r>
            <a:r>
              <a:rPr lang="en-US" altLang="zh-CN" baseline="-25000" dirty="0" err="1"/>
              <a:t>n</a:t>
            </a:r>
            <a:r>
              <a:rPr lang="zh-CN" altLang="zh-CN" dirty="0"/>
              <a:t>＝</a:t>
            </a:r>
            <a:r>
              <a:rPr lang="en-US" altLang="zh-CN" dirty="0"/>
              <a:t>K</a:t>
            </a:r>
            <a:r>
              <a:rPr lang="en-US" altLang="zh-CN" baseline="-25000" dirty="0"/>
              <a:t>2</a:t>
            </a:r>
            <a:r>
              <a:rPr lang="zh-CN" altLang="zh-CN" dirty="0"/>
              <a:t>；</a:t>
            </a:r>
            <a:endParaRPr lang="en-US" altLang="zh-CN" dirty="0"/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当</a:t>
            </a:r>
            <a:r>
              <a:rPr lang="en-US" altLang="zh-CN" dirty="0"/>
              <a:t>n</a:t>
            </a:r>
            <a:r>
              <a:rPr lang="zh-CN" altLang="zh-CN" dirty="0"/>
              <a:t>＞</a:t>
            </a:r>
            <a:r>
              <a:rPr lang="en-US" altLang="zh-CN" dirty="0"/>
              <a:t>1</a:t>
            </a:r>
            <a:r>
              <a:rPr lang="zh-CN" altLang="zh-CN" dirty="0"/>
              <a:t>时</a:t>
            </a:r>
            <a:r>
              <a:rPr lang="zh-CN" altLang="en-US" dirty="0"/>
              <a:t>，</a:t>
            </a:r>
            <a:r>
              <a:rPr lang="en-US" altLang="zh-CN" dirty="0" err="1"/>
              <a:t>Q</a:t>
            </a:r>
            <a:r>
              <a:rPr lang="en-US" altLang="zh-CN" baseline="-25000" dirty="0" err="1"/>
              <a:t>n</a:t>
            </a:r>
            <a:r>
              <a:rPr lang="zh-CN" altLang="zh-CN" dirty="0"/>
              <a:t>＝</a:t>
            </a:r>
            <a:r>
              <a:rPr lang="en-US" altLang="zh-CN" dirty="0"/>
              <a:t>Q</a:t>
            </a:r>
            <a:r>
              <a:rPr lang="en-US" altLang="zh-CN" baseline="-25000" dirty="0"/>
              <a:t>n-1</a:t>
            </a:r>
            <a:r>
              <a:rPr lang="en-US" altLang="zh-CN" dirty="0"/>
              <a:t>×K</a:t>
            </a:r>
            <a:r>
              <a:rPr lang="en-US" altLang="zh-CN" baseline="-25000" dirty="0"/>
              <a:t>2</a:t>
            </a:r>
            <a:r>
              <a:rPr lang="zh-CN" altLang="zh-CN" dirty="0"/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>
            <a:extLst>
              <a:ext uri="{FF2B5EF4-FFF2-40B4-BE49-F238E27FC236}">
                <a16:creationId xmlns:a16="http://schemas.microsoft.com/office/drawing/2014/main" id="{31D07DAD-61BF-D087-3ECA-07313100E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45058" name="内容占位符 2">
            <a:extLst>
              <a:ext uri="{FF2B5EF4-FFF2-40B4-BE49-F238E27FC236}">
                <a16:creationId xmlns:a16="http://schemas.microsoft.com/office/drawing/2014/main" id="{F2F23B17-D5E6-15D2-9A32-7F82F97D8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844675"/>
            <a:ext cx="9036050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solidFill>
                  <a:srgbClr val="FF0000"/>
                </a:solidFill>
              </a:rPr>
              <a:t>?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5059" name="Rectangle 48">
            <a:extLst>
              <a:ext uri="{FF2B5EF4-FFF2-40B4-BE49-F238E27FC236}">
                <a16:creationId xmlns:a16="http://schemas.microsoft.com/office/drawing/2014/main" id="{E439C99F-7B30-21F8-4FAE-944311B9E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060" name="Rectangle 110">
            <a:extLst>
              <a:ext uri="{FF2B5EF4-FFF2-40B4-BE49-F238E27FC236}">
                <a16:creationId xmlns:a16="http://schemas.microsoft.com/office/drawing/2014/main" id="{CEB21917-5C7B-9E63-E008-DF2B1E40A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5061" name="Group 63">
            <a:extLst>
              <a:ext uri="{FF2B5EF4-FFF2-40B4-BE49-F238E27FC236}">
                <a16:creationId xmlns:a16="http://schemas.microsoft.com/office/drawing/2014/main" id="{E6246242-A5F2-ACD7-03ED-1C3AE72F3FB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" y="1946275"/>
            <a:ext cx="8275638" cy="4678363"/>
            <a:chOff x="2475" y="1534"/>
            <a:chExt cx="8045" cy="4548"/>
          </a:xfrm>
        </p:grpSpPr>
        <p:sp>
          <p:nvSpPr>
            <p:cNvPr id="45062" name="AutoShape 109">
              <a:extLst>
                <a:ext uri="{FF2B5EF4-FFF2-40B4-BE49-F238E27FC236}">
                  <a16:creationId xmlns:a16="http://schemas.microsoft.com/office/drawing/2014/main" id="{CBE07603-00E5-31E5-45CB-CE13836699E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75" y="1534"/>
              <a:ext cx="7835" cy="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3" name="Text Box 108">
              <a:extLst>
                <a:ext uri="{FF2B5EF4-FFF2-40B4-BE49-F238E27FC236}">
                  <a16:creationId xmlns:a16="http://schemas.microsoft.com/office/drawing/2014/main" id="{7F435304-0B9A-66F5-187F-B27EBD6D0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0" y="1723"/>
              <a:ext cx="1264" cy="5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64" name="Text Box 107">
              <a:extLst>
                <a:ext uri="{FF2B5EF4-FFF2-40B4-BE49-F238E27FC236}">
                  <a16:creationId xmlns:a16="http://schemas.microsoft.com/office/drawing/2014/main" id="{AA5AF17C-B1CF-98EE-9285-213E171FA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" y="451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45065" name="Text Box 106">
              <a:extLst>
                <a:ext uri="{FF2B5EF4-FFF2-40B4-BE49-F238E27FC236}">
                  <a16:creationId xmlns:a16="http://schemas.microsoft.com/office/drawing/2014/main" id="{6A51A4BE-FA1A-D0F9-1A65-5F9002FF1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" y="246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45066" name="Text Box 105">
              <a:extLst>
                <a:ext uri="{FF2B5EF4-FFF2-40B4-BE49-F238E27FC236}">
                  <a16:creationId xmlns:a16="http://schemas.microsoft.com/office/drawing/2014/main" id="{172C79B6-1284-1456-D928-A05A04A1C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4481"/>
              <a:ext cx="935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67" name="Text Box 104">
              <a:extLst>
                <a:ext uri="{FF2B5EF4-FFF2-40B4-BE49-F238E27FC236}">
                  <a16:creationId xmlns:a16="http://schemas.microsoft.com/office/drawing/2014/main" id="{D3F4AF66-3AFB-399C-38C9-613669BB2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" y="2469"/>
              <a:ext cx="98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68" name="Text Box 103">
              <a:extLst>
                <a:ext uri="{FF2B5EF4-FFF2-40B4-BE49-F238E27FC236}">
                  <a16:creationId xmlns:a16="http://schemas.microsoft.com/office/drawing/2014/main" id="{BB922CF0-320B-6D1D-00C6-C38A03E7A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7" y="4488"/>
              <a:ext cx="958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69" name="Text Box 102">
              <a:extLst>
                <a:ext uri="{FF2B5EF4-FFF2-40B4-BE49-F238E27FC236}">
                  <a16:creationId xmlns:a16="http://schemas.microsoft.com/office/drawing/2014/main" id="{CB4AD30B-6229-CD95-7013-AB83E192D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1" y="2483"/>
              <a:ext cx="105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0" name="Text Box 101">
              <a:extLst>
                <a:ext uri="{FF2B5EF4-FFF2-40B4-BE49-F238E27FC236}">
                  <a16:creationId xmlns:a16="http://schemas.microsoft.com/office/drawing/2014/main" id="{0ACD4B45-DD63-0BB0-926F-93EC40504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2" y="5432"/>
              <a:ext cx="143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1" name="Text Box 100">
              <a:extLst>
                <a:ext uri="{FF2B5EF4-FFF2-40B4-BE49-F238E27FC236}">
                  <a16:creationId xmlns:a16="http://schemas.microsoft.com/office/drawing/2014/main" id="{52F39BF4-1869-4882-3A93-4D479C139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" y="5430"/>
              <a:ext cx="1255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2" name="Text Box 99">
              <a:extLst>
                <a:ext uri="{FF2B5EF4-FFF2-40B4-BE49-F238E27FC236}">
                  <a16:creationId xmlns:a16="http://schemas.microsoft.com/office/drawing/2014/main" id="{EAC342BC-316A-44B9-AD11-D512A404B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1" y="4565"/>
              <a:ext cx="132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3" name="Text Box 98">
              <a:extLst>
                <a:ext uri="{FF2B5EF4-FFF2-40B4-BE49-F238E27FC236}">
                  <a16:creationId xmlns:a16="http://schemas.microsoft.com/office/drawing/2014/main" id="{BC10671F-09CF-E7F1-DE35-F3C6A2BF1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8" y="4025"/>
              <a:ext cx="1330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4" name="Text Box 97">
              <a:extLst>
                <a:ext uri="{FF2B5EF4-FFF2-40B4-BE49-F238E27FC236}">
                  <a16:creationId xmlns:a16="http://schemas.microsoft.com/office/drawing/2014/main" id="{18F3BAE7-8436-14BB-520F-2EAC553FB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1" y="2695"/>
              <a:ext cx="131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5" name="Text Box 96">
              <a:extLst>
                <a:ext uri="{FF2B5EF4-FFF2-40B4-BE49-F238E27FC236}">
                  <a16:creationId xmlns:a16="http://schemas.microsoft.com/office/drawing/2014/main" id="{8C8D64F9-BDF2-94DE-93A3-99601723E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8" y="2992"/>
              <a:ext cx="1242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6" name="Text Box 95">
              <a:extLst>
                <a:ext uri="{FF2B5EF4-FFF2-40B4-BE49-F238E27FC236}">
                  <a16:creationId xmlns:a16="http://schemas.microsoft.com/office/drawing/2014/main" id="{4ACEDACD-2B46-3255-8F18-95ACB3722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4" y="1751"/>
              <a:ext cx="1246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5077" name="Oval 94">
              <a:extLst>
                <a:ext uri="{FF2B5EF4-FFF2-40B4-BE49-F238E27FC236}">
                  <a16:creationId xmlns:a16="http://schemas.microsoft.com/office/drawing/2014/main" id="{5FB99134-4C56-2D85-5B29-8A2C69C4D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430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Oval 93">
              <a:extLst>
                <a:ext uri="{FF2B5EF4-FFF2-40B4-BE49-F238E27FC236}">
                  <a16:creationId xmlns:a16="http://schemas.microsoft.com/office/drawing/2014/main" id="{DF277A56-6950-6C9C-E988-81B13F6E3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2894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Oval 92">
              <a:extLst>
                <a:ext uri="{FF2B5EF4-FFF2-40B4-BE49-F238E27FC236}">
                  <a16:creationId xmlns:a16="http://schemas.microsoft.com/office/drawing/2014/main" id="{F8886098-2347-7C46-CC61-D8C9B35BB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0" y="289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Oval 91">
              <a:extLst>
                <a:ext uri="{FF2B5EF4-FFF2-40B4-BE49-F238E27FC236}">
                  <a16:creationId xmlns:a16="http://schemas.microsoft.com/office/drawing/2014/main" id="{4E0B0588-7904-08CC-E140-D597712E0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4326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Oval 90">
              <a:extLst>
                <a:ext uri="{FF2B5EF4-FFF2-40B4-BE49-F238E27FC236}">
                  <a16:creationId xmlns:a16="http://schemas.microsoft.com/office/drawing/2014/main" id="{B9379E94-FF3E-37CA-1D17-16E89A1FC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9" y="4327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Oval 89">
              <a:extLst>
                <a:ext uri="{FF2B5EF4-FFF2-40B4-BE49-F238E27FC236}">
                  <a16:creationId xmlns:a16="http://schemas.microsoft.com/office/drawing/2014/main" id="{6348C6B7-B2A4-2F3A-7E95-8C1EDF1DB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" y="214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Oval 88">
              <a:extLst>
                <a:ext uri="{FF2B5EF4-FFF2-40B4-BE49-F238E27FC236}">
                  <a16:creationId xmlns:a16="http://schemas.microsoft.com/office/drawing/2014/main" id="{E7F4585E-918B-14DB-69A1-4A2097997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8" y="2146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Oval 87">
              <a:extLst>
                <a:ext uri="{FF2B5EF4-FFF2-40B4-BE49-F238E27FC236}">
                  <a16:creationId xmlns:a16="http://schemas.microsoft.com/office/drawing/2014/main" id="{2FDEB6F2-CAD3-BDF9-B9FA-22FD198D6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5" y="311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5" name="Oval 86">
              <a:extLst>
                <a:ext uri="{FF2B5EF4-FFF2-40B4-BE49-F238E27FC236}">
                  <a16:creationId xmlns:a16="http://schemas.microsoft.com/office/drawing/2014/main" id="{5BA2DA43-7504-B19B-1B62-A8E0DD967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6" y="3115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6" name="Oval 85">
              <a:extLst>
                <a:ext uri="{FF2B5EF4-FFF2-40B4-BE49-F238E27FC236}">
                  <a16:creationId xmlns:a16="http://schemas.microsoft.com/office/drawing/2014/main" id="{017931DF-2632-1925-75F0-EBBA8B69F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" y="441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Oval 84">
              <a:extLst>
                <a:ext uri="{FF2B5EF4-FFF2-40B4-BE49-F238E27FC236}">
                  <a16:creationId xmlns:a16="http://schemas.microsoft.com/office/drawing/2014/main" id="{9FEA8AD5-3C7C-9562-2AD6-545FD4176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4" y="5255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Oval 83">
              <a:extLst>
                <a:ext uri="{FF2B5EF4-FFF2-40B4-BE49-F238E27FC236}">
                  <a16:creationId xmlns:a16="http://schemas.microsoft.com/office/drawing/2014/main" id="{89888B5B-4A2A-6E0F-36DB-8CC30ED04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5" y="5255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Oval 82">
              <a:extLst>
                <a:ext uri="{FF2B5EF4-FFF2-40B4-BE49-F238E27FC236}">
                  <a16:creationId xmlns:a16="http://schemas.microsoft.com/office/drawing/2014/main" id="{21C3BF25-AAB7-4AFF-EE65-9225EDE74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" y="4327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Oval 81">
              <a:extLst>
                <a:ext uri="{FF2B5EF4-FFF2-40B4-BE49-F238E27FC236}">
                  <a16:creationId xmlns:a16="http://schemas.microsoft.com/office/drawing/2014/main" id="{20538F94-EA4A-171B-C0E6-BD3893B41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2895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5091" name="AutoShape 80">
              <a:extLst>
                <a:ext uri="{FF2B5EF4-FFF2-40B4-BE49-F238E27FC236}">
                  <a16:creationId xmlns:a16="http://schemas.microsoft.com/office/drawing/2014/main" id="{93C4D7AF-7A32-62F4-4C40-5FADC0C475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92" y="2257"/>
              <a:ext cx="128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2" name="AutoShape 79">
              <a:extLst>
                <a:ext uri="{FF2B5EF4-FFF2-40B4-BE49-F238E27FC236}">
                  <a16:creationId xmlns:a16="http://schemas.microsoft.com/office/drawing/2014/main" id="{B4D4ABA6-7CE6-29F7-A518-5EF4AE12DF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26" y="2335"/>
              <a:ext cx="477" cy="7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3" name="AutoShape 78">
              <a:extLst>
                <a:ext uri="{FF2B5EF4-FFF2-40B4-BE49-F238E27FC236}">
                  <a16:creationId xmlns:a16="http://schemas.microsoft.com/office/drawing/2014/main" id="{2D511E75-1903-1C82-0E7B-766FC9283B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37" y="3226"/>
              <a:ext cx="11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4" name="AutoShape 77">
              <a:extLst>
                <a:ext uri="{FF2B5EF4-FFF2-40B4-BE49-F238E27FC236}">
                  <a16:creationId xmlns:a16="http://schemas.microsoft.com/office/drawing/2014/main" id="{C35B6FBA-5EB9-AD87-2897-77C8503725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214" y="2367"/>
              <a:ext cx="575" cy="7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5" name="AutoShape 76">
              <a:extLst>
                <a:ext uri="{FF2B5EF4-FFF2-40B4-BE49-F238E27FC236}">
                  <a16:creationId xmlns:a16="http://schemas.microsoft.com/office/drawing/2014/main" id="{93A9E83C-B15C-A593-39F7-BE01B038EF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82" y="2367"/>
              <a:ext cx="1" cy="20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6" name="AutoShape 75">
              <a:extLst>
                <a:ext uri="{FF2B5EF4-FFF2-40B4-BE49-F238E27FC236}">
                  <a16:creationId xmlns:a16="http://schemas.microsoft.com/office/drawing/2014/main" id="{ED1E0C0F-13EE-ED01-B3A4-20071EB92A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785" y="2367"/>
              <a:ext cx="4" cy="19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7" name="AutoShape 74">
              <a:extLst>
                <a:ext uri="{FF2B5EF4-FFF2-40B4-BE49-F238E27FC236}">
                  <a16:creationId xmlns:a16="http://schemas.microsoft.com/office/drawing/2014/main" id="{0C8D310D-C058-B78E-F187-43825A96A4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26" y="3336"/>
              <a:ext cx="69" cy="19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8" name="AutoShape 73">
              <a:extLst>
                <a:ext uri="{FF2B5EF4-FFF2-40B4-BE49-F238E27FC236}">
                  <a16:creationId xmlns:a16="http://schemas.microsoft.com/office/drawing/2014/main" id="{7BF29F63-7F46-A29A-6A65-D32191BA36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36" y="3336"/>
              <a:ext cx="80" cy="19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9" name="AutoShape 72">
              <a:extLst>
                <a:ext uri="{FF2B5EF4-FFF2-40B4-BE49-F238E27FC236}">
                  <a16:creationId xmlns:a16="http://schemas.microsoft.com/office/drawing/2014/main" id="{9CBB6048-F5FB-1DAD-E377-FEA1279718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392" y="4515"/>
              <a:ext cx="1393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0" name="AutoShape 71">
              <a:extLst>
                <a:ext uri="{FF2B5EF4-FFF2-40B4-BE49-F238E27FC236}">
                  <a16:creationId xmlns:a16="http://schemas.microsoft.com/office/drawing/2014/main" id="{DED80A9B-632B-92E7-776E-CD0F38370E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372" y="4547"/>
              <a:ext cx="492" cy="7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1" name="AutoShape 70">
              <a:extLst>
                <a:ext uri="{FF2B5EF4-FFF2-40B4-BE49-F238E27FC236}">
                  <a16:creationId xmlns:a16="http://schemas.microsoft.com/office/drawing/2014/main" id="{C54934FE-E064-D53A-2108-37878D81E0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73" y="4631"/>
              <a:ext cx="409" cy="6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2" name="AutoShape 69">
              <a:extLst>
                <a:ext uri="{FF2B5EF4-FFF2-40B4-BE49-F238E27FC236}">
                  <a16:creationId xmlns:a16="http://schemas.microsoft.com/office/drawing/2014/main" id="{8E6A27C5-B50F-FDB9-8637-C1B3F2E141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05" y="5365"/>
              <a:ext cx="127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3" name="AutoShape 68">
              <a:extLst>
                <a:ext uri="{FF2B5EF4-FFF2-40B4-BE49-F238E27FC236}">
                  <a16:creationId xmlns:a16="http://schemas.microsoft.com/office/drawing/2014/main" id="{4105E0FD-7198-681A-FEF6-4894900C9F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63" y="3005"/>
              <a:ext cx="125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4" name="AutoShape 67">
              <a:extLst>
                <a:ext uri="{FF2B5EF4-FFF2-40B4-BE49-F238E27FC236}">
                  <a16:creationId xmlns:a16="http://schemas.microsoft.com/office/drawing/2014/main" id="{B2F4F008-8A92-044F-30BB-88AA746EFE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22" y="4436"/>
              <a:ext cx="1257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5" name="AutoShape 66">
              <a:extLst>
                <a:ext uri="{FF2B5EF4-FFF2-40B4-BE49-F238E27FC236}">
                  <a16:creationId xmlns:a16="http://schemas.microsoft.com/office/drawing/2014/main" id="{643DDC0E-AC50-793D-4E16-AE1794D673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012" y="3115"/>
              <a:ext cx="441" cy="12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6" name="AutoShape 65">
              <a:extLst>
                <a:ext uri="{FF2B5EF4-FFF2-40B4-BE49-F238E27FC236}">
                  <a16:creationId xmlns:a16="http://schemas.microsoft.com/office/drawing/2014/main" id="{DAF94CBA-6222-C6BD-BB32-59914D2910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3" y="3115"/>
              <a:ext cx="1" cy="11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7" name="AutoShape 64">
              <a:extLst>
                <a:ext uri="{FF2B5EF4-FFF2-40B4-BE49-F238E27FC236}">
                  <a16:creationId xmlns:a16="http://schemas.microsoft.com/office/drawing/2014/main" id="{C5C6E99E-597B-9A78-B3C7-75A4100719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490" y="3117"/>
              <a:ext cx="441" cy="12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>
            <a:extLst>
              <a:ext uri="{FF2B5EF4-FFF2-40B4-BE49-F238E27FC236}">
                <a16:creationId xmlns:a16="http://schemas.microsoft.com/office/drawing/2014/main" id="{22D0CC9B-17A2-3C3E-F8D6-0E1AFEE39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7.1.4 </a:t>
            </a:r>
            <a:r>
              <a:rPr lang="zh-CN" altLang="zh-CN">
                <a:solidFill>
                  <a:srgbClr val="333399"/>
                </a:solidFill>
              </a:rPr>
              <a:t>图</a:t>
            </a:r>
            <a:r>
              <a:rPr lang="zh-CN" altLang="en-US">
                <a:solidFill>
                  <a:srgbClr val="333399"/>
                </a:solidFill>
              </a:rPr>
              <a:t>的运算</a:t>
            </a:r>
            <a:endParaRPr lang="zh-CN" altLang="en-US"/>
          </a:p>
        </p:txBody>
      </p:sp>
      <p:sp>
        <p:nvSpPr>
          <p:cNvPr id="46082" name="内容占位符 2">
            <a:extLst>
              <a:ext uri="{FF2B5EF4-FFF2-40B4-BE49-F238E27FC236}">
                <a16:creationId xmlns:a16="http://schemas.microsoft.com/office/drawing/2014/main" id="{D20648B7-1215-CCA9-6B4B-2486477C7B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814513"/>
            <a:ext cx="9036050" cy="50434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</a:rPr>
              <a:t>?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6083" name="Rectangle 67">
            <a:extLst>
              <a:ext uri="{FF2B5EF4-FFF2-40B4-BE49-F238E27FC236}">
                <a16:creationId xmlns:a16="http://schemas.microsoft.com/office/drawing/2014/main" id="{76274B2C-9918-03CB-E7F3-83B046A44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6084" name="Group 1">
            <a:extLst>
              <a:ext uri="{FF2B5EF4-FFF2-40B4-BE49-F238E27FC236}">
                <a16:creationId xmlns:a16="http://schemas.microsoft.com/office/drawing/2014/main" id="{1FBD95AC-7296-A178-08B1-76A1B443E9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0813" y="2349500"/>
            <a:ext cx="9101137" cy="4349750"/>
            <a:chOff x="2388" y="1206"/>
            <a:chExt cx="7466" cy="3568"/>
          </a:xfrm>
        </p:grpSpPr>
        <p:sp>
          <p:nvSpPr>
            <p:cNvPr id="46085" name="AutoShape 66">
              <a:extLst>
                <a:ext uri="{FF2B5EF4-FFF2-40B4-BE49-F238E27FC236}">
                  <a16:creationId xmlns:a16="http://schemas.microsoft.com/office/drawing/2014/main" id="{F4B62888-8FAA-5A9A-E78B-F107C1B91CB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88" y="1289"/>
              <a:ext cx="7466" cy="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6" name="Text Box 65">
              <a:extLst>
                <a:ext uri="{FF2B5EF4-FFF2-40B4-BE49-F238E27FC236}">
                  <a16:creationId xmlns:a16="http://schemas.microsoft.com/office/drawing/2014/main" id="{974ABED9-47F6-197D-BDDC-65D3A4E6F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0" y="2412"/>
              <a:ext cx="1353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87" name="Text Box 64">
              <a:extLst>
                <a:ext uri="{FF2B5EF4-FFF2-40B4-BE49-F238E27FC236}">
                  <a16:creationId xmlns:a16="http://schemas.microsoft.com/office/drawing/2014/main" id="{2A3E2152-DA3E-507E-015F-1FDE88400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2" y="4065"/>
              <a:ext cx="1346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88" name="Text Box 63">
              <a:extLst>
                <a:ext uri="{FF2B5EF4-FFF2-40B4-BE49-F238E27FC236}">
                  <a16:creationId xmlns:a16="http://schemas.microsoft.com/office/drawing/2014/main" id="{F31E87A3-DE6D-A731-389C-BF4362EF7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" y="4124"/>
              <a:ext cx="1265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89" name="Text Box 62">
              <a:extLst>
                <a:ext uri="{FF2B5EF4-FFF2-40B4-BE49-F238E27FC236}">
                  <a16:creationId xmlns:a16="http://schemas.microsoft.com/office/drawing/2014/main" id="{8ED6EC79-B81F-9EFC-9C21-F72E07C3B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8" y="2978"/>
              <a:ext cx="1261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0" name="Text Box 61">
              <a:extLst>
                <a:ext uri="{FF2B5EF4-FFF2-40B4-BE49-F238E27FC236}">
                  <a16:creationId xmlns:a16="http://schemas.microsoft.com/office/drawing/2014/main" id="{13C3DAF4-F650-2E94-1D8A-29E966B0F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3" y="3416"/>
              <a:ext cx="1392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1" name="Text Box 60">
              <a:extLst>
                <a:ext uri="{FF2B5EF4-FFF2-40B4-BE49-F238E27FC236}">
                  <a16:creationId xmlns:a16="http://schemas.microsoft.com/office/drawing/2014/main" id="{9367C873-804D-E770-4189-97B4DA05B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5" y="2446"/>
              <a:ext cx="1361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2" name="Text Box 59">
              <a:extLst>
                <a:ext uri="{FF2B5EF4-FFF2-40B4-BE49-F238E27FC236}">
                  <a16:creationId xmlns:a16="http://schemas.microsoft.com/office/drawing/2014/main" id="{837EC95E-36F5-3915-1F37-B7B72E69B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8" y="1495"/>
              <a:ext cx="1254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3" name="Text Box 58">
              <a:extLst>
                <a:ext uri="{FF2B5EF4-FFF2-40B4-BE49-F238E27FC236}">
                  <a16:creationId xmlns:a16="http://schemas.microsoft.com/office/drawing/2014/main" id="{541EB8BD-DF31-03A2-031D-0F95D7C37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9" y="1206"/>
              <a:ext cx="1249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4" name="Text Box 57">
              <a:extLst>
                <a:ext uri="{FF2B5EF4-FFF2-40B4-BE49-F238E27FC236}">
                  <a16:creationId xmlns:a16="http://schemas.microsoft.com/office/drawing/2014/main" id="{DF289675-A71B-3527-767F-ABB0EC3C4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1" y="4100"/>
              <a:ext cx="1444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5" name="Text Box 56">
              <a:extLst>
                <a:ext uri="{FF2B5EF4-FFF2-40B4-BE49-F238E27FC236}">
                  <a16:creationId xmlns:a16="http://schemas.microsoft.com/office/drawing/2014/main" id="{F474B447-7B69-30E2-16BF-5E14E4D38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2" y="4040"/>
              <a:ext cx="1307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6" name="Text Box 55">
              <a:extLst>
                <a:ext uri="{FF2B5EF4-FFF2-40B4-BE49-F238E27FC236}">
                  <a16:creationId xmlns:a16="http://schemas.microsoft.com/office/drawing/2014/main" id="{39CF6994-608F-955F-29E8-05E3DF52F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" y="3391"/>
              <a:ext cx="1418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7" name="Text Box 54">
              <a:extLst>
                <a:ext uri="{FF2B5EF4-FFF2-40B4-BE49-F238E27FC236}">
                  <a16:creationId xmlns:a16="http://schemas.microsoft.com/office/drawing/2014/main" id="{FEFFB8AD-AE91-F573-2779-F0DD95653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" y="1678"/>
              <a:ext cx="1315" cy="4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8" name="Text Box 53">
              <a:extLst>
                <a:ext uri="{FF2B5EF4-FFF2-40B4-BE49-F238E27FC236}">
                  <a16:creationId xmlns:a16="http://schemas.microsoft.com/office/drawing/2014/main" id="{08A83309-6E5E-4015-7D4B-E7075F60D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1289"/>
              <a:ext cx="1295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099" name="Text Box 52">
              <a:extLst>
                <a:ext uri="{FF2B5EF4-FFF2-40B4-BE49-F238E27FC236}">
                  <a16:creationId xmlns:a16="http://schemas.microsoft.com/office/drawing/2014/main" id="{AD006D51-DF9D-D234-3ECF-80C880363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9" y="3238"/>
              <a:ext cx="1308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100" name="Text Box 51">
              <a:extLst>
                <a:ext uri="{FF2B5EF4-FFF2-40B4-BE49-F238E27FC236}">
                  <a16:creationId xmlns:a16="http://schemas.microsoft.com/office/drawing/2014/main" id="{9BEBA579-132A-3967-4A7B-B3BAC2B44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5" y="2412"/>
              <a:ext cx="1343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101" name="Text Box 50">
              <a:extLst>
                <a:ext uri="{FF2B5EF4-FFF2-40B4-BE49-F238E27FC236}">
                  <a16:creationId xmlns:a16="http://schemas.microsoft.com/office/drawing/2014/main" id="{21767322-E462-9A06-72F1-64B3825A0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9" y="2445"/>
              <a:ext cx="1289" cy="4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69952" tIns="34976" rIns="69952" bIns="34976"/>
            <a:lstStyle/>
            <a:p>
              <a:pPr eaLnBrk="0" hangingPunct="0"/>
              <a:r>
                <a:rPr lang="en-US" altLang="zh-CN" sz="2400">
                  <a:latin typeface="宋体" panose="02010600030101010101" pitchFamily="2" charset="-122"/>
                </a:rPr>
                <a:t>&lt;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宋体" panose="02010600030101010101" pitchFamily="2" charset="-122"/>
                </a:rPr>
                <a:t>&gt;</a:t>
              </a:r>
              <a:endParaRPr lang="en-US" altLang="zh-CN" sz="2400"/>
            </a:p>
          </p:txBody>
        </p:sp>
        <p:sp>
          <p:nvSpPr>
            <p:cNvPr id="46102" name="Oval 49">
              <a:extLst>
                <a:ext uri="{FF2B5EF4-FFF2-40B4-BE49-F238E27FC236}">
                  <a16:creationId xmlns:a16="http://schemas.microsoft.com/office/drawing/2014/main" id="{5311A389-2597-1931-942B-0381FFCD8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1602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Oval 48">
              <a:extLst>
                <a:ext uri="{FF2B5EF4-FFF2-40B4-BE49-F238E27FC236}">
                  <a16:creationId xmlns:a16="http://schemas.microsoft.com/office/drawing/2014/main" id="{CF514ADA-5AF7-D0E4-9DF0-D152CE1AB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602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Oval 47">
              <a:extLst>
                <a:ext uri="{FF2B5EF4-FFF2-40B4-BE49-F238E27FC236}">
                  <a16:creationId xmlns:a16="http://schemas.microsoft.com/office/drawing/2014/main" id="{B118E039-70B4-762A-F9D7-9AE3A49A8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2344"/>
              <a:ext cx="170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5" name="Oval 46">
              <a:extLst>
                <a:ext uri="{FF2B5EF4-FFF2-40B4-BE49-F238E27FC236}">
                  <a16:creationId xmlns:a16="http://schemas.microsoft.com/office/drawing/2014/main" id="{98F3BB00-195F-41A6-F841-5BF907F8B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Oval 45">
              <a:extLst>
                <a:ext uri="{FF2B5EF4-FFF2-40B4-BE49-F238E27FC236}">
                  <a16:creationId xmlns:a16="http://schemas.microsoft.com/office/drawing/2014/main" id="{8BB402F9-B77E-2285-D40F-F349B7432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3335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7" name="Oval 44">
              <a:extLst>
                <a:ext uri="{FF2B5EF4-FFF2-40B4-BE49-F238E27FC236}">
                  <a16:creationId xmlns:a16="http://schemas.microsoft.com/office/drawing/2014/main" id="{1824BBE6-4C06-6862-0AD4-3F8262217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8" name="Oval 43">
              <a:extLst>
                <a:ext uri="{FF2B5EF4-FFF2-40B4-BE49-F238E27FC236}">
                  <a16:creationId xmlns:a16="http://schemas.microsoft.com/office/drawing/2014/main" id="{05C31080-9B9C-2AB3-A84D-A2DA04372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Oval 42">
              <a:extLst>
                <a:ext uri="{FF2B5EF4-FFF2-40B4-BE49-F238E27FC236}">
                  <a16:creationId xmlns:a16="http://schemas.microsoft.com/office/drawing/2014/main" id="{257D9899-5CD2-E6D3-3FAD-7E749E28D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" y="3272"/>
              <a:ext cx="169" cy="1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6110" name="AutoShape 41">
              <a:extLst>
                <a:ext uri="{FF2B5EF4-FFF2-40B4-BE49-F238E27FC236}">
                  <a16:creationId xmlns:a16="http://schemas.microsoft.com/office/drawing/2014/main" id="{83A2831E-F815-1CC0-96A2-4CE8FDBFEB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05" y="1687"/>
              <a:ext cx="9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1" name="AutoShape 40">
              <a:extLst>
                <a:ext uri="{FF2B5EF4-FFF2-40B4-BE49-F238E27FC236}">
                  <a16:creationId xmlns:a16="http://schemas.microsoft.com/office/drawing/2014/main" id="{0D2EA8A2-3F8D-72FB-0582-44E8C45A6C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95" y="1746"/>
              <a:ext cx="366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2" name="AutoShape 39">
              <a:extLst>
                <a:ext uri="{FF2B5EF4-FFF2-40B4-BE49-F238E27FC236}">
                  <a16:creationId xmlns:a16="http://schemas.microsoft.com/office/drawing/2014/main" id="{24901F4F-FB0D-15D6-519F-8B80B169F1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80" y="2429"/>
              <a:ext cx="91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3" name="AutoShape 38">
              <a:extLst>
                <a:ext uri="{FF2B5EF4-FFF2-40B4-BE49-F238E27FC236}">
                  <a16:creationId xmlns:a16="http://schemas.microsoft.com/office/drawing/2014/main" id="{52056CCF-176E-E642-CBAF-D8B29ADE5B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34" y="1771"/>
              <a:ext cx="441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4" name="AutoShape 37">
              <a:extLst>
                <a:ext uri="{FF2B5EF4-FFF2-40B4-BE49-F238E27FC236}">
                  <a16:creationId xmlns:a16="http://schemas.microsoft.com/office/drawing/2014/main" id="{021FE07A-AC40-6F2F-C34B-848880D606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21" y="1771"/>
              <a:ext cx="1" cy="15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5" name="AutoShape 36">
              <a:extLst>
                <a:ext uri="{FF2B5EF4-FFF2-40B4-BE49-F238E27FC236}">
                  <a16:creationId xmlns:a16="http://schemas.microsoft.com/office/drawing/2014/main" id="{4B86D2AE-46CF-2449-02AF-CCDA17970F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72" y="1771"/>
              <a:ext cx="3" cy="1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6" name="AutoShape 35">
              <a:extLst>
                <a:ext uri="{FF2B5EF4-FFF2-40B4-BE49-F238E27FC236}">
                  <a16:creationId xmlns:a16="http://schemas.microsoft.com/office/drawing/2014/main" id="{6759553E-4F7A-38AC-325F-67F490629A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95" y="2513"/>
              <a:ext cx="53" cy="1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7" name="AutoShape 34">
              <a:extLst>
                <a:ext uri="{FF2B5EF4-FFF2-40B4-BE49-F238E27FC236}">
                  <a16:creationId xmlns:a16="http://schemas.microsoft.com/office/drawing/2014/main" id="{E1323D43-4FA2-98C7-91A9-D2176B2471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5" y="2513"/>
              <a:ext cx="62" cy="14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8" name="AutoShape 33">
              <a:extLst>
                <a:ext uri="{FF2B5EF4-FFF2-40B4-BE49-F238E27FC236}">
                  <a16:creationId xmlns:a16="http://schemas.microsoft.com/office/drawing/2014/main" id="{6A4C217D-FDA2-2F36-69DF-A19730EFD3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05" y="3415"/>
              <a:ext cx="1067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9" name="AutoShape 32">
              <a:extLst>
                <a:ext uri="{FF2B5EF4-FFF2-40B4-BE49-F238E27FC236}">
                  <a16:creationId xmlns:a16="http://schemas.microsoft.com/office/drawing/2014/main" id="{6F7A2483-C7AF-3AF5-C776-02A19F8178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55" y="3440"/>
              <a:ext cx="377" cy="5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20" name="AutoShape 31">
              <a:extLst>
                <a:ext uri="{FF2B5EF4-FFF2-40B4-BE49-F238E27FC236}">
                  <a16:creationId xmlns:a16="http://schemas.microsoft.com/office/drawing/2014/main" id="{D7F8F25F-5D3B-57C9-7766-1501C78431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07" y="3504"/>
              <a:ext cx="314" cy="5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21" name="AutoShape 30">
              <a:extLst>
                <a:ext uri="{FF2B5EF4-FFF2-40B4-BE49-F238E27FC236}">
                  <a16:creationId xmlns:a16="http://schemas.microsoft.com/office/drawing/2014/main" id="{CF452740-5E6E-DB04-2757-8C49EB106D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32" y="4067"/>
              <a:ext cx="98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22" name="Oval 29">
              <a:extLst>
                <a:ext uri="{FF2B5EF4-FFF2-40B4-BE49-F238E27FC236}">
                  <a16:creationId xmlns:a16="http://schemas.microsoft.com/office/drawing/2014/main" id="{68E10E02-0399-F74D-6393-B97638C3F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1" y="400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Oval 28">
              <a:extLst>
                <a:ext uri="{FF2B5EF4-FFF2-40B4-BE49-F238E27FC236}">
                  <a16:creationId xmlns:a16="http://schemas.microsoft.com/office/drawing/2014/main" id="{B43F725A-3198-319C-5C8D-F18BA818A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8" y="398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4" name="Oval 27">
              <a:extLst>
                <a:ext uri="{FF2B5EF4-FFF2-40B4-BE49-F238E27FC236}">
                  <a16:creationId xmlns:a16="http://schemas.microsoft.com/office/drawing/2014/main" id="{02D79F15-31D2-F9FD-9693-C58FC15F8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" y="329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Oval 26">
              <a:extLst>
                <a:ext uri="{FF2B5EF4-FFF2-40B4-BE49-F238E27FC236}">
                  <a16:creationId xmlns:a16="http://schemas.microsoft.com/office/drawing/2014/main" id="{5BBB0D24-9093-0712-4693-5C81806AF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" y="329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6" name="Oval 25">
              <a:extLst>
                <a:ext uri="{FF2B5EF4-FFF2-40B4-BE49-F238E27FC236}">
                  <a16:creationId xmlns:a16="http://schemas.microsoft.com/office/drawing/2014/main" id="{2E677D4D-E59C-716B-03E7-297BF7E32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7" name="Oval 24">
              <a:extLst>
                <a:ext uri="{FF2B5EF4-FFF2-40B4-BE49-F238E27FC236}">
                  <a16:creationId xmlns:a16="http://schemas.microsoft.com/office/drawing/2014/main" id="{2F56B027-9767-5BED-85BA-7FEB170E4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8" y="2344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8" name="Oval 23">
              <a:extLst>
                <a:ext uri="{FF2B5EF4-FFF2-40B4-BE49-F238E27FC236}">
                  <a16:creationId xmlns:a16="http://schemas.microsoft.com/office/drawing/2014/main" id="{F28D5A7A-6BC9-C63B-99F5-E36767E6B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" y="1577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9" name="Oval 22">
              <a:extLst>
                <a:ext uri="{FF2B5EF4-FFF2-40B4-BE49-F238E27FC236}">
                  <a16:creationId xmlns:a16="http://schemas.microsoft.com/office/drawing/2014/main" id="{D59F028B-DA23-CBFA-F1B4-9BBF1C877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" y="1602"/>
              <a:ext cx="168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6130" name="AutoShape 21">
              <a:extLst>
                <a:ext uri="{FF2B5EF4-FFF2-40B4-BE49-F238E27FC236}">
                  <a16:creationId xmlns:a16="http://schemas.microsoft.com/office/drawing/2014/main" id="{3D1EBBE5-AB94-6E79-6175-332A559F5B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48" y="1687"/>
              <a:ext cx="98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1" name="AutoShape 20">
              <a:extLst>
                <a:ext uri="{FF2B5EF4-FFF2-40B4-BE49-F238E27FC236}">
                  <a16:creationId xmlns:a16="http://schemas.microsoft.com/office/drawing/2014/main" id="{0475ADC1-9727-CD08-A559-5AD7814202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72" y="1746"/>
              <a:ext cx="441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2" name="AutoShape 19">
              <a:extLst>
                <a:ext uri="{FF2B5EF4-FFF2-40B4-BE49-F238E27FC236}">
                  <a16:creationId xmlns:a16="http://schemas.microsoft.com/office/drawing/2014/main" id="{39050AD3-8A10-CF39-20B6-7FDFB39D8C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75" y="1771"/>
              <a:ext cx="366" cy="5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3" name="AutoShape 18">
              <a:extLst>
                <a:ext uri="{FF2B5EF4-FFF2-40B4-BE49-F238E27FC236}">
                  <a16:creationId xmlns:a16="http://schemas.microsoft.com/office/drawing/2014/main" id="{B81D9CD5-0888-2638-4F15-56AD43829B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26" y="1771"/>
              <a:ext cx="60" cy="1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4" name="AutoShape 17">
              <a:extLst>
                <a:ext uri="{FF2B5EF4-FFF2-40B4-BE49-F238E27FC236}">
                  <a16:creationId xmlns:a16="http://schemas.microsoft.com/office/drawing/2014/main" id="{33FCFC00-2394-BC57-16E9-B6FEA1F1A6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723" y="1746"/>
              <a:ext cx="103" cy="15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5" name="AutoShape 16">
              <a:extLst>
                <a:ext uri="{FF2B5EF4-FFF2-40B4-BE49-F238E27FC236}">
                  <a16:creationId xmlns:a16="http://schemas.microsoft.com/office/drawing/2014/main" id="{85EF31E2-2B40-84C1-8961-12FB31EA57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31" y="2458"/>
              <a:ext cx="98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6" name="AutoShape 15">
              <a:extLst>
                <a:ext uri="{FF2B5EF4-FFF2-40B4-BE49-F238E27FC236}">
                  <a16:creationId xmlns:a16="http://schemas.microsoft.com/office/drawing/2014/main" id="{574CA04B-1AE4-34D8-65B7-53F90867B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02" y="2513"/>
              <a:ext cx="70" cy="1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7" name="AutoShape 14">
              <a:extLst>
                <a:ext uri="{FF2B5EF4-FFF2-40B4-BE49-F238E27FC236}">
                  <a16:creationId xmlns:a16="http://schemas.microsoft.com/office/drawing/2014/main" id="{10D272DA-F7BD-43BD-CFA7-C4815059D9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25" y="2513"/>
              <a:ext cx="51" cy="14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8" name="AutoShape 13">
              <a:extLst>
                <a:ext uri="{FF2B5EF4-FFF2-40B4-BE49-F238E27FC236}">
                  <a16:creationId xmlns:a16="http://schemas.microsoft.com/office/drawing/2014/main" id="{EFC5CEB3-1C28-3850-AC26-559D2D519D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10" y="3382"/>
              <a:ext cx="92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9" name="AutoShape 12">
              <a:extLst>
                <a:ext uri="{FF2B5EF4-FFF2-40B4-BE49-F238E27FC236}">
                  <a16:creationId xmlns:a16="http://schemas.microsoft.com/office/drawing/2014/main" id="{8128FB58-3983-EC76-CC66-D294EFA047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84" y="3466"/>
              <a:ext cx="339" cy="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40" name="AutoShape 11">
              <a:extLst>
                <a:ext uri="{FF2B5EF4-FFF2-40B4-BE49-F238E27FC236}">
                  <a16:creationId xmlns:a16="http://schemas.microsoft.com/office/drawing/2014/main" id="{E855C8F3-4B8B-3B0D-6AFA-37852C9AAE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261" y="3441"/>
              <a:ext cx="306" cy="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41" name="AutoShape 10">
              <a:extLst>
                <a:ext uri="{FF2B5EF4-FFF2-40B4-BE49-F238E27FC236}">
                  <a16:creationId xmlns:a16="http://schemas.microsoft.com/office/drawing/2014/main" id="{E57BF5EA-7CBE-DB8F-A8A9-9BF291987D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86" y="4067"/>
              <a:ext cx="955" cy="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42" name="Freeform 9">
              <a:extLst>
                <a:ext uri="{FF2B5EF4-FFF2-40B4-BE49-F238E27FC236}">
                  <a16:creationId xmlns:a16="http://schemas.microsoft.com/office/drawing/2014/main" id="{81A0FA8F-6A3A-61D3-A2B8-7BB4B2010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0" y="1440"/>
              <a:ext cx="2655" cy="180"/>
            </a:xfrm>
            <a:custGeom>
              <a:avLst/>
              <a:gdLst>
                <a:gd name="T0" fmla="*/ 0 w 2655"/>
                <a:gd name="T1" fmla="*/ 180 h 180"/>
                <a:gd name="T2" fmla="*/ 300 w 2655"/>
                <a:gd name="T3" fmla="*/ 105 h 180"/>
                <a:gd name="T4" fmla="*/ 525 w 2655"/>
                <a:gd name="T5" fmla="*/ 75 h 180"/>
                <a:gd name="T6" fmla="*/ 675 w 2655"/>
                <a:gd name="T7" fmla="*/ 30 h 180"/>
                <a:gd name="T8" fmla="*/ 855 w 2655"/>
                <a:gd name="T9" fmla="*/ 0 h 180"/>
                <a:gd name="T10" fmla="*/ 2355 w 2655"/>
                <a:gd name="T11" fmla="*/ 60 h 180"/>
                <a:gd name="T12" fmla="*/ 2535 w 2655"/>
                <a:gd name="T13" fmla="*/ 105 h 180"/>
                <a:gd name="T14" fmla="*/ 2580 w 2655"/>
                <a:gd name="T15" fmla="*/ 120 h 180"/>
                <a:gd name="T16" fmla="*/ 2625 w 2655"/>
                <a:gd name="T17" fmla="*/ 135 h 180"/>
                <a:gd name="T18" fmla="*/ 2655 w 2655"/>
                <a:gd name="T19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5" h="180">
                  <a:moveTo>
                    <a:pt x="0" y="180"/>
                  </a:moveTo>
                  <a:cubicBezTo>
                    <a:pt x="105" y="165"/>
                    <a:pt x="197" y="126"/>
                    <a:pt x="300" y="105"/>
                  </a:cubicBezTo>
                  <a:cubicBezTo>
                    <a:pt x="367" y="92"/>
                    <a:pt x="459" y="86"/>
                    <a:pt x="525" y="75"/>
                  </a:cubicBezTo>
                  <a:cubicBezTo>
                    <a:pt x="576" y="66"/>
                    <a:pt x="623" y="37"/>
                    <a:pt x="675" y="30"/>
                  </a:cubicBezTo>
                  <a:cubicBezTo>
                    <a:pt x="805" y="11"/>
                    <a:pt x="745" y="22"/>
                    <a:pt x="855" y="0"/>
                  </a:cubicBezTo>
                  <a:cubicBezTo>
                    <a:pt x="1355" y="22"/>
                    <a:pt x="1855" y="41"/>
                    <a:pt x="2355" y="60"/>
                  </a:cubicBezTo>
                  <a:cubicBezTo>
                    <a:pt x="2476" y="80"/>
                    <a:pt x="2416" y="65"/>
                    <a:pt x="2535" y="105"/>
                  </a:cubicBezTo>
                  <a:cubicBezTo>
                    <a:pt x="2550" y="110"/>
                    <a:pt x="2565" y="115"/>
                    <a:pt x="2580" y="120"/>
                  </a:cubicBezTo>
                  <a:cubicBezTo>
                    <a:pt x="2595" y="125"/>
                    <a:pt x="2625" y="135"/>
                    <a:pt x="2625" y="135"/>
                  </a:cubicBezTo>
                  <a:cubicBezTo>
                    <a:pt x="2635" y="150"/>
                    <a:pt x="2655" y="180"/>
                    <a:pt x="2655" y="1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3" name="Freeform 8">
              <a:extLst>
                <a:ext uri="{FF2B5EF4-FFF2-40B4-BE49-F238E27FC236}">
                  <a16:creationId xmlns:a16="http://schemas.microsoft.com/office/drawing/2014/main" id="{B0B13F72-EF7A-20D9-4B63-1D193B7AA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305"/>
              <a:ext cx="4890" cy="330"/>
            </a:xfrm>
            <a:custGeom>
              <a:avLst/>
              <a:gdLst>
                <a:gd name="T0" fmla="*/ 0 w 4890"/>
                <a:gd name="T1" fmla="*/ 330 h 330"/>
                <a:gd name="T2" fmla="*/ 90 w 4890"/>
                <a:gd name="T3" fmla="*/ 285 h 330"/>
                <a:gd name="T4" fmla="*/ 105 w 4890"/>
                <a:gd name="T5" fmla="*/ 240 h 330"/>
                <a:gd name="T6" fmla="*/ 195 w 4890"/>
                <a:gd name="T7" fmla="*/ 210 h 330"/>
                <a:gd name="T8" fmla="*/ 510 w 4890"/>
                <a:gd name="T9" fmla="*/ 150 h 330"/>
                <a:gd name="T10" fmla="*/ 1440 w 4890"/>
                <a:gd name="T11" fmla="*/ 45 h 330"/>
                <a:gd name="T12" fmla="*/ 1545 w 4890"/>
                <a:gd name="T13" fmla="*/ 30 h 330"/>
                <a:gd name="T14" fmla="*/ 1830 w 4890"/>
                <a:gd name="T15" fmla="*/ 0 h 330"/>
                <a:gd name="T16" fmla="*/ 3030 w 4890"/>
                <a:gd name="T17" fmla="*/ 45 h 330"/>
                <a:gd name="T18" fmla="*/ 3990 w 4890"/>
                <a:gd name="T19" fmla="*/ 75 h 330"/>
                <a:gd name="T20" fmla="*/ 4425 w 4890"/>
                <a:gd name="T21" fmla="*/ 180 h 330"/>
                <a:gd name="T22" fmla="*/ 4845 w 4890"/>
                <a:gd name="T23" fmla="*/ 270 h 330"/>
                <a:gd name="T24" fmla="*/ 4890 w 4890"/>
                <a:gd name="T25" fmla="*/ 285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90" h="330">
                  <a:moveTo>
                    <a:pt x="0" y="330"/>
                  </a:moveTo>
                  <a:cubicBezTo>
                    <a:pt x="30" y="320"/>
                    <a:pt x="69" y="311"/>
                    <a:pt x="90" y="285"/>
                  </a:cubicBezTo>
                  <a:cubicBezTo>
                    <a:pt x="100" y="273"/>
                    <a:pt x="92" y="249"/>
                    <a:pt x="105" y="240"/>
                  </a:cubicBezTo>
                  <a:cubicBezTo>
                    <a:pt x="131" y="222"/>
                    <a:pt x="165" y="220"/>
                    <a:pt x="195" y="210"/>
                  </a:cubicBezTo>
                  <a:cubicBezTo>
                    <a:pt x="302" y="174"/>
                    <a:pt x="394" y="162"/>
                    <a:pt x="510" y="150"/>
                  </a:cubicBezTo>
                  <a:cubicBezTo>
                    <a:pt x="805" y="52"/>
                    <a:pt x="1136" y="55"/>
                    <a:pt x="1440" y="45"/>
                  </a:cubicBezTo>
                  <a:cubicBezTo>
                    <a:pt x="1475" y="40"/>
                    <a:pt x="1510" y="34"/>
                    <a:pt x="1545" y="30"/>
                  </a:cubicBezTo>
                  <a:cubicBezTo>
                    <a:pt x="1640" y="19"/>
                    <a:pt x="1830" y="0"/>
                    <a:pt x="1830" y="0"/>
                  </a:cubicBezTo>
                  <a:cubicBezTo>
                    <a:pt x="2237" y="8"/>
                    <a:pt x="2629" y="5"/>
                    <a:pt x="3030" y="45"/>
                  </a:cubicBezTo>
                  <a:cubicBezTo>
                    <a:pt x="3385" y="134"/>
                    <a:pt x="3010" y="45"/>
                    <a:pt x="3990" y="75"/>
                  </a:cubicBezTo>
                  <a:cubicBezTo>
                    <a:pt x="4145" y="80"/>
                    <a:pt x="4279" y="144"/>
                    <a:pt x="4425" y="180"/>
                  </a:cubicBezTo>
                  <a:cubicBezTo>
                    <a:pt x="4564" y="215"/>
                    <a:pt x="4703" y="252"/>
                    <a:pt x="4845" y="270"/>
                  </a:cubicBezTo>
                  <a:cubicBezTo>
                    <a:pt x="4860" y="275"/>
                    <a:pt x="4890" y="285"/>
                    <a:pt x="4890" y="2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4" name="Freeform 7">
              <a:extLst>
                <a:ext uri="{FF2B5EF4-FFF2-40B4-BE49-F238E27FC236}">
                  <a16:creationId xmlns:a16="http://schemas.microsoft.com/office/drawing/2014/main" id="{13D5FE67-EFE3-C20B-E22E-17F2CE8B6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" y="2278"/>
              <a:ext cx="2645" cy="137"/>
            </a:xfrm>
            <a:custGeom>
              <a:avLst/>
              <a:gdLst>
                <a:gd name="T0" fmla="*/ 2645 w 2645"/>
                <a:gd name="T1" fmla="*/ 137 h 137"/>
                <a:gd name="T2" fmla="*/ 2450 w 2645"/>
                <a:gd name="T3" fmla="*/ 62 h 137"/>
                <a:gd name="T4" fmla="*/ 2150 w 2645"/>
                <a:gd name="T5" fmla="*/ 17 h 137"/>
                <a:gd name="T6" fmla="*/ 410 w 2645"/>
                <a:gd name="T7" fmla="*/ 32 h 137"/>
                <a:gd name="T8" fmla="*/ 200 w 2645"/>
                <a:gd name="T9" fmla="*/ 62 h 137"/>
                <a:gd name="T10" fmla="*/ 95 w 2645"/>
                <a:gd name="T11" fmla="*/ 77 h 137"/>
                <a:gd name="T12" fmla="*/ 5 w 2645"/>
                <a:gd name="T13" fmla="*/ 12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45" h="137">
                  <a:moveTo>
                    <a:pt x="2645" y="137"/>
                  </a:moveTo>
                  <a:cubicBezTo>
                    <a:pt x="2526" y="57"/>
                    <a:pt x="2591" y="82"/>
                    <a:pt x="2450" y="62"/>
                  </a:cubicBezTo>
                  <a:cubicBezTo>
                    <a:pt x="2344" y="27"/>
                    <a:pt x="2271" y="26"/>
                    <a:pt x="2150" y="17"/>
                  </a:cubicBezTo>
                  <a:cubicBezTo>
                    <a:pt x="1665" y="114"/>
                    <a:pt x="908" y="41"/>
                    <a:pt x="410" y="32"/>
                  </a:cubicBezTo>
                  <a:cubicBezTo>
                    <a:pt x="315" y="0"/>
                    <a:pt x="291" y="49"/>
                    <a:pt x="200" y="62"/>
                  </a:cubicBezTo>
                  <a:cubicBezTo>
                    <a:pt x="165" y="67"/>
                    <a:pt x="130" y="72"/>
                    <a:pt x="95" y="77"/>
                  </a:cubicBezTo>
                  <a:cubicBezTo>
                    <a:pt x="0" y="109"/>
                    <a:pt x="5" y="75"/>
                    <a:pt x="5" y="12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5" name="Freeform 6">
              <a:extLst>
                <a:ext uri="{FF2B5EF4-FFF2-40B4-BE49-F238E27FC236}">
                  <a16:creationId xmlns:a16="http://schemas.microsoft.com/office/drawing/2014/main" id="{08BD4FC6-6CF9-3830-35FE-91AAB531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105"/>
              <a:ext cx="4905" cy="280"/>
            </a:xfrm>
            <a:custGeom>
              <a:avLst/>
              <a:gdLst>
                <a:gd name="T0" fmla="*/ 4905 w 4905"/>
                <a:gd name="T1" fmla="*/ 280 h 280"/>
                <a:gd name="T2" fmla="*/ 4575 w 4905"/>
                <a:gd name="T3" fmla="*/ 235 h 280"/>
                <a:gd name="T4" fmla="*/ 4335 w 4905"/>
                <a:gd name="T5" fmla="*/ 160 h 280"/>
                <a:gd name="T6" fmla="*/ 3960 w 4905"/>
                <a:gd name="T7" fmla="*/ 85 h 280"/>
                <a:gd name="T8" fmla="*/ 3690 w 4905"/>
                <a:gd name="T9" fmla="*/ 25 h 280"/>
                <a:gd name="T10" fmla="*/ 3450 w 4905"/>
                <a:gd name="T11" fmla="*/ 10 h 280"/>
                <a:gd name="T12" fmla="*/ 1365 w 4905"/>
                <a:gd name="T13" fmla="*/ 55 h 280"/>
                <a:gd name="T14" fmla="*/ 900 w 4905"/>
                <a:gd name="T15" fmla="*/ 115 h 280"/>
                <a:gd name="T16" fmla="*/ 435 w 4905"/>
                <a:gd name="T17" fmla="*/ 175 h 280"/>
                <a:gd name="T18" fmla="*/ 105 w 4905"/>
                <a:gd name="T19" fmla="*/ 235 h 280"/>
                <a:gd name="T20" fmla="*/ 0 w 4905"/>
                <a:gd name="T21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05" h="280">
                  <a:moveTo>
                    <a:pt x="4905" y="280"/>
                  </a:moveTo>
                  <a:cubicBezTo>
                    <a:pt x="4790" y="261"/>
                    <a:pt x="4695" y="245"/>
                    <a:pt x="4575" y="235"/>
                  </a:cubicBezTo>
                  <a:cubicBezTo>
                    <a:pt x="4493" y="215"/>
                    <a:pt x="4415" y="187"/>
                    <a:pt x="4335" y="160"/>
                  </a:cubicBezTo>
                  <a:cubicBezTo>
                    <a:pt x="4213" y="119"/>
                    <a:pt x="4086" y="105"/>
                    <a:pt x="3960" y="85"/>
                  </a:cubicBezTo>
                  <a:cubicBezTo>
                    <a:pt x="3759" y="53"/>
                    <a:pt x="3832" y="72"/>
                    <a:pt x="3690" y="25"/>
                  </a:cubicBezTo>
                  <a:cubicBezTo>
                    <a:pt x="3614" y="0"/>
                    <a:pt x="3530" y="15"/>
                    <a:pt x="3450" y="10"/>
                  </a:cubicBezTo>
                  <a:cubicBezTo>
                    <a:pt x="2455" y="19"/>
                    <a:pt x="2108" y="9"/>
                    <a:pt x="1365" y="55"/>
                  </a:cubicBezTo>
                  <a:cubicBezTo>
                    <a:pt x="1214" y="93"/>
                    <a:pt x="1055" y="93"/>
                    <a:pt x="900" y="115"/>
                  </a:cubicBezTo>
                  <a:cubicBezTo>
                    <a:pt x="754" y="164"/>
                    <a:pt x="587" y="153"/>
                    <a:pt x="435" y="175"/>
                  </a:cubicBezTo>
                  <a:cubicBezTo>
                    <a:pt x="329" y="210"/>
                    <a:pt x="214" y="204"/>
                    <a:pt x="105" y="235"/>
                  </a:cubicBezTo>
                  <a:cubicBezTo>
                    <a:pt x="81" y="242"/>
                    <a:pt x="0" y="246"/>
                    <a:pt x="0" y="2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6" name="Freeform 5">
              <a:extLst>
                <a:ext uri="{FF2B5EF4-FFF2-40B4-BE49-F238E27FC236}">
                  <a16:creationId xmlns:a16="http://schemas.microsoft.com/office/drawing/2014/main" id="{7B0194D4-C8A1-DC26-5A1F-2B8674E49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5" y="3225"/>
              <a:ext cx="2460" cy="165"/>
            </a:xfrm>
            <a:custGeom>
              <a:avLst/>
              <a:gdLst>
                <a:gd name="T0" fmla="*/ 2460 w 2460"/>
                <a:gd name="T1" fmla="*/ 165 h 165"/>
                <a:gd name="T2" fmla="*/ 2145 w 2460"/>
                <a:gd name="T3" fmla="*/ 60 h 165"/>
                <a:gd name="T4" fmla="*/ 1950 w 2460"/>
                <a:gd name="T5" fmla="*/ 90 h 165"/>
                <a:gd name="T6" fmla="*/ 1155 w 2460"/>
                <a:gd name="T7" fmla="*/ 60 h 165"/>
                <a:gd name="T8" fmla="*/ 840 w 2460"/>
                <a:gd name="T9" fmla="*/ 0 h 165"/>
                <a:gd name="T10" fmla="*/ 180 w 2460"/>
                <a:gd name="T11" fmla="*/ 45 h 165"/>
                <a:gd name="T12" fmla="*/ 0 w 2460"/>
                <a:gd name="T13" fmla="*/ 6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60" h="165">
                  <a:moveTo>
                    <a:pt x="2460" y="165"/>
                  </a:moveTo>
                  <a:cubicBezTo>
                    <a:pt x="2360" y="115"/>
                    <a:pt x="2251" y="95"/>
                    <a:pt x="2145" y="60"/>
                  </a:cubicBezTo>
                  <a:cubicBezTo>
                    <a:pt x="2080" y="67"/>
                    <a:pt x="2016" y="90"/>
                    <a:pt x="1950" y="90"/>
                  </a:cubicBezTo>
                  <a:cubicBezTo>
                    <a:pt x="1685" y="90"/>
                    <a:pt x="1420" y="68"/>
                    <a:pt x="1155" y="60"/>
                  </a:cubicBezTo>
                  <a:cubicBezTo>
                    <a:pt x="1049" y="39"/>
                    <a:pt x="945" y="26"/>
                    <a:pt x="840" y="0"/>
                  </a:cubicBezTo>
                  <a:cubicBezTo>
                    <a:pt x="612" y="16"/>
                    <a:pt x="414" y="36"/>
                    <a:pt x="180" y="45"/>
                  </a:cubicBezTo>
                  <a:cubicBezTo>
                    <a:pt x="60" y="65"/>
                    <a:pt x="120" y="60"/>
                    <a:pt x="0" y="6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7" name="Freeform 4">
              <a:extLst>
                <a:ext uri="{FF2B5EF4-FFF2-40B4-BE49-F238E27FC236}">
                  <a16:creationId xmlns:a16="http://schemas.microsoft.com/office/drawing/2014/main" id="{52713FB3-F5E9-C3F7-777A-B50D5AFB7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030"/>
              <a:ext cx="4830" cy="345"/>
            </a:xfrm>
            <a:custGeom>
              <a:avLst/>
              <a:gdLst>
                <a:gd name="T0" fmla="*/ 4830 w 4830"/>
                <a:gd name="T1" fmla="*/ 300 h 345"/>
                <a:gd name="T2" fmla="*/ 3930 w 4830"/>
                <a:gd name="T3" fmla="*/ 105 h 345"/>
                <a:gd name="T4" fmla="*/ 2925 w 4830"/>
                <a:gd name="T5" fmla="*/ 60 h 345"/>
                <a:gd name="T6" fmla="*/ 2190 w 4830"/>
                <a:gd name="T7" fmla="*/ 60 h 345"/>
                <a:gd name="T8" fmla="*/ 1395 w 4830"/>
                <a:gd name="T9" fmla="*/ 45 h 345"/>
                <a:gd name="T10" fmla="*/ 1200 w 4830"/>
                <a:gd name="T11" fmla="*/ 60 h 345"/>
                <a:gd name="T12" fmla="*/ 885 w 4830"/>
                <a:gd name="T13" fmla="*/ 150 h 345"/>
                <a:gd name="T14" fmla="*/ 735 w 4830"/>
                <a:gd name="T15" fmla="*/ 165 h 345"/>
                <a:gd name="T16" fmla="*/ 270 w 4830"/>
                <a:gd name="T17" fmla="*/ 255 h 345"/>
                <a:gd name="T18" fmla="*/ 135 w 4830"/>
                <a:gd name="T19" fmla="*/ 300 h 345"/>
                <a:gd name="T20" fmla="*/ 0 w 4830"/>
                <a:gd name="T2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30" h="345">
                  <a:moveTo>
                    <a:pt x="4830" y="300"/>
                  </a:moveTo>
                  <a:cubicBezTo>
                    <a:pt x="4538" y="203"/>
                    <a:pt x="4236" y="136"/>
                    <a:pt x="3930" y="105"/>
                  </a:cubicBezTo>
                  <a:cubicBezTo>
                    <a:pt x="3726" y="37"/>
                    <a:pt x="3047" y="63"/>
                    <a:pt x="2925" y="60"/>
                  </a:cubicBezTo>
                  <a:cubicBezTo>
                    <a:pt x="2625" y="0"/>
                    <a:pt x="2953" y="60"/>
                    <a:pt x="2190" y="60"/>
                  </a:cubicBezTo>
                  <a:cubicBezTo>
                    <a:pt x="1925" y="60"/>
                    <a:pt x="1660" y="50"/>
                    <a:pt x="1395" y="45"/>
                  </a:cubicBezTo>
                  <a:cubicBezTo>
                    <a:pt x="1330" y="50"/>
                    <a:pt x="1265" y="52"/>
                    <a:pt x="1200" y="60"/>
                  </a:cubicBezTo>
                  <a:cubicBezTo>
                    <a:pt x="1096" y="73"/>
                    <a:pt x="984" y="117"/>
                    <a:pt x="885" y="150"/>
                  </a:cubicBezTo>
                  <a:cubicBezTo>
                    <a:pt x="837" y="166"/>
                    <a:pt x="785" y="160"/>
                    <a:pt x="735" y="165"/>
                  </a:cubicBezTo>
                  <a:cubicBezTo>
                    <a:pt x="576" y="218"/>
                    <a:pt x="441" y="242"/>
                    <a:pt x="270" y="255"/>
                  </a:cubicBezTo>
                  <a:cubicBezTo>
                    <a:pt x="103" y="283"/>
                    <a:pt x="240" y="247"/>
                    <a:pt x="135" y="300"/>
                  </a:cubicBezTo>
                  <a:cubicBezTo>
                    <a:pt x="92" y="321"/>
                    <a:pt x="43" y="323"/>
                    <a:pt x="0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8" name="Freeform 3">
              <a:extLst>
                <a:ext uri="{FF2B5EF4-FFF2-40B4-BE49-F238E27FC236}">
                  <a16:creationId xmlns:a16="http://schemas.microsoft.com/office/drawing/2014/main" id="{02C2EA3B-B662-E347-C362-49ACC00C7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" y="4155"/>
              <a:ext cx="2610" cy="330"/>
            </a:xfrm>
            <a:custGeom>
              <a:avLst/>
              <a:gdLst>
                <a:gd name="T0" fmla="*/ 2610 w 2610"/>
                <a:gd name="T1" fmla="*/ 0 h 330"/>
                <a:gd name="T2" fmla="*/ 2580 w 2610"/>
                <a:gd name="T3" fmla="*/ 90 h 330"/>
                <a:gd name="T4" fmla="*/ 2355 w 2610"/>
                <a:gd name="T5" fmla="*/ 240 h 330"/>
                <a:gd name="T6" fmla="*/ 1995 w 2610"/>
                <a:gd name="T7" fmla="*/ 330 h 330"/>
                <a:gd name="T8" fmla="*/ 495 w 2610"/>
                <a:gd name="T9" fmla="*/ 285 h 330"/>
                <a:gd name="T10" fmla="*/ 180 w 2610"/>
                <a:gd name="T11" fmla="*/ 225 h 330"/>
                <a:gd name="T12" fmla="*/ 135 w 2610"/>
                <a:gd name="T13" fmla="*/ 195 h 330"/>
                <a:gd name="T14" fmla="*/ 90 w 2610"/>
                <a:gd name="T15" fmla="*/ 180 h 330"/>
                <a:gd name="T16" fmla="*/ 45 w 2610"/>
                <a:gd name="T17" fmla="*/ 90 h 330"/>
                <a:gd name="T18" fmla="*/ 0 w 2610"/>
                <a:gd name="T19" fmla="*/ 15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0" h="330">
                  <a:moveTo>
                    <a:pt x="2610" y="0"/>
                  </a:moveTo>
                  <a:cubicBezTo>
                    <a:pt x="2600" y="30"/>
                    <a:pt x="2606" y="72"/>
                    <a:pt x="2580" y="90"/>
                  </a:cubicBezTo>
                  <a:cubicBezTo>
                    <a:pt x="2505" y="140"/>
                    <a:pt x="2430" y="190"/>
                    <a:pt x="2355" y="240"/>
                  </a:cubicBezTo>
                  <a:cubicBezTo>
                    <a:pt x="2276" y="293"/>
                    <a:pt x="2093" y="297"/>
                    <a:pt x="1995" y="330"/>
                  </a:cubicBezTo>
                  <a:cubicBezTo>
                    <a:pt x="1500" y="280"/>
                    <a:pt x="989" y="293"/>
                    <a:pt x="495" y="285"/>
                  </a:cubicBezTo>
                  <a:cubicBezTo>
                    <a:pt x="394" y="251"/>
                    <a:pt x="284" y="251"/>
                    <a:pt x="180" y="225"/>
                  </a:cubicBezTo>
                  <a:cubicBezTo>
                    <a:pt x="165" y="215"/>
                    <a:pt x="151" y="203"/>
                    <a:pt x="135" y="195"/>
                  </a:cubicBezTo>
                  <a:cubicBezTo>
                    <a:pt x="121" y="188"/>
                    <a:pt x="102" y="190"/>
                    <a:pt x="90" y="180"/>
                  </a:cubicBezTo>
                  <a:cubicBezTo>
                    <a:pt x="54" y="151"/>
                    <a:pt x="63" y="126"/>
                    <a:pt x="45" y="90"/>
                  </a:cubicBezTo>
                  <a:cubicBezTo>
                    <a:pt x="32" y="64"/>
                    <a:pt x="13" y="41"/>
                    <a:pt x="0" y="1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9" name="Freeform 2">
              <a:extLst>
                <a:ext uri="{FF2B5EF4-FFF2-40B4-BE49-F238E27FC236}">
                  <a16:creationId xmlns:a16="http://schemas.microsoft.com/office/drawing/2014/main" id="{68550BCF-2267-9AE6-48A5-8EA7E92BB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4140"/>
              <a:ext cx="4935" cy="626"/>
            </a:xfrm>
            <a:custGeom>
              <a:avLst/>
              <a:gdLst>
                <a:gd name="T0" fmla="*/ 4935 w 4935"/>
                <a:gd name="T1" fmla="*/ 0 h 626"/>
                <a:gd name="T2" fmla="*/ 4905 w 4935"/>
                <a:gd name="T3" fmla="*/ 45 h 626"/>
                <a:gd name="T4" fmla="*/ 4860 w 4935"/>
                <a:gd name="T5" fmla="*/ 75 h 626"/>
                <a:gd name="T6" fmla="*/ 4800 w 4935"/>
                <a:gd name="T7" fmla="*/ 150 h 626"/>
                <a:gd name="T8" fmla="*/ 4245 w 4935"/>
                <a:gd name="T9" fmla="*/ 375 h 626"/>
                <a:gd name="T10" fmla="*/ 3960 w 4935"/>
                <a:gd name="T11" fmla="*/ 465 h 626"/>
                <a:gd name="T12" fmla="*/ 3795 w 4935"/>
                <a:gd name="T13" fmla="*/ 495 h 626"/>
                <a:gd name="T14" fmla="*/ 3540 w 4935"/>
                <a:gd name="T15" fmla="*/ 555 h 626"/>
                <a:gd name="T16" fmla="*/ 3285 w 4935"/>
                <a:gd name="T17" fmla="*/ 570 h 626"/>
                <a:gd name="T18" fmla="*/ 2100 w 4935"/>
                <a:gd name="T19" fmla="*/ 555 h 626"/>
                <a:gd name="T20" fmla="*/ 1455 w 4935"/>
                <a:gd name="T21" fmla="*/ 510 h 626"/>
                <a:gd name="T22" fmla="*/ 1065 w 4935"/>
                <a:gd name="T23" fmla="*/ 465 h 626"/>
                <a:gd name="T24" fmla="*/ 795 w 4935"/>
                <a:gd name="T25" fmla="*/ 375 h 626"/>
                <a:gd name="T26" fmla="*/ 660 w 4935"/>
                <a:gd name="T27" fmla="*/ 300 h 626"/>
                <a:gd name="T28" fmla="*/ 405 w 4935"/>
                <a:gd name="T29" fmla="*/ 180 h 626"/>
                <a:gd name="T30" fmla="*/ 315 w 4935"/>
                <a:gd name="T31" fmla="*/ 120 h 626"/>
                <a:gd name="T32" fmla="*/ 0 w 4935"/>
                <a:gd name="T33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35" h="626">
                  <a:moveTo>
                    <a:pt x="4935" y="0"/>
                  </a:moveTo>
                  <a:cubicBezTo>
                    <a:pt x="4925" y="15"/>
                    <a:pt x="4918" y="32"/>
                    <a:pt x="4905" y="45"/>
                  </a:cubicBezTo>
                  <a:cubicBezTo>
                    <a:pt x="4892" y="58"/>
                    <a:pt x="4871" y="61"/>
                    <a:pt x="4860" y="75"/>
                  </a:cubicBezTo>
                  <a:cubicBezTo>
                    <a:pt x="4777" y="179"/>
                    <a:pt x="4929" y="64"/>
                    <a:pt x="4800" y="150"/>
                  </a:cubicBezTo>
                  <a:cubicBezTo>
                    <a:pt x="4677" y="334"/>
                    <a:pt x="4437" y="327"/>
                    <a:pt x="4245" y="375"/>
                  </a:cubicBezTo>
                  <a:cubicBezTo>
                    <a:pt x="4152" y="398"/>
                    <a:pt x="4051" y="435"/>
                    <a:pt x="3960" y="465"/>
                  </a:cubicBezTo>
                  <a:cubicBezTo>
                    <a:pt x="3907" y="483"/>
                    <a:pt x="3849" y="482"/>
                    <a:pt x="3795" y="495"/>
                  </a:cubicBezTo>
                  <a:cubicBezTo>
                    <a:pt x="3721" y="512"/>
                    <a:pt x="3616" y="547"/>
                    <a:pt x="3540" y="555"/>
                  </a:cubicBezTo>
                  <a:cubicBezTo>
                    <a:pt x="3455" y="563"/>
                    <a:pt x="3370" y="565"/>
                    <a:pt x="3285" y="570"/>
                  </a:cubicBezTo>
                  <a:cubicBezTo>
                    <a:pt x="2895" y="626"/>
                    <a:pt x="2490" y="611"/>
                    <a:pt x="2100" y="555"/>
                  </a:cubicBezTo>
                  <a:cubicBezTo>
                    <a:pt x="1917" y="494"/>
                    <a:pt x="1602" y="515"/>
                    <a:pt x="1455" y="510"/>
                  </a:cubicBezTo>
                  <a:cubicBezTo>
                    <a:pt x="1184" y="491"/>
                    <a:pt x="1314" y="507"/>
                    <a:pt x="1065" y="465"/>
                  </a:cubicBezTo>
                  <a:cubicBezTo>
                    <a:pt x="977" y="450"/>
                    <a:pt x="881" y="404"/>
                    <a:pt x="795" y="375"/>
                  </a:cubicBezTo>
                  <a:cubicBezTo>
                    <a:pt x="766" y="365"/>
                    <a:pt x="689" y="316"/>
                    <a:pt x="660" y="300"/>
                  </a:cubicBezTo>
                  <a:cubicBezTo>
                    <a:pt x="579" y="254"/>
                    <a:pt x="486" y="225"/>
                    <a:pt x="405" y="180"/>
                  </a:cubicBezTo>
                  <a:cubicBezTo>
                    <a:pt x="373" y="162"/>
                    <a:pt x="349" y="131"/>
                    <a:pt x="315" y="120"/>
                  </a:cubicBezTo>
                  <a:cubicBezTo>
                    <a:pt x="226" y="90"/>
                    <a:pt x="63" y="63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DF8D32E-4ED7-DCC7-E1F6-75E086B9F64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848" y="191683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7.1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6A5BE8-7205-6491-2AD0-7B6D505B026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5D66E53-BEDC-5292-0302-74AF86C0DEA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E8287F80-AF44-02F0-B8BF-D080B7125E1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D7B28637-2DCD-E205-11C9-E7E8C5E6B5B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727492F-E87D-259D-7C89-4BC45AC11D1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3D60FF7-D18D-5F58-1722-5D5A256B7B1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1E41CE4-E4F6-4C00-F6F2-A7CC3E23659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0616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Words>1670</Words>
  <Application>Microsoft Office PowerPoint</Application>
  <PresentationFormat>全屏显示(4:3)</PresentationFormat>
  <Paragraphs>279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宋体</vt:lpstr>
      <vt:lpstr>Microsoft Yahei</vt:lpstr>
      <vt:lpstr>Tahoma</vt:lpstr>
      <vt:lpstr>Times New Roman</vt:lpstr>
      <vt:lpstr>Wingdings</vt:lpstr>
      <vt:lpstr>Blends</vt:lpstr>
      <vt:lpstr>1_Blends</vt:lpstr>
      <vt:lpstr>Equation.DSMT4</vt:lpstr>
      <vt:lpstr>第7章 图的基本概念</vt:lpstr>
      <vt:lpstr>7.1 图的概念</vt:lpstr>
      <vt:lpstr>7.1.1 图的定义</vt:lpstr>
      <vt:lpstr>7.1.1 图的定义</vt:lpstr>
      <vt:lpstr>7.1.1 图的定义</vt:lpstr>
      <vt:lpstr>7.1.1 图的定义</vt:lpstr>
      <vt:lpstr>7.1.1 图的定义</vt:lpstr>
      <vt:lpstr>7.1.1 图的定义</vt:lpstr>
      <vt:lpstr>7.1.2 图的结点度</vt:lpstr>
      <vt:lpstr>7.1.2 图的结点度</vt:lpstr>
      <vt:lpstr>7.1.2 图的结点度</vt:lpstr>
      <vt:lpstr>7.1.2 图的结点度</vt:lpstr>
      <vt:lpstr>7.1.2 图的结点度</vt:lpstr>
      <vt:lpstr>7.1.2 图的结点度</vt:lpstr>
      <vt:lpstr>7.1.2 图的结点度</vt:lpstr>
      <vt:lpstr>7.1.3 图的同构</vt:lpstr>
      <vt:lpstr>7.1.3 图的同构</vt:lpstr>
      <vt:lpstr>7.1.3 图的同构</vt:lpstr>
      <vt:lpstr>7.1.3 图的同构</vt:lpstr>
      <vt:lpstr>7.1.3 图的同构</vt:lpstr>
      <vt:lpstr>7.1.3 图的同构</vt:lpstr>
      <vt:lpstr>7.1.3 图的同构</vt:lpstr>
      <vt:lpstr>7.1.4 图的运算</vt:lpstr>
      <vt:lpstr>7.1.4 图的运算</vt:lpstr>
      <vt:lpstr>7.1.4 图的运算</vt:lpstr>
      <vt:lpstr>7.1.4 图的运算</vt:lpstr>
      <vt:lpstr>7.1.4 图的运算</vt:lpstr>
      <vt:lpstr>7.1.4 图的运算</vt:lpstr>
      <vt:lpstr>7.1.4 图的运算</vt:lpstr>
      <vt:lpstr>7.1.4 图的运算</vt:lpstr>
      <vt:lpstr>7.1.4 图的运算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109</cp:revision>
  <dcterms:created xsi:type="dcterms:W3CDTF">2010-04-09T13:44:14Z</dcterms:created>
  <dcterms:modified xsi:type="dcterms:W3CDTF">2023-11-21T01:42:39Z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2052-11.1.0.8808</vt:lpwstr>
  </property>
</Properties>
</file>