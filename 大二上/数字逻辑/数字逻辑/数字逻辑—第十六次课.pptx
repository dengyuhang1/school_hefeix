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62603" y="1469114"/>
            <a:ext cx="5618792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CC0000"/>
                </a:solidFill>
                <a:latin typeface="新宋体"/>
                <a:cs typeface="新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003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003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003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4292346"/>
            <a:ext cx="250825" cy="2566035"/>
          </a:xfrm>
          <a:custGeom>
            <a:avLst/>
            <a:gdLst/>
            <a:ahLst/>
            <a:cxnLst/>
            <a:rect l="l" t="t" r="r" b="b"/>
            <a:pathLst>
              <a:path w="250825" h="2566034">
                <a:moveTo>
                  <a:pt x="0" y="2565654"/>
                </a:moveTo>
                <a:lnTo>
                  <a:pt x="250697" y="2565654"/>
                </a:lnTo>
                <a:lnTo>
                  <a:pt x="250697" y="0"/>
                </a:lnTo>
                <a:lnTo>
                  <a:pt x="0" y="0"/>
                </a:lnTo>
                <a:lnTo>
                  <a:pt x="0" y="2565654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0"/>
            <a:ext cx="250825" cy="4292600"/>
          </a:xfrm>
          <a:custGeom>
            <a:avLst/>
            <a:gdLst/>
            <a:ahLst/>
            <a:cxnLst/>
            <a:rect l="l" t="t" r="r" b="b"/>
            <a:pathLst>
              <a:path w="250825" h="4292600">
                <a:moveTo>
                  <a:pt x="250697" y="0"/>
                </a:moveTo>
                <a:lnTo>
                  <a:pt x="0" y="0"/>
                </a:lnTo>
                <a:lnTo>
                  <a:pt x="0" y="4292346"/>
                </a:lnTo>
                <a:lnTo>
                  <a:pt x="250697" y="4292346"/>
                </a:lnTo>
                <a:lnTo>
                  <a:pt x="250697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4292346"/>
            <a:ext cx="250825" cy="2566035"/>
          </a:xfrm>
          <a:custGeom>
            <a:avLst/>
            <a:gdLst/>
            <a:ahLst/>
            <a:cxnLst/>
            <a:rect l="l" t="t" r="r" b="b"/>
            <a:pathLst>
              <a:path w="250825" h="2566034">
                <a:moveTo>
                  <a:pt x="0" y="2565654"/>
                </a:moveTo>
                <a:lnTo>
                  <a:pt x="250697" y="2565654"/>
                </a:lnTo>
                <a:lnTo>
                  <a:pt x="250697" y="0"/>
                </a:lnTo>
                <a:lnTo>
                  <a:pt x="0" y="0"/>
                </a:lnTo>
                <a:lnTo>
                  <a:pt x="0" y="2565654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0"/>
            <a:ext cx="250825" cy="4292600"/>
          </a:xfrm>
          <a:custGeom>
            <a:avLst/>
            <a:gdLst/>
            <a:ahLst/>
            <a:cxnLst/>
            <a:rect l="l" t="t" r="r" b="b"/>
            <a:pathLst>
              <a:path w="250825" h="4292600">
                <a:moveTo>
                  <a:pt x="250697" y="0"/>
                </a:moveTo>
                <a:lnTo>
                  <a:pt x="0" y="0"/>
                </a:lnTo>
                <a:lnTo>
                  <a:pt x="0" y="4292346"/>
                </a:lnTo>
                <a:lnTo>
                  <a:pt x="250697" y="4292346"/>
                </a:lnTo>
                <a:lnTo>
                  <a:pt x="250697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500252" y="786002"/>
            <a:ext cx="8219440" cy="1905"/>
          </a:xfrm>
          <a:custGeom>
            <a:avLst/>
            <a:gdLst/>
            <a:ahLst/>
            <a:cxnLst/>
            <a:rect l="l" t="t" r="r" b="b"/>
            <a:pathLst>
              <a:path w="8219440" h="1904">
                <a:moveTo>
                  <a:pt x="0" y="0"/>
                </a:moveTo>
                <a:lnTo>
                  <a:pt x="8218932" y="1524"/>
                </a:lnTo>
              </a:path>
            </a:pathLst>
          </a:custGeom>
          <a:ln w="101346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20574" y="333756"/>
            <a:ext cx="230504" cy="3527425"/>
          </a:xfrm>
          <a:custGeom>
            <a:avLst/>
            <a:gdLst/>
            <a:ahLst/>
            <a:cxnLst/>
            <a:rect l="l" t="t" r="r" b="b"/>
            <a:pathLst>
              <a:path w="230504" h="3527425">
                <a:moveTo>
                  <a:pt x="230124" y="0"/>
                </a:moveTo>
                <a:lnTo>
                  <a:pt x="0" y="0"/>
                </a:lnTo>
                <a:lnTo>
                  <a:pt x="0" y="3527298"/>
                </a:lnTo>
                <a:lnTo>
                  <a:pt x="230124" y="3527298"/>
                </a:lnTo>
                <a:lnTo>
                  <a:pt x="23012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14500" y="73152"/>
            <a:ext cx="5690234" cy="662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99003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8298" y="1738659"/>
            <a:ext cx="4570730" cy="4204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hyperlink" Target="mailto:ahhfdxq@163.com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jpg"/><Relationship Id="rId11" Type="http://schemas.openxmlformats.org/officeDocument/2006/relationships/image" Target="../media/image41.png"/><Relationship Id="rId12" Type="http://schemas.openxmlformats.org/officeDocument/2006/relationships/image" Target="../media/image8.png"/><Relationship Id="rId13" Type="http://schemas.openxmlformats.org/officeDocument/2006/relationships/image" Target="../media/image42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Relationship Id="rId13" Type="http://schemas.openxmlformats.org/officeDocument/2006/relationships/image" Target="../media/image53.png"/><Relationship Id="rId14" Type="http://schemas.openxmlformats.org/officeDocument/2006/relationships/image" Target="../media/image54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3" Type="http://schemas.openxmlformats.org/officeDocument/2006/relationships/image" Target="../media/image69.jpg"/><Relationship Id="rId4" Type="http://schemas.openxmlformats.org/officeDocument/2006/relationships/image" Target="../media/image70.png"/><Relationship Id="rId5" Type="http://schemas.openxmlformats.org/officeDocument/2006/relationships/image" Target="../media/image71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image" Target="../media/image79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jpg"/><Relationship Id="rId3" Type="http://schemas.openxmlformats.org/officeDocument/2006/relationships/image" Target="../media/image80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jpg"/><Relationship Id="rId3" Type="http://schemas.openxmlformats.org/officeDocument/2006/relationships/image" Target="../media/image81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Relationship Id="rId9" Type="http://schemas.openxmlformats.org/officeDocument/2006/relationships/image" Target="../media/image95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6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7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8.png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image" Target="../media/image102.png"/><Relationship Id="rId7" Type="http://schemas.openxmlformats.org/officeDocument/2006/relationships/image" Target="../media/image103.png"/><Relationship Id="rId8" Type="http://schemas.openxmlformats.org/officeDocument/2006/relationships/image" Target="../media/image104.png"/><Relationship Id="rId9" Type="http://schemas.openxmlformats.org/officeDocument/2006/relationships/image" Target="../media/image105.png"/><Relationship Id="rId10" Type="http://schemas.openxmlformats.org/officeDocument/2006/relationships/image" Target="../media/image106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7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8.jp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2.png"/><Relationship Id="rId3" Type="http://schemas.openxmlformats.org/officeDocument/2006/relationships/image" Target="../media/image113.png"/><Relationship Id="rId4" Type="http://schemas.openxmlformats.org/officeDocument/2006/relationships/image" Target="../media/image114.png"/><Relationship Id="rId5" Type="http://schemas.openxmlformats.org/officeDocument/2006/relationships/image" Target="../media/image115.png"/><Relationship Id="rId6" Type="http://schemas.openxmlformats.org/officeDocument/2006/relationships/image" Target="../media/image116.png"/><Relationship Id="rId7" Type="http://schemas.openxmlformats.org/officeDocument/2006/relationships/image" Target="../media/image117.png"/><Relationship Id="rId8" Type="http://schemas.openxmlformats.org/officeDocument/2006/relationships/image" Target="../media/image118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Relationship Id="rId4" Type="http://schemas.openxmlformats.org/officeDocument/2006/relationships/image" Target="../media/image121.png"/><Relationship Id="rId5" Type="http://schemas.openxmlformats.org/officeDocument/2006/relationships/image" Target="../media/image122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jpg"/><Relationship Id="rId5" Type="http://schemas.openxmlformats.org/officeDocument/2006/relationships/image" Target="../media/image126.png"/><Relationship Id="rId6" Type="http://schemas.openxmlformats.org/officeDocument/2006/relationships/image" Target="../media/image127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8.jpg"/><Relationship Id="rId3" Type="http://schemas.openxmlformats.org/officeDocument/2006/relationships/image" Target="../media/image75.png"/><Relationship Id="rId4" Type="http://schemas.openxmlformats.org/officeDocument/2006/relationships/image" Target="../media/image125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9.png"/><Relationship Id="rId3" Type="http://schemas.openxmlformats.org/officeDocument/2006/relationships/image" Target="../media/image130.png"/><Relationship Id="rId4" Type="http://schemas.openxmlformats.org/officeDocument/2006/relationships/image" Target="../media/image131.png"/><Relationship Id="rId5" Type="http://schemas.openxmlformats.org/officeDocument/2006/relationships/image" Target="../media/image132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3.png"/><Relationship Id="rId3" Type="http://schemas.openxmlformats.org/officeDocument/2006/relationships/image" Target="../media/image134.png"/><Relationship Id="rId4" Type="http://schemas.openxmlformats.org/officeDocument/2006/relationships/image" Target="../media/image135.png"/><Relationship Id="rId5" Type="http://schemas.openxmlformats.org/officeDocument/2006/relationships/image" Target="../media/image136.jp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7.png"/><Relationship Id="rId3" Type="http://schemas.openxmlformats.org/officeDocument/2006/relationships/image" Target="../media/image138.png"/><Relationship Id="rId4" Type="http://schemas.openxmlformats.org/officeDocument/2006/relationships/image" Target="../media/image139.png"/><Relationship Id="rId5" Type="http://schemas.openxmlformats.org/officeDocument/2006/relationships/image" Target="../media/image140.png"/><Relationship Id="rId6" Type="http://schemas.openxmlformats.org/officeDocument/2006/relationships/image" Target="../media/image141.png"/><Relationship Id="rId7" Type="http://schemas.openxmlformats.org/officeDocument/2006/relationships/image" Target="../media/image142.png"/><Relationship Id="rId8" Type="http://schemas.openxmlformats.org/officeDocument/2006/relationships/image" Target="../media/image143.png"/><Relationship Id="rId9" Type="http://schemas.openxmlformats.org/officeDocument/2006/relationships/image" Target="../media/image144.png"/><Relationship Id="rId10" Type="http://schemas.openxmlformats.org/officeDocument/2006/relationships/image" Target="../media/image145.png"/><Relationship Id="rId11" Type="http://schemas.openxmlformats.org/officeDocument/2006/relationships/image" Target="../media/image146.png"/><Relationship Id="rId12" Type="http://schemas.openxmlformats.org/officeDocument/2006/relationships/image" Target="../media/image147.png"/><Relationship Id="rId13" Type="http://schemas.openxmlformats.org/officeDocument/2006/relationships/image" Target="../media/image148.png"/><Relationship Id="rId14" Type="http://schemas.openxmlformats.org/officeDocument/2006/relationships/image" Target="../media/image149.png"/><Relationship Id="rId15" Type="http://schemas.openxmlformats.org/officeDocument/2006/relationships/image" Target="../media/image150.png"/><Relationship Id="rId16" Type="http://schemas.openxmlformats.org/officeDocument/2006/relationships/image" Target="../media/image151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2.png"/><Relationship Id="rId3" Type="http://schemas.openxmlformats.org/officeDocument/2006/relationships/image" Target="../media/image153.png"/><Relationship Id="rId4" Type="http://schemas.openxmlformats.org/officeDocument/2006/relationships/image" Target="../media/image154.png"/><Relationship Id="rId5" Type="http://schemas.openxmlformats.org/officeDocument/2006/relationships/image" Target="../media/image155.png"/><Relationship Id="rId6" Type="http://schemas.openxmlformats.org/officeDocument/2006/relationships/image" Target="../media/image156.png"/><Relationship Id="rId7" Type="http://schemas.openxmlformats.org/officeDocument/2006/relationships/image" Target="../media/image157.png"/><Relationship Id="rId8" Type="http://schemas.openxmlformats.org/officeDocument/2006/relationships/image" Target="../media/image158.png"/><Relationship Id="rId9" Type="http://schemas.openxmlformats.org/officeDocument/2006/relationships/image" Target="../media/image159.png"/><Relationship Id="rId10" Type="http://schemas.openxmlformats.org/officeDocument/2006/relationships/image" Target="../media/image160.png"/><Relationship Id="rId11" Type="http://schemas.openxmlformats.org/officeDocument/2006/relationships/image" Target="../media/image161.png"/><Relationship Id="rId12" Type="http://schemas.openxmlformats.org/officeDocument/2006/relationships/image" Target="../media/image162.png"/><Relationship Id="rId13" Type="http://schemas.openxmlformats.org/officeDocument/2006/relationships/image" Target="../media/image163.png"/><Relationship Id="rId14" Type="http://schemas.openxmlformats.org/officeDocument/2006/relationships/image" Target="../media/image164.png"/><Relationship Id="rId15" Type="http://schemas.openxmlformats.org/officeDocument/2006/relationships/image" Target="../media/image165.png"/><Relationship Id="rId16" Type="http://schemas.openxmlformats.org/officeDocument/2006/relationships/image" Target="../media/image166.png"/><Relationship Id="rId17" Type="http://schemas.openxmlformats.org/officeDocument/2006/relationships/image" Target="../media/image167.png"/><Relationship Id="rId18" Type="http://schemas.openxmlformats.org/officeDocument/2006/relationships/image" Target="../media/image168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9.png"/><Relationship Id="rId3" Type="http://schemas.openxmlformats.org/officeDocument/2006/relationships/image" Target="../media/image170.png"/><Relationship Id="rId4" Type="http://schemas.openxmlformats.org/officeDocument/2006/relationships/image" Target="../media/image171.png"/><Relationship Id="rId5" Type="http://schemas.openxmlformats.org/officeDocument/2006/relationships/image" Target="../media/image172.png"/><Relationship Id="rId6" Type="http://schemas.openxmlformats.org/officeDocument/2006/relationships/image" Target="../media/image173.png"/><Relationship Id="rId7" Type="http://schemas.openxmlformats.org/officeDocument/2006/relationships/image" Target="../media/image174.png"/><Relationship Id="rId8" Type="http://schemas.openxmlformats.org/officeDocument/2006/relationships/image" Target="../media/image175.png"/><Relationship Id="rId9" Type="http://schemas.openxmlformats.org/officeDocument/2006/relationships/image" Target="../media/image176.png"/><Relationship Id="rId10" Type="http://schemas.openxmlformats.org/officeDocument/2006/relationships/image" Target="../media/image177.png"/><Relationship Id="rId11" Type="http://schemas.openxmlformats.org/officeDocument/2006/relationships/image" Target="../media/image178.png"/><Relationship Id="rId12" Type="http://schemas.openxmlformats.org/officeDocument/2006/relationships/image" Target="../media/image179.png"/><Relationship Id="rId13" Type="http://schemas.openxmlformats.org/officeDocument/2006/relationships/image" Target="../media/image180.png"/><Relationship Id="rId14" Type="http://schemas.openxmlformats.org/officeDocument/2006/relationships/image" Target="../media/image181.png"/><Relationship Id="rId15" Type="http://schemas.openxmlformats.org/officeDocument/2006/relationships/image" Target="../media/image182.png"/><Relationship Id="rId16" Type="http://schemas.openxmlformats.org/officeDocument/2006/relationships/image" Target="../media/image183.png"/><Relationship Id="rId17" Type="http://schemas.openxmlformats.org/officeDocument/2006/relationships/image" Target="../media/image184.png"/><Relationship Id="rId18" Type="http://schemas.openxmlformats.org/officeDocument/2006/relationships/image" Target="../media/image185.png"/><Relationship Id="rId19" Type="http://schemas.openxmlformats.org/officeDocument/2006/relationships/image" Target="../media/image186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7.png"/><Relationship Id="rId3" Type="http://schemas.openxmlformats.org/officeDocument/2006/relationships/image" Target="../media/image188.png"/><Relationship Id="rId4" Type="http://schemas.openxmlformats.org/officeDocument/2006/relationships/image" Target="../media/image189.png"/><Relationship Id="rId5" Type="http://schemas.openxmlformats.org/officeDocument/2006/relationships/image" Target="../media/image190.png"/><Relationship Id="rId6" Type="http://schemas.openxmlformats.org/officeDocument/2006/relationships/image" Target="../media/image191.png"/><Relationship Id="rId7" Type="http://schemas.openxmlformats.org/officeDocument/2006/relationships/image" Target="../media/image192.png"/><Relationship Id="rId8" Type="http://schemas.openxmlformats.org/officeDocument/2006/relationships/image" Target="../media/image193.png"/><Relationship Id="rId9" Type="http://schemas.openxmlformats.org/officeDocument/2006/relationships/image" Target="../media/image194.png"/><Relationship Id="rId10" Type="http://schemas.openxmlformats.org/officeDocument/2006/relationships/image" Target="../media/image195.png"/><Relationship Id="rId11" Type="http://schemas.openxmlformats.org/officeDocument/2006/relationships/image" Target="../media/image196.png"/><Relationship Id="rId12" Type="http://schemas.openxmlformats.org/officeDocument/2006/relationships/image" Target="../media/image197.png"/><Relationship Id="rId13" Type="http://schemas.openxmlformats.org/officeDocument/2006/relationships/image" Target="../media/image198.png"/><Relationship Id="rId14" Type="http://schemas.openxmlformats.org/officeDocument/2006/relationships/image" Target="../media/image199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789426"/>
            <a:ext cx="9144000" cy="3068955"/>
          </a:xfrm>
          <a:custGeom>
            <a:avLst/>
            <a:gdLst/>
            <a:ahLst/>
            <a:cxnLst/>
            <a:rect l="l" t="t" r="r" b="b"/>
            <a:pathLst>
              <a:path w="9144000" h="3068954">
                <a:moveTo>
                  <a:pt x="0" y="3068574"/>
                </a:moveTo>
                <a:lnTo>
                  <a:pt x="9144000" y="3068574"/>
                </a:lnTo>
                <a:lnTo>
                  <a:pt x="9144000" y="0"/>
                </a:lnTo>
                <a:lnTo>
                  <a:pt x="0" y="0"/>
                </a:lnTo>
                <a:lnTo>
                  <a:pt x="0" y="3068574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3789679"/>
            <a:chOff x="0" y="0"/>
            <a:chExt cx="9144000" cy="3789679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3789679"/>
            </a:xfrm>
            <a:custGeom>
              <a:avLst/>
              <a:gdLst/>
              <a:ahLst/>
              <a:cxnLst/>
              <a:rect l="l" t="t" r="r" b="b"/>
              <a:pathLst>
                <a:path w="9144000" h="3789679">
                  <a:moveTo>
                    <a:pt x="9144000" y="0"/>
                  </a:moveTo>
                  <a:lnTo>
                    <a:pt x="0" y="0"/>
                  </a:lnTo>
                  <a:lnTo>
                    <a:pt x="0" y="3789426"/>
                  </a:lnTo>
                  <a:lnTo>
                    <a:pt x="9144000" y="378942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333399">
                <a:alpha val="89804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5389" y="748284"/>
              <a:ext cx="2318765" cy="221589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3022" y="748284"/>
              <a:ext cx="2318003" cy="221589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69891" y="748284"/>
              <a:ext cx="2318003" cy="221589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7523" y="748284"/>
              <a:ext cx="2318003" cy="221589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701058" y="4038601"/>
            <a:ext cx="3379470" cy="1303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宋体"/>
                <a:cs typeface="宋体"/>
              </a:rPr>
              <a:t>丁</a:t>
            </a:r>
            <a:r>
              <a:rPr dirty="0" sz="2800" spc="520">
                <a:latin typeface="宋体"/>
                <a:cs typeface="宋体"/>
              </a:rPr>
              <a:t> </a:t>
            </a:r>
            <a:r>
              <a:rPr dirty="0" sz="2800">
                <a:latin typeface="宋体"/>
                <a:cs typeface="宋体"/>
              </a:rPr>
              <a:t>贤</a:t>
            </a:r>
            <a:r>
              <a:rPr dirty="0" sz="2800" spc="525">
                <a:latin typeface="宋体"/>
                <a:cs typeface="宋体"/>
              </a:rPr>
              <a:t> </a:t>
            </a:r>
            <a:r>
              <a:rPr dirty="0" sz="2800">
                <a:latin typeface="宋体"/>
                <a:cs typeface="宋体"/>
              </a:rPr>
              <a:t>庆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</a:pPr>
            <a:r>
              <a:rPr dirty="0" sz="2800" spc="-5">
                <a:latin typeface="Verdana"/>
                <a:cs typeface="Verdana"/>
                <a:hlinkClick r:id="rId6"/>
              </a:rPr>
              <a:t>ahhfdxq@163.com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825156" y="1086354"/>
            <a:ext cx="5923280" cy="20802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0" spc="-35">
                <a:solidFill>
                  <a:srgbClr val="FF0000"/>
                </a:solidFill>
                <a:latin typeface="宋体"/>
                <a:cs typeface="宋体"/>
              </a:rPr>
              <a:t>数</a:t>
            </a:r>
            <a:r>
              <a:rPr dirty="0" sz="8000" spc="75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8000" spc="-35">
                <a:solidFill>
                  <a:srgbClr val="FF0000"/>
                </a:solidFill>
                <a:latin typeface="宋体"/>
                <a:cs typeface="宋体"/>
              </a:rPr>
              <a:t>字</a:t>
            </a:r>
            <a:r>
              <a:rPr dirty="0" sz="8000" spc="75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8000" spc="-35">
                <a:solidFill>
                  <a:srgbClr val="FF0000"/>
                </a:solidFill>
                <a:latin typeface="宋体"/>
                <a:cs typeface="宋体"/>
              </a:rPr>
              <a:t>逻</a:t>
            </a:r>
            <a:r>
              <a:rPr dirty="0" sz="8000" spc="755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8000" spc="-35">
                <a:solidFill>
                  <a:srgbClr val="FF0000"/>
                </a:solidFill>
                <a:latin typeface="宋体"/>
                <a:cs typeface="宋体"/>
              </a:rPr>
              <a:t>辑</a:t>
            </a:r>
            <a:endParaRPr sz="8000">
              <a:latin typeface="宋体"/>
              <a:cs typeface="宋体"/>
            </a:endParaRPr>
          </a:p>
          <a:p>
            <a:pPr marL="73660">
              <a:lnSpc>
                <a:spcPct val="100000"/>
              </a:lnSpc>
              <a:spcBef>
                <a:spcPts val="100"/>
              </a:spcBef>
            </a:pPr>
            <a:r>
              <a:rPr dirty="0" sz="5400" spc="105">
                <a:solidFill>
                  <a:srgbClr val="FFFF00"/>
                </a:solidFill>
                <a:latin typeface="Calibri"/>
                <a:cs typeface="Calibri"/>
              </a:rPr>
              <a:t>Digital</a:t>
            </a:r>
            <a:r>
              <a:rPr dirty="0" sz="5400" spc="-125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5400" spc="210">
                <a:solidFill>
                  <a:srgbClr val="FFFF00"/>
                </a:solidFill>
                <a:latin typeface="Calibri"/>
                <a:cs typeface="Calibri"/>
              </a:rPr>
              <a:t>Logic</a:t>
            </a:r>
            <a:r>
              <a:rPr dirty="0" sz="5400" spc="-125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5400" spc="130">
                <a:solidFill>
                  <a:srgbClr val="FFFF00"/>
                </a:solidFill>
                <a:latin typeface="Calibri"/>
                <a:cs typeface="Calibri"/>
              </a:rPr>
              <a:t>Circuit</a:t>
            </a:r>
            <a:endParaRPr sz="5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099" y="1374187"/>
            <a:ext cx="253745" cy="25603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104" y="2668828"/>
            <a:ext cx="190487" cy="19202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104" y="3180892"/>
            <a:ext cx="190487" cy="1920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104" y="4131868"/>
            <a:ext cx="190487" cy="19202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104" y="5082844"/>
            <a:ext cx="190487" cy="192021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52806" y="73152"/>
            <a:ext cx="7051675" cy="861060"/>
            <a:chOff x="352806" y="73152"/>
            <a:chExt cx="7051675" cy="861060"/>
          </a:xfrm>
        </p:grpSpPr>
        <p:sp>
          <p:nvSpPr>
            <p:cNvPr id="11" name="object 11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4500" y="73152"/>
              <a:ext cx="5689854" cy="64160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302951" y="1014473"/>
            <a:ext cx="6572884" cy="4999990"/>
          </a:xfrm>
          <a:prstGeom prst="rect">
            <a:avLst/>
          </a:prstGeom>
        </p:spPr>
        <p:txBody>
          <a:bodyPr wrap="square" lIns="0" tIns="207645" rIns="0" bIns="0" rtlCol="0" vert="horz">
            <a:spAutoFit/>
          </a:bodyPr>
          <a:lstStyle/>
          <a:p>
            <a:pPr marL="129539">
              <a:lnSpc>
                <a:spcPct val="100000"/>
              </a:lnSpc>
              <a:spcBef>
                <a:spcPts val="1635"/>
              </a:spcBef>
            </a:pPr>
            <a:r>
              <a:rPr dirty="0" sz="3200" spc="-10" b="1">
                <a:solidFill>
                  <a:srgbClr val="003300"/>
                </a:solidFill>
                <a:latin typeface="Arial"/>
                <a:cs typeface="Arial"/>
              </a:rPr>
              <a:t>1</a:t>
            </a:r>
            <a:r>
              <a:rPr dirty="0" sz="3200" spc="-10" b="1">
                <a:solidFill>
                  <a:srgbClr val="003300"/>
                </a:solidFill>
                <a:latin typeface="宋体"/>
                <a:cs typeface="宋体"/>
              </a:rPr>
              <a:t>、考</a:t>
            </a:r>
            <a:r>
              <a:rPr dirty="0" sz="3200" spc="-5" b="1">
                <a:solidFill>
                  <a:srgbClr val="003300"/>
                </a:solidFill>
                <a:latin typeface="宋体"/>
                <a:cs typeface="宋体"/>
              </a:rPr>
              <a:t>试时间</a:t>
            </a:r>
            <a:r>
              <a:rPr dirty="0" sz="3200" spc="-10" b="1">
                <a:solidFill>
                  <a:srgbClr val="003300"/>
                </a:solidFill>
                <a:latin typeface="宋体"/>
                <a:cs typeface="宋体"/>
              </a:rPr>
              <a:t>：</a:t>
            </a:r>
            <a:r>
              <a:rPr dirty="0" sz="3200" spc="-10" b="1">
                <a:solidFill>
                  <a:srgbClr val="003300"/>
                </a:solidFill>
                <a:latin typeface="Arial"/>
                <a:cs typeface="Arial"/>
              </a:rPr>
              <a:t>1</a:t>
            </a:r>
            <a:r>
              <a:rPr dirty="0" sz="3200" spc="-5" b="1">
                <a:solidFill>
                  <a:srgbClr val="003300"/>
                </a:solidFill>
                <a:latin typeface="宋体"/>
                <a:cs typeface="宋体"/>
              </a:rPr>
              <a:t>月</a:t>
            </a:r>
            <a:r>
              <a:rPr dirty="0" sz="3200" spc="-5" b="1">
                <a:solidFill>
                  <a:srgbClr val="003300"/>
                </a:solidFill>
                <a:latin typeface="Arial"/>
                <a:cs typeface="Arial"/>
              </a:rPr>
              <a:t>15</a:t>
            </a:r>
            <a:r>
              <a:rPr dirty="0" sz="3200" spc="-5" b="1">
                <a:solidFill>
                  <a:srgbClr val="003300"/>
                </a:solidFill>
                <a:latin typeface="宋体"/>
                <a:cs typeface="宋体"/>
              </a:rPr>
              <a:t>号晚上</a:t>
            </a:r>
            <a:endParaRPr sz="3200">
              <a:latin typeface="宋体"/>
              <a:cs typeface="宋体"/>
            </a:endParaRPr>
          </a:p>
          <a:p>
            <a:pPr marL="125095">
              <a:lnSpc>
                <a:spcPct val="100000"/>
              </a:lnSpc>
              <a:spcBef>
                <a:spcPts val="1535"/>
              </a:spcBef>
            </a:pPr>
            <a:r>
              <a:rPr dirty="0" sz="3200" spc="-10" b="1">
                <a:solidFill>
                  <a:srgbClr val="003300"/>
                </a:solidFill>
                <a:latin typeface="Arial"/>
                <a:cs typeface="Arial"/>
              </a:rPr>
              <a:t>2</a:t>
            </a:r>
            <a:r>
              <a:rPr dirty="0" sz="3200" spc="-10" b="1">
                <a:solidFill>
                  <a:srgbClr val="003300"/>
                </a:solidFill>
                <a:latin typeface="宋体"/>
                <a:cs typeface="宋体"/>
              </a:rPr>
              <a:t>、考试</a:t>
            </a:r>
            <a:r>
              <a:rPr dirty="0" sz="3200" spc="-5" b="1">
                <a:solidFill>
                  <a:srgbClr val="003300"/>
                </a:solidFill>
                <a:latin typeface="宋体"/>
                <a:cs typeface="宋体"/>
              </a:rPr>
              <a:t>题</a:t>
            </a:r>
            <a:r>
              <a:rPr dirty="0" sz="3200" b="1">
                <a:solidFill>
                  <a:srgbClr val="003300"/>
                </a:solidFill>
                <a:latin typeface="宋体"/>
                <a:cs typeface="宋体"/>
              </a:rPr>
              <a:t>型</a:t>
            </a:r>
            <a:r>
              <a:rPr dirty="0" sz="3200" spc="-15" b="1">
                <a:solidFill>
                  <a:srgbClr val="0033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129539">
              <a:lnSpc>
                <a:spcPct val="100000"/>
              </a:lnSpc>
              <a:spcBef>
                <a:spcPts val="1280"/>
              </a:spcBef>
            </a:pP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单选，填空，卡诺图化简，</a:t>
            </a:r>
            <a:endParaRPr sz="2400">
              <a:latin typeface="宋体"/>
              <a:cs typeface="宋体"/>
            </a:endParaRPr>
          </a:p>
          <a:p>
            <a:pPr marL="129539" marR="5080">
              <a:lnSpc>
                <a:spcPct val="120000"/>
              </a:lnSpc>
              <a:spcBef>
                <a:spcPts val="575"/>
              </a:spcBef>
            </a:pPr>
            <a:r>
              <a:rPr dirty="0" sz="2400" spc="-5" b="1">
                <a:solidFill>
                  <a:srgbClr val="FF0000"/>
                </a:solidFill>
                <a:latin typeface="宋体"/>
                <a:cs typeface="宋体"/>
              </a:rPr>
              <a:t>组合电路设计</a:t>
            </a:r>
            <a:r>
              <a:rPr dirty="0" sz="2400" spc="10" b="1">
                <a:solidFill>
                  <a:srgbClr val="FF0000"/>
                </a:solidFill>
                <a:latin typeface="宋体"/>
                <a:cs typeface="宋体"/>
              </a:rPr>
              <a:t>题</a:t>
            </a: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、时序电路分析题、时</a:t>
            </a:r>
            <a:r>
              <a:rPr dirty="0" sz="2400" spc="5" b="1">
                <a:solidFill>
                  <a:srgbClr val="FF0000"/>
                </a:solidFill>
                <a:latin typeface="宋体"/>
                <a:cs typeface="宋体"/>
              </a:rPr>
              <a:t>序</a:t>
            </a: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电路</a:t>
            </a:r>
            <a:r>
              <a:rPr dirty="0" sz="2400" spc="-10" b="1">
                <a:solidFill>
                  <a:srgbClr val="FF0000"/>
                </a:solidFill>
                <a:latin typeface="宋体"/>
                <a:cs typeface="宋体"/>
              </a:rPr>
              <a:t>设 </a:t>
            </a:r>
            <a:r>
              <a:rPr dirty="0" sz="2400" spc="-5" b="1">
                <a:solidFill>
                  <a:srgbClr val="FF0000"/>
                </a:solidFill>
                <a:latin typeface="宋体"/>
                <a:cs typeface="宋体"/>
              </a:rPr>
              <a:t>计题、</a:t>
            </a:r>
            <a:r>
              <a:rPr dirty="0" sz="2400" spc="-5" b="1">
                <a:solidFill>
                  <a:srgbClr val="FF0000"/>
                </a:solidFill>
                <a:latin typeface="Arial"/>
                <a:cs typeface="Arial"/>
              </a:rPr>
              <a:t>CMOS</a:t>
            </a:r>
            <a:r>
              <a:rPr dirty="0" sz="2400" spc="-5" b="1">
                <a:solidFill>
                  <a:srgbClr val="FF0000"/>
                </a:solidFill>
                <a:latin typeface="宋体"/>
                <a:cs typeface="宋体"/>
              </a:rPr>
              <a:t>电</a:t>
            </a: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路</a:t>
            </a:r>
            <a:r>
              <a:rPr dirty="0" sz="2400" spc="5" b="1">
                <a:solidFill>
                  <a:srgbClr val="FF0000"/>
                </a:solidFill>
                <a:latin typeface="宋体"/>
                <a:cs typeface="宋体"/>
              </a:rPr>
              <a:t>分</a:t>
            </a: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析题、</a:t>
            </a:r>
            <a:endParaRPr sz="2400">
              <a:latin typeface="宋体"/>
              <a:cs typeface="宋体"/>
            </a:endParaRPr>
          </a:p>
          <a:p>
            <a:pPr marL="129539">
              <a:lnSpc>
                <a:spcPct val="100000"/>
              </a:lnSpc>
              <a:spcBef>
                <a:spcPts val="1155"/>
              </a:spcBef>
            </a:pPr>
            <a:r>
              <a:rPr dirty="0" sz="2400" spc="-5" b="1">
                <a:solidFill>
                  <a:srgbClr val="FF0000"/>
                </a:solidFill>
                <a:latin typeface="宋体"/>
                <a:cs typeface="宋体"/>
              </a:rPr>
              <a:t>芯片的应用（</a:t>
            </a:r>
            <a:r>
              <a:rPr dirty="0" sz="2400" spc="-5" b="1">
                <a:solidFill>
                  <a:srgbClr val="FF0000"/>
                </a:solidFill>
                <a:latin typeface="Arial"/>
                <a:cs typeface="Arial"/>
              </a:rPr>
              <a:t>74LS138,</a:t>
            </a:r>
            <a:r>
              <a:rPr dirty="0" sz="24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Arial"/>
                <a:cs typeface="Arial"/>
              </a:rPr>
              <a:t>74LS151,74LS161</a:t>
            </a: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等）</a:t>
            </a:r>
            <a:endParaRPr sz="2400">
              <a:latin typeface="宋体"/>
              <a:cs typeface="宋体"/>
            </a:endParaRPr>
          </a:p>
          <a:p>
            <a:pPr marL="129539">
              <a:lnSpc>
                <a:spcPct val="100000"/>
              </a:lnSpc>
              <a:spcBef>
                <a:spcPts val="575"/>
              </a:spcBef>
            </a:pPr>
            <a:r>
              <a:rPr dirty="0" sz="2400" spc="-5" b="1">
                <a:solidFill>
                  <a:srgbClr val="FF0000"/>
                </a:solidFill>
                <a:latin typeface="Arial"/>
                <a:cs typeface="Arial"/>
              </a:rPr>
              <a:t>verilog</a:t>
            </a:r>
            <a:r>
              <a:rPr dirty="0" sz="2400" spc="-5" b="1">
                <a:solidFill>
                  <a:srgbClr val="FF0000"/>
                </a:solidFill>
                <a:latin typeface="宋体"/>
                <a:cs typeface="宋体"/>
              </a:rPr>
              <a:t>代码编</a:t>
            </a: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写和分</a:t>
            </a:r>
            <a:r>
              <a:rPr dirty="0" sz="2400" spc="-10" b="1">
                <a:solidFill>
                  <a:srgbClr val="FF0000"/>
                </a:solidFill>
                <a:latin typeface="宋体"/>
                <a:cs typeface="宋体"/>
              </a:rPr>
              <a:t>析</a:t>
            </a:r>
            <a:endParaRPr sz="2400">
              <a:latin typeface="宋体"/>
              <a:cs typeface="宋体"/>
            </a:endParaRPr>
          </a:p>
          <a:p>
            <a:pPr marL="129539">
              <a:lnSpc>
                <a:spcPct val="100000"/>
              </a:lnSpc>
              <a:spcBef>
                <a:spcPts val="1150"/>
              </a:spcBef>
            </a:pPr>
            <a:r>
              <a:rPr dirty="0" sz="2400" spc="-5" b="1">
                <a:solidFill>
                  <a:srgbClr val="FF0000"/>
                </a:solidFill>
                <a:latin typeface="宋体"/>
                <a:cs typeface="宋体"/>
              </a:rPr>
              <a:t>等等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3200" spc="-10" b="1">
                <a:solidFill>
                  <a:srgbClr val="003300"/>
                </a:solidFill>
                <a:latin typeface="Arial"/>
                <a:cs typeface="Arial"/>
              </a:rPr>
              <a:t>3</a:t>
            </a:r>
            <a:r>
              <a:rPr dirty="0" sz="3200" spc="-10" b="1">
                <a:solidFill>
                  <a:srgbClr val="003300"/>
                </a:solidFill>
                <a:latin typeface="宋体"/>
                <a:cs typeface="宋体"/>
              </a:rPr>
              <a:t>、第六</a:t>
            </a:r>
            <a:r>
              <a:rPr dirty="0" sz="3200" spc="-5" b="1">
                <a:solidFill>
                  <a:srgbClr val="003300"/>
                </a:solidFill>
                <a:latin typeface="宋体"/>
                <a:cs typeface="宋体"/>
              </a:rPr>
              <a:t>章有</a:t>
            </a:r>
            <a:r>
              <a:rPr dirty="0" sz="3200" spc="-5" b="1">
                <a:solidFill>
                  <a:srgbClr val="003300"/>
                </a:solidFill>
                <a:latin typeface="Arial"/>
                <a:cs typeface="Arial"/>
              </a:rPr>
              <a:t>30</a:t>
            </a:r>
            <a:r>
              <a:rPr dirty="0" sz="3200" spc="-5" b="1">
                <a:solidFill>
                  <a:srgbClr val="003300"/>
                </a:solidFill>
                <a:latin typeface="宋体"/>
                <a:cs typeface="宋体"/>
              </a:rPr>
              <a:t>分左</a:t>
            </a:r>
            <a:r>
              <a:rPr dirty="0" sz="3200" b="1">
                <a:solidFill>
                  <a:srgbClr val="003300"/>
                </a:solidFill>
                <a:latin typeface="宋体"/>
                <a:cs typeface="宋体"/>
              </a:rPr>
              <a:t>右</a:t>
            </a:r>
            <a:r>
              <a:rPr dirty="0" sz="3200" spc="-5" b="1">
                <a:solidFill>
                  <a:srgbClr val="003300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003300"/>
                </a:solidFill>
                <a:latin typeface="宋体"/>
                <a:cs typeface="宋体"/>
              </a:rPr>
              <a:t>考</a:t>
            </a:r>
            <a:r>
              <a:rPr dirty="0" sz="3200" spc="-5" b="1">
                <a:solidFill>
                  <a:srgbClr val="003300"/>
                </a:solidFill>
                <a:latin typeface="宋体"/>
                <a:cs typeface="宋体"/>
              </a:rPr>
              <a:t>题。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dirty="0" spc="-5">
                <a:latin typeface="新宋体"/>
                <a:cs typeface="新宋体"/>
              </a:rPr>
              <a:t>通知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157" y="1088435"/>
            <a:ext cx="253745" cy="25603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157" y="1771188"/>
            <a:ext cx="253745" cy="25603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5957" y="2383073"/>
            <a:ext cx="190500" cy="19202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5957" y="2895138"/>
            <a:ext cx="190500" cy="19202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5957" y="3407201"/>
            <a:ext cx="190500" cy="19202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5957" y="3919265"/>
            <a:ext cx="190500" cy="192023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52806" y="73152"/>
            <a:ext cx="7051675" cy="861060"/>
            <a:chOff x="352806" y="73152"/>
            <a:chExt cx="7051675" cy="861060"/>
          </a:xfrm>
        </p:grpSpPr>
        <p:sp>
          <p:nvSpPr>
            <p:cNvPr id="12" name="object 12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4500" y="73152"/>
              <a:ext cx="5689854" cy="641603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619760">
              <a:lnSpc>
                <a:spcPct val="100000"/>
              </a:lnSpc>
              <a:spcBef>
                <a:spcPts val="300"/>
              </a:spcBef>
            </a:pPr>
            <a:r>
              <a:rPr dirty="0" spc="-5"/>
              <a:t>Home</a:t>
            </a:r>
            <a:r>
              <a:rPr dirty="0" spc="-45"/>
              <a:t> </a:t>
            </a:r>
            <a:r>
              <a:rPr dirty="0" spc="-5"/>
              <a:t>work</a:t>
            </a:r>
            <a:r>
              <a:rPr dirty="0" spc="-5">
                <a:latin typeface="新宋体"/>
                <a:cs typeface="新宋体"/>
              </a:rPr>
              <a:t>（</a:t>
            </a:r>
            <a:r>
              <a:rPr dirty="0" spc="-5"/>
              <a:t>P350</a:t>
            </a:r>
            <a:r>
              <a:rPr dirty="0" spc="-5">
                <a:latin typeface="新宋体"/>
                <a:cs typeface="新宋体"/>
              </a:rPr>
              <a:t>）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84537" y="728720"/>
            <a:ext cx="8088630" cy="5916295"/>
          </a:xfrm>
          <a:prstGeom prst="rect">
            <a:avLst/>
          </a:prstGeom>
        </p:spPr>
        <p:txBody>
          <a:bodyPr wrap="square" lIns="0" tIns="207645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1635"/>
              </a:spcBef>
            </a:pPr>
            <a:r>
              <a:rPr dirty="0" sz="3200" spc="-10" b="1">
                <a:solidFill>
                  <a:srgbClr val="003300"/>
                </a:solidFill>
                <a:latin typeface="Arial"/>
                <a:cs typeface="Arial"/>
              </a:rPr>
              <a:t>1</a:t>
            </a:r>
            <a:r>
              <a:rPr dirty="0" sz="3200" spc="-10" b="1">
                <a:solidFill>
                  <a:srgbClr val="003300"/>
                </a:solidFill>
                <a:latin typeface="宋体"/>
                <a:cs typeface="宋体"/>
              </a:rPr>
              <a:t>、期</a:t>
            </a:r>
            <a:r>
              <a:rPr dirty="0" sz="3200" spc="-5" b="1">
                <a:solidFill>
                  <a:srgbClr val="003300"/>
                </a:solidFill>
                <a:latin typeface="宋体"/>
                <a:cs typeface="宋体"/>
              </a:rPr>
              <a:t>末考试中</a:t>
            </a:r>
            <a:r>
              <a:rPr dirty="0" sz="3200" b="1">
                <a:solidFill>
                  <a:srgbClr val="003300"/>
                </a:solidFill>
                <a:latin typeface="宋体"/>
                <a:cs typeface="宋体"/>
              </a:rPr>
              <a:t>第</a:t>
            </a:r>
            <a:r>
              <a:rPr dirty="0" sz="3200" spc="-5" b="1">
                <a:solidFill>
                  <a:srgbClr val="003300"/>
                </a:solidFill>
                <a:latin typeface="宋体"/>
                <a:cs typeface="宋体"/>
              </a:rPr>
              <a:t>六</a:t>
            </a:r>
            <a:r>
              <a:rPr dirty="0" sz="3200" b="1">
                <a:solidFill>
                  <a:srgbClr val="003300"/>
                </a:solidFill>
                <a:latin typeface="宋体"/>
                <a:cs typeface="宋体"/>
              </a:rPr>
              <a:t>章</a:t>
            </a:r>
            <a:r>
              <a:rPr dirty="0" sz="3200" spc="-15" b="1">
                <a:solidFill>
                  <a:srgbClr val="003300"/>
                </a:solidFill>
                <a:latin typeface="宋体"/>
                <a:cs typeface="宋体"/>
              </a:rPr>
              <a:t>有</a:t>
            </a:r>
            <a:r>
              <a:rPr dirty="0" sz="3200" spc="-5" b="1">
                <a:solidFill>
                  <a:srgbClr val="003300"/>
                </a:solidFill>
                <a:latin typeface="Arial"/>
                <a:cs typeface="Arial"/>
              </a:rPr>
              <a:t>30</a:t>
            </a:r>
            <a:r>
              <a:rPr dirty="0" sz="3200" spc="-5" b="1">
                <a:solidFill>
                  <a:srgbClr val="003300"/>
                </a:solidFill>
                <a:latin typeface="宋体"/>
                <a:cs typeface="宋体"/>
              </a:rPr>
              <a:t>分</a:t>
            </a:r>
            <a:r>
              <a:rPr dirty="0" sz="3200" b="1">
                <a:solidFill>
                  <a:srgbClr val="003300"/>
                </a:solidFill>
                <a:latin typeface="宋体"/>
                <a:cs typeface="宋体"/>
              </a:rPr>
              <a:t>左</a:t>
            </a:r>
            <a:r>
              <a:rPr dirty="0" sz="3200" spc="-5" b="1">
                <a:solidFill>
                  <a:srgbClr val="003300"/>
                </a:solidFill>
                <a:latin typeface="宋体"/>
                <a:cs typeface="宋体"/>
              </a:rPr>
              <a:t>右的</a:t>
            </a:r>
            <a:r>
              <a:rPr dirty="0" sz="3200" b="1">
                <a:solidFill>
                  <a:srgbClr val="003300"/>
                </a:solidFill>
                <a:latin typeface="宋体"/>
                <a:cs typeface="宋体"/>
              </a:rPr>
              <a:t>考</a:t>
            </a:r>
            <a:r>
              <a:rPr dirty="0" sz="3200" spc="-5" b="1">
                <a:solidFill>
                  <a:srgbClr val="003300"/>
                </a:solidFill>
                <a:latin typeface="宋体"/>
                <a:cs typeface="宋体"/>
              </a:rPr>
              <a:t>题。</a:t>
            </a:r>
            <a:endParaRPr sz="3200">
              <a:latin typeface="宋体"/>
              <a:cs typeface="宋体"/>
            </a:endParaRPr>
          </a:p>
          <a:p>
            <a:pPr marL="105410">
              <a:lnSpc>
                <a:spcPct val="100000"/>
              </a:lnSpc>
              <a:spcBef>
                <a:spcPts val="1535"/>
              </a:spcBef>
            </a:pPr>
            <a:r>
              <a:rPr dirty="0" sz="3200" spc="-10" b="1">
                <a:solidFill>
                  <a:srgbClr val="003300"/>
                </a:solidFill>
                <a:latin typeface="Arial"/>
                <a:cs typeface="Arial"/>
              </a:rPr>
              <a:t>2</a:t>
            </a:r>
            <a:r>
              <a:rPr dirty="0" sz="3200" spc="-10" b="1">
                <a:solidFill>
                  <a:srgbClr val="003300"/>
                </a:solidFill>
                <a:latin typeface="宋体"/>
                <a:cs typeface="宋体"/>
              </a:rPr>
              <a:t>、本</a:t>
            </a:r>
            <a:r>
              <a:rPr dirty="0" sz="3200" spc="-5" b="1">
                <a:solidFill>
                  <a:srgbClr val="003300"/>
                </a:solidFill>
                <a:latin typeface="宋体"/>
                <a:cs typeface="宋体"/>
              </a:rPr>
              <a:t>次的作</a:t>
            </a:r>
            <a:r>
              <a:rPr dirty="0" sz="3200" spc="-15" b="1">
                <a:solidFill>
                  <a:srgbClr val="003300"/>
                </a:solidFill>
                <a:latin typeface="宋体"/>
                <a:cs typeface="宋体"/>
              </a:rPr>
              <a:t>业</a:t>
            </a:r>
            <a:r>
              <a:rPr dirty="0" sz="3200" spc="-5" b="1">
                <a:solidFill>
                  <a:srgbClr val="003300"/>
                </a:solidFill>
                <a:latin typeface="Arial"/>
                <a:cs typeface="Arial"/>
              </a:rPr>
              <a:t>(</a:t>
            </a:r>
            <a:r>
              <a:rPr dirty="0" sz="3200" b="1">
                <a:solidFill>
                  <a:srgbClr val="003300"/>
                </a:solidFill>
                <a:latin typeface="宋体"/>
                <a:cs typeface="宋体"/>
              </a:rPr>
              <a:t>不</a:t>
            </a:r>
            <a:r>
              <a:rPr dirty="0" sz="3200" spc="-5" b="1">
                <a:solidFill>
                  <a:srgbClr val="003300"/>
                </a:solidFill>
                <a:latin typeface="宋体"/>
                <a:cs typeface="宋体"/>
              </a:rPr>
              <a:t>用</a:t>
            </a:r>
            <a:r>
              <a:rPr dirty="0" sz="3200" b="1">
                <a:solidFill>
                  <a:srgbClr val="003300"/>
                </a:solidFill>
                <a:latin typeface="宋体"/>
                <a:cs typeface="宋体"/>
              </a:rPr>
              <a:t>抄</a:t>
            </a:r>
            <a:r>
              <a:rPr dirty="0" sz="3200" spc="-5" b="1">
                <a:solidFill>
                  <a:srgbClr val="003300"/>
                </a:solidFill>
                <a:latin typeface="宋体"/>
                <a:cs typeface="宋体"/>
              </a:rPr>
              <a:t>题目</a:t>
            </a:r>
            <a:r>
              <a:rPr dirty="0" sz="3200" spc="-5" b="1">
                <a:solidFill>
                  <a:srgbClr val="003300"/>
                </a:solidFill>
                <a:latin typeface="Arial"/>
                <a:cs typeface="Arial"/>
              </a:rPr>
              <a:t>)</a:t>
            </a:r>
            <a:endParaRPr sz="3200">
              <a:latin typeface="Arial"/>
              <a:cs typeface="Arial"/>
            </a:endParaRPr>
          </a:p>
          <a:p>
            <a:pPr marL="1819910">
              <a:lnSpc>
                <a:spcPct val="100000"/>
              </a:lnSpc>
              <a:spcBef>
                <a:spcPts val="1280"/>
              </a:spcBef>
            </a:pPr>
            <a:r>
              <a:rPr dirty="0" sz="2400" spc="-5" b="1">
                <a:solidFill>
                  <a:srgbClr val="003300"/>
                </a:solidFill>
                <a:latin typeface="Arial"/>
                <a:cs typeface="Arial"/>
              </a:rPr>
              <a:t>6.3.2</a:t>
            </a:r>
            <a:endParaRPr sz="2400">
              <a:latin typeface="Arial"/>
              <a:cs typeface="Arial"/>
            </a:endParaRPr>
          </a:p>
          <a:p>
            <a:pPr marL="1819910">
              <a:lnSpc>
                <a:spcPct val="100000"/>
              </a:lnSpc>
              <a:spcBef>
                <a:spcPts val="1155"/>
              </a:spcBef>
            </a:pPr>
            <a:r>
              <a:rPr dirty="0" sz="2400" spc="-5" b="1">
                <a:solidFill>
                  <a:srgbClr val="003300"/>
                </a:solidFill>
                <a:latin typeface="Arial"/>
                <a:cs typeface="Arial"/>
              </a:rPr>
              <a:t>6.3.4</a:t>
            </a:r>
            <a:endParaRPr sz="2400">
              <a:latin typeface="Arial"/>
              <a:cs typeface="Arial"/>
            </a:endParaRPr>
          </a:p>
          <a:p>
            <a:pPr marL="1819910">
              <a:lnSpc>
                <a:spcPct val="100000"/>
              </a:lnSpc>
              <a:spcBef>
                <a:spcPts val="1150"/>
              </a:spcBef>
            </a:pPr>
            <a:r>
              <a:rPr dirty="0" sz="2400" spc="-5" b="1">
                <a:solidFill>
                  <a:srgbClr val="003300"/>
                </a:solidFill>
                <a:latin typeface="Arial"/>
                <a:cs typeface="Arial"/>
              </a:rPr>
              <a:t>6.3.6</a:t>
            </a:r>
            <a:endParaRPr sz="2400">
              <a:latin typeface="Arial"/>
              <a:cs typeface="Arial"/>
            </a:endParaRPr>
          </a:p>
          <a:p>
            <a:pPr marL="1819910">
              <a:lnSpc>
                <a:spcPct val="100000"/>
              </a:lnSpc>
              <a:spcBef>
                <a:spcPts val="1150"/>
              </a:spcBef>
            </a:pPr>
            <a:r>
              <a:rPr dirty="0" sz="2400" spc="-5" b="1">
                <a:solidFill>
                  <a:srgbClr val="003300"/>
                </a:solidFill>
                <a:latin typeface="Arial"/>
                <a:cs typeface="Arial"/>
              </a:rPr>
              <a:t>6.3.7</a:t>
            </a:r>
            <a:endParaRPr sz="2400">
              <a:latin typeface="Arial"/>
              <a:cs typeface="Arial"/>
            </a:endParaRPr>
          </a:p>
          <a:p>
            <a:pPr marL="12700" marR="241935">
              <a:lnSpc>
                <a:spcPct val="120000"/>
              </a:lnSpc>
              <a:spcBef>
                <a:spcPts val="370"/>
              </a:spcBef>
            </a:pPr>
            <a:r>
              <a:rPr dirty="0" sz="2400" spc="-5" b="1">
                <a:solidFill>
                  <a:srgbClr val="003300"/>
                </a:solidFill>
                <a:latin typeface="Arial"/>
                <a:cs typeface="Arial"/>
              </a:rPr>
              <a:t>3</a:t>
            </a:r>
            <a:r>
              <a:rPr dirty="0" sz="2400" spc="-5" b="1">
                <a:solidFill>
                  <a:srgbClr val="003300"/>
                </a:solidFill>
                <a:latin typeface="宋体"/>
                <a:cs typeface="宋体"/>
              </a:rPr>
              <a:t>、实验</a:t>
            </a:r>
            <a:r>
              <a:rPr dirty="0" sz="2400" b="1">
                <a:solidFill>
                  <a:srgbClr val="003300"/>
                </a:solidFill>
                <a:latin typeface="宋体"/>
                <a:cs typeface="宋体"/>
              </a:rPr>
              <a:t>时间，</a:t>
            </a:r>
            <a:r>
              <a:rPr dirty="0" sz="2400" spc="5" b="1">
                <a:solidFill>
                  <a:srgbClr val="003300"/>
                </a:solidFill>
                <a:latin typeface="宋体"/>
                <a:cs typeface="宋体"/>
              </a:rPr>
              <a:t>可</a:t>
            </a:r>
            <a:r>
              <a:rPr dirty="0" sz="2400" b="1">
                <a:solidFill>
                  <a:srgbClr val="003300"/>
                </a:solidFill>
                <a:latin typeface="宋体"/>
                <a:cs typeface="宋体"/>
              </a:rPr>
              <a:t>以随时答疑。可以回答作</a:t>
            </a:r>
            <a:r>
              <a:rPr dirty="0" sz="2400" spc="5" b="1">
                <a:solidFill>
                  <a:srgbClr val="003300"/>
                </a:solidFill>
                <a:latin typeface="宋体"/>
                <a:cs typeface="宋体"/>
              </a:rPr>
              <a:t>业</a:t>
            </a:r>
            <a:r>
              <a:rPr dirty="0" sz="2400" b="1">
                <a:solidFill>
                  <a:srgbClr val="003300"/>
                </a:solidFill>
                <a:latin typeface="宋体"/>
                <a:cs typeface="宋体"/>
              </a:rPr>
              <a:t>或者课本中疑 </a:t>
            </a:r>
            <a:r>
              <a:rPr dirty="0" sz="2400" spc="-5" b="1">
                <a:solidFill>
                  <a:srgbClr val="003300"/>
                </a:solidFill>
                <a:latin typeface="宋体"/>
                <a:cs typeface="宋体"/>
              </a:rPr>
              <a:t>难问题</a:t>
            </a:r>
            <a:r>
              <a:rPr dirty="0" sz="2400" spc="-10" b="1">
                <a:solidFill>
                  <a:srgbClr val="003300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2400" spc="-5" b="1">
                <a:solidFill>
                  <a:srgbClr val="003300"/>
                </a:solidFill>
                <a:latin typeface="Arial"/>
                <a:cs typeface="Arial"/>
              </a:rPr>
              <a:t>4</a:t>
            </a:r>
            <a:r>
              <a:rPr dirty="0" sz="2400" spc="-5" b="1">
                <a:solidFill>
                  <a:srgbClr val="003300"/>
                </a:solidFill>
                <a:latin typeface="宋体"/>
                <a:cs typeface="宋体"/>
              </a:rPr>
              <a:t>、本周</a:t>
            </a:r>
            <a:r>
              <a:rPr dirty="0" sz="2400" b="1">
                <a:solidFill>
                  <a:srgbClr val="003300"/>
                </a:solidFill>
                <a:latin typeface="宋体"/>
                <a:cs typeface="宋体"/>
              </a:rPr>
              <a:t>五下午</a:t>
            </a:r>
            <a:r>
              <a:rPr dirty="0" sz="2400" b="1">
                <a:solidFill>
                  <a:srgbClr val="003300"/>
                </a:solidFill>
                <a:latin typeface="Arial"/>
                <a:cs typeface="Arial"/>
              </a:rPr>
              <a:t>3:00-</a:t>
            </a:r>
            <a:r>
              <a:rPr dirty="0" sz="2400" spc="-5" b="1">
                <a:solidFill>
                  <a:srgbClr val="003300"/>
                </a:solidFill>
                <a:latin typeface="Arial"/>
                <a:cs typeface="Arial"/>
              </a:rPr>
              <a:t>5</a:t>
            </a:r>
            <a:r>
              <a:rPr dirty="0" sz="2400" b="1">
                <a:solidFill>
                  <a:srgbClr val="003300"/>
                </a:solidFill>
                <a:latin typeface="Arial"/>
                <a:cs typeface="Arial"/>
              </a:rPr>
              <a:t>:00</a:t>
            </a:r>
            <a:r>
              <a:rPr dirty="0" sz="2400" b="1">
                <a:solidFill>
                  <a:srgbClr val="003300"/>
                </a:solidFill>
                <a:latin typeface="宋体"/>
                <a:cs typeface="宋体"/>
              </a:rPr>
              <a:t>，在敬亭</a:t>
            </a:r>
            <a:r>
              <a:rPr dirty="0" sz="2400" b="1">
                <a:solidFill>
                  <a:srgbClr val="003300"/>
                </a:solidFill>
                <a:latin typeface="Arial"/>
                <a:cs typeface="Arial"/>
              </a:rPr>
              <a:t>10</a:t>
            </a:r>
            <a:r>
              <a:rPr dirty="0" sz="2400" spc="5" b="1">
                <a:solidFill>
                  <a:srgbClr val="003300"/>
                </a:solidFill>
                <a:latin typeface="Arial"/>
                <a:cs typeface="Arial"/>
              </a:rPr>
              <a:t>9</a:t>
            </a:r>
            <a:r>
              <a:rPr dirty="0" sz="2400" b="1">
                <a:solidFill>
                  <a:srgbClr val="003300"/>
                </a:solidFill>
                <a:latin typeface="宋体"/>
                <a:cs typeface="宋体"/>
              </a:rPr>
              <a:t>教师休息室</a:t>
            </a:r>
            <a:r>
              <a:rPr dirty="0" sz="2400" spc="5" b="1">
                <a:solidFill>
                  <a:srgbClr val="003300"/>
                </a:solidFill>
                <a:latin typeface="宋体"/>
                <a:cs typeface="宋体"/>
              </a:rPr>
              <a:t>答</a:t>
            </a:r>
            <a:r>
              <a:rPr dirty="0" sz="2400" b="1">
                <a:solidFill>
                  <a:srgbClr val="003300"/>
                </a:solidFill>
                <a:latin typeface="宋体"/>
                <a:cs typeface="宋体"/>
              </a:rPr>
              <a:t>疑。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2400" spc="-5" b="1">
                <a:solidFill>
                  <a:srgbClr val="003300"/>
                </a:solidFill>
                <a:latin typeface="Arial"/>
                <a:cs typeface="Arial"/>
              </a:rPr>
              <a:t>5</a:t>
            </a:r>
            <a:r>
              <a:rPr dirty="0" sz="2400" spc="-5" b="1">
                <a:solidFill>
                  <a:srgbClr val="003300"/>
                </a:solidFill>
                <a:latin typeface="宋体"/>
                <a:cs typeface="宋体"/>
              </a:rPr>
              <a:t>、本周</a:t>
            </a:r>
            <a:r>
              <a:rPr dirty="0" sz="2400" b="1">
                <a:solidFill>
                  <a:srgbClr val="003300"/>
                </a:solidFill>
                <a:latin typeface="宋体"/>
                <a:cs typeface="宋体"/>
              </a:rPr>
              <a:t>五晚上</a:t>
            </a:r>
            <a:r>
              <a:rPr dirty="0" sz="2400" b="1">
                <a:solidFill>
                  <a:srgbClr val="003300"/>
                </a:solidFill>
                <a:latin typeface="Arial"/>
                <a:cs typeface="Arial"/>
              </a:rPr>
              <a:t>7:00-</a:t>
            </a:r>
            <a:r>
              <a:rPr dirty="0" sz="2400" spc="-5" b="1">
                <a:solidFill>
                  <a:srgbClr val="003300"/>
                </a:solidFill>
                <a:latin typeface="Arial"/>
                <a:cs typeface="Arial"/>
              </a:rPr>
              <a:t>9</a:t>
            </a:r>
            <a:r>
              <a:rPr dirty="0" sz="2400" b="1">
                <a:solidFill>
                  <a:srgbClr val="003300"/>
                </a:solidFill>
                <a:latin typeface="Arial"/>
                <a:cs typeface="Arial"/>
              </a:rPr>
              <a:t>:00</a:t>
            </a:r>
            <a:r>
              <a:rPr dirty="0" sz="2400" b="1">
                <a:solidFill>
                  <a:srgbClr val="003300"/>
                </a:solidFill>
                <a:latin typeface="宋体"/>
                <a:cs typeface="宋体"/>
              </a:rPr>
              <a:t>，在敬亭</a:t>
            </a:r>
            <a:r>
              <a:rPr dirty="0" sz="2400" b="1">
                <a:solidFill>
                  <a:srgbClr val="003300"/>
                </a:solidFill>
                <a:latin typeface="Arial"/>
                <a:cs typeface="Arial"/>
              </a:rPr>
              <a:t>10</a:t>
            </a:r>
            <a:r>
              <a:rPr dirty="0" sz="2400" spc="5" b="1">
                <a:solidFill>
                  <a:srgbClr val="003300"/>
                </a:solidFill>
                <a:latin typeface="Arial"/>
                <a:cs typeface="Arial"/>
              </a:rPr>
              <a:t>9</a:t>
            </a:r>
            <a:r>
              <a:rPr dirty="0" sz="2400" b="1">
                <a:solidFill>
                  <a:srgbClr val="003300"/>
                </a:solidFill>
                <a:latin typeface="宋体"/>
                <a:cs typeface="宋体"/>
              </a:rPr>
              <a:t>教师休息室</a:t>
            </a:r>
            <a:r>
              <a:rPr dirty="0" sz="2400" spc="5" b="1">
                <a:solidFill>
                  <a:srgbClr val="003300"/>
                </a:solidFill>
                <a:latin typeface="宋体"/>
                <a:cs typeface="宋体"/>
              </a:rPr>
              <a:t>答</a:t>
            </a:r>
            <a:r>
              <a:rPr dirty="0" sz="2400" b="1">
                <a:solidFill>
                  <a:srgbClr val="003300"/>
                </a:solidFill>
                <a:latin typeface="宋体"/>
                <a:cs typeface="宋体"/>
              </a:rPr>
              <a:t>疑</a:t>
            </a:r>
            <a:r>
              <a:rPr dirty="0" sz="2400" spc="-10" b="1">
                <a:solidFill>
                  <a:srgbClr val="003300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2400" spc="-5" b="1">
                <a:solidFill>
                  <a:srgbClr val="003300"/>
                </a:solidFill>
                <a:latin typeface="Arial"/>
                <a:cs typeface="Arial"/>
              </a:rPr>
              <a:t>6</a:t>
            </a:r>
            <a:r>
              <a:rPr dirty="0" sz="2400" spc="-5" b="1">
                <a:solidFill>
                  <a:srgbClr val="003300"/>
                </a:solidFill>
                <a:latin typeface="宋体"/>
                <a:cs typeface="宋体"/>
              </a:rPr>
              <a:t>、</a:t>
            </a:r>
            <a:r>
              <a:rPr dirty="0" sz="2400" spc="-5" b="1">
                <a:solidFill>
                  <a:srgbClr val="003300"/>
                </a:solidFill>
                <a:latin typeface="Arial"/>
                <a:cs typeface="Arial"/>
              </a:rPr>
              <a:t>1</a:t>
            </a:r>
            <a:r>
              <a:rPr dirty="0" sz="2400" spc="-5" b="1">
                <a:solidFill>
                  <a:srgbClr val="003300"/>
                </a:solidFill>
                <a:latin typeface="宋体"/>
                <a:cs typeface="宋体"/>
              </a:rPr>
              <a:t>月</a:t>
            </a:r>
            <a:r>
              <a:rPr dirty="0" sz="2400" b="1">
                <a:solidFill>
                  <a:srgbClr val="003300"/>
                </a:solidFill>
                <a:latin typeface="Arial"/>
                <a:cs typeface="Arial"/>
              </a:rPr>
              <a:t>21</a:t>
            </a:r>
            <a:r>
              <a:rPr dirty="0" sz="2400" b="1">
                <a:solidFill>
                  <a:srgbClr val="003300"/>
                </a:solidFill>
                <a:latin typeface="宋体"/>
                <a:cs typeface="宋体"/>
              </a:rPr>
              <a:t>号晚上</a:t>
            </a:r>
            <a:r>
              <a:rPr dirty="0" sz="2400" b="1">
                <a:solidFill>
                  <a:srgbClr val="003300"/>
                </a:solidFill>
                <a:latin typeface="Arial"/>
                <a:cs typeface="Arial"/>
              </a:rPr>
              <a:t>10</a:t>
            </a:r>
            <a:r>
              <a:rPr dirty="0" sz="2400" b="1">
                <a:solidFill>
                  <a:srgbClr val="003300"/>
                </a:solidFill>
                <a:latin typeface="宋体"/>
                <a:cs typeface="宋体"/>
              </a:rPr>
              <a:t>点前提交实验</a:t>
            </a:r>
            <a:r>
              <a:rPr dirty="0" sz="2400" spc="5" b="1">
                <a:solidFill>
                  <a:srgbClr val="003300"/>
                </a:solidFill>
                <a:latin typeface="宋体"/>
                <a:cs typeface="宋体"/>
              </a:rPr>
              <a:t>报</a:t>
            </a:r>
            <a:r>
              <a:rPr dirty="0" sz="2400" b="1">
                <a:solidFill>
                  <a:srgbClr val="003300"/>
                </a:solidFill>
                <a:latin typeface="宋体"/>
                <a:cs typeface="宋体"/>
              </a:rPr>
              <a:t>告的电子版到坚果云里。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980" y="1052702"/>
              <a:ext cx="4655820" cy="109855"/>
            </a:xfrm>
            <a:custGeom>
              <a:avLst/>
              <a:gdLst/>
              <a:ahLst/>
              <a:cxnLst/>
              <a:rect l="l" t="t" r="r" b="b"/>
              <a:pathLst>
                <a:path w="4655820" h="109855">
                  <a:moveTo>
                    <a:pt x="465561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4655616" y="109727"/>
                  </a:lnTo>
                  <a:lnTo>
                    <a:pt x="4655616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09980" y="1052702"/>
              <a:ext cx="7958455" cy="0"/>
            </a:xfrm>
            <a:custGeom>
              <a:avLst/>
              <a:gdLst/>
              <a:ahLst/>
              <a:cxnLst/>
              <a:rect l="l" t="t" r="r" b="b"/>
              <a:pathLst>
                <a:path w="7958455" h="0">
                  <a:moveTo>
                    <a:pt x="0" y="0"/>
                  </a:moveTo>
                  <a:lnTo>
                    <a:pt x="7958328" y="0"/>
                  </a:lnTo>
                </a:path>
              </a:pathLst>
            </a:custGeom>
            <a:ln w="9906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09600" y="6308597"/>
              <a:ext cx="7924800" cy="0"/>
            </a:xfrm>
            <a:custGeom>
              <a:avLst/>
              <a:gdLst/>
              <a:ahLst/>
              <a:cxnLst/>
              <a:rect l="l" t="t" r="r" b="b"/>
              <a:pathLst>
                <a:path w="7924800" h="0">
                  <a:moveTo>
                    <a:pt x="0" y="0"/>
                  </a:moveTo>
                  <a:lnTo>
                    <a:pt x="7924800" y="0"/>
                  </a:lnTo>
                </a:path>
              </a:pathLst>
            </a:custGeom>
            <a:ln w="3175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47052" y="1569211"/>
            <a:ext cx="27743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1</a:t>
            </a:r>
            <a:r>
              <a:rPr dirty="0" sz="2400" spc="-5" b="1">
                <a:solidFill>
                  <a:srgbClr val="000066"/>
                </a:solidFill>
                <a:latin typeface="Times New Roman"/>
                <a:cs typeface="Times New Roman"/>
              </a:rPr>
              <a:t>.</a:t>
            </a:r>
            <a:r>
              <a:rPr dirty="0" sz="2400" spc="-85" b="1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0066"/>
                </a:solidFill>
                <a:latin typeface="Times New Roman"/>
                <a:cs typeface="Times New Roman"/>
              </a:rPr>
              <a:t>CMOS</a:t>
            </a:r>
            <a:r>
              <a:rPr dirty="0" sz="2400" spc="-5" b="1">
                <a:solidFill>
                  <a:srgbClr val="FF0000"/>
                </a:solidFill>
                <a:latin typeface="新宋体"/>
                <a:cs typeface="新宋体"/>
              </a:rPr>
              <a:t>漏极开</a:t>
            </a:r>
            <a:r>
              <a:rPr dirty="0" sz="2400" b="1">
                <a:solidFill>
                  <a:srgbClr val="FF0000"/>
                </a:solidFill>
                <a:latin typeface="新宋体"/>
                <a:cs typeface="新宋体"/>
              </a:rPr>
              <a:t>路</a:t>
            </a:r>
            <a:r>
              <a:rPr dirty="0" sz="2400" spc="-10" b="1">
                <a:solidFill>
                  <a:srgbClr val="FF0000"/>
                </a:solidFill>
                <a:latin typeface="新宋体"/>
                <a:cs typeface="新宋体"/>
              </a:rPr>
              <a:t>门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590" y="2326450"/>
            <a:ext cx="39217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400" spc="-5" b="1">
                <a:solidFill>
                  <a:srgbClr val="000066"/>
                </a:solidFill>
                <a:latin typeface="Times New Roman"/>
                <a:cs typeface="Times New Roman"/>
              </a:rPr>
              <a:t>.</a:t>
            </a:r>
            <a:r>
              <a:rPr dirty="0" sz="2400" spc="-5" b="1">
                <a:solidFill>
                  <a:srgbClr val="000066"/>
                </a:solidFill>
                <a:latin typeface="宋体"/>
                <a:cs typeface="宋体"/>
              </a:rPr>
              <a:t>）</a:t>
            </a:r>
            <a:r>
              <a:rPr dirty="0" sz="2400" spc="-5" b="1">
                <a:solidFill>
                  <a:srgbClr val="000066"/>
                </a:solidFill>
                <a:latin typeface="Times New Roman"/>
                <a:cs typeface="Times New Roman"/>
              </a:rPr>
              <a:t>CMOS</a:t>
            </a: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漏极开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路</a:t>
            </a:r>
            <a:r>
              <a:rPr dirty="0" sz="2400" spc="5" b="1">
                <a:solidFill>
                  <a:srgbClr val="000066"/>
                </a:solidFill>
                <a:latin typeface="新宋体"/>
                <a:cs typeface="新宋体"/>
              </a:rPr>
              <a:t>门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的提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出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5049" y="3182302"/>
            <a:ext cx="40081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输出短接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，在一定情况下会产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5049" y="3840670"/>
            <a:ext cx="40081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生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低阻通路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，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大电流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有可能导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5049" y="4499038"/>
            <a:ext cx="40081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致器件的损毁，并且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无法确定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18490" y="606615"/>
            <a:ext cx="7874634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1700" algn="l"/>
              </a:tabLst>
            </a:pPr>
            <a:r>
              <a:rPr dirty="0" sz="2800">
                <a:solidFill>
                  <a:srgbClr val="CC0000"/>
                </a:solidFill>
                <a:latin typeface="Times New Roman"/>
                <a:cs typeface="Times New Roman"/>
              </a:rPr>
              <a:t>3.3.2	</a:t>
            </a:r>
            <a:r>
              <a:rPr dirty="0" sz="2800" spc="-5">
                <a:solidFill>
                  <a:srgbClr val="CC0000"/>
                </a:solidFill>
                <a:latin typeface="Times New Roman"/>
                <a:cs typeface="Times New Roman"/>
              </a:rPr>
              <a:t>CMOS</a:t>
            </a:r>
            <a:r>
              <a:rPr dirty="0" sz="2800">
                <a:solidFill>
                  <a:srgbClr val="0000FF"/>
                </a:solidFill>
                <a:latin typeface="新宋体"/>
                <a:cs typeface="新宋体"/>
              </a:rPr>
              <a:t>漏极开路（</a:t>
            </a:r>
            <a:r>
              <a:rPr dirty="0" sz="2800">
                <a:solidFill>
                  <a:srgbClr val="0000FF"/>
                </a:solidFill>
                <a:latin typeface="Times New Roman"/>
                <a:cs typeface="Times New Roman"/>
              </a:rPr>
              <a:t>OD</a:t>
            </a:r>
            <a:r>
              <a:rPr dirty="0" sz="2800">
                <a:solidFill>
                  <a:srgbClr val="0000FF"/>
                </a:solidFill>
                <a:latin typeface="新宋体"/>
                <a:cs typeface="新宋体"/>
              </a:rPr>
              <a:t>）门</a:t>
            </a:r>
            <a:r>
              <a:rPr dirty="0" sz="2800">
                <a:solidFill>
                  <a:srgbClr val="CC0000"/>
                </a:solidFill>
                <a:latin typeface="新宋体"/>
                <a:cs typeface="新宋体"/>
              </a:rPr>
              <a:t>和</a:t>
            </a:r>
            <a:r>
              <a:rPr dirty="0" sz="2800" spc="-5">
                <a:solidFill>
                  <a:srgbClr val="0000FF"/>
                </a:solidFill>
                <a:latin typeface="新宋体"/>
                <a:cs typeface="新宋体"/>
              </a:rPr>
              <a:t>三</a:t>
            </a:r>
            <a:r>
              <a:rPr dirty="0" sz="2800">
                <a:solidFill>
                  <a:srgbClr val="0000FF"/>
                </a:solidFill>
                <a:latin typeface="新宋体"/>
                <a:cs typeface="新宋体"/>
              </a:rPr>
              <a:t>态</a:t>
            </a:r>
            <a:r>
              <a:rPr dirty="0" sz="2800">
                <a:solidFill>
                  <a:srgbClr val="CC0000"/>
                </a:solidFill>
                <a:latin typeface="新宋体"/>
                <a:cs typeface="新宋体"/>
              </a:rPr>
              <a:t>输出</a:t>
            </a:r>
            <a:r>
              <a:rPr dirty="0" sz="2800" spc="-5">
                <a:solidFill>
                  <a:srgbClr val="CC0000"/>
                </a:solidFill>
                <a:latin typeface="新宋体"/>
                <a:cs typeface="新宋体"/>
              </a:rPr>
              <a:t>门</a:t>
            </a:r>
            <a:r>
              <a:rPr dirty="0" sz="2800">
                <a:solidFill>
                  <a:srgbClr val="CC0000"/>
                </a:solidFill>
                <a:latin typeface="新宋体"/>
                <a:cs typeface="新宋体"/>
              </a:rPr>
              <a:t>电路</a:t>
            </a:r>
            <a:endParaRPr sz="2800">
              <a:latin typeface="新宋体"/>
              <a:cs typeface="新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29984" y="4956091"/>
            <a:ext cx="175895" cy="273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00" spc="25" i="1">
                <a:latin typeface="Times New Roman"/>
                <a:cs typeface="Times New Roman"/>
              </a:rPr>
              <a:t>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52131" y="4369685"/>
            <a:ext cx="164465" cy="273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00" spc="20" i="1">
                <a:latin typeface="Times New Roman"/>
                <a:cs typeface="Times New Roman"/>
              </a:rPr>
              <a:t>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52131" y="2800432"/>
            <a:ext cx="152400" cy="273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00" spc="20" i="1">
                <a:latin typeface="Times New Roman"/>
                <a:cs typeface="Times New Roman"/>
              </a:rPr>
              <a:t>B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68743" y="2214026"/>
            <a:ext cx="152400" cy="273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00" spc="20" i="1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04864" y="4430254"/>
            <a:ext cx="347980" cy="273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10416" sz="2400" spc="15">
                <a:latin typeface="Times New Roman"/>
                <a:cs typeface="Times New Roman"/>
              </a:rPr>
              <a:t>T</a:t>
            </a:r>
            <a:r>
              <a:rPr dirty="0" sz="1050" spc="10">
                <a:latin typeface="Times New Roman"/>
                <a:cs typeface="Times New Roman"/>
              </a:rPr>
              <a:t>P2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37994" y="4490820"/>
            <a:ext cx="163830" cy="3562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150" spc="15" b="1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63340" y="4953339"/>
            <a:ext cx="370205" cy="273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10416" sz="2400" spc="22">
                <a:latin typeface="Times New Roman"/>
                <a:cs typeface="Times New Roman"/>
              </a:rPr>
              <a:t>T</a:t>
            </a:r>
            <a:r>
              <a:rPr dirty="0" sz="1050" spc="15">
                <a:latin typeface="Times New Roman"/>
                <a:cs typeface="Times New Roman"/>
              </a:rPr>
              <a:t>N2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01240" y="3342787"/>
            <a:ext cx="1268095" cy="3562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2150" spc="25">
                <a:latin typeface="宋体"/>
                <a:cs typeface="宋体"/>
              </a:rPr>
              <a:t>与非门</a:t>
            </a:r>
            <a:r>
              <a:rPr dirty="0" sz="2150" spc="-530">
                <a:latin typeface="宋体"/>
                <a:cs typeface="宋体"/>
              </a:rPr>
              <a:t> </a:t>
            </a:r>
            <a:r>
              <a:rPr dirty="0" sz="2150" spc="15">
                <a:latin typeface="Times New Roman"/>
                <a:cs typeface="Times New Roman"/>
              </a:rPr>
              <a:t>G</a:t>
            </a:r>
            <a:r>
              <a:rPr dirty="0" baseline="-11494" sz="2175" spc="7">
                <a:latin typeface="Times New Roman"/>
                <a:cs typeface="Times New Roman"/>
              </a:rPr>
              <a:t>1</a:t>
            </a:r>
            <a:endParaRPr baseline="-11494" sz="2175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13171" y="2282852"/>
            <a:ext cx="347980" cy="273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10416" sz="2400" spc="15">
                <a:latin typeface="Times New Roman"/>
                <a:cs typeface="Times New Roman"/>
              </a:rPr>
              <a:t>T</a:t>
            </a:r>
            <a:r>
              <a:rPr dirty="0" sz="1050" spc="10">
                <a:latin typeface="Times New Roman"/>
                <a:cs typeface="Times New Roman"/>
              </a:rPr>
              <a:t>P1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71644" y="2805938"/>
            <a:ext cx="370205" cy="273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10416" sz="2400" spc="22">
                <a:latin typeface="Times New Roman"/>
                <a:cs typeface="Times New Roman"/>
              </a:rPr>
              <a:t>T</a:t>
            </a:r>
            <a:r>
              <a:rPr dirty="0" sz="1050" spc="15">
                <a:latin typeface="Times New Roman"/>
                <a:cs typeface="Times New Roman"/>
              </a:rPr>
              <a:t>N1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74171" y="1517497"/>
            <a:ext cx="403225" cy="273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10416" sz="2400" spc="30" i="1">
                <a:latin typeface="Times New Roman"/>
                <a:cs typeface="Times New Roman"/>
              </a:rPr>
              <a:t>V</a:t>
            </a:r>
            <a:r>
              <a:rPr dirty="0" sz="1050" spc="20">
                <a:latin typeface="Times New Roman"/>
                <a:cs typeface="Times New Roman"/>
              </a:rPr>
              <a:t>DD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93885" y="3651133"/>
            <a:ext cx="403225" cy="273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10416" sz="2400" spc="30" i="1">
                <a:latin typeface="Times New Roman"/>
                <a:cs typeface="Times New Roman"/>
              </a:rPr>
              <a:t>V</a:t>
            </a:r>
            <a:r>
              <a:rPr dirty="0" sz="1050" spc="20">
                <a:latin typeface="Times New Roman"/>
                <a:cs typeface="Times New Roman"/>
              </a:rPr>
              <a:t>DD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129691" y="2610468"/>
            <a:ext cx="163830" cy="3562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150" spc="15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2349" y="5157406"/>
            <a:ext cx="6350000" cy="719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ts val="2880"/>
              </a:lnSpc>
              <a:spcBef>
                <a:spcPts val="100"/>
              </a:spcBef>
            </a:pP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输出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是高电平还是低电平。</a:t>
            </a:r>
            <a:endParaRPr sz="2400">
              <a:latin typeface="新宋体"/>
              <a:cs typeface="新宋体"/>
            </a:endParaRPr>
          </a:p>
          <a:p>
            <a:pPr algn="r" marR="43180">
              <a:lnSpc>
                <a:spcPts val="2580"/>
              </a:lnSpc>
            </a:pPr>
            <a:r>
              <a:rPr dirty="0" sz="2150" spc="25">
                <a:latin typeface="宋体"/>
                <a:cs typeface="宋体"/>
              </a:rPr>
              <a:t>与非门</a:t>
            </a:r>
            <a:r>
              <a:rPr dirty="0" sz="2150" spc="-530">
                <a:latin typeface="宋体"/>
                <a:cs typeface="宋体"/>
              </a:rPr>
              <a:t> </a:t>
            </a:r>
            <a:r>
              <a:rPr dirty="0" sz="2150" spc="15">
                <a:latin typeface="Times New Roman"/>
                <a:cs typeface="Times New Roman"/>
              </a:rPr>
              <a:t>G</a:t>
            </a:r>
            <a:r>
              <a:rPr dirty="0" baseline="-11494" sz="2175" spc="7">
                <a:latin typeface="Times New Roman"/>
                <a:cs typeface="Times New Roman"/>
              </a:rPr>
              <a:t>2</a:t>
            </a:r>
            <a:endParaRPr baseline="-11494" sz="2175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955858" y="1703642"/>
            <a:ext cx="4009390" cy="3993515"/>
            <a:chOff x="4955858" y="1703642"/>
            <a:chExt cx="4009390" cy="3993515"/>
          </a:xfrm>
        </p:grpSpPr>
        <p:sp>
          <p:nvSpPr>
            <p:cNvPr id="28" name="object 28"/>
            <p:cNvSpPr/>
            <p:nvPr/>
          </p:nvSpPr>
          <p:spPr>
            <a:xfrm>
              <a:off x="7752034" y="2645194"/>
              <a:ext cx="622935" cy="0"/>
            </a:xfrm>
            <a:custGeom>
              <a:avLst/>
              <a:gdLst/>
              <a:ahLst/>
              <a:cxnLst/>
              <a:rect l="l" t="t" r="r" b="b"/>
              <a:pathLst>
                <a:path w="622934" h="0">
                  <a:moveTo>
                    <a:pt x="622910" y="0"/>
                  </a:moveTo>
                  <a:lnTo>
                    <a:pt x="0" y="0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160727" y="1921133"/>
              <a:ext cx="2918460" cy="1440180"/>
            </a:xfrm>
            <a:custGeom>
              <a:avLst/>
              <a:gdLst/>
              <a:ahLst/>
              <a:cxnLst/>
              <a:rect l="l" t="t" r="r" b="b"/>
              <a:pathLst>
                <a:path w="2918459" h="1440179">
                  <a:moveTo>
                    <a:pt x="2895841" y="1439861"/>
                  </a:moveTo>
                  <a:lnTo>
                    <a:pt x="2881998" y="1439861"/>
                  </a:lnTo>
                  <a:lnTo>
                    <a:pt x="2881998" y="1428849"/>
                  </a:lnTo>
                  <a:lnTo>
                    <a:pt x="2895841" y="1428849"/>
                  </a:lnTo>
                  <a:lnTo>
                    <a:pt x="2895841" y="1439861"/>
                  </a:lnTo>
                  <a:close/>
                </a:path>
                <a:path w="2918459" h="1440179">
                  <a:moveTo>
                    <a:pt x="2848776" y="1439861"/>
                  </a:moveTo>
                  <a:lnTo>
                    <a:pt x="2757416" y="1439861"/>
                  </a:lnTo>
                  <a:lnTo>
                    <a:pt x="2757416" y="1428849"/>
                  </a:lnTo>
                  <a:lnTo>
                    <a:pt x="2848776" y="1428849"/>
                  </a:lnTo>
                  <a:lnTo>
                    <a:pt x="2848776" y="1439861"/>
                  </a:lnTo>
                  <a:close/>
                </a:path>
                <a:path w="2918459" h="1440179">
                  <a:moveTo>
                    <a:pt x="2721426" y="1439861"/>
                  </a:moveTo>
                  <a:lnTo>
                    <a:pt x="2710352" y="1439861"/>
                  </a:lnTo>
                  <a:lnTo>
                    <a:pt x="2710352" y="1428849"/>
                  </a:lnTo>
                  <a:lnTo>
                    <a:pt x="2721426" y="1428849"/>
                  </a:lnTo>
                  <a:lnTo>
                    <a:pt x="2721426" y="1439861"/>
                  </a:lnTo>
                  <a:close/>
                </a:path>
                <a:path w="2918459" h="1440179">
                  <a:moveTo>
                    <a:pt x="2674362" y="1439861"/>
                  </a:moveTo>
                  <a:lnTo>
                    <a:pt x="2583001" y="1439861"/>
                  </a:lnTo>
                  <a:lnTo>
                    <a:pt x="2583001" y="1428849"/>
                  </a:lnTo>
                  <a:lnTo>
                    <a:pt x="2674362" y="1428849"/>
                  </a:lnTo>
                  <a:lnTo>
                    <a:pt x="2674362" y="1439861"/>
                  </a:lnTo>
                  <a:close/>
                </a:path>
                <a:path w="2918459" h="1440179">
                  <a:moveTo>
                    <a:pt x="2549779" y="1439861"/>
                  </a:moveTo>
                  <a:lnTo>
                    <a:pt x="2535937" y="1439861"/>
                  </a:lnTo>
                  <a:lnTo>
                    <a:pt x="2535937" y="1428849"/>
                  </a:lnTo>
                  <a:lnTo>
                    <a:pt x="2549779" y="1428849"/>
                  </a:lnTo>
                  <a:lnTo>
                    <a:pt x="2549779" y="1439861"/>
                  </a:lnTo>
                  <a:close/>
                </a:path>
                <a:path w="2918459" h="1440179">
                  <a:moveTo>
                    <a:pt x="2502715" y="1439861"/>
                  </a:moveTo>
                  <a:lnTo>
                    <a:pt x="2411355" y="1439861"/>
                  </a:lnTo>
                  <a:lnTo>
                    <a:pt x="2411355" y="1428849"/>
                  </a:lnTo>
                  <a:lnTo>
                    <a:pt x="2502715" y="1428849"/>
                  </a:lnTo>
                  <a:lnTo>
                    <a:pt x="2502715" y="1439861"/>
                  </a:lnTo>
                  <a:close/>
                </a:path>
                <a:path w="2918459" h="1440179">
                  <a:moveTo>
                    <a:pt x="2375365" y="1439861"/>
                  </a:moveTo>
                  <a:lnTo>
                    <a:pt x="2364291" y="1439861"/>
                  </a:lnTo>
                  <a:lnTo>
                    <a:pt x="2364291" y="1428849"/>
                  </a:lnTo>
                  <a:lnTo>
                    <a:pt x="2375365" y="1428849"/>
                  </a:lnTo>
                  <a:lnTo>
                    <a:pt x="2375365" y="1439861"/>
                  </a:lnTo>
                  <a:close/>
                </a:path>
                <a:path w="2918459" h="1440179">
                  <a:moveTo>
                    <a:pt x="2328300" y="1439861"/>
                  </a:moveTo>
                  <a:lnTo>
                    <a:pt x="2236940" y="1439861"/>
                  </a:lnTo>
                  <a:lnTo>
                    <a:pt x="2236940" y="1428849"/>
                  </a:lnTo>
                  <a:lnTo>
                    <a:pt x="2328300" y="1428849"/>
                  </a:lnTo>
                  <a:lnTo>
                    <a:pt x="2328300" y="1439861"/>
                  </a:lnTo>
                  <a:close/>
                </a:path>
                <a:path w="2918459" h="1440179">
                  <a:moveTo>
                    <a:pt x="2203718" y="1439861"/>
                  </a:moveTo>
                  <a:lnTo>
                    <a:pt x="2189876" y="1439861"/>
                  </a:lnTo>
                  <a:lnTo>
                    <a:pt x="2189876" y="1428849"/>
                  </a:lnTo>
                  <a:lnTo>
                    <a:pt x="2203718" y="1428849"/>
                  </a:lnTo>
                  <a:lnTo>
                    <a:pt x="2203718" y="1439861"/>
                  </a:lnTo>
                  <a:close/>
                </a:path>
                <a:path w="2918459" h="1440179">
                  <a:moveTo>
                    <a:pt x="2156654" y="1439861"/>
                  </a:moveTo>
                  <a:lnTo>
                    <a:pt x="2065294" y="1439861"/>
                  </a:lnTo>
                  <a:lnTo>
                    <a:pt x="2065294" y="1428849"/>
                  </a:lnTo>
                  <a:lnTo>
                    <a:pt x="2156654" y="1428849"/>
                  </a:lnTo>
                  <a:lnTo>
                    <a:pt x="2156654" y="1439861"/>
                  </a:lnTo>
                  <a:close/>
                </a:path>
                <a:path w="2918459" h="1440179">
                  <a:moveTo>
                    <a:pt x="2029303" y="1439861"/>
                  </a:moveTo>
                  <a:lnTo>
                    <a:pt x="2018229" y="1439861"/>
                  </a:lnTo>
                  <a:lnTo>
                    <a:pt x="2018229" y="1428849"/>
                  </a:lnTo>
                  <a:lnTo>
                    <a:pt x="2029303" y="1428849"/>
                  </a:lnTo>
                  <a:lnTo>
                    <a:pt x="2029303" y="1439861"/>
                  </a:lnTo>
                  <a:close/>
                </a:path>
                <a:path w="2918459" h="1440179">
                  <a:moveTo>
                    <a:pt x="1982239" y="1439861"/>
                  </a:moveTo>
                  <a:lnTo>
                    <a:pt x="1890879" y="1439861"/>
                  </a:lnTo>
                  <a:lnTo>
                    <a:pt x="1890879" y="1428849"/>
                  </a:lnTo>
                  <a:lnTo>
                    <a:pt x="1982239" y="1428849"/>
                  </a:lnTo>
                  <a:lnTo>
                    <a:pt x="1982239" y="1439861"/>
                  </a:lnTo>
                  <a:close/>
                </a:path>
                <a:path w="2918459" h="1440179">
                  <a:moveTo>
                    <a:pt x="1857657" y="1439861"/>
                  </a:moveTo>
                  <a:lnTo>
                    <a:pt x="1843814" y="1439861"/>
                  </a:lnTo>
                  <a:lnTo>
                    <a:pt x="1843814" y="1428849"/>
                  </a:lnTo>
                  <a:lnTo>
                    <a:pt x="1857657" y="1428849"/>
                  </a:lnTo>
                  <a:lnTo>
                    <a:pt x="1857657" y="1439861"/>
                  </a:lnTo>
                  <a:close/>
                </a:path>
                <a:path w="2918459" h="1440179">
                  <a:moveTo>
                    <a:pt x="1810592" y="1439861"/>
                  </a:moveTo>
                  <a:lnTo>
                    <a:pt x="1719232" y="1439861"/>
                  </a:lnTo>
                  <a:lnTo>
                    <a:pt x="1719232" y="1428849"/>
                  </a:lnTo>
                  <a:lnTo>
                    <a:pt x="1810592" y="1428849"/>
                  </a:lnTo>
                  <a:lnTo>
                    <a:pt x="1810592" y="1439861"/>
                  </a:lnTo>
                  <a:close/>
                </a:path>
                <a:path w="2918459" h="1440179">
                  <a:moveTo>
                    <a:pt x="1683239" y="1439861"/>
                  </a:moveTo>
                  <a:lnTo>
                    <a:pt x="1672165" y="1439861"/>
                  </a:lnTo>
                  <a:lnTo>
                    <a:pt x="1672165" y="1428849"/>
                  </a:lnTo>
                  <a:lnTo>
                    <a:pt x="1683239" y="1428849"/>
                  </a:lnTo>
                  <a:lnTo>
                    <a:pt x="1683239" y="1439861"/>
                  </a:lnTo>
                  <a:close/>
                </a:path>
                <a:path w="2918459" h="1440179">
                  <a:moveTo>
                    <a:pt x="1636178" y="1439861"/>
                  </a:moveTo>
                  <a:lnTo>
                    <a:pt x="1544817" y="1439861"/>
                  </a:lnTo>
                  <a:lnTo>
                    <a:pt x="1544817" y="1428849"/>
                  </a:lnTo>
                  <a:lnTo>
                    <a:pt x="1636178" y="1428849"/>
                  </a:lnTo>
                  <a:lnTo>
                    <a:pt x="1636178" y="1439861"/>
                  </a:lnTo>
                  <a:close/>
                </a:path>
                <a:path w="2918459" h="1440179">
                  <a:moveTo>
                    <a:pt x="1511593" y="1439861"/>
                  </a:moveTo>
                  <a:lnTo>
                    <a:pt x="1497750" y="1439861"/>
                  </a:lnTo>
                  <a:lnTo>
                    <a:pt x="1497750" y="1428849"/>
                  </a:lnTo>
                  <a:lnTo>
                    <a:pt x="1511593" y="1428849"/>
                  </a:lnTo>
                  <a:lnTo>
                    <a:pt x="1511593" y="1439861"/>
                  </a:lnTo>
                  <a:close/>
                </a:path>
                <a:path w="2918459" h="1440179">
                  <a:moveTo>
                    <a:pt x="1464528" y="1439861"/>
                  </a:moveTo>
                  <a:lnTo>
                    <a:pt x="1373168" y="1439861"/>
                  </a:lnTo>
                  <a:lnTo>
                    <a:pt x="1373168" y="1428849"/>
                  </a:lnTo>
                  <a:lnTo>
                    <a:pt x="1464528" y="1428849"/>
                  </a:lnTo>
                  <a:lnTo>
                    <a:pt x="1464528" y="1439861"/>
                  </a:lnTo>
                  <a:close/>
                </a:path>
                <a:path w="2918459" h="1440179">
                  <a:moveTo>
                    <a:pt x="1337178" y="1439861"/>
                  </a:moveTo>
                  <a:lnTo>
                    <a:pt x="1326104" y="1439861"/>
                  </a:lnTo>
                  <a:lnTo>
                    <a:pt x="1326104" y="1428849"/>
                  </a:lnTo>
                  <a:lnTo>
                    <a:pt x="1337178" y="1428849"/>
                  </a:lnTo>
                  <a:lnTo>
                    <a:pt x="1337178" y="1439861"/>
                  </a:lnTo>
                  <a:close/>
                </a:path>
                <a:path w="2918459" h="1440179">
                  <a:moveTo>
                    <a:pt x="1290113" y="1439861"/>
                  </a:moveTo>
                  <a:lnTo>
                    <a:pt x="1198753" y="1439861"/>
                  </a:lnTo>
                  <a:lnTo>
                    <a:pt x="1198753" y="1428849"/>
                  </a:lnTo>
                  <a:lnTo>
                    <a:pt x="1290113" y="1428849"/>
                  </a:lnTo>
                  <a:lnTo>
                    <a:pt x="1290113" y="1439861"/>
                  </a:lnTo>
                  <a:close/>
                </a:path>
                <a:path w="2918459" h="1440179">
                  <a:moveTo>
                    <a:pt x="1165531" y="1439861"/>
                  </a:moveTo>
                  <a:lnTo>
                    <a:pt x="1151689" y="1439861"/>
                  </a:lnTo>
                  <a:lnTo>
                    <a:pt x="1151689" y="1428849"/>
                  </a:lnTo>
                  <a:lnTo>
                    <a:pt x="1165531" y="1428849"/>
                  </a:lnTo>
                  <a:lnTo>
                    <a:pt x="1165531" y="1439861"/>
                  </a:lnTo>
                  <a:close/>
                </a:path>
                <a:path w="2918459" h="1440179">
                  <a:moveTo>
                    <a:pt x="1118467" y="1439861"/>
                  </a:moveTo>
                  <a:lnTo>
                    <a:pt x="1027107" y="1439861"/>
                  </a:lnTo>
                  <a:lnTo>
                    <a:pt x="1027107" y="1428849"/>
                  </a:lnTo>
                  <a:lnTo>
                    <a:pt x="1118467" y="1428849"/>
                  </a:lnTo>
                  <a:lnTo>
                    <a:pt x="1118467" y="1439861"/>
                  </a:lnTo>
                  <a:close/>
                </a:path>
                <a:path w="2918459" h="1440179">
                  <a:moveTo>
                    <a:pt x="991119" y="1439861"/>
                  </a:moveTo>
                  <a:lnTo>
                    <a:pt x="980045" y="1439861"/>
                  </a:lnTo>
                  <a:lnTo>
                    <a:pt x="980045" y="1428849"/>
                  </a:lnTo>
                  <a:lnTo>
                    <a:pt x="991119" y="1428849"/>
                  </a:lnTo>
                  <a:lnTo>
                    <a:pt x="991119" y="1439861"/>
                  </a:lnTo>
                  <a:close/>
                </a:path>
                <a:path w="2918459" h="1440179">
                  <a:moveTo>
                    <a:pt x="944052" y="1439861"/>
                  </a:moveTo>
                  <a:lnTo>
                    <a:pt x="852692" y="1439861"/>
                  </a:lnTo>
                  <a:lnTo>
                    <a:pt x="852692" y="1428849"/>
                  </a:lnTo>
                  <a:lnTo>
                    <a:pt x="944052" y="1428849"/>
                  </a:lnTo>
                  <a:lnTo>
                    <a:pt x="944052" y="1439861"/>
                  </a:lnTo>
                  <a:close/>
                </a:path>
                <a:path w="2918459" h="1440179">
                  <a:moveTo>
                    <a:pt x="819473" y="1439861"/>
                  </a:moveTo>
                  <a:lnTo>
                    <a:pt x="805630" y="1439861"/>
                  </a:lnTo>
                  <a:lnTo>
                    <a:pt x="805630" y="1428849"/>
                  </a:lnTo>
                  <a:lnTo>
                    <a:pt x="819473" y="1428849"/>
                  </a:lnTo>
                  <a:lnTo>
                    <a:pt x="819473" y="1439861"/>
                  </a:lnTo>
                  <a:close/>
                </a:path>
                <a:path w="2918459" h="1440179">
                  <a:moveTo>
                    <a:pt x="772408" y="1439861"/>
                  </a:moveTo>
                  <a:lnTo>
                    <a:pt x="681048" y="1439861"/>
                  </a:lnTo>
                  <a:lnTo>
                    <a:pt x="681048" y="1428849"/>
                  </a:lnTo>
                  <a:lnTo>
                    <a:pt x="772408" y="1428849"/>
                  </a:lnTo>
                  <a:lnTo>
                    <a:pt x="772408" y="1439861"/>
                  </a:lnTo>
                  <a:close/>
                </a:path>
                <a:path w="2918459" h="1440179">
                  <a:moveTo>
                    <a:pt x="645058" y="1439861"/>
                  </a:moveTo>
                  <a:lnTo>
                    <a:pt x="633984" y="1439861"/>
                  </a:lnTo>
                  <a:lnTo>
                    <a:pt x="633984" y="1428849"/>
                  </a:lnTo>
                  <a:lnTo>
                    <a:pt x="645058" y="1428849"/>
                  </a:lnTo>
                  <a:lnTo>
                    <a:pt x="645058" y="1439861"/>
                  </a:lnTo>
                  <a:close/>
                </a:path>
                <a:path w="2918459" h="1440179">
                  <a:moveTo>
                    <a:pt x="597991" y="1439861"/>
                  </a:moveTo>
                  <a:lnTo>
                    <a:pt x="506633" y="1439861"/>
                  </a:lnTo>
                  <a:lnTo>
                    <a:pt x="506633" y="1428849"/>
                  </a:lnTo>
                  <a:lnTo>
                    <a:pt x="597991" y="1428849"/>
                  </a:lnTo>
                  <a:lnTo>
                    <a:pt x="597991" y="1439861"/>
                  </a:lnTo>
                  <a:close/>
                </a:path>
                <a:path w="2918459" h="1440179">
                  <a:moveTo>
                    <a:pt x="473411" y="1439861"/>
                  </a:moveTo>
                  <a:lnTo>
                    <a:pt x="459569" y="1439861"/>
                  </a:lnTo>
                  <a:lnTo>
                    <a:pt x="459569" y="1428849"/>
                  </a:lnTo>
                  <a:lnTo>
                    <a:pt x="473411" y="1428849"/>
                  </a:lnTo>
                  <a:lnTo>
                    <a:pt x="473411" y="1439861"/>
                  </a:lnTo>
                  <a:close/>
                </a:path>
                <a:path w="2918459" h="1440179">
                  <a:moveTo>
                    <a:pt x="426344" y="1439861"/>
                  </a:moveTo>
                  <a:lnTo>
                    <a:pt x="334987" y="1439861"/>
                  </a:lnTo>
                  <a:lnTo>
                    <a:pt x="334987" y="1428849"/>
                  </a:lnTo>
                  <a:lnTo>
                    <a:pt x="426344" y="1428849"/>
                  </a:lnTo>
                  <a:lnTo>
                    <a:pt x="426344" y="1439861"/>
                  </a:lnTo>
                  <a:close/>
                </a:path>
                <a:path w="2918459" h="1440179">
                  <a:moveTo>
                    <a:pt x="298997" y="1439861"/>
                  </a:moveTo>
                  <a:lnTo>
                    <a:pt x="287923" y="1439861"/>
                  </a:lnTo>
                  <a:lnTo>
                    <a:pt x="287923" y="1428849"/>
                  </a:lnTo>
                  <a:lnTo>
                    <a:pt x="298997" y="1428849"/>
                  </a:lnTo>
                  <a:lnTo>
                    <a:pt x="298997" y="1439861"/>
                  </a:lnTo>
                  <a:close/>
                </a:path>
                <a:path w="2918459" h="1440179">
                  <a:moveTo>
                    <a:pt x="251929" y="1439861"/>
                  </a:moveTo>
                  <a:lnTo>
                    <a:pt x="160572" y="1439861"/>
                  </a:lnTo>
                  <a:lnTo>
                    <a:pt x="160572" y="1428849"/>
                  </a:lnTo>
                  <a:lnTo>
                    <a:pt x="251929" y="1428849"/>
                  </a:lnTo>
                  <a:lnTo>
                    <a:pt x="251929" y="1439861"/>
                  </a:lnTo>
                  <a:close/>
                </a:path>
                <a:path w="2918459" h="1440179">
                  <a:moveTo>
                    <a:pt x="127350" y="1439861"/>
                  </a:moveTo>
                  <a:lnTo>
                    <a:pt x="113508" y="1439861"/>
                  </a:lnTo>
                  <a:lnTo>
                    <a:pt x="113508" y="1428849"/>
                  </a:lnTo>
                  <a:lnTo>
                    <a:pt x="127350" y="1428849"/>
                  </a:lnTo>
                  <a:lnTo>
                    <a:pt x="127350" y="1439861"/>
                  </a:lnTo>
                  <a:close/>
                </a:path>
                <a:path w="2918459" h="1440179">
                  <a:moveTo>
                    <a:pt x="80283" y="1439859"/>
                  </a:moveTo>
                  <a:lnTo>
                    <a:pt x="0" y="1439859"/>
                  </a:lnTo>
                  <a:lnTo>
                    <a:pt x="0" y="1415081"/>
                  </a:lnTo>
                  <a:lnTo>
                    <a:pt x="11073" y="1415081"/>
                  </a:lnTo>
                  <a:lnTo>
                    <a:pt x="11073" y="1428849"/>
                  </a:lnTo>
                  <a:lnTo>
                    <a:pt x="80283" y="1428849"/>
                  </a:lnTo>
                  <a:lnTo>
                    <a:pt x="80283" y="1439859"/>
                  </a:lnTo>
                  <a:close/>
                </a:path>
                <a:path w="2918459" h="1440179">
                  <a:moveTo>
                    <a:pt x="2917989" y="1417834"/>
                  </a:moveTo>
                  <a:lnTo>
                    <a:pt x="2906915" y="1417834"/>
                  </a:lnTo>
                  <a:lnTo>
                    <a:pt x="2906915" y="1326985"/>
                  </a:lnTo>
                  <a:lnTo>
                    <a:pt x="2917989" y="1326985"/>
                  </a:lnTo>
                  <a:lnTo>
                    <a:pt x="2917989" y="1417834"/>
                  </a:lnTo>
                  <a:close/>
                </a:path>
                <a:path w="2918459" h="1440179">
                  <a:moveTo>
                    <a:pt x="11073" y="1382047"/>
                  </a:moveTo>
                  <a:lnTo>
                    <a:pt x="0" y="1382047"/>
                  </a:lnTo>
                  <a:lnTo>
                    <a:pt x="0" y="1371035"/>
                  </a:lnTo>
                  <a:lnTo>
                    <a:pt x="11073" y="1371035"/>
                  </a:lnTo>
                  <a:lnTo>
                    <a:pt x="11073" y="1382047"/>
                  </a:lnTo>
                  <a:close/>
                </a:path>
                <a:path w="2918459" h="1440179">
                  <a:moveTo>
                    <a:pt x="11073" y="1335242"/>
                  </a:moveTo>
                  <a:lnTo>
                    <a:pt x="0" y="1335242"/>
                  </a:lnTo>
                  <a:lnTo>
                    <a:pt x="0" y="1244390"/>
                  </a:lnTo>
                  <a:lnTo>
                    <a:pt x="11073" y="1244390"/>
                  </a:lnTo>
                  <a:lnTo>
                    <a:pt x="11073" y="1335242"/>
                  </a:lnTo>
                  <a:close/>
                </a:path>
                <a:path w="2918459" h="1440179">
                  <a:moveTo>
                    <a:pt x="2917989" y="1291195"/>
                  </a:moveTo>
                  <a:lnTo>
                    <a:pt x="2906915" y="1291195"/>
                  </a:lnTo>
                  <a:lnTo>
                    <a:pt x="2906915" y="1280183"/>
                  </a:lnTo>
                  <a:lnTo>
                    <a:pt x="2917989" y="1280183"/>
                  </a:lnTo>
                  <a:lnTo>
                    <a:pt x="2917989" y="1291195"/>
                  </a:lnTo>
                  <a:close/>
                </a:path>
                <a:path w="2918459" h="1440179">
                  <a:moveTo>
                    <a:pt x="2917989" y="1247146"/>
                  </a:moveTo>
                  <a:lnTo>
                    <a:pt x="2906915" y="1247146"/>
                  </a:lnTo>
                  <a:lnTo>
                    <a:pt x="2906915" y="1153541"/>
                  </a:lnTo>
                  <a:lnTo>
                    <a:pt x="2917989" y="1153541"/>
                  </a:lnTo>
                  <a:lnTo>
                    <a:pt x="2917989" y="1247146"/>
                  </a:lnTo>
                  <a:close/>
                </a:path>
                <a:path w="2918459" h="1440179">
                  <a:moveTo>
                    <a:pt x="11073" y="1208603"/>
                  </a:moveTo>
                  <a:lnTo>
                    <a:pt x="0" y="1208603"/>
                  </a:lnTo>
                  <a:lnTo>
                    <a:pt x="0" y="1197591"/>
                  </a:lnTo>
                  <a:lnTo>
                    <a:pt x="11073" y="1197591"/>
                  </a:lnTo>
                  <a:lnTo>
                    <a:pt x="11073" y="1208603"/>
                  </a:lnTo>
                  <a:close/>
                </a:path>
                <a:path w="2918459" h="1440179">
                  <a:moveTo>
                    <a:pt x="11073" y="1164551"/>
                  </a:moveTo>
                  <a:lnTo>
                    <a:pt x="0" y="1164551"/>
                  </a:lnTo>
                  <a:lnTo>
                    <a:pt x="0" y="1070946"/>
                  </a:lnTo>
                  <a:lnTo>
                    <a:pt x="11073" y="1070946"/>
                  </a:lnTo>
                  <a:lnTo>
                    <a:pt x="11073" y="1164551"/>
                  </a:lnTo>
                  <a:close/>
                </a:path>
                <a:path w="2918459" h="1440179">
                  <a:moveTo>
                    <a:pt x="2917989" y="1120502"/>
                  </a:moveTo>
                  <a:lnTo>
                    <a:pt x="2906915" y="1120502"/>
                  </a:lnTo>
                  <a:lnTo>
                    <a:pt x="2906915" y="1109489"/>
                  </a:lnTo>
                  <a:lnTo>
                    <a:pt x="2917989" y="1109489"/>
                  </a:lnTo>
                  <a:lnTo>
                    <a:pt x="2917989" y="1120502"/>
                  </a:lnTo>
                  <a:close/>
                </a:path>
                <a:path w="2918459" h="1440179">
                  <a:moveTo>
                    <a:pt x="2917989" y="1073702"/>
                  </a:moveTo>
                  <a:lnTo>
                    <a:pt x="2906915" y="1073702"/>
                  </a:lnTo>
                  <a:lnTo>
                    <a:pt x="2906915" y="982851"/>
                  </a:lnTo>
                  <a:lnTo>
                    <a:pt x="2917989" y="982851"/>
                  </a:lnTo>
                  <a:lnTo>
                    <a:pt x="2917989" y="1073702"/>
                  </a:lnTo>
                  <a:close/>
                </a:path>
                <a:path w="2918459" h="1440179">
                  <a:moveTo>
                    <a:pt x="11073" y="1037912"/>
                  </a:moveTo>
                  <a:lnTo>
                    <a:pt x="0" y="1037912"/>
                  </a:lnTo>
                  <a:lnTo>
                    <a:pt x="0" y="1026900"/>
                  </a:lnTo>
                  <a:lnTo>
                    <a:pt x="11073" y="1026900"/>
                  </a:lnTo>
                  <a:lnTo>
                    <a:pt x="11073" y="1037912"/>
                  </a:lnTo>
                  <a:close/>
                </a:path>
                <a:path w="2918459" h="1440179">
                  <a:moveTo>
                    <a:pt x="11073" y="991107"/>
                  </a:moveTo>
                  <a:lnTo>
                    <a:pt x="0" y="991107"/>
                  </a:lnTo>
                  <a:lnTo>
                    <a:pt x="0" y="900258"/>
                  </a:lnTo>
                  <a:lnTo>
                    <a:pt x="11073" y="900258"/>
                  </a:lnTo>
                  <a:lnTo>
                    <a:pt x="11073" y="991107"/>
                  </a:lnTo>
                  <a:close/>
                </a:path>
                <a:path w="2918459" h="1440179">
                  <a:moveTo>
                    <a:pt x="2917989" y="947058"/>
                  </a:moveTo>
                  <a:lnTo>
                    <a:pt x="2906915" y="947058"/>
                  </a:lnTo>
                  <a:lnTo>
                    <a:pt x="2906915" y="936046"/>
                  </a:lnTo>
                  <a:lnTo>
                    <a:pt x="2917989" y="936046"/>
                  </a:lnTo>
                  <a:lnTo>
                    <a:pt x="2917989" y="947058"/>
                  </a:lnTo>
                  <a:close/>
                </a:path>
                <a:path w="2918459" h="1440179">
                  <a:moveTo>
                    <a:pt x="2917989" y="903011"/>
                  </a:moveTo>
                  <a:lnTo>
                    <a:pt x="2906915" y="903011"/>
                  </a:lnTo>
                  <a:lnTo>
                    <a:pt x="2906915" y="809407"/>
                  </a:lnTo>
                  <a:lnTo>
                    <a:pt x="2917989" y="809407"/>
                  </a:lnTo>
                  <a:lnTo>
                    <a:pt x="2917989" y="903011"/>
                  </a:lnTo>
                  <a:close/>
                </a:path>
                <a:path w="2918459" h="1440179">
                  <a:moveTo>
                    <a:pt x="11073" y="864468"/>
                  </a:moveTo>
                  <a:lnTo>
                    <a:pt x="0" y="864468"/>
                  </a:lnTo>
                  <a:lnTo>
                    <a:pt x="0" y="853456"/>
                  </a:lnTo>
                  <a:lnTo>
                    <a:pt x="11073" y="853456"/>
                  </a:lnTo>
                  <a:lnTo>
                    <a:pt x="11073" y="864468"/>
                  </a:lnTo>
                  <a:close/>
                </a:path>
                <a:path w="2918459" h="1440179">
                  <a:moveTo>
                    <a:pt x="11073" y="820416"/>
                  </a:moveTo>
                  <a:lnTo>
                    <a:pt x="0" y="820416"/>
                  </a:lnTo>
                  <a:lnTo>
                    <a:pt x="0" y="726815"/>
                  </a:lnTo>
                  <a:lnTo>
                    <a:pt x="11073" y="726815"/>
                  </a:lnTo>
                  <a:lnTo>
                    <a:pt x="11073" y="820416"/>
                  </a:lnTo>
                  <a:close/>
                </a:path>
                <a:path w="2918459" h="1440179">
                  <a:moveTo>
                    <a:pt x="2917989" y="776370"/>
                  </a:moveTo>
                  <a:lnTo>
                    <a:pt x="2906915" y="776370"/>
                  </a:lnTo>
                  <a:lnTo>
                    <a:pt x="2906915" y="765355"/>
                  </a:lnTo>
                  <a:lnTo>
                    <a:pt x="2917989" y="765355"/>
                  </a:lnTo>
                  <a:lnTo>
                    <a:pt x="2917989" y="776370"/>
                  </a:lnTo>
                  <a:close/>
                </a:path>
                <a:path w="2918459" h="1440179">
                  <a:moveTo>
                    <a:pt x="2917989" y="729565"/>
                  </a:moveTo>
                  <a:lnTo>
                    <a:pt x="2906915" y="729565"/>
                  </a:lnTo>
                  <a:lnTo>
                    <a:pt x="2906915" y="638713"/>
                  </a:lnTo>
                  <a:lnTo>
                    <a:pt x="2917989" y="638713"/>
                  </a:lnTo>
                  <a:lnTo>
                    <a:pt x="2917989" y="729565"/>
                  </a:lnTo>
                  <a:close/>
                </a:path>
                <a:path w="2918459" h="1440179">
                  <a:moveTo>
                    <a:pt x="11073" y="693778"/>
                  </a:moveTo>
                  <a:lnTo>
                    <a:pt x="0" y="693778"/>
                  </a:lnTo>
                  <a:lnTo>
                    <a:pt x="0" y="682765"/>
                  </a:lnTo>
                  <a:lnTo>
                    <a:pt x="11073" y="682765"/>
                  </a:lnTo>
                  <a:lnTo>
                    <a:pt x="11073" y="693778"/>
                  </a:lnTo>
                  <a:close/>
                </a:path>
                <a:path w="2918459" h="1440179">
                  <a:moveTo>
                    <a:pt x="11073" y="646973"/>
                  </a:moveTo>
                  <a:lnTo>
                    <a:pt x="0" y="646973"/>
                  </a:lnTo>
                  <a:lnTo>
                    <a:pt x="0" y="556124"/>
                  </a:lnTo>
                  <a:lnTo>
                    <a:pt x="11073" y="556124"/>
                  </a:lnTo>
                  <a:lnTo>
                    <a:pt x="11073" y="646973"/>
                  </a:lnTo>
                  <a:close/>
                </a:path>
                <a:path w="2918459" h="1440179">
                  <a:moveTo>
                    <a:pt x="2917989" y="602926"/>
                  </a:moveTo>
                  <a:lnTo>
                    <a:pt x="2906915" y="602926"/>
                  </a:lnTo>
                  <a:lnTo>
                    <a:pt x="2906915" y="591911"/>
                  </a:lnTo>
                  <a:lnTo>
                    <a:pt x="2917989" y="591911"/>
                  </a:lnTo>
                  <a:lnTo>
                    <a:pt x="2917989" y="602926"/>
                  </a:lnTo>
                  <a:close/>
                </a:path>
                <a:path w="2918459" h="1440179">
                  <a:moveTo>
                    <a:pt x="2917989" y="558874"/>
                  </a:moveTo>
                  <a:lnTo>
                    <a:pt x="2906915" y="558874"/>
                  </a:lnTo>
                  <a:lnTo>
                    <a:pt x="2906915" y="465269"/>
                  </a:lnTo>
                  <a:lnTo>
                    <a:pt x="2917989" y="465269"/>
                  </a:lnTo>
                  <a:lnTo>
                    <a:pt x="2917989" y="558874"/>
                  </a:lnTo>
                  <a:close/>
                </a:path>
                <a:path w="2918459" h="1440179">
                  <a:moveTo>
                    <a:pt x="11073" y="520334"/>
                  </a:moveTo>
                  <a:lnTo>
                    <a:pt x="0" y="520334"/>
                  </a:lnTo>
                  <a:lnTo>
                    <a:pt x="0" y="509321"/>
                  </a:lnTo>
                  <a:lnTo>
                    <a:pt x="11073" y="509321"/>
                  </a:lnTo>
                  <a:lnTo>
                    <a:pt x="11073" y="520334"/>
                  </a:lnTo>
                  <a:close/>
                </a:path>
                <a:path w="2918459" h="1440179">
                  <a:moveTo>
                    <a:pt x="11073" y="476282"/>
                  </a:moveTo>
                  <a:lnTo>
                    <a:pt x="0" y="476282"/>
                  </a:lnTo>
                  <a:lnTo>
                    <a:pt x="0" y="382680"/>
                  </a:lnTo>
                  <a:lnTo>
                    <a:pt x="11073" y="382680"/>
                  </a:lnTo>
                  <a:lnTo>
                    <a:pt x="11073" y="476282"/>
                  </a:lnTo>
                  <a:close/>
                </a:path>
                <a:path w="2918459" h="1440179">
                  <a:moveTo>
                    <a:pt x="2917989" y="432233"/>
                  </a:moveTo>
                  <a:lnTo>
                    <a:pt x="2906915" y="432233"/>
                  </a:lnTo>
                  <a:lnTo>
                    <a:pt x="2906915" y="421220"/>
                  </a:lnTo>
                  <a:lnTo>
                    <a:pt x="2917989" y="421220"/>
                  </a:lnTo>
                  <a:lnTo>
                    <a:pt x="2917989" y="432233"/>
                  </a:lnTo>
                  <a:close/>
                </a:path>
                <a:path w="2918459" h="1440179">
                  <a:moveTo>
                    <a:pt x="2917989" y="385430"/>
                  </a:moveTo>
                  <a:lnTo>
                    <a:pt x="2906915" y="385430"/>
                  </a:lnTo>
                  <a:lnTo>
                    <a:pt x="2906915" y="294579"/>
                  </a:lnTo>
                  <a:lnTo>
                    <a:pt x="2917989" y="294579"/>
                  </a:lnTo>
                  <a:lnTo>
                    <a:pt x="2917989" y="385430"/>
                  </a:lnTo>
                  <a:close/>
                </a:path>
                <a:path w="2918459" h="1440179">
                  <a:moveTo>
                    <a:pt x="11073" y="349643"/>
                  </a:moveTo>
                  <a:lnTo>
                    <a:pt x="0" y="349643"/>
                  </a:lnTo>
                  <a:lnTo>
                    <a:pt x="0" y="338631"/>
                  </a:lnTo>
                  <a:lnTo>
                    <a:pt x="11073" y="338631"/>
                  </a:lnTo>
                  <a:lnTo>
                    <a:pt x="11073" y="349643"/>
                  </a:lnTo>
                  <a:close/>
                </a:path>
                <a:path w="2918459" h="1440179">
                  <a:moveTo>
                    <a:pt x="11073" y="302838"/>
                  </a:moveTo>
                  <a:lnTo>
                    <a:pt x="0" y="302838"/>
                  </a:lnTo>
                  <a:lnTo>
                    <a:pt x="0" y="211989"/>
                  </a:lnTo>
                  <a:lnTo>
                    <a:pt x="11073" y="211989"/>
                  </a:lnTo>
                  <a:lnTo>
                    <a:pt x="11073" y="302838"/>
                  </a:lnTo>
                  <a:close/>
                </a:path>
                <a:path w="2918459" h="1440179">
                  <a:moveTo>
                    <a:pt x="2917989" y="258789"/>
                  </a:moveTo>
                  <a:lnTo>
                    <a:pt x="2906915" y="258789"/>
                  </a:lnTo>
                  <a:lnTo>
                    <a:pt x="2906915" y="247776"/>
                  </a:lnTo>
                  <a:lnTo>
                    <a:pt x="2917989" y="247776"/>
                  </a:lnTo>
                  <a:lnTo>
                    <a:pt x="2917989" y="258789"/>
                  </a:lnTo>
                  <a:close/>
                </a:path>
                <a:path w="2918459" h="1440179">
                  <a:moveTo>
                    <a:pt x="2917989" y="214739"/>
                  </a:moveTo>
                  <a:lnTo>
                    <a:pt x="2906915" y="214739"/>
                  </a:lnTo>
                  <a:lnTo>
                    <a:pt x="2906915" y="121135"/>
                  </a:lnTo>
                  <a:lnTo>
                    <a:pt x="2917989" y="121135"/>
                  </a:lnTo>
                  <a:lnTo>
                    <a:pt x="2917989" y="214739"/>
                  </a:lnTo>
                  <a:close/>
                </a:path>
                <a:path w="2918459" h="1440179">
                  <a:moveTo>
                    <a:pt x="11073" y="176199"/>
                  </a:moveTo>
                  <a:lnTo>
                    <a:pt x="0" y="176199"/>
                  </a:lnTo>
                  <a:lnTo>
                    <a:pt x="0" y="165187"/>
                  </a:lnTo>
                  <a:lnTo>
                    <a:pt x="11073" y="165187"/>
                  </a:lnTo>
                  <a:lnTo>
                    <a:pt x="11073" y="176199"/>
                  </a:lnTo>
                  <a:close/>
                </a:path>
                <a:path w="2918459" h="1440179">
                  <a:moveTo>
                    <a:pt x="11073" y="132150"/>
                  </a:moveTo>
                  <a:lnTo>
                    <a:pt x="0" y="132150"/>
                  </a:lnTo>
                  <a:lnTo>
                    <a:pt x="0" y="38545"/>
                  </a:lnTo>
                  <a:lnTo>
                    <a:pt x="11073" y="38545"/>
                  </a:lnTo>
                  <a:lnTo>
                    <a:pt x="11073" y="132150"/>
                  </a:lnTo>
                  <a:close/>
                </a:path>
                <a:path w="2918459" h="1440179">
                  <a:moveTo>
                    <a:pt x="2917989" y="88098"/>
                  </a:moveTo>
                  <a:lnTo>
                    <a:pt x="2906915" y="88098"/>
                  </a:lnTo>
                  <a:lnTo>
                    <a:pt x="2906915" y="77086"/>
                  </a:lnTo>
                  <a:lnTo>
                    <a:pt x="2917989" y="77086"/>
                  </a:lnTo>
                  <a:lnTo>
                    <a:pt x="2917989" y="88098"/>
                  </a:lnTo>
                  <a:close/>
                </a:path>
                <a:path w="2918459" h="1440179">
                  <a:moveTo>
                    <a:pt x="2917986" y="41298"/>
                  </a:moveTo>
                  <a:lnTo>
                    <a:pt x="2906915" y="41298"/>
                  </a:lnTo>
                  <a:lnTo>
                    <a:pt x="2906915" y="11015"/>
                  </a:lnTo>
                  <a:lnTo>
                    <a:pt x="2821089" y="11015"/>
                  </a:lnTo>
                  <a:lnTo>
                    <a:pt x="2821089" y="0"/>
                  </a:lnTo>
                  <a:lnTo>
                    <a:pt x="2912452" y="0"/>
                  </a:lnTo>
                  <a:lnTo>
                    <a:pt x="2912452" y="5506"/>
                  </a:lnTo>
                  <a:lnTo>
                    <a:pt x="2917986" y="5506"/>
                  </a:lnTo>
                  <a:lnTo>
                    <a:pt x="2917986" y="41298"/>
                  </a:lnTo>
                  <a:close/>
                </a:path>
                <a:path w="2918459" h="1440179">
                  <a:moveTo>
                    <a:pt x="2785101" y="11012"/>
                  </a:moveTo>
                  <a:lnTo>
                    <a:pt x="2774027" y="11012"/>
                  </a:lnTo>
                  <a:lnTo>
                    <a:pt x="2774027" y="0"/>
                  </a:lnTo>
                  <a:lnTo>
                    <a:pt x="2785101" y="0"/>
                  </a:lnTo>
                  <a:lnTo>
                    <a:pt x="2785101" y="11012"/>
                  </a:lnTo>
                  <a:close/>
                </a:path>
                <a:path w="2918459" h="1440179">
                  <a:moveTo>
                    <a:pt x="2740803" y="11012"/>
                  </a:moveTo>
                  <a:lnTo>
                    <a:pt x="2646674" y="11012"/>
                  </a:lnTo>
                  <a:lnTo>
                    <a:pt x="2646674" y="0"/>
                  </a:lnTo>
                  <a:lnTo>
                    <a:pt x="2740803" y="0"/>
                  </a:lnTo>
                  <a:lnTo>
                    <a:pt x="2740803" y="11012"/>
                  </a:lnTo>
                  <a:close/>
                </a:path>
                <a:path w="2918459" h="1440179">
                  <a:moveTo>
                    <a:pt x="2613455" y="11012"/>
                  </a:moveTo>
                  <a:lnTo>
                    <a:pt x="2602381" y="11012"/>
                  </a:lnTo>
                  <a:lnTo>
                    <a:pt x="2602381" y="0"/>
                  </a:lnTo>
                  <a:lnTo>
                    <a:pt x="2613455" y="0"/>
                  </a:lnTo>
                  <a:lnTo>
                    <a:pt x="2613455" y="11012"/>
                  </a:lnTo>
                  <a:close/>
                </a:path>
                <a:path w="2918459" h="1440179">
                  <a:moveTo>
                    <a:pt x="2566390" y="11012"/>
                  </a:moveTo>
                  <a:lnTo>
                    <a:pt x="2475030" y="11012"/>
                  </a:lnTo>
                  <a:lnTo>
                    <a:pt x="2475030" y="0"/>
                  </a:lnTo>
                  <a:lnTo>
                    <a:pt x="2566390" y="0"/>
                  </a:lnTo>
                  <a:lnTo>
                    <a:pt x="2566390" y="11012"/>
                  </a:lnTo>
                  <a:close/>
                </a:path>
                <a:path w="2918459" h="1440179">
                  <a:moveTo>
                    <a:pt x="2439040" y="11012"/>
                  </a:moveTo>
                  <a:lnTo>
                    <a:pt x="2427966" y="11012"/>
                  </a:lnTo>
                  <a:lnTo>
                    <a:pt x="2427966" y="0"/>
                  </a:lnTo>
                  <a:lnTo>
                    <a:pt x="2439040" y="0"/>
                  </a:lnTo>
                  <a:lnTo>
                    <a:pt x="2439040" y="11012"/>
                  </a:lnTo>
                  <a:close/>
                </a:path>
                <a:path w="2918459" h="1440179">
                  <a:moveTo>
                    <a:pt x="2394741" y="11012"/>
                  </a:moveTo>
                  <a:lnTo>
                    <a:pt x="2300615" y="11012"/>
                  </a:lnTo>
                  <a:lnTo>
                    <a:pt x="2300615" y="0"/>
                  </a:lnTo>
                  <a:lnTo>
                    <a:pt x="2394741" y="0"/>
                  </a:lnTo>
                  <a:lnTo>
                    <a:pt x="2394741" y="11012"/>
                  </a:lnTo>
                  <a:close/>
                </a:path>
                <a:path w="2918459" h="1440179">
                  <a:moveTo>
                    <a:pt x="2267393" y="11012"/>
                  </a:moveTo>
                  <a:lnTo>
                    <a:pt x="2256319" y="11012"/>
                  </a:lnTo>
                  <a:lnTo>
                    <a:pt x="2256319" y="0"/>
                  </a:lnTo>
                  <a:lnTo>
                    <a:pt x="2267393" y="0"/>
                  </a:lnTo>
                  <a:lnTo>
                    <a:pt x="2267393" y="11012"/>
                  </a:lnTo>
                  <a:close/>
                </a:path>
                <a:path w="2918459" h="1440179">
                  <a:moveTo>
                    <a:pt x="2220326" y="11012"/>
                  </a:moveTo>
                  <a:lnTo>
                    <a:pt x="2128969" y="11012"/>
                  </a:lnTo>
                  <a:lnTo>
                    <a:pt x="2128969" y="0"/>
                  </a:lnTo>
                  <a:lnTo>
                    <a:pt x="2220326" y="0"/>
                  </a:lnTo>
                  <a:lnTo>
                    <a:pt x="2220326" y="11012"/>
                  </a:lnTo>
                  <a:close/>
                </a:path>
                <a:path w="2918459" h="1440179">
                  <a:moveTo>
                    <a:pt x="2092979" y="11012"/>
                  </a:moveTo>
                  <a:lnTo>
                    <a:pt x="2081905" y="11012"/>
                  </a:lnTo>
                  <a:lnTo>
                    <a:pt x="2081905" y="0"/>
                  </a:lnTo>
                  <a:lnTo>
                    <a:pt x="2092979" y="0"/>
                  </a:lnTo>
                  <a:lnTo>
                    <a:pt x="2092979" y="11012"/>
                  </a:lnTo>
                  <a:close/>
                </a:path>
                <a:path w="2918459" h="1440179">
                  <a:moveTo>
                    <a:pt x="2048680" y="11012"/>
                  </a:moveTo>
                  <a:lnTo>
                    <a:pt x="1954554" y="11012"/>
                  </a:lnTo>
                  <a:lnTo>
                    <a:pt x="1954554" y="0"/>
                  </a:lnTo>
                  <a:lnTo>
                    <a:pt x="2048680" y="0"/>
                  </a:lnTo>
                  <a:lnTo>
                    <a:pt x="2048680" y="11012"/>
                  </a:lnTo>
                  <a:close/>
                </a:path>
                <a:path w="2918459" h="1440179">
                  <a:moveTo>
                    <a:pt x="1921332" y="11012"/>
                  </a:moveTo>
                  <a:lnTo>
                    <a:pt x="1910258" y="11012"/>
                  </a:lnTo>
                  <a:lnTo>
                    <a:pt x="1910258" y="0"/>
                  </a:lnTo>
                  <a:lnTo>
                    <a:pt x="1921332" y="0"/>
                  </a:lnTo>
                  <a:lnTo>
                    <a:pt x="1921332" y="11012"/>
                  </a:lnTo>
                  <a:close/>
                </a:path>
                <a:path w="2918459" h="1440179">
                  <a:moveTo>
                    <a:pt x="1874268" y="11012"/>
                  </a:moveTo>
                  <a:lnTo>
                    <a:pt x="1782908" y="11012"/>
                  </a:lnTo>
                  <a:lnTo>
                    <a:pt x="1782908" y="0"/>
                  </a:lnTo>
                  <a:lnTo>
                    <a:pt x="1874268" y="0"/>
                  </a:lnTo>
                  <a:lnTo>
                    <a:pt x="1874268" y="11012"/>
                  </a:lnTo>
                  <a:close/>
                </a:path>
                <a:path w="2918459" h="1440179">
                  <a:moveTo>
                    <a:pt x="1746917" y="11012"/>
                  </a:moveTo>
                  <a:lnTo>
                    <a:pt x="1735843" y="11012"/>
                  </a:lnTo>
                  <a:lnTo>
                    <a:pt x="1735843" y="0"/>
                  </a:lnTo>
                  <a:lnTo>
                    <a:pt x="1746917" y="0"/>
                  </a:lnTo>
                  <a:lnTo>
                    <a:pt x="1746917" y="11012"/>
                  </a:lnTo>
                  <a:close/>
                </a:path>
                <a:path w="2918459" h="1440179">
                  <a:moveTo>
                    <a:pt x="1702621" y="11012"/>
                  </a:moveTo>
                  <a:lnTo>
                    <a:pt x="1608493" y="11012"/>
                  </a:lnTo>
                  <a:lnTo>
                    <a:pt x="1608493" y="0"/>
                  </a:lnTo>
                  <a:lnTo>
                    <a:pt x="1702621" y="0"/>
                  </a:lnTo>
                  <a:lnTo>
                    <a:pt x="1702621" y="11012"/>
                  </a:lnTo>
                  <a:close/>
                </a:path>
                <a:path w="2918459" h="1440179">
                  <a:moveTo>
                    <a:pt x="1575271" y="11012"/>
                  </a:moveTo>
                  <a:lnTo>
                    <a:pt x="1564197" y="11012"/>
                  </a:lnTo>
                  <a:lnTo>
                    <a:pt x="1564197" y="0"/>
                  </a:lnTo>
                  <a:lnTo>
                    <a:pt x="1575271" y="0"/>
                  </a:lnTo>
                  <a:lnTo>
                    <a:pt x="1575271" y="11012"/>
                  </a:lnTo>
                  <a:close/>
                </a:path>
                <a:path w="2918459" h="1440179">
                  <a:moveTo>
                    <a:pt x="1528206" y="11012"/>
                  </a:moveTo>
                  <a:lnTo>
                    <a:pt x="1436846" y="11012"/>
                  </a:lnTo>
                  <a:lnTo>
                    <a:pt x="1436846" y="0"/>
                  </a:lnTo>
                  <a:lnTo>
                    <a:pt x="1528206" y="0"/>
                  </a:lnTo>
                  <a:lnTo>
                    <a:pt x="1528206" y="11012"/>
                  </a:lnTo>
                  <a:close/>
                </a:path>
                <a:path w="2918459" h="1440179">
                  <a:moveTo>
                    <a:pt x="1400856" y="11012"/>
                  </a:moveTo>
                  <a:lnTo>
                    <a:pt x="1389782" y="11012"/>
                  </a:lnTo>
                  <a:lnTo>
                    <a:pt x="1389782" y="0"/>
                  </a:lnTo>
                  <a:lnTo>
                    <a:pt x="1400856" y="0"/>
                  </a:lnTo>
                  <a:lnTo>
                    <a:pt x="1400856" y="11012"/>
                  </a:lnTo>
                  <a:close/>
                </a:path>
                <a:path w="2918459" h="1440179">
                  <a:moveTo>
                    <a:pt x="1356560" y="11012"/>
                  </a:moveTo>
                  <a:lnTo>
                    <a:pt x="1262431" y="11012"/>
                  </a:lnTo>
                  <a:lnTo>
                    <a:pt x="1262431" y="0"/>
                  </a:lnTo>
                  <a:lnTo>
                    <a:pt x="1356560" y="0"/>
                  </a:lnTo>
                  <a:lnTo>
                    <a:pt x="1356560" y="11012"/>
                  </a:lnTo>
                  <a:close/>
                </a:path>
                <a:path w="2918459" h="1440179">
                  <a:moveTo>
                    <a:pt x="1229209" y="11012"/>
                  </a:moveTo>
                  <a:lnTo>
                    <a:pt x="1218135" y="11012"/>
                  </a:lnTo>
                  <a:lnTo>
                    <a:pt x="1218135" y="0"/>
                  </a:lnTo>
                  <a:lnTo>
                    <a:pt x="1229209" y="0"/>
                  </a:lnTo>
                  <a:lnTo>
                    <a:pt x="1229209" y="11012"/>
                  </a:lnTo>
                  <a:close/>
                </a:path>
                <a:path w="2918459" h="1440179">
                  <a:moveTo>
                    <a:pt x="1182145" y="11012"/>
                  </a:moveTo>
                  <a:lnTo>
                    <a:pt x="1090785" y="11012"/>
                  </a:lnTo>
                  <a:lnTo>
                    <a:pt x="1090785" y="0"/>
                  </a:lnTo>
                  <a:lnTo>
                    <a:pt x="1182145" y="0"/>
                  </a:lnTo>
                  <a:lnTo>
                    <a:pt x="1182145" y="11012"/>
                  </a:lnTo>
                  <a:close/>
                </a:path>
                <a:path w="2918459" h="1440179">
                  <a:moveTo>
                    <a:pt x="1054794" y="11012"/>
                  </a:moveTo>
                  <a:lnTo>
                    <a:pt x="1043721" y="11012"/>
                  </a:lnTo>
                  <a:lnTo>
                    <a:pt x="1043721" y="0"/>
                  </a:lnTo>
                  <a:lnTo>
                    <a:pt x="1054794" y="0"/>
                  </a:lnTo>
                  <a:lnTo>
                    <a:pt x="1054794" y="11012"/>
                  </a:lnTo>
                  <a:close/>
                </a:path>
                <a:path w="2918459" h="1440179">
                  <a:moveTo>
                    <a:pt x="1010499" y="11012"/>
                  </a:moveTo>
                  <a:lnTo>
                    <a:pt x="916370" y="11012"/>
                  </a:lnTo>
                  <a:lnTo>
                    <a:pt x="916370" y="0"/>
                  </a:lnTo>
                  <a:lnTo>
                    <a:pt x="1010499" y="0"/>
                  </a:lnTo>
                  <a:lnTo>
                    <a:pt x="1010499" y="11012"/>
                  </a:lnTo>
                  <a:close/>
                </a:path>
                <a:path w="2918459" h="1440179">
                  <a:moveTo>
                    <a:pt x="883148" y="11012"/>
                  </a:moveTo>
                  <a:lnTo>
                    <a:pt x="872074" y="11012"/>
                  </a:lnTo>
                  <a:lnTo>
                    <a:pt x="872074" y="0"/>
                  </a:lnTo>
                  <a:lnTo>
                    <a:pt x="883148" y="0"/>
                  </a:lnTo>
                  <a:lnTo>
                    <a:pt x="883148" y="11012"/>
                  </a:lnTo>
                  <a:close/>
                </a:path>
                <a:path w="2918459" h="1440179">
                  <a:moveTo>
                    <a:pt x="836084" y="11012"/>
                  </a:moveTo>
                  <a:lnTo>
                    <a:pt x="744724" y="11012"/>
                  </a:lnTo>
                  <a:lnTo>
                    <a:pt x="744724" y="0"/>
                  </a:lnTo>
                  <a:lnTo>
                    <a:pt x="836084" y="0"/>
                  </a:lnTo>
                  <a:lnTo>
                    <a:pt x="836084" y="11012"/>
                  </a:lnTo>
                  <a:close/>
                </a:path>
                <a:path w="2918459" h="1440179">
                  <a:moveTo>
                    <a:pt x="708733" y="11012"/>
                  </a:moveTo>
                  <a:lnTo>
                    <a:pt x="697659" y="11012"/>
                  </a:lnTo>
                  <a:lnTo>
                    <a:pt x="697659" y="0"/>
                  </a:lnTo>
                  <a:lnTo>
                    <a:pt x="708733" y="0"/>
                  </a:lnTo>
                  <a:lnTo>
                    <a:pt x="708733" y="11012"/>
                  </a:lnTo>
                  <a:close/>
                </a:path>
                <a:path w="2918459" h="1440179">
                  <a:moveTo>
                    <a:pt x="664437" y="11012"/>
                  </a:moveTo>
                  <a:lnTo>
                    <a:pt x="570309" y="11012"/>
                  </a:lnTo>
                  <a:lnTo>
                    <a:pt x="570309" y="0"/>
                  </a:lnTo>
                  <a:lnTo>
                    <a:pt x="664437" y="0"/>
                  </a:lnTo>
                  <a:lnTo>
                    <a:pt x="664437" y="11012"/>
                  </a:lnTo>
                  <a:close/>
                </a:path>
                <a:path w="2918459" h="1440179">
                  <a:moveTo>
                    <a:pt x="537084" y="11012"/>
                  </a:moveTo>
                  <a:lnTo>
                    <a:pt x="526010" y="11012"/>
                  </a:lnTo>
                  <a:lnTo>
                    <a:pt x="526010" y="0"/>
                  </a:lnTo>
                  <a:lnTo>
                    <a:pt x="537084" y="0"/>
                  </a:lnTo>
                  <a:lnTo>
                    <a:pt x="537084" y="11012"/>
                  </a:lnTo>
                  <a:close/>
                </a:path>
                <a:path w="2918459" h="1440179">
                  <a:moveTo>
                    <a:pt x="490022" y="11012"/>
                  </a:moveTo>
                  <a:lnTo>
                    <a:pt x="398662" y="11012"/>
                  </a:lnTo>
                  <a:lnTo>
                    <a:pt x="398662" y="0"/>
                  </a:lnTo>
                  <a:lnTo>
                    <a:pt x="490022" y="0"/>
                  </a:lnTo>
                  <a:lnTo>
                    <a:pt x="490022" y="11012"/>
                  </a:lnTo>
                  <a:close/>
                </a:path>
                <a:path w="2918459" h="1440179">
                  <a:moveTo>
                    <a:pt x="362669" y="11012"/>
                  </a:moveTo>
                  <a:lnTo>
                    <a:pt x="351595" y="11012"/>
                  </a:lnTo>
                  <a:lnTo>
                    <a:pt x="351595" y="0"/>
                  </a:lnTo>
                  <a:lnTo>
                    <a:pt x="362669" y="0"/>
                  </a:lnTo>
                  <a:lnTo>
                    <a:pt x="362669" y="11012"/>
                  </a:lnTo>
                  <a:close/>
                </a:path>
                <a:path w="2918459" h="1440179">
                  <a:moveTo>
                    <a:pt x="318376" y="11012"/>
                  </a:moveTo>
                  <a:lnTo>
                    <a:pt x="224247" y="11012"/>
                  </a:lnTo>
                  <a:lnTo>
                    <a:pt x="224247" y="0"/>
                  </a:lnTo>
                  <a:lnTo>
                    <a:pt x="318376" y="0"/>
                  </a:lnTo>
                  <a:lnTo>
                    <a:pt x="318376" y="11012"/>
                  </a:lnTo>
                  <a:close/>
                </a:path>
                <a:path w="2918459" h="1440179">
                  <a:moveTo>
                    <a:pt x="191023" y="11012"/>
                  </a:moveTo>
                  <a:lnTo>
                    <a:pt x="179949" y="11012"/>
                  </a:lnTo>
                  <a:lnTo>
                    <a:pt x="179949" y="0"/>
                  </a:lnTo>
                  <a:lnTo>
                    <a:pt x="191023" y="0"/>
                  </a:lnTo>
                  <a:lnTo>
                    <a:pt x="191023" y="11012"/>
                  </a:lnTo>
                  <a:close/>
                </a:path>
                <a:path w="2918459" h="1440179">
                  <a:moveTo>
                    <a:pt x="143958" y="11012"/>
                  </a:moveTo>
                  <a:lnTo>
                    <a:pt x="52598" y="11012"/>
                  </a:lnTo>
                  <a:lnTo>
                    <a:pt x="52598" y="0"/>
                  </a:lnTo>
                  <a:lnTo>
                    <a:pt x="143958" y="0"/>
                  </a:lnTo>
                  <a:lnTo>
                    <a:pt x="143958" y="11012"/>
                  </a:lnTo>
                  <a:close/>
                </a:path>
                <a:path w="2918459" h="1440179">
                  <a:moveTo>
                    <a:pt x="16610" y="11015"/>
                  </a:moveTo>
                  <a:lnTo>
                    <a:pt x="5534" y="11015"/>
                  </a:lnTo>
                  <a:lnTo>
                    <a:pt x="11073" y="5506"/>
                  </a:lnTo>
                  <a:lnTo>
                    <a:pt x="0" y="5506"/>
                  </a:lnTo>
                  <a:lnTo>
                    <a:pt x="0" y="0"/>
                  </a:lnTo>
                  <a:lnTo>
                    <a:pt x="16610" y="0"/>
                  </a:lnTo>
                  <a:lnTo>
                    <a:pt x="16610" y="110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160727" y="1921136"/>
              <a:ext cx="2918460" cy="1440180"/>
            </a:xfrm>
            <a:custGeom>
              <a:avLst/>
              <a:gdLst/>
              <a:ahLst/>
              <a:cxnLst/>
              <a:rect l="l" t="t" r="r" b="b"/>
              <a:pathLst>
                <a:path w="2918459" h="1440179">
                  <a:moveTo>
                    <a:pt x="2912452" y="11012"/>
                  </a:moveTo>
                  <a:lnTo>
                    <a:pt x="2821092" y="11012"/>
                  </a:lnTo>
                  <a:lnTo>
                    <a:pt x="2821092" y="0"/>
                  </a:lnTo>
                  <a:lnTo>
                    <a:pt x="2912452" y="0"/>
                  </a:lnTo>
                  <a:lnTo>
                    <a:pt x="2912452" y="11012"/>
                  </a:lnTo>
                  <a:close/>
                </a:path>
                <a:path w="2918459" h="1440179">
                  <a:moveTo>
                    <a:pt x="2785101" y="11012"/>
                  </a:moveTo>
                  <a:lnTo>
                    <a:pt x="2774027" y="11012"/>
                  </a:lnTo>
                  <a:lnTo>
                    <a:pt x="2774027" y="0"/>
                  </a:lnTo>
                  <a:lnTo>
                    <a:pt x="2785101" y="0"/>
                  </a:lnTo>
                  <a:lnTo>
                    <a:pt x="2785101" y="11012"/>
                  </a:lnTo>
                  <a:close/>
                </a:path>
                <a:path w="2918459" h="1440179">
                  <a:moveTo>
                    <a:pt x="2740805" y="11012"/>
                  </a:moveTo>
                  <a:lnTo>
                    <a:pt x="2646677" y="11012"/>
                  </a:lnTo>
                  <a:lnTo>
                    <a:pt x="2646677" y="0"/>
                  </a:lnTo>
                  <a:lnTo>
                    <a:pt x="2740805" y="0"/>
                  </a:lnTo>
                  <a:lnTo>
                    <a:pt x="2740805" y="11012"/>
                  </a:lnTo>
                  <a:close/>
                </a:path>
                <a:path w="2918459" h="1440179">
                  <a:moveTo>
                    <a:pt x="2613455" y="11012"/>
                  </a:moveTo>
                  <a:lnTo>
                    <a:pt x="2602381" y="11012"/>
                  </a:lnTo>
                  <a:lnTo>
                    <a:pt x="2602381" y="0"/>
                  </a:lnTo>
                  <a:lnTo>
                    <a:pt x="2613455" y="0"/>
                  </a:lnTo>
                  <a:lnTo>
                    <a:pt x="2613455" y="11012"/>
                  </a:lnTo>
                  <a:close/>
                </a:path>
                <a:path w="2918459" h="1440179">
                  <a:moveTo>
                    <a:pt x="2566390" y="11012"/>
                  </a:moveTo>
                  <a:lnTo>
                    <a:pt x="2475030" y="11012"/>
                  </a:lnTo>
                  <a:lnTo>
                    <a:pt x="2475030" y="0"/>
                  </a:lnTo>
                  <a:lnTo>
                    <a:pt x="2566390" y="0"/>
                  </a:lnTo>
                  <a:lnTo>
                    <a:pt x="2566390" y="11012"/>
                  </a:lnTo>
                  <a:close/>
                </a:path>
                <a:path w="2918459" h="1440179">
                  <a:moveTo>
                    <a:pt x="2439040" y="11012"/>
                  </a:moveTo>
                  <a:lnTo>
                    <a:pt x="2427966" y="11012"/>
                  </a:lnTo>
                  <a:lnTo>
                    <a:pt x="2427966" y="0"/>
                  </a:lnTo>
                  <a:lnTo>
                    <a:pt x="2439040" y="0"/>
                  </a:lnTo>
                  <a:lnTo>
                    <a:pt x="2439040" y="11012"/>
                  </a:lnTo>
                  <a:close/>
                </a:path>
                <a:path w="2918459" h="1440179">
                  <a:moveTo>
                    <a:pt x="2394744" y="11012"/>
                  </a:moveTo>
                  <a:lnTo>
                    <a:pt x="2300615" y="11012"/>
                  </a:lnTo>
                  <a:lnTo>
                    <a:pt x="2300615" y="0"/>
                  </a:lnTo>
                  <a:lnTo>
                    <a:pt x="2394744" y="0"/>
                  </a:lnTo>
                  <a:lnTo>
                    <a:pt x="2394744" y="11012"/>
                  </a:lnTo>
                  <a:close/>
                </a:path>
                <a:path w="2918459" h="1440179">
                  <a:moveTo>
                    <a:pt x="2267393" y="11012"/>
                  </a:moveTo>
                  <a:lnTo>
                    <a:pt x="2256319" y="11012"/>
                  </a:lnTo>
                  <a:lnTo>
                    <a:pt x="2256319" y="0"/>
                  </a:lnTo>
                  <a:lnTo>
                    <a:pt x="2267393" y="0"/>
                  </a:lnTo>
                  <a:lnTo>
                    <a:pt x="2267393" y="11012"/>
                  </a:lnTo>
                  <a:close/>
                </a:path>
                <a:path w="2918459" h="1440179">
                  <a:moveTo>
                    <a:pt x="2220329" y="11012"/>
                  </a:moveTo>
                  <a:lnTo>
                    <a:pt x="2128969" y="11012"/>
                  </a:lnTo>
                  <a:lnTo>
                    <a:pt x="2128969" y="0"/>
                  </a:lnTo>
                  <a:lnTo>
                    <a:pt x="2220329" y="0"/>
                  </a:lnTo>
                  <a:lnTo>
                    <a:pt x="2220329" y="11012"/>
                  </a:lnTo>
                  <a:close/>
                </a:path>
                <a:path w="2918459" h="1440179">
                  <a:moveTo>
                    <a:pt x="2092978" y="11012"/>
                  </a:moveTo>
                  <a:lnTo>
                    <a:pt x="2081905" y="11012"/>
                  </a:lnTo>
                  <a:lnTo>
                    <a:pt x="2081905" y="0"/>
                  </a:lnTo>
                  <a:lnTo>
                    <a:pt x="2092978" y="0"/>
                  </a:lnTo>
                  <a:lnTo>
                    <a:pt x="2092978" y="11012"/>
                  </a:lnTo>
                  <a:close/>
                </a:path>
                <a:path w="2918459" h="1440179">
                  <a:moveTo>
                    <a:pt x="2048683" y="11012"/>
                  </a:moveTo>
                  <a:lnTo>
                    <a:pt x="1954554" y="11012"/>
                  </a:lnTo>
                  <a:lnTo>
                    <a:pt x="1954554" y="0"/>
                  </a:lnTo>
                  <a:lnTo>
                    <a:pt x="2048683" y="0"/>
                  </a:lnTo>
                  <a:lnTo>
                    <a:pt x="2048683" y="11012"/>
                  </a:lnTo>
                  <a:close/>
                </a:path>
                <a:path w="2918459" h="1440179">
                  <a:moveTo>
                    <a:pt x="1921332" y="11012"/>
                  </a:moveTo>
                  <a:lnTo>
                    <a:pt x="1910258" y="11012"/>
                  </a:lnTo>
                  <a:lnTo>
                    <a:pt x="1910258" y="0"/>
                  </a:lnTo>
                  <a:lnTo>
                    <a:pt x="1921332" y="0"/>
                  </a:lnTo>
                  <a:lnTo>
                    <a:pt x="1921332" y="11012"/>
                  </a:lnTo>
                  <a:close/>
                </a:path>
                <a:path w="2918459" h="1440179">
                  <a:moveTo>
                    <a:pt x="1874268" y="11012"/>
                  </a:moveTo>
                  <a:lnTo>
                    <a:pt x="1782908" y="11012"/>
                  </a:lnTo>
                  <a:lnTo>
                    <a:pt x="1782908" y="0"/>
                  </a:lnTo>
                  <a:lnTo>
                    <a:pt x="1874268" y="0"/>
                  </a:lnTo>
                  <a:lnTo>
                    <a:pt x="1874268" y="11012"/>
                  </a:lnTo>
                  <a:close/>
                </a:path>
                <a:path w="2918459" h="1440179">
                  <a:moveTo>
                    <a:pt x="1746917" y="11012"/>
                  </a:moveTo>
                  <a:lnTo>
                    <a:pt x="1735843" y="11012"/>
                  </a:lnTo>
                  <a:lnTo>
                    <a:pt x="1735843" y="0"/>
                  </a:lnTo>
                  <a:lnTo>
                    <a:pt x="1746917" y="0"/>
                  </a:lnTo>
                  <a:lnTo>
                    <a:pt x="1746917" y="11012"/>
                  </a:lnTo>
                  <a:close/>
                </a:path>
                <a:path w="2918459" h="1440179">
                  <a:moveTo>
                    <a:pt x="1702621" y="11012"/>
                  </a:moveTo>
                  <a:lnTo>
                    <a:pt x="1608493" y="11012"/>
                  </a:lnTo>
                  <a:lnTo>
                    <a:pt x="1608493" y="0"/>
                  </a:lnTo>
                  <a:lnTo>
                    <a:pt x="1702621" y="0"/>
                  </a:lnTo>
                  <a:lnTo>
                    <a:pt x="1702621" y="11012"/>
                  </a:lnTo>
                  <a:close/>
                </a:path>
                <a:path w="2918459" h="1440179">
                  <a:moveTo>
                    <a:pt x="1575271" y="11012"/>
                  </a:moveTo>
                  <a:lnTo>
                    <a:pt x="1564197" y="11012"/>
                  </a:lnTo>
                  <a:lnTo>
                    <a:pt x="1564197" y="0"/>
                  </a:lnTo>
                  <a:lnTo>
                    <a:pt x="1575271" y="0"/>
                  </a:lnTo>
                  <a:lnTo>
                    <a:pt x="1575271" y="11012"/>
                  </a:lnTo>
                  <a:close/>
                </a:path>
                <a:path w="2918459" h="1440179">
                  <a:moveTo>
                    <a:pt x="1528206" y="11012"/>
                  </a:moveTo>
                  <a:lnTo>
                    <a:pt x="1436846" y="11012"/>
                  </a:lnTo>
                  <a:lnTo>
                    <a:pt x="1436846" y="0"/>
                  </a:lnTo>
                  <a:lnTo>
                    <a:pt x="1528206" y="0"/>
                  </a:lnTo>
                  <a:lnTo>
                    <a:pt x="1528206" y="11012"/>
                  </a:lnTo>
                  <a:close/>
                </a:path>
                <a:path w="2918459" h="1440179">
                  <a:moveTo>
                    <a:pt x="1400856" y="11012"/>
                  </a:moveTo>
                  <a:lnTo>
                    <a:pt x="1389782" y="11012"/>
                  </a:lnTo>
                  <a:lnTo>
                    <a:pt x="1389782" y="0"/>
                  </a:lnTo>
                  <a:lnTo>
                    <a:pt x="1400856" y="0"/>
                  </a:lnTo>
                  <a:lnTo>
                    <a:pt x="1400856" y="11012"/>
                  </a:lnTo>
                  <a:close/>
                </a:path>
                <a:path w="2918459" h="1440179">
                  <a:moveTo>
                    <a:pt x="1356560" y="11012"/>
                  </a:moveTo>
                  <a:lnTo>
                    <a:pt x="1262431" y="11012"/>
                  </a:lnTo>
                  <a:lnTo>
                    <a:pt x="1262431" y="0"/>
                  </a:lnTo>
                  <a:lnTo>
                    <a:pt x="1356560" y="0"/>
                  </a:lnTo>
                  <a:lnTo>
                    <a:pt x="1356560" y="11012"/>
                  </a:lnTo>
                  <a:close/>
                </a:path>
                <a:path w="2918459" h="1440179">
                  <a:moveTo>
                    <a:pt x="1229209" y="11012"/>
                  </a:moveTo>
                  <a:lnTo>
                    <a:pt x="1218135" y="11012"/>
                  </a:lnTo>
                  <a:lnTo>
                    <a:pt x="1218135" y="0"/>
                  </a:lnTo>
                  <a:lnTo>
                    <a:pt x="1229209" y="0"/>
                  </a:lnTo>
                  <a:lnTo>
                    <a:pt x="1229209" y="11012"/>
                  </a:lnTo>
                  <a:close/>
                </a:path>
                <a:path w="2918459" h="1440179">
                  <a:moveTo>
                    <a:pt x="1182145" y="11012"/>
                  </a:moveTo>
                  <a:lnTo>
                    <a:pt x="1090785" y="11012"/>
                  </a:lnTo>
                  <a:lnTo>
                    <a:pt x="1090785" y="0"/>
                  </a:lnTo>
                  <a:lnTo>
                    <a:pt x="1182145" y="0"/>
                  </a:lnTo>
                  <a:lnTo>
                    <a:pt x="1182145" y="11012"/>
                  </a:lnTo>
                  <a:close/>
                </a:path>
                <a:path w="2918459" h="1440179">
                  <a:moveTo>
                    <a:pt x="1054794" y="11012"/>
                  </a:moveTo>
                  <a:lnTo>
                    <a:pt x="1043721" y="11012"/>
                  </a:lnTo>
                  <a:lnTo>
                    <a:pt x="1043721" y="0"/>
                  </a:lnTo>
                  <a:lnTo>
                    <a:pt x="1054794" y="0"/>
                  </a:lnTo>
                  <a:lnTo>
                    <a:pt x="1054794" y="11012"/>
                  </a:lnTo>
                  <a:close/>
                </a:path>
                <a:path w="2918459" h="1440179">
                  <a:moveTo>
                    <a:pt x="1010499" y="11012"/>
                  </a:moveTo>
                  <a:lnTo>
                    <a:pt x="916370" y="11012"/>
                  </a:lnTo>
                  <a:lnTo>
                    <a:pt x="916370" y="0"/>
                  </a:lnTo>
                  <a:lnTo>
                    <a:pt x="1010499" y="0"/>
                  </a:lnTo>
                  <a:lnTo>
                    <a:pt x="1010499" y="11012"/>
                  </a:lnTo>
                  <a:close/>
                </a:path>
                <a:path w="2918459" h="1440179">
                  <a:moveTo>
                    <a:pt x="883148" y="11012"/>
                  </a:moveTo>
                  <a:lnTo>
                    <a:pt x="872074" y="11012"/>
                  </a:lnTo>
                  <a:lnTo>
                    <a:pt x="872074" y="0"/>
                  </a:lnTo>
                  <a:lnTo>
                    <a:pt x="883148" y="0"/>
                  </a:lnTo>
                  <a:lnTo>
                    <a:pt x="883148" y="11012"/>
                  </a:lnTo>
                  <a:close/>
                </a:path>
                <a:path w="2918459" h="1440179">
                  <a:moveTo>
                    <a:pt x="836084" y="11012"/>
                  </a:moveTo>
                  <a:lnTo>
                    <a:pt x="744724" y="11012"/>
                  </a:lnTo>
                  <a:lnTo>
                    <a:pt x="744724" y="0"/>
                  </a:lnTo>
                  <a:lnTo>
                    <a:pt x="836084" y="0"/>
                  </a:lnTo>
                  <a:lnTo>
                    <a:pt x="836084" y="11012"/>
                  </a:lnTo>
                  <a:close/>
                </a:path>
                <a:path w="2918459" h="1440179">
                  <a:moveTo>
                    <a:pt x="708733" y="11012"/>
                  </a:moveTo>
                  <a:lnTo>
                    <a:pt x="697659" y="11012"/>
                  </a:lnTo>
                  <a:lnTo>
                    <a:pt x="697659" y="0"/>
                  </a:lnTo>
                  <a:lnTo>
                    <a:pt x="708733" y="0"/>
                  </a:lnTo>
                  <a:lnTo>
                    <a:pt x="708733" y="11012"/>
                  </a:lnTo>
                  <a:close/>
                </a:path>
                <a:path w="2918459" h="1440179">
                  <a:moveTo>
                    <a:pt x="664437" y="11012"/>
                  </a:moveTo>
                  <a:lnTo>
                    <a:pt x="570309" y="11012"/>
                  </a:lnTo>
                  <a:lnTo>
                    <a:pt x="570309" y="0"/>
                  </a:lnTo>
                  <a:lnTo>
                    <a:pt x="664437" y="0"/>
                  </a:lnTo>
                  <a:lnTo>
                    <a:pt x="664437" y="11012"/>
                  </a:lnTo>
                  <a:close/>
                </a:path>
                <a:path w="2918459" h="1440179">
                  <a:moveTo>
                    <a:pt x="537087" y="11012"/>
                  </a:moveTo>
                  <a:lnTo>
                    <a:pt x="526013" y="11012"/>
                  </a:lnTo>
                  <a:lnTo>
                    <a:pt x="526013" y="0"/>
                  </a:lnTo>
                  <a:lnTo>
                    <a:pt x="537087" y="0"/>
                  </a:lnTo>
                  <a:lnTo>
                    <a:pt x="537087" y="11012"/>
                  </a:lnTo>
                  <a:close/>
                </a:path>
                <a:path w="2918459" h="1440179">
                  <a:moveTo>
                    <a:pt x="490022" y="11012"/>
                  </a:moveTo>
                  <a:lnTo>
                    <a:pt x="398662" y="11012"/>
                  </a:lnTo>
                  <a:lnTo>
                    <a:pt x="398662" y="0"/>
                  </a:lnTo>
                  <a:lnTo>
                    <a:pt x="490022" y="0"/>
                  </a:lnTo>
                  <a:lnTo>
                    <a:pt x="490022" y="11012"/>
                  </a:lnTo>
                  <a:close/>
                </a:path>
                <a:path w="2918459" h="1440179">
                  <a:moveTo>
                    <a:pt x="362672" y="11012"/>
                  </a:moveTo>
                  <a:lnTo>
                    <a:pt x="351598" y="11012"/>
                  </a:lnTo>
                  <a:lnTo>
                    <a:pt x="351598" y="0"/>
                  </a:lnTo>
                  <a:lnTo>
                    <a:pt x="362672" y="0"/>
                  </a:lnTo>
                  <a:lnTo>
                    <a:pt x="362672" y="11012"/>
                  </a:lnTo>
                  <a:close/>
                </a:path>
                <a:path w="2918459" h="1440179">
                  <a:moveTo>
                    <a:pt x="318376" y="11012"/>
                  </a:moveTo>
                  <a:lnTo>
                    <a:pt x="224247" y="11012"/>
                  </a:lnTo>
                  <a:lnTo>
                    <a:pt x="224247" y="0"/>
                  </a:lnTo>
                  <a:lnTo>
                    <a:pt x="318376" y="0"/>
                  </a:lnTo>
                  <a:lnTo>
                    <a:pt x="318376" y="11012"/>
                  </a:lnTo>
                  <a:close/>
                </a:path>
                <a:path w="2918459" h="1440179">
                  <a:moveTo>
                    <a:pt x="191025" y="11012"/>
                  </a:moveTo>
                  <a:lnTo>
                    <a:pt x="179951" y="11012"/>
                  </a:lnTo>
                  <a:lnTo>
                    <a:pt x="179951" y="0"/>
                  </a:lnTo>
                  <a:lnTo>
                    <a:pt x="191025" y="0"/>
                  </a:lnTo>
                  <a:lnTo>
                    <a:pt x="191025" y="11012"/>
                  </a:lnTo>
                  <a:close/>
                </a:path>
                <a:path w="2918459" h="1440179">
                  <a:moveTo>
                    <a:pt x="143961" y="11012"/>
                  </a:moveTo>
                  <a:lnTo>
                    <a:pt x="52601" y="11012"/>
                  </a:lnTo>
                  <a:lnTo>
                    <a:pt x="52601" y="0"/>
                  </a:lnTo>
                  <a:lnTo>
                    <a:pt x="143961" y="0"/>
                  </a:lnTo>
                  <a:lnTo>
                    <a:pt x="143961" y="11012"/>
                  </a:lnTo>
                  <a:close/>
                </a:path>
                <a:path w="2918459" h="1440179">
                  <a:moveTo>
                    <a:pt x="16610" y="11012"/>
                  </a:moveTo>
                  <a:lnTo>
                    <a:pt x="5536" y="11012"/>
                  </a:lnTo>
                  <a:lnTo>
                    <a:pt x="11073" y="5506"/>
                  </a:lnTo>
                  <a:lnTo>
                    <a:pt x="0" y="5506"/>
                  </a:lnTo>
                  <a:lnTo>
                    <a:pt x="0" y="0"/>
                  </a:lnTo>
                  <a:lnTo>
                    <a:pt x="16610" y="0"/>
                  </a:lnTo>
                  <a:lnTo>
                    <a:pt x="16610" y="11012"/>
                  </a:lnTo>
                  <a:close/>
                </a:path>
                <a:path w="2918459" h="1440179">
                  <a:moveTo>
                    <a:pt x="11073" y="132147"/>
                  </a:moveTo>
                  <a:lnTo>
                    <a:pt x="0" y="132147"/>
                  </a:lnTo>
                  <a:lnTo>
                    <a:pt x="0" y="38543"/>
                  </a:lnTo>
                  <a:lnTo>
                    <a:pt x="11073" y="38543"/>
                  </a:lnTo>
                  <a:lnTo>
                    <a:pt x="11073" y="132147"/>
                  </a:lnTo>
                  <a:close/>
                </a:path>
                <a:path w="2918459" h="1440179">
                  <a:moveTo>
                    <a:pt x="11073" y="176196"/>
                  </a:moveTo>
                  <a:lnTo>
                    <a:pt x="0" y="176196"/>
                  </a:lnTo>
                  <a:lnTo>
                    <a:pt x="0" y="165184"/>
                  </a:lnTo>
                  <a:lnTo>
                    <a:pt x="11073" y="165184"/>
                  </a:lnTo>
                  <a:lnTo>
                    <a:pt x="11073" y="176196"/>
                  </a:lnTo>
                  <a:close/>
                </a:path>
                <a:path w="2918459" h="1440179">
                  <a:moveTo>
                    <a:pt x="11073" y="302838"/>
                  </a:moveTo>
                  <a:lnTo>
                    <a:pt x="0" y="302838"/>
                  </a:lnTo>
                  <a:lnTo>
                    <a:pt x="0" y="211986"/>
                  </a:lnTo>
                  <a:lnTo>
                    <a:pt x="11073" y="211986"/>
                  </a:lnTo>
                  <a:lnTo>
                    <a:pt x="11073" y="302838"/>
                  </a:lnTo>
                  <a:close/>
                </a:path>
                <a:path w="2918459" h="1440179">
                  <a:moveTo>
                    <a:pt x="11073" y="349640"/>
                  </a:moveTo>
                  <a:lnTo>
                    <a:pt x="0" y="349640"/>
                  </a:lnTo>
                  <a:lnTo>
                    <a:pt x="0" y="338628"/>
                  </a:lnTo>
                  <a:lnTo>
                    <a:pt x="11073" y="338628"/>
                  </a:lnTo>
                  <a:lnTo>
                    <a:pt x="11073" y="349640"/>
                  </a:lnTo>
                  <a:close/>
                </a:path>
                <a:path w="2918459" h="1440179">
                  <a:moveTo>
                    <a:pt x="11073" y="476282"/>
                  </a:moveTo>
                  <a:lnTo>
                    <a:pt x="0" y="476282"/>
                  </a:lnTo>
                  <a:lnTo>
                    <a:pt x="0" y="382677"/>
                  </a:lnTo>
                  <a:lnTo>
                    <a:pt x="11073" y="382677"/>
                  </a:lnTo>
                  <a:lnTo>
                    <a:pt x="11073" y="476282"/>
                  </a:lnTo>
                  <a:close/>
                </a:path>
                <a:path w="2918459" h="1440179">
                  <a:moveTo>
                    <a:pt x="11073" y="520331"/>
                  </a:moveTo>
                  <a:lnTo>
                    <a:pt x="0" y="520331"/>
                  </a:lnTo>
                  <a:lnTo>
                    <a:pt x="0" y="509319"/>
                  </a:lnTo>
                  <a:lnTo>
                    <a:pt x="11073" y="509319"/>
                  </a:lnTo>
                  <a:lnTo>
                    <a:pt x="11073" y="520331"/>
                  </a:lnTo>
                  <a:close/>
                </a:path>
                <a:path w="2918459" h="1440179">
                  <a:moveTo>
                    <a:pt x="11073" y="646973"/>
                  </a:moveTo>
                  <a:lnTo>
                    <a:pt x="0" y="646973"/>
                  </a:lnTo>
                  <a:lnTo>
                    <a:pt x="0" y="556121"/>
                  </a:lnTo>
                  <a:lnTo>
                    <a:pt x="11073" y="556121"/>
                  </a:lnTo>
                  <a:lnTo>
                    <a:pt x="11073" y="646973"/>
                  </a:lnTo>
                  <a:close/>
                </a:path>
                <a:path w="2918459" h="1440179">
                  <a:moveTo>
                    <a:pt x="11073" y="693775"/>
                  </a:moveTo>
                  <a:lnTo>
                    <a:pt x="0" y="693775"/>
                  </a:lnTo>
                  <a:lnTo>
                    <a:pt x="0" y="682763"/>
                  </a:lnTo>
                  <a:lnTo>
                    <a:pt x="11073" y="682763"/>
                  </a:lnTo>
                  <a:lnTo>
                    <a:pt x="11073" y="693775"/>
                  </a:lnTo>
                  <a:close/>
                </a:path>
                <a:path w="2918459" h="1440179">
                  <a:moveTo>
                    <a:pt x="11073" y="820416"/>
                  </a:moveTo>
                  <a:lnTo>
                    <a:pt x="0" y="820416"/>
                  </a:lnTo>
                  <a:lnTo>
                    <a:pt x="0" y="726812"/>
                  </a:lnTo>
                  <a:lnTo>
                    <a:pt x="11073" y="726812"/>
                  </a:lnTo>
                  <a:lnTo>
                    <a:pt x="11073" y="820416"/>
                  </a:lnTo>
                  <a:close/>
                </a:path>
                <a:path w="2918459" h="1440179">
                  <a:moveTo>
                    <a:pt x="11073" y="864466"/>
                  </a:moveTo>
                  <a:lnTo>
                    <a:pt x="0" y="864466"/>
                  </a:lnTo>
                  <a:lnTo>
                    <a:pt x="0" y="853453"/>
                  </a:lnTo>
                  <a:lnTo>
                    <a:pt x="11073" y="853453"/>
                  </a:lnTo>
                  <a:lnTo>
                    <a:pt x="11073" y="864466"/>
                  </a:lnTo>
                  <a:close/>
                </a:path>
                <a:path w="2918459" h="1440179">
                  <a:moveTo>
                    <a:pt x="11073" y="991107"/>
                  </a:moveTo>
                  <a:lnTo>
                    <a:pt x="0" y="991107"/>
                  </a:lnTo>
                  <a:lnTo>
                    <a:pt x="0" y="900256"/>
                  </a:lnTo>
                  <a:lnTo>
                    <a:pt x="11073" y="900256"/>
                  </a:lnTo>
                  <a:lnTo>
                    <a:pt x="11073" y="991107"/>
                  </a:lnTo>
                  <a:close/>
                </a:path>
                <a:path w="2918459" h="1440179">
                  <a:moveTo>
                    <a:pt x="11073" y="1037909"/>
                  </a:moveTo>
                  <a:lnTo>
                    <a:pt x="0" y="1037909"/>
                  </a:lnTo>
                  <a:lnTo>
                    <a:pt x="0" y="1026897"/>
                  </a:lnTo>
                  <a:lnTo>
                    <a:pt x="11073" y="1026897"/>
                  </a:lnTo>
                  <a:lnTo>
                    <a:pt x="11073" y="1037909"/>
                  </a:lnTo>
                  <a:close/>
                </a:path>
                <a:path w="2918459" h="1440179">
                  <a:moveTo>
                    <a:pt x="11073" y="1164551"/>
                  </a:moveTo>
                  <a:lnTo>
                    <a:pt x="0" y="1164551"/>
                  </a:lnTo>
                  <a:lnTo>
                    <a:pt x="0" y="1070946"/>
                  </a:lnTo>
                  <a:lnTo>
                    <a:pt x="11073" y="1070946"/>
                  </a:lnTo>
                  <a:lnTo>
                    <a:pt x="11073" y="1164551"/>
                  </a:lnTo>
                  <a:close/>
                </a:path>
                <a:path w="2918459" h="1440179">
                  <a:moveTo>
                    <a:pt x="11073" y="1208600"/>
                  </a:moveTo>
                  <a:lnTo>
                    <a:pt x="0" y="1208600"/>
                  </a:lnTo>
                  <a:lnTo>
                    <a:pt x="0" y="1197588"/>
                  </a:lnTo>
                  <a:lnTo>
                    <a:pt x="11073" y="1197588"/>
                  </a:lnTo>
                  <a:lnTo>
                    <a:pt x="11073" y="1208600"/>
                  </a:lnTo>
                  <a:close/>
                </a:path>
                <a:path w="2918459" h="1440179">
                  <a:moveTo>
                    <a:pt x="11073" y="1335242"/>
                  </a:moveTo>
                  <a:lnTo>
                    <a:pt x="0" y="1335242"/>
                  </a:lnTo>
                  <a:lnTo>
                    <a:pt x="0" y="1244390"/>
                  </a:lnTo>
                  <a:lnTo>
                    <a:pt x="11073" y="1244390"/>
                  </a:lnTo>
                  <a:lnTo>
                    <a:pt x="11073" y="1335242"/>
                  </a:lnTo>
                  <a:close/>
                </a:path>
                <a:path w="2918459" h="1440179">
                  <a:moveTo>
                    <a:pt x="11073" y="1382044"/>
                  </a:moveTo>
                  <a:lnTo>
                    <a:pt x="0" y="1382044"/>
                  </a:lnTo>
                  <a:lnTo>
                    <a:pt x="0" y="1371032"/>
                  </a:lnTo>
                  <a:lnTo>
                    <a:pt x="11073" y="1371032"/>
                  </a:lnTo>
                  <a:lnTo>
                    <a:pt x="11073" y="1382044"/>
                  </a:lnTo>
                  <a:close/>
                </a:path>
                <a:path w="2918459" h="1440179">
                  <a:moveTo>
                    <a:pt x="11073" y="1415081"/>
                  </a:moveTo>
                  <a:lnTo>
                    <a:pt x="11073" y="1434352"/>
                  </a:lnTo>
                  <a:lnTo>
                    <a:pt x="5536" y="1428846"/>
                  </a:lnTo>
                  <a:lnTo>
                    <a:pt x="80286" y="1428846"/>
                  </a:lnTo>
                  <a:lnTo>
                    <a:pt x="80286" y="1439859"/>
                  </a:lnTo>
                  <a:lnTo>
                    <a:pt x="0" y="1439859"/>
                  </a:lnTo>
                  <a:lnTo>
                    <a:pt x="0" y="1415081"/>
                  </a:lnTo>
                  <a:lnTo>
                    <a:pt x="11073" y="1415081"/>
                  </a:lnTo>
                  <a:close/>
                </a:path>
                <a:path w="2918459" h="1440179">
                  <a:moveTo>
                    <a:pt x="113508" y="1428846"/>
                  </a:moveTo>
                  <a:lnTo>
                    <a:pt x="127350" y="1428846"/>
                  </a:lnTo>
                  <a:lnTo>
                    <a:pt x="127350" y="1439859"/>
                  </a:lnTo>
                  <a:lnTo>
                    <a:pt x="113508" y="1439859"/>
                  </a:lnTo>
                  <a:lnTo>
                    <a:pt x="113508" y="1428846"/>
                  </a:lnTo>
                  <a:close/>
                </a:path>
                <a:path w="2918459" h="1440179">
                  <a:moveTo>
                    <a:pt x="160572" y="1428846"/>
                  </a:moveTo>
                  <a:lnTo>
                    <a:pt x="251932" y="1428846"/>
                  </a:lnTo>
                  <a:lnTo>
                    <a:pt x="251932" y="1439859"/>
                  </a:lnTo>
                  <a:lnTo>
                    <a:pt x="160572" y="1439859"/>
                  </a:lnTo>
                  <a:lnTo>
                    <a:pt x="160572" y="1428846"/>
                  </a:lnTo>
                  <a:close/>
                </a:path>
                <a:path w="2918459" h="1440179">
                  <a:moveTo>
                    <a:pt x="287923" y="1428846"/>
                  </a:moveTo>
                  <a:lnTo>
                    <a:pt x="298996" y="1428846"/>
                  </a:lnTo>
                  <a:lnTo>
                    <a:pt x="298996" y="1439859"/>
                  </a:lnTo>
                  <a:lnTo>
                    <a:pt x="287923" y="1439859"/>
                  </a:lnTo>
                  <a:lnTo>
                    <a:pt x="287923" y="1428846"/>
                  </a:lnTo>
                  <a:close/>
                </a:path>
                <a:path w="2918459" h="1440179">
                  <a:moveTo>
                    <a:pt x="334987" y="1428846"/>
                  </a:moveTo>
                  <a:lnTo>
                    <a:pt x="426347" y="1428846"/>
                  </a:lnTo>
                  <a:lnTo>
                    <a:pt x="426347" y="1439859"/>
                  </a:lnTo>
                  <a:lnTo>
                    <a:pt x="334987" y="1439859"/>
                  </a:lnTo>
                  <a:lnTo>
                    <a:pt x="334987" y="1428846"/>
                  </a:lnTo>
                  <a:close/>
                </a:path>
                <a:path w="2918459" h="1440179">
                  <a:moveTo>
                    <a:pt x="459569" y="1428846"/>
                  </a:moveTo>
                  <a:lnTo>
                    <a:pt x="473411" y="1428846"/>
                  </a:lnTo>
                  <a:lnTo>
                    <a:pt x="473411" y="1439859"/>
                  </a:lnTo>
                  <a:lnTo>
                    <a:pt x="459569" y="1439859"/>
                  </a:lnTo>
                  <a:lnTo>
                    <a:pt x="459569" y="1428846"/>
                  </a:lnTo>
                  <a:close/>
                </a:path>
                <a:path w="2918459" h="1440179">
                  <a:moveTo>
                    <a:pt x="506633" y="1428846"/>
                  </a:moveTo>
                  <a:lnTo>
                    <a:pt x="597993" y="1428846"/>
                  </a:lnTo>
                  <a:lnTo>
                    <a:pt x="597993" y="1439859"/>
                  </a:lnTo>
                  <a:lnTo>
                    <a:pt x="506633" y="1439859"/>
                  </a:lnTo>
                  <a:lnTo>
                    <a:pt x="506633" y="1428846"/>
                  </a:lnTo>
                  <a:close/>
                </a:path>
                <a:path w="2918459" h="1440179">
                  <a:moveTo>
                    <a:pt x="633984" y="1428846"/>
                  </a:moveTo>
                  <a:lnTo>
                    <a:pt x="645058" y="1428846"/>
                  </a:lnTo>
                  <a:lnTo>
                    <a:pt x="645058" y="1439859"/>
                  </a:lnTo>
                  <a:lnTo>
                    <a:pt x="633984" y="1439859"/>
                  </a:lnTo>
                  <a:lnTo>
                    <a:pt x="633984" y="1428846"/>
                  </a:lnTo>
                  <a:close/>
                </a:path>
                <a:path w="2918459" h="1440179">
                  <a:moveTo>
                    <a:pt x="681048" y="1428846"/>
                  </a:moveTo>
                  <a:lnTo>
                    <a:pt x="772408" y="1428846"/>
                  </a:lnTo>
                  <a:lnTo>
                    <a:pt x="772408" y="1439859"/>
                  </a:lnTo>
                  <a:lnTo>
                    <a:pt x="681048" y="1439859"/>
                  </a:lnTo>
                  <a:lnTo>
                    <a:pt x="681048" y="1428846"/>
                  </a:lnTo>
                  <a:close/>
                </a:path>
                <a:path w="2918459" h="1440179">
                  <a:moveTo>
                    <a:pt x="805630" y="1428846"/>
                  </a:moveTo>
                  <a:lnTo>
                    <a:pt x="819473" y="1428846"/>
                  </a:lnTo>
                  <a:lnTo>
                    <a:pt x="819473" y="1439859"/>
                  </a:lnTo>
                  <a:lnTo>
                    <a:pt x="805630" y="1439859"/>
                  </a:lnTo>
                  <a:lnTo>
                    <a:pt x="805630" y="1428846"/>
                  </a:lnTo>
                  <a:close/>
                </a:path>
                <a:path w="2918459" h="1440179">
                  <a:moveTo>
                    <a:pt x="852695" y="1428846"/>
                  </a:moveTo>
                  <a:lnTo>
                    <a:pt x="944055" y="1428846"/>
                  </a:lnTo>
                  <a:lnTo>
                    <a:pt x="944055" y="1439859"/>
                  </a:lnTo>
                  <a:lnTo>
                    <a:pt x="852695" y="1439859"/>
                  </a:lnTo>
                  <a:lnTo>
                    <a:pt x="852695" y="1428846"/>
                  </a:lnTo>
                  <a:close/>
                </a:path>
                <a:path w="2918459" h="1440179">
                  <a:moveTo>
                    <a:pt x="980045" y="1428846"/>
                  </a:moveTo>
                  <a:lnTo>
                    <a:pt x="991119" y="1428846"/>
                  </a:lnTo>
                  <a:lnTo>
                    <a:pt x="991119" y="1439859"/>
                  </a:lnTo>
                  <a:lnTo>
                    <a:pt x="980045" y="1439859"/>
                  </a:lnTo>
                  <a:lnTo>
                    <a:pt x="980045" y="1428846"/>
                  </a:lnTo>
                  <a:close/>
                </a:path>
                <a:path w="2918459" h="1440179">
                  <a:moveTo>
                    <a:pt x="1027110" y="1428846"/>
                  </a:moveTo>
                  <a:lnTo>
                    <a:pt x="1118470" y="1428846"/>
                  </a:lnTo>
                  <a:lnTo>
                    <a:pt x="1118470" y="1439859"/>
                  </a:lnTo>
                  <a:lnTo>
                    <a:pt x="1027110" y="1439859"/>
                  </a:lnTo>
                  <a:lnTo>
                    <a:pt x="1027110" y="1428846"/>
                  </a:lnTo>
                  <a:close/>
                </a:path>
                <a:path w="2918459" h="1440179">
                  <a:moveTo>
                    <a:pt x="1151692" y="1428846"/>
                  </a:moveTo>
                  <a:lnTo>
                    <a:pt x="1165534" y="1428846"/>
                  </a:lnTo>
                  <a:lnTo>
                    <a:pt x="1165534" y="1439859"/>
                  </a:lnTo>
                  <a:lnTo>
                    <a:pt x="1151692" y="1439859"/>
                  </a:lnTo>
                  <a:lnTo>
                    <a:pt x="1151692" y="1428846"/>
                  </a:lnTo>
                  <a:close/>
                </a:path>
                <a:path w="2918459" h="1440179">
                  <a:moveTo>
                    <a:pt x="1198756" y="1428846"/>
                  </a:moveTo>
                  <a:lnTo>
                    <a:pt x="1290116" y="1428846"/>
                  </a:lnTo>
                  <a:lnTo>
                    <a:pt x="1290116" y="1439859"/>
                  </a:lnTo>
                  <a:lnTo>
                    <a:pt x="1198756" y="1439859"/>
                  </a:lnTo>
                  <a:lnTo>
                    <a:pt x="1198756" y="1428846"/>
                  </a:lnTo>
                  <a:close/>
                </a:path>
                <a:path w="2918459" h="1440179">
                  <a:moveTo>
                    <a:pt x="1326107" y="1428846"/>
                  </a:moveTo>
                  <a:lnTo>
                    <a:pt x="1337181" y="1428846"/>
                  </a:lnTo>
                  <a:lnTo>
                    <a:pt x="1337181" y="1439859"/>
                  </a:lnTo>
                  <a:lnTo>
                    <a:pt x="1326107" y="1439859"/>
                  </a:lnTo>
                  <a:lnTo>
                    <a:pt x="1326107" y="1428846"/>
                  </a:lnTo>
                  <a:close/>
                </a:path>
                <a:path w="2918459" h="1440179">
                  <a:moveTo>
                    <a:pt x="1373171" y="1428846"/>
                  </a:moveTo>
                  <a:lnTo>
                    <a:pt x="1464531" y="1428846"/>
                  </a:lnTo>
                  <a:lnTo>
                    <a:pt x="1464531" y="1439859"/>
                  </a:lnTo>
                  <a:lnTo>
                    <a:pt x="1373171" y="1439859"/>
                  </a:lnTo>
                  <a:lnTo>
                    <a:pt x="1373171" y="1428846"/>
                  </a:lnTo>
                  <a:close/>
                </a:path>
                <a:path w="2918459" h="1440179">
                  <a:moveTo>
                    <a:pt x="1497753" y="1428846"/>
                  </a:moveTo>
                  <a:lnTo>
                    <a:pt x="1511595" y="1428846"/>
                  </a:lnTo>
                  <a:lnTo>
                    <a:pt x="1511595" y="1439859"/>
                  </a:lnTo>
                  <a:lnTo>
                    <a:pt x="1497753" y="1439859"/>
                  </a:lnTo>
                  <a:lnTo>
                    <a:pt x="1497753" y="1428846"/>
                  </a:lnTo>
                  <a:close/>
                </a:path>
                <a:path w="2918459" h="1440179">
                  <a:moveTo>
                    <a:pt x="1544817" y="1428846"/>
                  </a:moveTo>
                  <a:lnTo>
                    <a:pt x="1636178" y="1428846"/>
                  </a:lnTo>
                  <a:lnTo>
                    <a:pt x="1636178" y="1439859"/>
                  </a:lnTo>
                  <a:lnTo>
                    <a:pt x="1544817" y="1439859"/>
                  </a:lnTo>
                  <a:lnTo>
                    <a:pt x="1544817" y="1428846"/>
                  </a:lnTo>
                  <a:close/>
                </a:path>
                <a:path w="2918459" h="1440179">
                  <a:moveTo>
                    <a:pt x="1672168" y="1428846"/>
                  </a:moveTo>
                  <a:lnTo>
                    <a:pt x="1683242" y="1428846"/>
                  </a:lnTo>
                  <a:lnTo>
                    <a:pt x="1683242" y="1439859"/>
                  </a:lnTo>
                  <a:lnTo>
                    <a:pt x="1672168" y="1439859"/>
                  </a:lnTo>
                  <a:lnTo>
                    <a:pt x="1672168" y="1428846"/>
                  </a:lnTo>
                  <a:close/>
                </a:path>
                <a:path w="2918459" h="1440179">
                  <a:moveTo>
                    <a:pt x="1719232" y="1428846"/>
                  </a:moveTo>
                  <a:lnTo>
                    <a:pt x="1810592" y="1428846"/>
                  </a:lnTo>
                  <a:lnTo>
                    <a:pt x="1810592" y="1439859"/>
                  </a:lnTo>
                  <a:lnTo>
                    <a:pt x="1719232" y="1439859"/>
                  </a:lnTo>
                  <a:lnTo>
                    <a:pt x="1719232" y="1428846"/>
                  </a:lnTo>
                  <a:close/>
                </a:path>
                <a:path w="2918459" h="1440179">
                  <a:moveTo>
                    <a:pt x="1843814" y="1428846"/>
                  </a:moveTo>
                  <a:lnTo>
                    <a:pt x="1857657" y="1428846"/>
                  </a:lnTo>
                  <a:lnTo>
                    <a:pt x="1857657" y="1439859"/>
                  </a:lnTo>
                  <a:lnTo>
                    <a:pt x="1843814" y="1439859"/>
                  </a:lnTo>
                  <a:lnTo>
                    <a:pt x="1843814" y="1428846"/>
                  </a:lnTo>
                  <a:close/>
                </a:path>
                <a:path w="2918459" h="1440179">
                  <a:moveTo>
                    <a:pt x="1890879" y="1428846"/>
                  </a:moveTo>
                  <a:lnTo>
                    <a:pt x="1982239" y="1428846"/>
                  </a:lnTo>
                  <a:lnTo>
                    <a:pt x="1982239" y="1439859"/>
                  </a:lnTo>
                  <a:lnTo>
                    <a:pt x="1890879" y="1439859"/>
                  </a:lnTo>
                  <a:lnTo>
                    <a:pt x="1890879" y="1428846"/>
                  </a:lnTo>
                  <a:close/>
                </a:path>
                <a:path w="2918459" h="1440179">
                  <a:moveTo>
                    <a:pt x="2018229" y="1428846"/>
                  </a:moveTo>
                  <a:lnTo>
                    <a:pt x="2029303" y="1428846"/>
                  </a:lnTo>
                  <a:lnTo>
                    <a:pt x="2029303" y="1439859"/>
                  </a:lnTo>
                  <a:lnTo>
                    <a:pt x="2018229" y="1439859"/>
                  </a:lnTo>
                  <a:lnTo>
                    <a:pt x="2018229" y="1428846"/>
                  </a:lnTo>
                  <a:close/>
                </a:path>
                <a:path w="2918459" h="1440179">
                  <a:moveTo>
                    <a:pt x="2065294" y="1428846"/>
                  </a:moveTo>
                  <a:lnTo>
                    <a:pt x="2156654" y="1428846"/>
                  </a:lnTo>
                  <a:lnTo>
                    <a:pt x="2156654" y="1439859"/>
                  </a:lnTo>
                  <a:lnTo>
                    <a:pt x="2065294" y="1439859"/>
                  </a:lnTo>
                  <a:lnTo>
                    <a:pt x="2065294" y="1428846"/>
                  </a:lnTo>
                  <a:close/>
                </a:path>
                <a:path w="2918459" h="1440179">
                  <a:moveTo>
                    <a:pt x="2189876" y="1428846"/>
                  </a:moveTo>
                  <a:lnTo>
                    <a:pt x="2203718" y="1428846"/>
                  </a:lnTo>
                  <a:lnTo>
                    <a:pt x="2203718" y="1439859"/>
                  </a:lnTo>
                  <a:lnTo>
                    <a:pt x="2189876" y="1439859"/>
                  </a:lnTo>
                  <a:lnTo>
                    <a:pt x="2189876" y="1428846"/>
                  </a:lnTo>
                  <a:close/>
                </a:path>
                <a:path w="2918459" h="1440179">
                  <a:moveTo>
                    <a:pt x="2236940" y="1428846"/>
                  </a:moveTo>
                  <a:lnTo>
                    <a:pt x="2328300" y="1428846"/>
                  </a:lnTo>
                  <a:lnTo>
                    <a:pt x="2328300" y="1439859"/>
                  </a:lnTo>
                  <a:lnTo>
                    <a:pt x="2236940" y="1439859"/>
                  </a:lnTo>
                  <a:lnTo>
                    <a:pt x="2236940" y="1428846"/>
                  </a:lnTo>
                  <a:close/>
                </a:path>
                <a:path w="2918459" h="1440179">
                  <a:moveTo>
                    <a:pt x="2364291" y="1428846"/>
                  </a:moveTo>
                  <a:lnTo>
                    <a:pt x="2375365" y="1428846"/>
                  </a:lnTo>
                  <a:lnTo>
                    <a:pt x="2375365" y="1439859"/>
                  </a:lnTo>
                  <a:lnTo>
                    <a:pt x="2364291" y="1439859"/>
                  </a:lnTo>
                  <a:lnTo>
                    <a:pt x="2364291" y="1428846"/>
                  </a:lnTo>
                  <a:close/>
                </a:path>
                <a:path w="2918459" h="1440179">
                  <a:moveTo>
                    <a:pt x="2411355" y="1428846"/>
                  </a:moveTo>
                  <a:lnTo>
                    <a:pt x="2502715" y="1428846"/>
                  </a:lnTo>
                  <a:lnTo>
                    <a:pt x="2502715" y="1439859"/>
                  </a:lnTo>
                  <a:lnTo>
                    <a:pt x="2411355" y="1439859"/>
                  </a:lnTo>
                  <a:lnTo>
                    <a:pt x="2411355" y="1428846"/>
                  </a:lnTo>
                  <a:close/>
                </a:path>
                <a:path w="2918459" h="1440179">
                  <a:moveTo>
                    <a:pt x="2535937" y="1428846"/>
                  </a:moveTo>
                  <a:lnTo>
                    <a:pt x="2549779" y="1428846"/>
                  </a:lnTo>
                  <a:lnTo>
                    <a:pt x="2549779" y="1439859"/>
                  </a:lnTo>
                  <a:lnTo>
                    <a:pt x="2535937" y="1439859"/>
                  </a:lnTo>
                  <a:lnTo>
                    <a:pt x="2535937" y="1428846"/>
                  </a:lnTo>
                  <a:close/>
                </a:path>
                <a:path w="2918459" h="1440179">
                  <a:moveTo>
                    <a:pt x="2583001" y="1428846"/>
                  </a:moveTo>
                  <a:lnTo>
                    <a:pt x="2674362" y="1428846"/>
                  </a:lnTo>
                  <a:lnTo>
                    <a:pt x="2674362" y="1439859"/>
                  </a:lnTo>
                  <a:lnTo>
                    <a:pt x="2583001" y="1439859"/>
                  </a:lnTo>
                  <a:lnTo>
                    <a:pt x="2583001" y="1428846"/>
                  </a:lnTo>
                  <a:close/>
                </a:path>
                <a:path w="2918459" h="1440179">
                  <a:moveTo>
                    <a:pt x="2710352" y="1428846"/>
                  </a:moveTo>
                  <a:lnTo>
                    <a:pt x="2721426" y="1428846"/>
                  </a:lnTo>
                  <a:lnTo>
                    <a:pt x="2721426" y="1439859"/>
                  </a:lnTo>
                  <a:lnTo>
                    <a:pt x="2710352" y="1439859"/>
                  </a:lnTo>
                  <a:lnTo>
                    <a:pt x="2710352" y="1428846"/>
                  </a:lnTo>
                  <a:close/>
                </a:path>
                <a:path w="2918459" h="1440179">
                  <a:moveTo>
                    <a:pt x="2757416" y="1428846"/>
                  </a:moveTo>
                  <a:lnTo>
                    <a:pt x="2848776" y="1428846"/>
                  </a:lnTo>
                  <a:lnTo>
                    <a:pt x="2848776" y="1439859"/>
                  </a:lnTo>
                  <a:lnTo>
                    <a:pt x="2757416" y="1439859"/>
                  </a:lnTo>
                  <a:lnTo>
                    <a:pt x="2757416" y="1428846"/>
                  </a:lnTo>
                  <a:close/>
                </a:path>
                <a:path w="2918459" h="1440179">
                  <a:moveTo>
                    <a:pt x="2881998" y="1428846"/>
                  </a:moveTo>
                  <a:lnTo>
                    <a:pt x="2895841" y="1428846"/>
                  </a:lnTo>
                  <a:lnTo>
                    <a:pt x="2895841" y="1439859"/>
                  </a:lnTo>
                  <a:lnTo>
                    <a:pt x="2881998" y="1439859"/>
                  </a:lnTo>
                  <a:lnTo>
                    <a:pt x="2881998" y="1428846"/>
                  </a:lnTo>
                  <a:close/>
                </a:path>
                <a:path w="2918459" h="1440179">
                  <a:moveTo>
                    <a:pt x="2906915" y="1326982"/>
                  </a:moveTo>
                  <a:lnTo>
                    <a:pt x="2917989" y="1326982"/>
                  </a:lnTo>
                  <a:lnTo>
                    <a:pt x="2917989" y="1417834"/>
                  </a:lnTo>
                  <a:lnTo>
                    <a:pt x="2906915" y="1417834"/>
                  </a:lnTo>
                  <a:lnTo>
                    <a:pt x="2906915" y="1326982"/>
                  </a:lnTo>
                  <a:close/>
                </a:path>
                <a:path w="2918459" h="1440179">
                  <a:moveTo>
                    <a:pt x="2906915" y="1280180"/>
                  </a:moveTo>
                  <a:lnTo>
                    <a:pt x="2917989" y="1280180"/>
                  </a:lnTo>
                  <a:lnTo>
                    <a:pt x="2917989" y="1291192"/>
                  </a:lnTo>
                  <a:lnTo>
                    <a:pt x="2906915" y="1291192"/>
                  </a:lnTo>
                  <a:lnTo>
                    <a:pt x="2906915" y="1280180"/>
                  </a:lnTo>
                  <a:close/>
                </a:path>
                <a:path w="2918459" h="1440179">
                  <a:moveTo>
                    <a:pt x="2906915" y="1153539"/>
                  </a:moveTo>
                  <a:lnTo>
                    <a:pt x="2917989" y="1153539"/>
                  </a:lnTo>
                  <a:lnTo>
                    <a:pt x="2917989" y="1247143"/>
                  </a:lnTo>
                  <a:lnTo>
                    <a:pt x="2906915" y="1247143"/>
                  </a:lnTo>
                  <a:lnTo>
                    <a:pt x="2906915" y="1153539"/>
                  </a:lnTo>
                  <a:close/>
                </a:path>
                <a:path w="2918459" h="1440179">
                  <a:moveTo>
                    <a:pt x="2906915" y="1109489"/>
                  </a:moveTo>
                  <a:lnTo>
                    <a:pt x="2917989" y="1109489"/>
                  </a:lnTo>
                  <a:lnTo>
                    <a:pt x="2917989" y="1120502"/>
                  </a:lnTo>
                  <a:lnTo>
                    <a:pt x="2906915" y="1120502"/>
                  </a:lnTo>
                  <a:lnTo>
                    <a:pt x="2906915" y="1109489"/>
                  </a:lnTo>
                  <a:close/>
                </a:path>
                <a:path w="2918459" h="1440179">
                  <a:moveTo>
                    <a:pt x="2906915" y="982848"/>
                  </a:moveTo>
                  <a:lnTo>
                    <a:pt x="2917989" y="982848"/>
                  </a:lnTo>
                  <a:lnTo>
                    <a:pt x="2917989" y="1073699"/>
                  </a:lnTo>
                  <a:lnTo>
                    <a:pt x="2906915" y="1073699"/>
                  </a:lnTo>
                  <a:lnTo>
                    <a:pt x="2906915" y="982848"/>
                  </a:lnTo>
                  <a:close/>
                </a:path>
                <a:path w="2918459" h="1440179">
                  <a:moveTo>
                    <a:pt x="2906915" y="936046"/>
                  </a:moveTo>
                  <a:lnTo>
                    <a:pt x="2917989" y="936046"/>
                  </a:lnTo>
                  <a:lnTo>
                    <a:pt x="2917989" y="947058"/>
                  </a:lnTo>
                  <a:lnTo>
                    <a:pt x="2906915" y="947058"/>
                  </a:lnTo>
                  <a:lnTo>
                    <a:pt x="2906915" y="936046"/>
                  </a:lnTo>
                  <a:close/>
                </a:path>
                <a:path w="2918459" h="1440179">
                  <a:moveTo>
                    <a:pt x="2906915" y="809404"/>
                  </a:moveTo>
                  <a:lnTo>
                    <a:pt x="2917989" y="809404"/>
                  </a:lnTo>
                  <a:lnTo>
                    <a:pt x="2917989" y="903009"/>
                  </a:lnTo>
                  <a:lnTo>
                    <a:pt x="2906915" y="903009"/>
                  </a:lnTo>
                  <a:lnTo>
                    <a:pt x="2906915" y="809404"/>
                  </a:lnTo>
                  <a:close/>
                </a:path>
                <a:path w="2918459" h="1440179">
                  <a:moveTo>
                    <a:pt x="2906915" y="765355"/>
                  </a:moveTo>
                  <a:lnTo>
                    <a:pt x="2917989" y="765355"/>
                  </a:lnTo>
                  <a:lnTo>
                    <a:pt x="2917989" y="776367"/>
                  </a:lnTo>
                  <a:lnTo>
                    <a:pt x="2906915" y="776367"/>
                  </a:lnTo>
                  <a:lnTo>
                    <a:pt x="2906915" y="765355"/>
                  </a:lnTo>
                  <a:close/>
                </a:path>
                <a:path w="2918459" h="1440179">
                  <a:moveTo>
                    <a:pt x="2906915" y="638713"/>
                  </a:moveTo>
                  <a:lnTo>
                    <a:pt x="2917989" y="638713"/>
                  </a:lnTo>
                  <a:lnTo>
                    <a:pt x="2917989" y="729565"/>
                  </a:lnTo>
                  <a:lnTo>
                    <a:pt x="2906915" y="729565"/>
                  </a:lnTo>
                  <a:lnTo>
                    <a:pt x="2906915" y="638713"/>
                  </a:lnTo>
                  <a:close/>
                </a:path>
                <a:path w="2918459" h="1440179">
                  <a:moveTo>
                    <a:pt x="2906915" y="591911"/>
                  </a:moveTo>
                  <a:lnTo>
                    <a:pt x="2917989" y="591911"/>
                  </a:lnTo>
                  <a:lnTo>
                    <a:pt x="2917989" y="602923"/>
                  </a:lnTo>
                  <a:lnTo>
                    <a:pt x="2906915" y="602923"/>
                  </a:lnTo>
                  <a:lnTo>
                    <a:pt x="2906915" y="591911"/>
                  </a:lnTo>
                  <a:close/>
                </a:path>
                <a:path w="2918459" h="1440179">
                  <a:moveTo>
                    <a:pt x="2906915" y="465269"/>
                  </a:moveTo>
                  <a:lnTo>
                    <a:pt x="2917989" y="465269"/>
                  </a:lnTo>
                  <a:lnTo>
                    <a:pt x="2917989" y="558874"/>
                  </a:lnTo>
                  <a:lnTo>
                    <a:pt x="2906915" y="558874"/>
                  </a:lnTo>
                  <a:lnTo>
                    <a:pt x="2906915" y="465269"/>
                  </a:lnTo>
                  <a:close/>
                </a:path>
                <a:path w="2918459" h="1440179">
                  <a:moveTo>
                    <a:pt x="2906915" y="421220"/>
                  </a:moveTo>
                  <a:lnTo>
                    <a:pt x="2917989" y="421220"/>
                  </a:lnTo>
                  <a:lnTo>
                    <a:pt x="2917989" y="432233"/>
                  </a:lnTo>
                  <a:lnTo>
                    <a:pt x="2906915" y="432233"/>
                  </a:lnTo>
                  <a:lnTo>
                    <a:pt x="2906915" y="421220"/>
                  </a:lnTo>
                  <a:close/>
                </a:path>
                <a:path w="2918459" h="1440179">
                  <a:moveTo>
                    <a:pt x="2906915" y="294579"/>
                  </a:moveTo>
                  <a:lnTo>
                    <a:pt x="2917989" y="294579"/>
                  </a:lnTo>
                  <a:lnTo>
                    <a:pt x="2917989" y="385430"/>
                  </a:lnTo>
                  <a:lnTo>
                    <a:pt x="2906915" y="385430"/>
                  </a:lnTo>
                  <a:lnTo>
                    <a:pt x="2906915" y="294579"/>
                  </a:lnTo>
                  <a:close/>
                </a:path>
                <a:path w="2918459" h="1440179">
                  <a:moveTo>
                    <a:pt x="2906915" y="247776"/>
                  </a:moveTo>
                  <a:lnTo>
                    <a:pt x="2917989" y="247776"/>
                  </a:lnTo>
                  <a:lnTo>
                    <a:pt x="2917989" y="258789"/>
                  </a:lnTo>
                  <a:lnTo>
                    <a:pt x="2906915" y="258789"/>
                  </a:lnTo>
                  <a:lnTo>
                    <a:pt x="2906915" y="247776"/>
                  </a:lnTo>
                  <a:close/>
                </a:path>
                <a:path w="2918459" h="1440179">
                  <a:moveTo>
                    <a:pt x="2906915" y="121135"/>
                  </a:moveTo>
                  <a:lnTo>
                    <a:pt x="2917989" y="121135"/>
                  </a:lnTo>
                  <a:lnTo>
                    <a:pt x="2917989" y="214739"/>
                  </a:lnTo>
                  <a:lnTo>
                    <a:pt x="2906915" y="214739"/>
                  </a:lnTo>
                  <a:lnTo>
                    <a:pt x="2906915" y="121135"/>
                  </a:lnTo>
                  <a:close/>
                </a:path>
                <a:path w="2918459" h="1440179">
                  <a:moveTo>
                    <a:pt x="2906915" y="77086"/>
                  </a:moveTo>
                  <a:lnTo>
                    <a:pt x="2917989" y="77086"/>
                  </a:lnTo>
                  <a:lnTo>
                    <a:pt x="2917989" y="88098"/>
                  </a:lnTo>
                  <a:lnTo>
                    <a:pt x="2906915" y="88098"/>
                  </a:lnTo>
                  <a:lnTo>
                    <a:pt x="2906915" y="77086"/>
                  </a:lnTo>
                  <a:close/>
                </a:path>
                <a:path w="2918459" h="1440179">
                  <a:moveTo>
                    <a:pt x="2906915" y="5506"/>
                  </a:moveTo>
                  <a:lnTo>
                    <a:pt x="2917989" y="5506"/>
                  </a:lnTo>
                  <a:lnTo>
                    <a:pt x="2917989" y="41296"/>
                  </a:lnTo>
                  <a:lnTo>
                    <a:pt x="2906915" y="41296"/>
                  </a:lnTo>
                  <a:lnTo>
                    <a:pt x="2906915" y="550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966932" y="2353368"/>
              <a:ext cx="982980" cy="0"/>
            </a:xfrm>
            <a:custGeom>
              <a:avLst/>
              <a:gdLst/>
              <a:ahLst/>
              <a:cxnLst/>
              <a:rect l="l" t="t" r="r" b="b"/>
              <a:pathLst>
                <a:path w="982979" h="0">
                  <a:moveTo>
                    <a:pt x="0" y="0"/>
                  </a:moveTo>
                  <a:lnTo>
                    <a:pt x="982814" y="0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966932" y="2939773"/>
              <a:ext cx="994410" cy="0"/>
            </a:xfrm>
            <a:custGeom>
              <a:avLst/>
              <a:gdLst/>
              <a:ahLst/>
              <a:cxnLst/>
              <a:rect l="l" t="t" r="r" b="b"/>
              <a:pathLst>
                <a:path w="994410" h="0">
                  <a:moveTo>
                    <a:pt x="0" y="0"/>
                  </a:moveTo>
                  <a:lnTo>
                    <a:pt x="993888" y="0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129698" y="2411183"/>
              <a:ext cx="640080" cy="465455"/>
            </a:xfrm>
            <a:custGeom>
              <a:avLst/>
              <a:gdLst/>
              <a:ahLst/>
              <a:cxnLst/>
              <a:rect l="l" t="t" r="r" b="b"/>
              <a:pathLst>
                <a:path w="640079" h="465455">
                  <a:moveTo>
                    <a:pt x="354366" y="465269"/>
                  </a:moveTo>
                  <a:lnTo>
                    <a:pt x="0" y="465269"/>
                  </a:lnTo>
                  <a:lnTo>
                    <a:pt x="38758" y="407452"/>
                  </a:lnTo>
                  <a:lnTo>
                    <a:pt x="69212" y="352393"/>
                  </a:lnTo>
                  <a:lnTo>
                    <a:pt x="85823" y="297332"/>
                  </a:lnTo>
                  <a:lnTo>
                    <a:pt x="91360" y="234008"/>
                  </a:lnTo>
                  <a:lnTo>
                    <a:pt x="85823" y="178949"/>
                  </a:lnTo>
                  <a:lnTo>
                    <a:pt x="66443" y="115629"/>
                  </a:lnTo>
                  <a:lnTo>
                    <a:pt x="44295" y="63320"/>
                  </a:lnTo>
                  <a:lnTo>
                    <a:pt x="2768" y="0"/>
                  </a:lnTo>
                  <a:lnTo>
                    <a:pt x="354366" y="2753"/>
                  </a:lnTo>
                  <a:lnTo>
                    <a:pt x="409736" y="22024"/>
                  </a:lnTo>
                  <a:lnTo>
                    <a:pt x="462337" y="46802"/>
                  </a:lnTo>
                  <a:lnTo>
                    <a:pt x="509402" y="82592"/>
                  </a:lnTo>
                  <a:lnTo>
                    <a:pt x="550929" y="123888"/>
                  </a:lnTo>
                  <a:lnTo>
                    <a:pt x="592457" y="173443"/>
                  </a:lnTo>
                  <a:lnTo>
                    <a:pt x="639521" y="234008"/>
                  </a:lnTo>
                  <a:lnTo>
                    <a:pt x="597993" y="297332"/>
                  </a:lnTo>
                  <a:lnTo>
                    <a:pt x="550929" y="344134"/>
                  </a:lnTo>
                  <a:lnTo>
                    <a:pt x="509402" y="388183"/>
                  </a:lnTo>
                  <a:lnTo>
                    <a:pt x="462337" y="423973"/>
                  </a:lnTo>
                  <a:lnTo>
                    <a:pt x="409736" y="448751"/>
                  </a:lnTo>
                  <a:lnTo>
                    <a:pt x="354366" y="4652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129698" y="2411183"/>
              <a:ext cx="640080" cy="465455"/>
            </a:xfrm>
            <a:custGeom>
              <a:avLst/>
              <a:gdLst/>
              <a:ahLst/>
              <a:cxnLst/>
              <a:rect l="l" t="t" r="r" b="b"/>
              <a:pathLst>
                <a:path w="640079" h="465455">
                  <a:moveTo>
                    <a:pt x="2768" y="0"/>
                  </a:moveTo>
                  <a:lnTo>
                    <a:pt x="44295" y="63320"/>
                  </a:lnTo>
                  <a:lnTo>
                    <a:pt x="66443" y="115629"/>
                  </a:lnTo>
                  <a:lnTo>
                    <a:pt x="85823" y="178949"/>
                  </a:lnTo>
                  <a:lnTo>
                    <a:pt x="91360" y="234011"/>
                  </a:lnTo>
                  <a:lnTo>
                    <a:pt x="85823" y="297332"/>
                  </a:lnTo>
                  <a:lnTo>
                    <a:pt x="69212" y="352393"/>
                  </a:lnTo>
                  <a:lnTo>
                    <a:pt x="38758" y="407455"/>
                  </a:lnTo>
                  <a:lnTo>
                    <a:pt x="0" y="465269"/>
                  </a:lnTo>
                  <a:lnTo>
                    <a:pt x="354366" y="465269"/>
                  </a:lnTo>
                  <a:lnTo>
                    <a:pt x="409736" y="448751"/>
                  </a:lnTo>
                  <a:lnTo>
                    <a:pt x="462337" y="423973"/>
                  </a:lnTo>
                  <a:lnTo>
                    <a:pt x="509402" y="388183"/>
                  </a:lnTo>
                  <a:lnTo>
                    <a:pt x="550929" y="344134"/>
                  </a:lnTo>
                  <a:lnTo>
                    <a:pt x="597993" y="297332"/>
                  </a:lnTo>
                  <a:lnTo>
                    <a:pt x="639521" y="234011"/>
                  </a:lnTo>
                  <a:lnTo>
                    <a:pt x="592457" y="173443"/>
                  </a:lnTo>
                  <a:lnTo>
                    <a:pt x="550929" y="123888"/>
                  </a:lnTo>
                  <a:lnTo>
                    <a:pt x="509402" y="82592"/>
                  </a:lnTo>
                  <a:lnTo>
                    <a:pt x="462337" y="46802"/>
                  </a:lnTo>
                  <a:lnTo>
                    <a:pt x="409736" y="22024"/>
                  </a:lnTo>
                  <a:lnTo>
                    <a:pt x="354366" y="2753"/>
                  </a:lnTo>
                  <a:lnTo>
                    <a:pt x="2768" y="0"/>
                  </a:lnTo>
                  <a:close/>
                </a:path>
              </a:pathLst>
            </a:custGeom>
            <a:ln w="275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782487" y="1703642"/>
              <a:ext cx="0" cy="542925"/>
            </a:xfrm>
            <a:custGeom>
              <a:avLst/>
              <a:gdLst/>
              <a:ahLst/>
              <a:cxnLst/>
              <a:rect l="l" t="t" r="r" b="b"/>
              <a:pathLst>
                <a:path w="0" h="542925">
                  <a:moveTo>
                    <a:pt x="0" y="542356"/>
                  </a:moveTo>
                  <a:lnTo>
                    <a:pt x="0" y="0"/>
                  </a:lnTo>
                </a:path>
              </a:pathLst>
            </a:custGeom>
            <a:ln w="166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644063" y="3526178"/>
              <a:ext cx="260350" cy="3175"/>
            </a:xfrm>
            <a:custGeom>
              <a:avLst/>
              <a:gdLst/>
              <a:ahLst/>
              <a:cxnLst/>
              <a:rect l="l" t="t" r="r" b="b"/>
              <a:pathLst>
                <a:path w="260350" h="3175">
                  <a:moveTo>
                    <a:pt x="0" y="0"/>
                  </a:moveTo>
                  <a:lnTo>
                    <a:pt x="260238" y="2753"/>
                  </a:lnTo>
                </a:path>
              </a:pathLst>
            </a:custGeom>
            <a:ln w="357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779719" y="3082933"/>
              <a:ext cx="3175" cy="454659"/>
            </a:xfrm>
            <a:custGeom>
              <a:avLst/>
              <a:gdLst/>
              <a:ahLst/>
              <a:cxnLst/>
              <a:rect l="l" t="t" r="r" b="b"/>
              <a:pathLst>
                <a:path w="3175" h="454660">
                  <a:moveTo>
                    <a:pt x="0" y="454257"/>
                  </a:moveTo>
                  <a:lnTo>
                    <a:pt x="2768" y="0"/>
                  </a:lnTo>
                </a:path>
              </a:pathLst>
            </a:custGeom>
            <a:ln w="166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7635758" y="2218466"/>
              <a:ext cx="138430" cy="58419"/>
            </a:xfrm>
            <a:custGeom>
              <a:avLst/>
              <a:gdLst/>
              <a:ahLst/>
              <a:cxnLst/>
              <a:rect l="l" t="t" r="r" b="b"/>
              <a:pathLst>
                <a:path w="138429" h="58419">
                  <a:moveTo>
                    <a:pt x="0" y="57817"/>
                  </a:moveTo>
                  <a:lnTo>
                    <a:pt x="0" y="0"/>
                  </a:lnTo>
                  <a:lnTo>
                    <a:pt x="138424" y="27530"/>
                  </a:lnTo>
                  <a:lnTo>
                    <a:pt x="0" y="578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7635757" y="2218467"/>
              <a:ext cx="138430" cy="58419"/>
            </a:xfrm>
            <a:custGeom>
              <a:avLst/>
              <a:gdLst/>
              <a:ahLst/>
              <a:cxnLst/>
              <a:rect l="l" t="t" r="r" b="b"/>
              <a:pathLst>
                <a:path w="138429" h="58419">
                  <a:moveTo>
                    <a:pt x="138424" y="27530"/>
                  </a:moveTo>
                  <a:lnTo>
                    <a:pt x="0" y="57814"/>
                  </a:lnTo>
                  <a:lnTo>
                    <a:pt x="0" y="0"/>
                  </a:lnTo>
                  <a:lnTo>
                    <a:pt x="138424" y="2753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552702" y="3055401"/>
              <a:ext cx="138430" cy="58419"/>
            </a:xfrm>
            <a:custGeom>
              <a:avLst/>
              <a:gdLst/>
              <a:ahLst/>
              <a:cxnLst/>
              <a:rect l="l" t="t" r="r" b="b"/>
              <a:pathLst>
                <a:path w="138429" h="58419">
                  <a:moveTo>
                    <a:pt x="138424" y="57814"/>
                  </a:moveTo>
                  <a:lnTo>
                    <a:pt x="0" y="30283"/>
                  </a:lnTo>
                  <a:lnTo>
                    <a:pt x="138424" y="0"/>
                  </a:lnTo>
                  <a:lnTo>
                    <a:pt x="138424" y="578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7552703" y="3055403"/>
              <a:ext cx="138430" cy="58419"/>
            </a:xfrm>
            <a:custGeom>
              <a:avLst/>
              <a:gdLst/>
              <a:ahLst/>
              <a:cxnLst/>
              <a:rect l="l" t="t" r="r" b="b"/>
              <a:pathLst>
                <a:path w="138429" h="58419">
                  <a:moveTo>
                    <a:pt x="0" y="30283"/>
                  </a:moveTo>
                  <a:lnTo>
                    <a:pt x="138424" y="0"/>
                  </a:lnTo>
                  <a:lnTo>
                    <a:pt x="138424" y="57814"/>
                  </a:lnTo>
                  <a:lnTo>
                    <a:pt x="0" y="3028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447500" y="1744938"/>
              <a:ext cx="678815" cy="0"/>
            </a:xfrm>
            <a:custGeom>
              <a:avLst/>
              <a:gdLst/>
              <a:ahLst/>
              <a:cxnLst/>
              <a:rect l="l" t="t" r="r" b="b"/>
              <a:pathLst>
                <a:path w="678815" h="0">
                  <a:moveTo>
                    <a:pt x="678280" y="0"/>
                  </a:moveTo>
                  <a:lnTo>
                    <a:pt x="0" y="0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299151" y="2705762"/>
              <a:ext cx="398780" cy="462915"/>
            </a:xfrm>
            <a:custGeom>
              <a:avLst/>
              <a:gdLst/>
              <a:ahLst/>
              <a:cxnLst/>
              <a:rect l="l" t="t" r="r" b="b"/>
              <a:pathLst>
                <a:path w="398779" h="462914">
                  <a:moveTo>
                    <a:pt x="0" y="462516"/>
                  </a:moveTo>
                  <a:lnTo>
                    <a:pt x="0" y="0"/>
                  </a:lnTo>
                  <a:lnTo>
                    <a:pt x="398662" y="231258"/>
                  </a:lnTo>
                  <a:lnTo>
                    <a:pt x="0" y="4625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299151" y="2705762"/>
              <a:ext cx="398780" cy="462915"/>
            </a:xfrm>
            <a:custGeom>
              <a:avLst/>
              <a:gdLst/>
              <a:ahLst/>
              <a:cxnLst/>
              <a:rect l="l" t="t" r="r" b="b"/>
              <a:pathLst>
                <a:path w="398779" h="462914">
                  <a:moveTo>
                    <a:pt x="398662" y="231258"/>
                  </a:moveTo>
                  <a:lnTo>
                    <a:pt x="0" y="462516"/>
                  </a:lnTo>
                  <a:lnTo>
                    <a:pt x="0" y="0"/>
                  </a:lnTo>
                  <a:lnTo>
                    <a:pt x="398662" y="231258"/>
                  </a:lnTo>
                  <a:close/>
                </a:path>
              </a:pathLst>
            </a:custGeom>
            <a:ln w="303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299151" y="2111097"/>
              <a:ext cx="398780" cy="462915"/>
            </a:xfrm>
            <a:custGeom>
              <a:avLst/>
              <a:gdLst/>
              <a:ahLst/>
              <a:cxnLst/>
              <a:rect l="l" t="t" r="r" b="b"/>
              <a:pathLst>
                <a:path w="398779" h="462914">
                  <a:moveTo>
                    <a:pt x="0" y="462516"/>
                  </a:moveTo>
                  <a:lnTo>
                    <a:pt x="0" y="0"/>
                  </a:lnTo>
                  <a:lnTo>
                    <a:pt x="398662" y="231258"/>
                  </a:lnTo>
                  <a:lnTo>
                    <a:pt x="0" y="4625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299151" y="2111097"/>
              <a:ext cx="398780" cy="462915"/>
            </a:xfrm>
            <a:custGeom>
              <a:avLst/>
              <a:gdLst/>
              <a:ahLst/>
              <a:cxnLst/>
              <a:rect l="l" t="t" r="r" b="b"/>
              <a:pathLst>
                <a:path w="398779" h="462914">
                  <a:moveTo>
                    <a:pt x="398662" y="231258"/>
                  </a:moveTo>
                  <a:lnTo>
                    <a:pt x="0" y="462516"/>
                  </a:lnTo>
                  <a:lnTo>
                    <a:pt x="0" y="0"/>
                  </a:lnTo>
                  <a:lnTo>
                    <a:pt x="398662" y="231258"/>
                  </a:lnTo>
                  <a:close/>
                </a:path>
              </a:pathLst>
            </a:custGeom>
            <a:ln w="303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955858" y="4509027"/>
              <a:ext cx="982980" cy="0"/>
            </a:xfrm>
            <a:custGeom>
              <a:avLst/>
              <a:gdLst/>
              <a:ahLst/>
              <a:cxnLst/>
              <a:rect l="l" t="t" r="r" b="b"/>
              <a:pathLst>
                <a:path w="982979" h="0">
                  <a:moveTo>
                    <a:pt x="0" y="0"/>
                  </a:moveTo>
                  <a:lnTo>
                    <a:pt x="982814" y="0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938672" y="4685224"/>
              <a:ext cx="346075" cy="0"/>
            </a:xfrm>
            <a:custGeom>
              <a:avLst/>
              <a:gdLst/>
              <a:ahLst/>
              <a:cxnLst/>
              <a:rect l="l" t="t" r="r" b="b"/>
              <a:pathLst>
                <a:path w="346075" h="0">
                  <a:moveTo>
                    <a:pt x="0" y="0"/>
                  </a:moveTo>
                  <a:lnTo>
                    <a:pt x="346061" y="0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938672" y="4509027"/>
              <a:ext cx="0" cy="176530"/>
            </a:xfrm>
            <a:custGeom>
              <a:avLst/>
              <a:gdLst/>
              <a:ahLst/>
              <a:cxnLst/>
              <a:rect l="l" t="t" r="r" b="b"/>
              <a:pathLst>
                <a:path w="0" h="176529">
                  <a:moveTo>
                    <a:pt x="0" y="0"/>
                  </a:moveTo>
                  <a:lnTo>
                    <a:pt x="0" y="176196"/>
                  </a:lnTo>
                </a:path>
              </a:pathLst>
            </a:custGeom>
            <a:ln w="166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949746" y="4930248"/>
              <a:ext cx="335280" cy="0"/>
            </a:xfrm>
            <a:custGeom>
              <a:avLst/>
              <a:gdLst/>
              <a:ahLst/>
              <a:cxnLst/>
              <a:rect l="l" t="t" r="r" b="b"/>
              <a:pathLst>
                <a:path w="335279" h="0">
                  <a:moveTo>
                    <a:pt x="0" y="0"/>
                  </a:moveTo>
                  <a:lnTo>
                    <a:pt x="334987" y="0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955858" y="5095432"/>
              <a:ext cx="994410" cy="0"/>
            </a:xfrm>
            <a:custGeom>
              <a:avLst/>
              <a:gdLst/>
              <a:ahLst/>
              <a:cxnLst/>
              <a:rect l="l" t="t" r="r" b="b"/>
              <a:pathLst>
                <a:path w="994410" h="0">
                  <a:moveTo>
                    <a:pt x="0" y="0"/>
                  </a:moveTo>
                  <a:lnTo>
                    <a:pt x="993888" y="0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946978" y="4930248"/>
              <a:ext cx="0" cy="165735"/>
            </a:xfrm>
            <a:custGeom>
              <a:avLst/>
              <a:gdLst/>
              <a:ahLst/>
              <a:cxnLst/>
              <a:rect l="l" t="t" r="r" b="b"/>
              <a:pathLst>
                <a:path w="0" h="165735">
                  <a:moveTo>
                    <a:pt x="0" y="0"/>
                  </a:moveTo>
                  <a:lnTo>
                    <a:pt x="0" y="165184"/>
                  </a:lnTo>
                </a:path>
              </a:pathLst>
            </a:custGeom>
            <a:ln w="166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777525" y="4803606"/>
              <a:ext cx="360045" cy="0"/>
            </a:xfrm>
            <a:custGeom>
              <a:avLst/>
              <a:gdLst/>
              <a:ahLst/>
              <a:cxnLst/>
              <a:rect l="l" t="t" r="r" b="b"/>
              <a:pathLst>
                <a:path w="360045" h="0">
                  <a:moveTo>
                    <a:pt x="0" y="0"/>
                  </a:moveTo>
                  <a:lnTo>
                    <a:pt x="359903" y="0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118624" y="4566842"/>
              <a:ext cx="640080" cy="465455"/>
            </a:xfrm>
            <a:custGeom>
              <a:avLst/>
              <a:gdLst/>
              <a:ahLst/>
              <a:cxnLst/>
              <a:rect l="l" t="t" r="r" b="b"/>
              <a:pathLst>
                <a:path w="640079" h="465454">
                  <a:moveTo>
                    <a:pt x="2768" y="0"/>
                  </a:moveTo>
                  <a:lnTo>
                    <a:pt x="44295" y="63320"/>
                  </a:lnTo>
                  <a:lnTo>
                    <a:pt x="66443" y="115629"/>
                  </a:lnTo>
                  <a:lnTo>
                    <a:pt x="88591" y="176196"/>
                  </a:lnTo>
                  <a:lnTo>
                    <a:pt x="91360" y="231258"/>
                  </a:lnTo>
                  <a:lnTo>
                    <a:pt x="88591" y="297332"/>
                  </a:lnTo>
                  <a:lnTo>
                    <a:pt x="69212" y="352393"/>
                  </a:lnTo>
                  <a:lnTo>
                    <a:pt x="38758" y="407455"/>
                  </a:lnTo>
                  <a:lnTo>
                    <a:pt x="0" y="465269"/>
                  </a:lnTo>
                  <a:lnTo>
                    <a:pt x="354366" y="465269"/>
                  </a:lnTo>
                  <a:lnTo>
                    <a:pt x="409736" y="448751"/>
                  </a:lnTo>
                  <a:lnTo>
                    <a:pt x="462337" y="423973"/>
                  </a:lnTo>
                  <a:lnTo>
                    <a:pt x="509402" y="388183"/>
                  </a:lnTo>
                  <a:lnTo>
                    <a:pt x="553698" y="344134"/>
                  </a:lnTo>
                  <a:lnTo>
                    <a:pt x="597993" y="297332"/>
                  </a:lnTo>
                  <a:lnTo>
                    <a:pt x="639521" y="234011"/>
                  </a:lnTo>
                  <a:lnTo>
                    <a:pt x="595225" y="173443"/>
                  </a:lnTo>
                  <a:lnTo>
                    <a:pt x="553698" y="123888"/>
                  </a:lnTo>
                  <a:lnTo>
                    <a:pt x="509402" y="82592"/>
                  </a:lnTo>
                  <a:lnTo>
                    <a:pt x="462337" y="46802"/>
                  </a:lnTo>
                  <a:lnTo>
                    <a:pt x="409736" y="22024"/>
                  </a:lnTo>
                  <a:lnTo>
                    <a:pt x="354366" y="2753"/>
                  </a:lnTo>
                  <a:lnTo>
                    <a:pt x="2768" y="0"/>
                  </a:lnTo>
                  <a:close/>
                </a:path>
              </a:pathLst>
            </a:custGeom>
            <a:ln w="275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7082059" y="4219954"/>
              <a:ext cx="0" cy="1156335"/>
            </a:xfrm>
            <a:custGeom>
              <a:avLst/>
              <a:gdLst/>
              <a:ahLst/>
              <a:cxnLst/>
              <a:rect l="l" t="t" r="r" b="b"/>
              <a:pathLst>
                <a:path w="0" h="1156335">
                  <a:moveTo>
                    <a:pt x="0" y="0"/>
                  </a:moveTo>
                  <a:lnTo>
                    <a:pt x="0" y="1156292"/>
                  </a:lnTo>
                </a:path>
              </a:pathLst>
            </a:custGeom>
            <a:ln w="166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7082059" y="5373493"/>
              <a:ext cx="332740" cy="3175"/>
            </a:xfrm>
            <a:custGeom>
              <a:avLst/>
              <a:gdLst/>
              <a:ahLst/>
              <a:cxnLst/>
              <a:rect l="l" t="t" r="r" b="b"/>
              <a:pathLst>
                <a:path w="332740" h="3175">
                  <a:moveTo>
                    <a:pt x="0" y="0"/>
                  </a:moveTo>
                  <a:lnTo>
                    <a:pt x="332218" y="2753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7082059" y="4228213"/>
              <a:ext cx="329565" cy="3175"/>
            </a:xfrm>
            <a:custGeom>
              <a:avLst/>
              <a:gdLst/>
              <a:ahLst/>
              <a:cxnLst/>
              <a:rect l="l" t="t" r="r" b="b"/>
              <a:pathLst>
                <a:path w="329565" h="3175">
                  <a:moveTo>
                    <a:pt x="0" y="0"/>
                  </a:moveTo>
                  <a:lnTo>
                    <a:pt x="329450" y="2753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7417047" y="4230966"/>
              <a:ext cx="0" cy="325120"/>
            </a:xfrm>
            <a:custGeom>
              <a:avLst/>
              <a:gdLst/>
              <a:ahLst/>
              <a:cxnLst/>
              <a:rect l="l" t="t" r="r" b="b"/>
              <a:pathLst>
                <a:path w="0" h="325120">
                  <a:moveTo>
                    <a:pt x="0" y="0"/>
                  </a:moveTo>
                  <a:lnTo>
                    <a:pt x="0" y="324863"/>
                  </a:lnTo>
                </a:path>
              </a:pathLst>
            </a:custGeom>
            <a:ln w="3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7408741" y="5067901"/>
              <a:ext cx="3175" cy="325120"/>
            </a:xfrm>
            <a:custGeom>
              <a:avLst/>
              <a:gdLst/>
              <a:ahLst/>
              <a:cxnLst/>
              <a:rect l="l" t="t" r="r" b="b"/>
              <a:pathLst>
                <a:path w="3175" h="325120">
                  <a:moveTo>
                    <a:pt x="0" y="0"/>
                  </a:moveTo>
                  <a:lnTo>
                    <a:pt x="2768" y="324863"/>
                  </a:lnTo>
                </a:path>
              </a:pathLst>
            </a:custGeom>
            <a:ln w="3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7774182" y="3851042"/>
              <a:ext cx="0" cy="542925"/>
            </a:xfrm>
            <a:custGeom>
              <a:avLst/>
              <a:gdLst/>
              <a:ahLst/>
              <a:cxnLst/>
              <a:rect l="l" t="t" r="r" b="b"/>
              <a:pathLst>
                <a:path w="0" h="542925">
                  <a:moveTo>
                    <a:pt x="0" y="542356"/>
                  </a:moveTo>
                  <a:lnTo>
                    <a:pt x="0" y="0"/>
                  </a:lnTo>
                </a:path>
              </a:pathLst>
            </a:custGeom>
            <a:ln w="166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7627451" y="4365867"/>
              <a:ext cx="138430" cy="58419"/>
            </a:xfrm>
            <a:custGeom>
              <a:avLst/>
              <a:gdLst/>
              <a:ahLst/>
              <a:cxnLst/>
              <a:rect l="l" t="t" r="r" b="b"/>
              <a:pathLst>
                <a:path w="138429" h="58420">
                  <a:moveTo>
                    <a:pt x="0" y="57814"/>
                  </a:moveTo>
                  <a:lnTo>
                    <a:pt x="0" y="0"/>
                  </a:lnTo>
                  <a:lnTo>
                    <a:pt x="138424" y="27530"/>
                  </a:lnTo>
                  <a:lnTo>
                    <a:pt x="0" y="578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7627452" y="4365867"/>
              <a:ext cx="138430" cy="58419"/>
            </a:xfrm>
            <a:custGeom>
              <a:avLst/>
              <a:gdLst/>
              <a:ahLst/>
              <a:cxnLst/>
              <a:rect l="l" t="t" r="r" b="b"/>
              <a:pathLst>
                <a:path w="138429" h="58420">
                  <a:moveTo>
                    <a:pt x="138424" y="27530"/>
                  </a:moveTo>
                  <a:lnTo>
                    <a:pt x="0" y="57814"/>
                  </a:lnTo>
                  <a:lnTo>
                    <a:pt x="0" y="0"/>
                  </a:lnTo>
                  <a:lnTo>
                    <a:pt x="138424" y="2753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7522249" y="4393398"/>
              <a:ext cx="249554" cy="3175"/>
            </a:xfrm>
            <a:custGeom>
              <a:avLst/>
              <a:gdLst/>
              <a:ahLst/>
              <a:cxnLst/>
              <a:rect l="l" t="t" r="r" b="b"/>
              <a:pathLst>
                <a:path w="249554" h="3175">
                  <a:moveTo>
                    <a:pt x="249164" y="0"/>
                  </a:moveTo>
                  <a:lnTo>
                    <a:pt x="0" y="2753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7522249" y="4330077"/>
              <a:ext cx="0" cy="124460"/>
            </a:xfrm>
            <a:custGeom>
              <a:avLst/>
              <a:gdLst/>
              <a:ahLst/>
              <a:cxnLst/>
              <a:rect l="l" t="t" r="r" b="b"/>
              <a:pathLst>
                <a:path w="0" h="124460">
                  <a:moveTo>
                    <a:pt x="0" y="0"/>
                  </a:moveTo>
                  <a:lnTo>
                    <a:pt x="0" y="123888"/>
                  </a:lnTo>
                </a:path>
              </a:pathLst>
            </a:custGeom>
            <a:ln w="3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7774182" y="4564088"/>
              <a:ext cx="0" cy="495934"/>
            </a:xfrm>
            <a:custGeom>
              <a:avLst/>
              <a:gdLst/>
              <a:ahLst/>
              <a:cxnLst/>
              <a:rect l="l" t="t" r="r" b="b"/>
              <a:pathLst>
                <a:path w="0" h="495935">
                  <a:moveTo>
                    <a:pt x="0" y="0"/>
                  </a:moveTo>
                  <a:lnTo>
                    <a:pt x="0" y="495553"/>
                  </a:lnTo>
                </a:path>
              </a:pathLst>
            </a:custGeom>
            <a:ln w="166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7525018" y="4569595"/>
              <a:ext cx="238125" cy="0"/>
            </a:xfrm>
            <a:custGeom>
              <a:avLst/>
              <a:gdLst/>
              <a:ahLst/>
              <a:cxnLst/>
              <a:rect l="l" t="t" r="r" b="b"/>
              <a:pathLst>
                <a:path w="238125" h="0">
                  <a:moveTo>
                    <a:pt x="238090" y="0"/>
                  </a:moveTo>
                  <a:lnTo>
                    <a:pt x="0" y="0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7522249" y="4506274"/>
              <a:ext cx="0" cy="121285"/>
            </a:xfrm>
            <a:custGeom>
              <a:avLst/>
              <a:gdLst/>
              <a:ahLst/>
              <a:cxnLst/>
              <a:rect l="l" t="t" r="r" b="b"/>
              <a:pathLst>
                <a:path w="0" h="121285">
                  <a:moveTo>
                    <a:pt x="0" y="0"/>
                  </a:moveTo>
                  <a:lnTo>
                    <a:pt x="0" y="121135"/>
                  </a:lnTo>
                </a:path>
              </a:pathLst>
            </a:custGeom>
            <a:ln w="3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7774182" y="5230333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w="0" h="457200">
                  <a:moveTo>
                    <a:pt x="0" y="457010"/>
                  </a:moveTo>
                  <a:lnTo>
                    <a:pt x="0" y="0"/>
                  </a:lnTo>
                </a:path>
              </a:pathLst>
            </a:custGeom>
            <a:ln w="166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7544397" y="5202802"/>
              <a:ext cx="138430" cy="58419"/>
            </a:xfrm>
            <a:custGeom>
              <a:avLst/>
              <a:gdLst/>
              <a:ahLst/>
              <a:cxnLst/>
              <a:rect l="l" t="t" r="r" b="b"/>
              <a:pathLst>
                <a:path w="138429" h="58420">
                  <a:moveTo>
                    <a:pt x="138424" y="57814"/>
                  </a:moveTo>
                  <a:lnTo>
                    <a:pt x="0" y="30283"/>
                  </a:lnTo>
                  <a:lnTo>
                    <a:pt x="138424" y="0"/>
                  </a:lnTo>
                  <a:lnTo>
                    <a:pt x="138424" y="578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7544397" y="5202802"/>
              <a:ext cx="138430" cy="58419"/>
            </a:xfrm>
            <a:custGeom>
              <a:avLst/>
              <a:gdLst/>
              <a:ahLst/>
              <a:cxnLst/>
              <a:rect l="l" t="t" r="r" b="b"/>
              <a:pathLst>
                <a:path w="138429" h="58420">
                  <a:moveTo>
                    <a:pt x="0" y="30283"/>
                  </a:moveTo>
                  <a:lnTo>
                    <a:pt x="138424" y="0"/>
                  </a:lnTo>
                  <a:lnTo>
                    <a:pt x="138424" y="57814"/>
                  </a:lnTo>
                  <a:lnTo>
                    <a:pt x="0" y="3028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7516712" y="5233086"/>
              <a:ext cx="249554" cy="3175"/>
            </a:xfrm>
            <a:custGeom>
              <a:avLst/>
              <a:gdLst/>
              <a:ahLst/>
              <a:cxnLst/>
              <a:rect l="l" t="t" r="r" b="b"/>
              <a:pathLst>
                <a:path w="249554" h="3175">
                  <a:moveTo>
                    <a:pt x="249164" y="0"/>
                  </a:moveTo>
                  <a:lnTo>
                    <a:pt x="0" y="2753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7516712" y="5406530"/>
              <a:ext cx="241300" cy="3175"/>
            </a:xfrm>
            <a:custGeom>
              <a:avLst/>
              <a:gdLst/>
              <a:ahLst/>
              <a:cxnLst/>
              <a:rect l="l" t="t" r="r" b="b"/>
              <a:pathLst>
                <a:path w="241300" h="3175">
                  <a:moveTo>
                    <a:pt x="240858" y="2753"/>
                  </a:moveTo>
                  <a:lnTo>
                    <a:pt x="0" y="0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7513944" y="5337703"/>
              <a:ext cx="3175" cy="124460"/>
            </a:xfrm>
            <a:custGeom>
              <a:avLst/>
              <a:gdLst/>
              <a:ahLst/>
              <a:cxnLst/>
              <a:rect l="l" t="t" r="r" b="b"/>
              <a:pathLst>
                <a:path w="3175" h="124460">
                  <a:moveTo>
                    <a:pt x="2768" y="0"/>
                  </a:moveTo>
                  <a:lnTo>
                    <a:pt x="0" y="123888"/>
                  </a:lnTo>
                </a:path>
              </a:pathLst>
            </a:custGeom>
            <a:ln w="3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7513944" y="5169765"/>
              <a:ext cx="3175" cy="124460"/>
            </a:xfrm>
            <a:custGeom>
              <a:avLst/>
              <a:gdLst/>
              <a:ahLst/>
              <a:cxnLst/>
              <a:rect l="l" t="t" r="r" b="b"/>
              <a:pathLst>
                <a:path w="3175" h="124460">
                  <a:moveTo>
                    <a:pt x="2768" y="0"/>
                  </a:moveTo>
                  <a:lnTo>
                    <a:pt x="0" y="123888"/>
                  </a:lnTo>
                </a:path>
              </a:pathLst>
            </a:custGeom>
            <a:ln w="3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7513944" y="4993568"/>
              <a:ext cx="3175" cy="124460"/>
            </a:xfrm>
            <a:custGeom>
              <a:avLst/>
              <a:gdLst/>
              <a:ahLst/>
              <a:cxnLst/>
              <a:rect l="l" t="t" r="r" b="b"/>
              <a:pathLst>
                <a:path w="3175" h="124460">
                  <a:moveTo>
                    <a:pt x="2768" y="0"/>
                  </a:moveTo>
                  <a:lnTo>
                    <a:pt x="0" y="123888"/>
                  </a:lnTo>
                </a:path>
              </a:pathLst>
            </a:custGeom>
            <a:ln w="3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7516712" y="5056889"/>
              <a:ext cx="249554" cy="3175"/>
            </a:xfrm>
            <a:custGeom>
              <a:avLst/>
              <a:gdLst/>
              <a:ahLst/>
              <a:cxnLst/>
              <a:rect l="l" t="t" r="r" b="b"/>
              <a:pathLst>
                <a:path w="249554" h="3175">
                  <a:moveTo>
                    <a:pt x="249164" y="2753"/>
                  </a:moveTo>
                  <a:lnTo>
                    <a:pt x="0" y="0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7754803" y="4803606"/>
              <a:ext cx="620395" cy="0"/>
            </a:xfrm>
            <a:custGeom>
              <a:avLst/>
              <a:gdLst/>
              <a:ahLst/>
              <a:cxnLst/>
              <a:rect l="l" t="t" r="r" b="b"/>
              <a:pathLst>
                <a:path w="620395" h="0">
                  <a:moveTo>
                    <a:pt x="620141" y="0"/>
                  </a:moveTo>
                  <a:lnTo>
                    <a:pt x="0" y="0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5152422" y="4071289"/>
              <a:ext cx="2918460" cy="1442720"/>
            </a:xfrm>
            <a:custGeom>
              <a:avLst/>
              <a:gdLst/>
              <a:ahLst/>
              <a:cxnLst/>
              <a:rect l="l" t="t" r="r" b="b"/>
              <a:pathLst>
                <a:path w="2918459" h="1442720">
                  <a:moveTo>
                    <a:pt x="2895841" y="1442612"/>
                  </a:moveTo>
                  <a:lnTo>
                    <a:pt x="2884767" y="1442612"/>
                  </a:lnTo>
                  <a:lnTo>
                    <a:pt x="2884767" y="1428846"/>
                  </a:lnTo>
                  <a:lnTo>
                    <a:pt x="2895841" y="1428846"/>
                  </a:lnTo>
                  <a:lnTo>
                    <a:pt x="2895841" y="1442612"/>
                  </a:lnTo>
                  <a:close/>
                </a:path>
                <a:path w="2918459" h="1442720">
                  <a:moveTo>
                    <a:pt x="2848776" y="1442612"/>
                  </a:moveTo>
                  <a:lnTo>
                    <a:pt x="2757416" y="1442612"/>
                  </a:lnTo>
                  <a:lnTo>
                    <a:pt x="2757416" y="1428846"/>
                  </a:lnTo>
                  <a:lnTo>
                    <a:pt x="2848776" y="1428846"/>
                  </a:lnTo>
                  <a:lnTo>
                    <a:pt x="2848776" y="1442612"/>
                  </a:lnTo>
                  <a:close/>
                </a:path>
                <a:path w="2918459" h="1442720">
                  <a:moveTo>
                    <a:pt x="2721426" y="1442612"/>
                  </a:moveTo>
                  <a:lnTo>
                    <a:pt x="2710352" y="1442612"/>
                  </a:lnTo>
                  <a:lnTo>
                    <a:pt x="2710352" y="1428846"/>
                  </a:lnTo>
                  <a:lnTo>
                    <a:pt x="2721426" y="1428846"/>
                  </a:lnTo>
                  <a:lnTo>
                    <a:pt x="2721426" y="1442612"/>
                  </a:lnTo>
                  <a:close/>
                </a:path>
                <a:path w="2918459" h="1442720">
                  <a:moveTo>
                    <a:pt x="2677127" y="1442612"/>
                  </a:moveTo>
                  <a:lnTo>
                    <a:pt x="2583001" y="1442612"/>
                  </a:lnTo>
                  <a:lnTo>
                    <a:pt x="2583001" y="1428846"/>
                  </a:lnTo>
                  <a:lnTo>
                    <a:pt x="2677127" y="1428846"/>
                  </a:lnTo>
                  <a:lnTo>
                    <a:pt x="2677127" y="1442612"/>
                  </a:lnTo>
                  <a:close/>
                </a:path>
                <a:path w="2918459" h="1442720">
                  <a:moveTo>
                    <a:pt x="2549779" y="1442612"/>
                  </a:moveTo>
                  <a:lnTo>
                    <a:pt x="2538706" y="1442612"/>
                  </a:lnTo>
                  <a:lnTo>
                    <a:pt x="2538706" y="1428846"/>
                  </a:lnTo>
                  <a:lnTo>
                    <a:pt x="2549779" y="1428846"/>
                  </a:lnTo>
                  <a:lnTo>
                    <a:pt x="2549779" y="1442612"/>
                  </a:lnTo>
                  <a:close/>
                </a:path>
                <a:path w="2918459" h="1442720">
                  <a:moveTo>
                    <a:pt x="2502712" y="1442612"/>
                  </a:moveTo>
                  <a:lnTo>
                    <a:pt x="2411355" y="1442612"/>
                  </a:lnTo>
                  <a:lnTo>
                    <a:pt x="2411355" y="1428846"/>
                  </a:lnTo>
                  <a:lnTo>
                    <a:pt x="2502712" y="1428846"/>
                  </a:lnTo>
                  <a:lnTo>
                    <a:pt x="2502712" y="1442612"/>
                  </a:lnTo>
                  <a:close/>
                </a:path>
                <a:path w="2918459" h="1442720">
                  <a:moveTo>
                    <a:pt x="2375365" y="1442612"/>
                  </a:moveTo>
                  <a:lnTo>
                    <a:pt x="2364291" y="1442612"/>
                  </a:lnTo>
                  <a:lnTo>
                    <a:pt x="2364291" y="1428846"/>
                  </a:lnTo>
                  <a:lnTo>
                    <a:pt x="2375365" y="1428846"/>
                  </a:lnTo>
                  <a:lnTo>
                    <a:pt x="2375365" y="1442612"/>
                  </a:lnTo>
                  <a:close/>
                </a:path>
                <a:path w="2918459" h="1442720">
                  <a:moveTo>
                    <a:pt x="2331066" y="1442612"/>
                  </a:moveTo>
                  <a:lnTo>
                    <a:pt x="2236940" y="1442612"/>
                  </a:lnTo>
                  <a:lnTo>
                    <a:pt x="2236940" y="1428846"/>
                  </a:lnTo>
                  <a:lnTo>
                    <a:pt x="2331066" y="1428846"/>
                  </a:lnTo>
                  <a:lnTo>
                    <a:pt x="2331066" y="1442612"/>
                  </a:lnTo>
                  <a:close/>
                </a:path>
                <a:path w="2918459" h="1442720">
                  <a:moveTo>
                    <a:pt x="2203718" y="1442612"/>
                  </a:moveTo>
                  <a:lnTo>
                    <a:pt x="2192644" y="1442612"/>
                  </a:lnTo>
                  <a:lnTo>
                    <a:pt x="2192644" y="1428846"/>
                  </a:lnTo>
                  <a:lnTo>
                    <a:pt x="2203718" y="1428846"/>
                  </a:lnTo>
                  <a:lnTo>
                    <a:pt x="2203718" y="1442612"/>
                  </a:lnTo>
                  <a:close/>
                </a:path>
                <a:path w="2918459" h="1442720">
                  <a:moveTo>
                    <a:pt x="2156654" y="1442612"/>
                  </a:moveTo>
                  <a:lnTo>
                    <a:pt x="2065294" y="1442612"/>
                  </a:lnTo>
                  <a:lnTo>
                    <a:pt x="2065294" y="1428846"/>
                  </a:lnTo>
                  <a:lnTo>
                    <a:pt x="2156654" y="1428846"/>
                  </a:lnTo>
                  <a:lnTo>
                    <a:pt x="2156654" y="1442612"/>
                  </a:lnTo>
                  <a:close/>
                </a:path>
                <a:path w="2918459" h="1442720">
                  <a:moveTo>
                    <a:pt x="2029303" y="1442612"/>
                  </a:moveTo>
                  <a:lnTo>
                    <a:pt x="2018229" y="1442612"/>
                  </a:lnTo>
                  <a:lnTo>
                    <a:pt x="2018229" y="1428846"/>
                  </a:lnTo>
                  <a:lnTo>
                    <a:pt x="2029303" y="1428846"/>
                  </a:lnTo>
                  <a:lnTo>
                    <a:pt x="2029303" y="1442612"/>
                  </a:lnTo>
                  <a:close/>
                </a:path>
                <a:path w="2918459" h="1442720">
                  <a:moveTo>
                    <a:pt x="1985007" y="1442612"/>
                  </a:moveTo>
                  <a:lnTo>
                    <a:pt x="1890879" y="1442612"/>
                  </a:lnTo>
                  <a:lnTo>
                    <a:pt x="1890879" y="1428846"/>
                  </a:lnTo>
                  <a:lnTo>
                    <a:pt x="1985007" y="1428846"/>
                  </a:lnTo>
                  <a:lnTo>
                    <a:pt x="1985007" y="1442612"/>
                  </a:lnTo>
                  <a:close/>
                </a:path>
                <a:path w="2918459" h="1442720">
                  <a:moveTo>
                    <a:pt x="1857657" y="1442612"/>
                  </a:moveTo>
                  <a:lnTo>
                    <a:pt x="1846583" y="1442612"/>
                  </a:lnTo>
                  <a:lnTo>
                    <a:pt x="1846583" y="1428846"/>
                  </a:lnTo>
                  <a:lnTo>
                    <a:pt x="1857657" y="1428846"/>
                  </a:lnTo>
                  <a:lnTo>
                    <a:pt x="1857657" y="1442612"/>
                  </a:lnTo>
                  <a:close/>
                </a:path>
                <a:path w="2918459" h="1442720">
                  <a:moveTo>
                    <a:pt x="1810592" y="1442612"/>
                  </a:moveTo>
                  <a:lnTo>
                    <a:pt x="1719232" y="1442612"/>
                  </a:lnTo>
                  <a:lnTo>
                    <a:pt x="1719232" y="1428846"/>
                  </a:lnTo>
                  <a:lnTo>
                    <a:pt x="1810592" y="1428846"/>
                  </a:lnTo>
                  <a:lnTo>
                    <a:pt x="1810592" y="1442612"/>
                  </a:lnTo>
                  <a:close/>
                </a:path>
                <a:path w="2918459" h="1442720">
                  <a:moveTo>
                    <a:pt x="1683242" y="1442612"/>
                  </a:moveTo>
                  <a:lnTo>
                    <a:pt x="1672168" y="1442612"/>
                  </a:lnTo>
                  <a:lnTo>
                    <a:pt x="1672168" y="1428846"/>
                  </a:lnTo>
                  <a:lnTo>
                    <a:pt x="1683242" y="1428846"/>
                  </a:lnTo>
                  <a:lnTo>
                    <a:pt x="1683242" y="1442612"/>
                  </a:lnTo>
                  <a:close/>
                </a:path>
                <a:path w="2918459" h="1442720">
                  <a:moveTo>
                    <a:pt x="1638946" y="1442612"/>
                  </a:moveTo>
                  <a:lnTo>
                    <a:pt x="1544817" y="1442612"/>
                  </a:lnTo>
                  <a:lnTo>
                    <a:pt x="1544817" y="1428846"/>
                  </a:lnTo>
                  <a:lnTo>
                    <a:pt x="1638946" y="1428846"/>
                  </a:lnTo>
                  <a:lnTo>
                    <a:pt x="1638946" y="1442612"/>
                  </a:lnTo>
                  <a:close/>
                </a:path>
                <a:path w="2918459" h="1442720">
                  <a:moveTo>
                    <a:pt x="1511595" y="1442612"/>
                  </a:moveTo>
                  <a:lnTo>
                    <a:pt x="1500521" y="1442612"/>
                  </a:lnTo>
                  <a:lnTo>
                    <a:pt x="1500521" y="1428846"/>
                  </a:lnTo>
                  <a:lnTo>
                    <a:pt x="1511595" y="1428846"/>
                  </a:lnTo>
                  <a:lnTo>
                    <a:pt x="1511595" y="1442612"/>
                  </a:lnTo>
                  <a:close/>
                </a:path>
                <a:path w="2918459" h="1442720">
                  <a:moveTo>
                    <a:pt x="1464531" y="1442612"/>
                  </a:moveTo>
                  <a:lnTo>
                    <a:pt x="1373171" y="1442612"/>
                  </a:lnTo>
                  <a:lnTo>
                    <a:pt x="1373171" y="1428846"/>
                  </a:lnTo>
                  <a:lnTo>
                    <a:pt x="1464531" y="1428846"/>
                  </a:lnTo>
                  <a:lnTo>
                    <a:pt x="1464531" y="1442612"/>
                  </a:lnTo>
                  <a:close/>
                </a:path>
                <a:path w="2918459" h="1442720">
                  <a:moveTo>
                    <a:pt x="1337181" y="1442612"/>
                  </a:moveTo>
                  <a:lnTo>
                    <a:pt x="1326107" y="1442612"/>
                  </a:lnTo>
                  <a:lnTo>
                    <a:pt x="1326107" y="1428846"/>
                  </a:lnTo>
                  <a:lnTo>
                    <a:pt x="1337181" y="1428846"/>
                  </a:lnTo>
                  <a:lnTo>
                    <a:pt x="1337181" y="1442612"/>
                  </a:lnTo>
                  <a:close/>
                </a:path>
                <a:path w="2918459" h="1442720">
                  <a:moveTo>
                    <a:pt x="1292885" y="1442612"/>
                  </a:moveTo>
                  <a:lnTo>
                    <a:pt x="1198756" y="1442612"/>
                  </a:lnTo>
                  <a:lnTo>
                    <a:pt x="1198756" y="1428846"/>
                  </a:lnTo>
                  <a:lnTo>
                    <a:pt x="1292885" y="1428846"/>
                  </a:lnTo>
                  <a:lnTo>
                    <a:pt x="1292885" y="1442612"/>
                  </a:lnTo>
                  <a:close/>
                </a:path>
                <a:path w="2918459" h="1442720">
                  <a:moveTo>
                    <a:pt x="1165534" y="1442612"/>
                  </a:moveTo>
                  <a:lnTo>
                    <a:pt x="1154460" y="1442612"/>
                  </a:lnTo>
                  <a:lnTo>
                    <a:pt x="1154460" y="1428846"/>
                  </a:lnTo>
                  <a:lnTo>
                    <a:pt x="1165534" y="1428846"/>
                  </a:lnTo>
                  <a:lnTo>
                    <a:pt x="1165534" y="1442612"/>
                  </a:lnTo>
                  <a:close/>
                </a:path>
                <a:path w="2918459" h="1442720">
                  <a:moveTo>
                    <a:pt x="1118470" y="1442612"/>
                  </a:moveTo>
                  <a:lnTo>
                    <a:pt x="1027110" y="1442612"/>
                  </a:lnTo>
                  <a:lnTo>
                    <a:pt x="1027110" y="1428846"/>
                  </a:lnTo>
                  <a:lnTo>
                    <a:pt x="1118470" y="1428846"/>
                  </a:lnTo>
                  <a:lnTo>
                    <a:pt x="1118470" y="1442612"/>
                  </a:lnTo>
                  <a:close/>
                </a:path>
                <a:path w="2918459" h="1442720">
                  <a:moveTo>
                    <a:pt x="991119" y="1442612"/>
                  </a:moveTo>
                  <a:lnTo>
                    <a:pt x="980045" y="1442612"/>
                  </a:lnTo>
                  <a:lnTo>
                    <a:pt x="980045" y="1428846"/>
                  </a:lnTo>
                  <a:lnTo>
                    <a:pt x="991119" y="1428846"/>
                  </a:lnTo>
                  <a:lnTo>
                    <a:pt x="991119" y="1442612"/>
                  </a:lnTo>
                  <a:close/>
                </a:path>
                <a:path w="2918459" h="1442720">
                  <a:moveTo>
                    <a:pt x="946823" y="1442612"/>
                  </a:moveTo>
                  <a:lnTo>
                    <a:pt x="852695" y="1442612"/>
                  </a:lnTo>
                  <a:lnTo>
                    <a:pt x="852695" y="1428846"/>
                  </a:lnTo>
                  <a:lnTo>
                    <a:pt x="946823" y="1428846"/>
                  </a:lnTo>
                  <a:lnTo>
                    <a:pt x="946823" y="1442612"/>
                  </a:lnTo>
                  <a:close/>
                </a:path>
                <a:path w="2918459" h="1442720">
                  <a:moveTo>
                    <a:pt x="819470" y="1442612"/>
                  </a:moveTo>
                  <a:lnTo>
                    <a:pt x="808396" y="1442612"/>
                  </a:lnTo>
                  <a:lnTo>
                    <a:pt x="808396" y="1428846"/>
                  </a:lnTo>
                  <a:lnTo>
                    <a:pt x="819470" y="1428846"/>
                  </a:lnTo>
                  <a:lnTo>
                    <a:pt x="819470" y="1442612"/>
                  </a:lnTo>
                  <a:close/>
                </a:path>
                <a:path w="2918459" h="1442720">
                  <a:moveTo>
                    <a:pt x="772408" y="1442612"/>
                  </a:moveTo>
                  <a:lnTo>
                    <a:pt x="681048" y="1442612"/>
                  </a:lnTo>
                  <a:lnTo>
                    <a:pt x="681048" y="1428846"/>
                  </a:lnTo>
                  <a:lnTo>
                    <a:pt x="772408" y="1428846"/>
                  </a:lnTo>
                  <a:lnTo>
                    <a:pt x="772408" y="1442612"/>
                  </a:lnTo>
                  <a:close/>
                </a:path>
                <a:path w="2918459" h="1442720">
                  <a:moveTo>
                    <a:pt x="645055" y="1442612"/>
                  </a:moveTo>
                  <a:lnTo>
                    <a:pt x="633981" y="1442612"/>
                  </a:lnTo>
                  <a:lnTo>
                    <a:pt x="633981" y="1428846"/>
                  </a:lnTo>
                  <a:lnTo>
                    <a:pt x="645055" y="1428846"/>
                  </a:lnTo>
                  <a:lnTo>
                    <a:pt x="645055" y="1442612"/>
                  </a:lnTo>
                  <a:close/>
                </a:path>
                <a:path w="2918459" h="1442720">
                  <a:moveTo>
                    <a:pt x="600762" y="1442612"/>
                  </a:moveTo>
                  <a:lnTo>
                    <a:pt x="506633" y="1442612"/>
                  </a:lnTo>
                  <a:lnTo>
                    <a:pt x="506633" y="1428846"/>
                  </a:lnTo>
                  <a:lnTo>
                    <a:pt x="600762" y="1428846"/>
                  </a:lnTo>
                  <a:lnTo>
                    <a:pt x="600762" y="1442612"/>
                  </a:lnTo>
                  <a:close/>
                </a:path>
                <a:path w="2918459" h="1442720">
                  <a:moveTo>
                    <a:pt x="473409" y="1442612"/>
                  </a:moveTo>
                  <a:lnTo>
                    <a:pt x="462335" y="1442612"/>
                  </a:lnTo>
                  <a:lnTo>
                    <a:pt x="462335" y="1428846"/>
                  </a:lnTo>
                  <a:lnTo>
                    <a:pt x="473409" y="1428846"/>
                  </a:lnTo>
                  <a:lnTo>
                    <a:pt x="473409" y="1442612"/>
                  </a:lnTo>
                  <a:close/>
                </a:path>
                <a:path w="2918459" h="1442720">
                  <a:moveTo>
                    <a:pt x="426344" y="1442612"/>
                  </a:moveTo>
                  <a:lnTo>
                    <a:pt x="334984" y="1442612"/>
                  </a:lnTo>
                  <a:lnTo>
                    <a:pt x="334984" y="1428846"/>
                  </a:lnTo>
                  <a:lnTo>
                    <a:pt x="426344" y="1428846"/>
                  </a:lnTo>
                  <a:lnTo>
                    <a:pt x="426344" y="1442612"/>
                  </a:lnTo>
                  <a:close/>
                </a:path>
                <a:path w="2918459" h="1442720">
                  <a:moveTo>
                    <a:pt x="298994" y="1442612"/>
                  </a:moveTo>
                  <a:lnTo>
                    <a:pt x="287920" y="1442612"/>
                  </a:lnTo>
                  <a:lnTo>
                    <a:pt x="287920" y="1428846"/>
                  </a:lnTo>
                  <a:lnTo>
                    <a:pt x="298994" y="1428846"/>
                  </a:lnTo>
                  <a:lnTo>
                    <a:pt x="298994" y="1442612"/>
                  </a:lnTo>
                  <a:close/>
                </a:path>
                <a:path w="2918459" h="1442720">
                  <a:moveTo>
                    <a:pt x="254698" y="1442612"/>
                  </a:moveTo>
                  <a:lnTo>
                    <a:pt x="160569" y="1442612"/>
                  </a:lnTo>
                  <a:lnTo>
                    <a:pt x="160569" y="1428846"/>
                  </a:lnTo>
                  <a:lnTo>
                    <a:pt x="254698" y="1428846"/>
                  </a:lnTo>
                  <a:lnTo>
                    <a:pt x="254698" y="1442612"/>
                  </a:lnTo>
                  <a:close/>
                </a:path>
                <a:path w="2918459" h="1442720">
                  <a:moveTo>
                    <a:pt x="127350" y="1442612"/>
                  </a:moveTo>
                  <a:lnTo>
                    <a:pt x="116276" y="1442612"/>
                  </a:lnTo>
                  <a:lnTo>
                    <a:pt x="116276" y="1428846"/>
                  </a:lnTo>
                  <a:lnTo>
                    <a:pt x="127350" y="1428846"/>
                  </a:lnTo>
                  <a:lnTo>
                    <a:pt x="127350" y="1442612"/>
                  </a:lnTo>
                  <a:close/>
                </a:path>
                <a:path w="2918459" h="1442720">
                  <a:moveTo>
                    <a:pt x="80286" y="1442609"/>
                  </a:moveTo>
                  <a:lnTo>
                    <a:pt x="0" y="1442609"/>
                  </a:lnTo>
                  <a:lnTo>
                    <a:pt x="0" y="1417831"/>
                  </a:lnTo>
                  <a:lnTo>
                    <a:pt x="11071" y="1417831"/>
                  </a:lnTo>
                  <a:lnTo>
                    <a:pt x="11071" y="1428846"/>
                  </a:lnTo>
                  <a:lnTo>
                    <a:pt x="80286" y="1428846"/>
                  </a:lnTo>
                  <a:lnTo>
                    <a:pt x="80286" y="1442609"/>
                  </a:lnTo>
                  <a:close/>
                </a:path>
                <a:path w="2918459" h="1442720">
                  <a:moveTo>
                    <a:pt x="2917989" y="1420584"/>
                  </a:moveTo>
                  <a:lnTo>
                    <a:pt x="2906915" y="1420584"/>
                  </a:lnTo>
                  <a:lnTo>
                    <a:pt x="2906915" y="1326983"/>
                  </a:lnTo>
                  <a:lnTo>
                    <a:pt x="2917989" y="1326983"/>
                  </a:lnTo>
                  <a:lnTo>
                    <a:pt x="2917989" y="1420584"/>
                  </a:lnTo>
                  <a:close/>
                </a:path>
                <a:path w="2918459" h="1442720">
                  <a:moveTo>
                    <a:pt x="11073" y="1382044"/>
                  </a:moveTo>
                  <a:lnTo>
                    <a:pt x="0" y="1382044"/>
                  </a:lnTo>
                  <a:lnTo>
                    <a:pt x="0" y="1371029"/>
                  </a:lnTo>
                  <a:lnTo>
                    <a:pt x="11073" y="1371029"/>
                  </a:lnTo>
                  <a:lnTo>
                    <a:pt x="11073" y="1382044"/>
                  </a:lnTo>
                  <a:close/>
                </a:path>
                <a:path w="2918459" h="1442720">
                  <a:moveTo>
                    <a:pt x="11073" y="1337992"/>
                  </a:moveTo>
                  <a:lnTo>
                    <a:pt x="0" y="1337992"/>
                  </a:lnTo>
                  <a:lnTo>
                    <a:pt x="0" y="1244387"/>
                  </a:lnTo>
                  <a:lnTo>
                    <a:pt x="11073" y="1244387"/>
                  </a:lnTo>
                  <a:lnTo>
                    <a:pt x="11073" y="1337992"/>
                  </a:lnTo>
                  <a:close/>
                </a:path>
                <a:path w="2918459" h="1442720">
                  <a:moveTo>
                    <a:pt x="2917989" y="1293946"/>
                  </a:moveTo>
                  <a:lnTo>
                    <a:pt x="2906915" y="1293946"/>
                  </a:lnTo>
                  <a:lnTo>
                    <a:pt x="2906915" y="1282933"/>
                  </a:lnTo>
                  <a:lnTo>
                    <a:pt x="2917989" y="1282933"/>
                  </a:lnTo>
                  <a:lnTo>
                    <a:pt x="2917989" y="1293946"/>
                  </a:lnTo>
                  <a:close/>
                </a:path>
                <a:path w="2918459" h="1442720">
                  <a:moveTo>
                    <a:pt x="2917989" y="1247141"/>
                  </a:moveTo>
                  <a:lnTo>
                    <a:pt x="2906915" y="1247141"/>
                  </a:lnTo>
                  <a:lnTo>
                    <a:pt x="2906915" y="1156292"/>
                  </a:lnTo>
                  <a:lnTo>
                    <a:pt x="2917989" y="1156292"/>
                  </a:lnTo>
                  <a:lnTo>
                    <a:pt x="2917989" y="1247141"/>
                  </a:lnTo>
                  <a:close/>
                </a:path>
                <a:path w="2918459" h="1442720">
                  <a:moveTo>
                    <a:pt x="11073" y="1211351"/>
                  </a:moveTo>
                  <a:lnTo>
                    <a:pt x="0" y="1211351"/>
                  </a:lnTo>
                  <a:lnTo>
                    <a:pt x="0" y="1200338"/>
                  </a:lnTo>
                  <a:lnTo>
                    <a:pt x="11073" y="1200338"/>
                  </a:lnTo>
                  <a:lnTo>
                    <a:pt x="11073" y="1211351"/>
                  </a:lnTo>
                  <a:close/>
                </a:path>
                <a:path w="2918459" h="1442720">
                  <a:moveTo>
                    <a:pt x="11073" y="1164548"/>
                  </a:moveTo>
                  <a:lnTo>
                    <a:pt x="0" y="1164548"/>
                  </a:lnTo>
                  <a:lnTo>
                    <a:pt x="0" y="1073697"/>
                  </a:lnTo>
                  <a:lnTo>
                    <a:pt x="11073" y="1073697"/>
                  </a:lnTo>
                  <a:lnTo>
                    <a:pt x="11073" y="1164548"/>
                  </a:lnTo>
                  <a:close/>
                </a:path>
                <a:path w="2918459" h="1442720">
                  <a:moveTo>
                    <a:pt x="2917989" y="1120502"/>
                  </a:moveTo>
                  <a:lnTo>
                    <a:pt x="2906915" y="1120502"/>
                  </a:lnTo>
                  <a:lnTo>
                    <a:pt x="2906915" y="1109489"/>
                  </a:lnTo>
                  <a:lnTo>
                    <a:pt x="2917989" y="1109489"/>
                  </a:lnTo>
                  <a:lnTo>
                    <a:pt x="2917989" y="1120502"/>
                  </a:lnTo>
                  <a:close/>
                </a:path>
                <a:path w="2918459" h="1442720">
                  <a:moveTo>
                    <a:pt x="2917989" y="1076450"/>
                  </a:moveTo>
                  <a:lnTo>
                    <a:pt x="2906915" y="1076450"/>
                  </a:lnTo>
                  <a:lnTo>
                    <a:pt x="2906915" y="982848"/>
                  </a:lnTo>
                  <a:lnTo>
                    <a:pt x="2917989" y="982848"/>
                  </a:lnTo>
                  <a:lnTo>
                    <a:pt x="2917989" y="1076450"/>
                  </a:lnTo>
                  <a:close/>
                </a:path>
                <a:path w="2918459" h="1442720">
                  <a:moveTo>
                    <a:pt x="11073" y="1037907"/>
                  </a:moveTo>
                  <a:lnTo>
                    <a:pt x="0" y="1037907"/>
                  </a:lnTo>
                  <a:lnTo>
                    <a:pt x="0" y="1026894"/>
                  </a:lnTo>
                  <a:lnTo>
                    <a:pt x="11073" y="1026894"/>
                  </a:lnTo>
                  <a:lnTo>
                    <a:pt x="11073" y="1037907"/>
                  </a:lnTo>
                  <a:close/>
                </a:path>
                <a:path w="2918459" h="1442720">
                  <a:moveTo>
                    <a:pt x="11073" y="993858"/>
                  </a:moveTo>
                  <a:lnTo>
                    <a:pt x="0" y="993858"/>
                  </a:lnTo>
                  <a:lnTo>
                    <a:pt x="0" y="900253"/>
                  </a:lnTo>
                  <a:lnTo>
                    <a:pt x="11073" y="900253"/>
                  </a:lnTo>
                  <a:lnTo>
                    <a:pt x="11073" y="993858"/>
                  </a:lnTo>
                  <a:close/>
                </a:path>
                <a:path w="2918459" h="1442720">
                  <a:moveTo>
                    <a:pt x="2917989" y="949811"/>
                  </a:moveTo>
                  <a:lnTo>
                    <a:pt x="2906915" y="949811"/>
                  </a:lnTo>
                  <a:lnTo>
                    <a:pt x="2906915" y="938799"/>
                  </a:lnTo>
                  <a:lnTo>
                    <a:pt x="2917989" y="938799"/>
                  </a:lnTo>
                  <a:lnTo>
                    <a:pt x="2917989" y="949811"/>
                  </a:lnTo>
                  <a:close/>
                </a:path>
                <a:path w="2918459" h="1442720">
                  <a:moveTo>
                    <a:pt x="2917989" y="903006"/>
                  </a:moveTo>
                  <a:lnTo>
                    <a:pt x="2906915" y="903006"/>
                  </a:lnTo>
                  <a:lnTo>
                    <a:pt x="2906915" y="812157"/>
                  </a:lnTo>
                  <a:lnTo>
                    <a:pt x="2917989" y="812157"/>
                  </a:lnTo>
                  <a:lnTo>
                    <a:pt x="2917989" y="903006"/>
                  </a:lnTo>
                  <a:close/>
                </a:path>
                <a:path w="2918459" h="1442720">
                  <a:moveTo>
                    <a:pt x="11073" y="867219"/>
                  </a:moveTo>
                  <a:lnTo>
                    <a:pt x="0" y="867219"/>
                  </a:lnTo>
                  <a:lnTo>
                    <a:pt x="0" y="856206"/>
                  </a:lnTo>
                  <a:lnTo>
                    <a:pt x="11073" y="856206"/>
                  </a:lnTo>
                  <a:lnTo>
                    <a:pt x="11073" y="867219"/>
                  </a:lnTo>
                  <a:close/>
                </a:path>
                <a:path w="2918459" h="1442720">
                  <a:moveTo>
                    <a:pt x="11073" y="820414"/>
                  </a:moveTo>
                  <a:lnTo>
                    <a:pt x="0" y="820414"/>
                  </a:lnTo>
                  <a:lnTo>
                    <a:pt x="0" y="729562"/>
                  </a:lnTo>
                  <a:lnTo>
                    <a:pt x="11073" y="729562"/>
                  </a:lnTo>
                  <a:lnTo>
                    <a:pt x="11073" y="820414"/>
                  </a:lnTo>
                  <a:close/>
                </a:path>
                <a:path w="2918459" h="1442720">
                  <a:moveTo>
                    <a:pt x="2917989" y="776367"/>
                  </a:moveTo>
                  <a:lnTo>
                    <a:pt x="2906915" y="776367"/>
                  </a:lnTo>
                  <a:lnTo>
                    <a:pt x="2906915" y="765355"/>
                  </a:lnTo>
                  <a:lnTo>
                    <a:pt x="2917989" y="765355"/>
                  </a:lnTo>
                  <a:lnTo>
                    <a:pt x="2917989" y="776367"/>
                  </a:lnTo>
                  <a:close/>
                </a:path>
                <a:path w="2918459" h="1442720">
                  <a:moveTo>
                    <a:pt x="2917989" y="732318"/>
                  </a:moveTo>
                  <a:lnTo>
                    <a:pt x="2906915" y="732318"/>
                  </a:lnTo>
                  <a:lnTo>
                    <a:pt x="2906915" y="638713"/>
                  </a:lnTo>
                  <a:lnTo>
                    <a:pt x="2917989" y="638713"/>
                  </a:lnTo>
                  <a:lnTo>
                    <a:pt x="2917989" y="732318"/>
                  </a:lnTo>
                  <a:close/>
                </a:path>
                <a:path w="2918459" h="1442720">
                  <a:moveTo>
                    <a:pt x="11073" y="693775"/>
                  </a:moveTo>
                  <a:lnTo>
                    <a:pt x="0" y="693775"/>
                  </a:lnTo>
                  <a:lnTo>
                    <a:pt x="0" y="682763"/>
                  </a:lnTo>
                  <a:lnTo>
                    <a:pt x="11073" y="682763"/>
                  </a:lnTo>
                  <a:lnTo>
                    <a:pt x="11073" y="693775"/>
                  </a:lnTo>
                  <a:close/>
                </a:path>
                <a:path w="2918459" h="1442720">
                  <a:moveTo>
                    <a:pt x="11073" y="649723"/>
                  </a:moveTo>
                  <a:lnTo>
                    <a:pt x="0" y="649723"/>
                  </a:lnTo>
                  <a:lnTo>
                    <a:pt x="0" y="556118"/>
                  </a:lnTo>
                  <a:lnTo>
                    <a:pt x="11073" y="556118"/>
                  </a:lnTo>
                  <a:lnTo>
                    <a:pt x="11073" y="649723"/>
                  </a:lnTo>
                  <a:close/>
                </a:path>
                <a:path w="2918459" h="1442720">
                  <a:moveTo>
                    <a:pt x="2917989" y="605676"/>
                  </a:moveTo>
                  <a:lnTo>
                    <a:pt x="2906915" y="605676"/>
                  </a:lnTo>
                  <a:lnTo>
                    <a:pt x="2906915" y="594664"/>
                  </a:lnTo>
                  <a:lnTo>
                    <a:pt x="2917989" y="594664"/>
                  </a:lnTo>
                  <a:lnTo>
                    <a:pt x="2917989" y="605676"/>
                  </a:lnTo>
                  <a:close/>
                </a:path>
                <a:path w="2918459" h="1442720">
                  <a:moveTo>
                    <a:pt x="2917989" y="558874"/>
                  </a:moveTo>
                  <a:lnTo>
                    <a:pt x="2906915" y="558874"/>
                  </a:lnTo>
                  <a:lnTo>
                    <a:pt x="2906915" y="468023"/>
                  </a:lnTo>
                  <a:lnTo>
                    <a:pt x="2917989" y="468023"/>
                  </a:lnTo>
                  <a:lnTo>
                    <a:pt x="2917989" y="558874"/>
                  </a:lnTo>
                  <a:close/>
                </a:path>
                <a:path w="2918459" h="1442720">
                  <a:moveTo>
                    <a:pt x="11073" y="523084"/>
                  </a:moveTo>
                  <a:lnTo>
                    <a:pt x="0" y="523084"/>
                  </a:lnTo>
                  <a:lnTo>
                    <a:pt x="0" y="512072"/>
                  </a:lnTo>
                  <a:lnTo>
                    <a:pt x="11073" y="512072"/>
                  </a:lnTo>
                  <a:lnTo>
                    <a:pt x="11073" y="523084"/>
                  </a:lnTo>
                  <a:close/>
                </a:path>
                <a:path w="2918459" h="1442720">
                  <a:moveTo>
                    <a:pt x="11073" y="476279"/>
                  </a:moveTo>
                  <a:lnTo>
                    <a:pt x="0" y="476279"/>
                  </a:lnTo>
                  <a:lnTo>
                    <a:pt x="0" y="385430"/>
                  </a:lnTo>
                  <a:lnTo>
                    <a:pt x="11073" y="385430"/>
                  </a:lnTo>
                  <a:lnTo>
                    <a:pt x="11073" y="476279"/>
                  </a:lnTo>
                  <a:close/>
                </a:path>
                <a:path w="2918459" h="1442720">
                  <a:moveTo>
                    <a:pt x="2917989" y="432233"/>
                  </a:moveTo>
                  <a:lnTo>
                    <a:pt x="2906915" y="432233"/>
                  </a:lnTo>
                  <a:lnTo>
                    <a:pt x="2906915" y="421220"/>
                  </a:lnTo>
                  <a:lnTo>
                    <a:pt x="2917989" y="421220"/>
                  </a:lnTo>
                  <a:lnTo>
                    <a:pt x="2917989" y="432233"/>
                  </a:lnTo>
                  <a:close/>
                </a:path>
                <a:path w="2918459" h="1442720">
                  <a:moveTo>
                    <a:pt x="2917989" y="388183"/>
                  </a:moveTo>
                  <a:lnTo>
                    <a:pt x="2906915" y="388183"/>
                  </a:lnTo>
                  <a:lnTo>
                    <a:pt x="2906915" y="294579"/>
                  </a:lnTo>
                  <a:lnTo>
                    <a:pt x="2917989" y="294579"/>
                  </a:lnTo>
                  <a:lnTo>
                    <a:pt x="2917989" y="388183"/>
                  </a:lnTo>
                  <a:close/>
                </a:path>
                <a:path w="2918459" h="1442720">
                  <a:moveTo>
                    <a:pt x="11073" y="349640"/>
                  </a:moveTo>
                  <a:lnTo>
                    <a:pt x="0" y="349640"/>
                  </a:lnTo>
                  <a:lnTo>
                    <a:pt x="0" y="338628"/>
                  </a:lnTo>
                  <a:lnTo>
                    <a:pt x="11073" y="338628"/>
                  </a:lnTo>
                  <a:lnTo>
                    <a:pt x="11073" y="349640"/>
                  </a:lnTo>
                  <a:close/>
                </a:path>
                <a:path w="2918459" h="1442720">
                  <a:moveTo>
                    <a:pt x="11073" y="305588"/>
                  </a:moveTo>
                  <a:lnTo>
                    <a:pt x="0" y="305588"/>
                  </a:lnTo>
                  <a:lnTo>
                    <a:pt x="0" y="211986"/>
                  </a:lnTo>
                  <a:lnTo>
                    <a:pt x="11073" y="211986"/>
                  </a:lnTo>
                  <a:lnTo>
                    <a:pt x="11073" y="305588"/>
                  </a:lnTo>
                  <a:close/>
                </a:path>
                <a:path w="2918459" h="1442720">
                  <a:moveTo>
                    <a:pt x="2917989" y="261539"/>
                  </a:moveTo>
                  <a:lnTo>
                    <a:pt x="2906915" y="261539"/>
                  </a:lnTo>
                  <a:lnTo>
                    <a:pt x="2906915" y="250527"/>
                  </a:lnTo>
                  <a:lnTo>
                    <a:pt x="2917989" y="250527"/>
                  </a:lnTo>
                  <a:lnTo>
                    <a:pt x="2917989" y="261539"/>
                  </a:lnTo>
                  <a:close/>
                </a:path>
                <a:path w="2918459" h="1442720">
                  <a:moveTo>
                    <a:pt x="2917989" y="214739"/>
                  </a:moveTo>
                  <a:lnTo>
                    <a:pt x="2906915" y="214739"/>
                  </a:lnTo>
                  <a:lnTo>
                    <a:pt x="2906915" y="123888"/>
                  </a:lnTo>
                  <a:lnTo>
                    <a:pt x="2917989" y="123888"/>
                  </a:lnTo>
                  <a:lnTo>
                    <a:pt x="2917989" y="214739"/>
                  </a:lnTo>
                  <a:close/>
                </a:path>
                <a:path w="2918459" h="1442720">
                  <a:moveTo>
                    <a:pt x="11073" y="178949"/>
                  </a:moveTo>
                  <a:lnTo>
                    <a:pt x="0" y="178949"/>
                  </a:lnTo>
                  <a:lnTo>
                    <a:pt x="0" y="167937"/>
                  </a:lnTo>
                  <a:lnTo>
                    <a:pt x="11073" y="167937"/>
                  </a:lnTo>
                  <a:lnTo>
                    <a:pt x="11073" y="178949"/>
                  </a:lnTo>
                  <a:close/>
                </a:path>
                <a:path w="2918459" h="1442720">
                  <a:moveTo>
                    <a:pt x="11073" y="132144"/>
                  </a:moveTo>
                  <a:lnTo>
                    <a:pt x="0" y="132144"/>
                  </a:lnTo>
                  <a:lnTo>
                    <a:pt x="0" y="41296"/>
                  </a:lnTo>
                  <a:lnTo>
                    <a:pt x="11073" y="41296"/>
                  </a:lnTo>
                  <a:lnTo>
                    <a:pt x="11073" y="132144"/>
                  </a:lnTo>
                  <a:close/>
                </a:path>
                <a:path w="2918459" h="1442720">
                  <a:moveTo>
                    <a:pt x="2917989" y="88095"/>
                  </a:moveTo>
                  <a:lnTo>
                    <a:pt x="2906915" y="88095"/>
                  </a:lnTo>
                  <a:lnTo>
                    <a:pt x="2906915" y="77083"/>
                  </a:lnTo>
                  <a:lnTo>
                    <a:pt x="2917989" y="77083"/>
                  </a:lnTo>
                  <a:lnTo>
                    <a:pt x="2917989" y="88095"/>
                  </a:lnTo>
                  <a:close/>
                </a:path>
                <a:path w="2918459" h="1442720">
                  <a:moveTo>
                    <a:pt x="2917989" y="44049"/>
                  </a:moveTo>
                  <a:lnTo>
                    <a:pt x="2906915" y="44049"/>
                  </a:lnTo>
                  <a:lnTo>
                    <a:pt x="2906915" y="11009"/>
                  </a:lnTo>
                  <a:lnTo>
                    <a:pt x="2821092" y="11009"/>
                  </a:lnTo>
                  <a:lnTo>
                    <a:pt x="2821092" y="0"/>
                  </a:lnTo>
                  <a:lnTo>
                    <a:pt x="2912452" y="0"/>
                  </a:lnTo>
                  <a:lnTo>
                    <a:pt x="2912452" y="5503"/>
                  </a:lnTo>
                  <a:lnTo>
                    <a:pt x="2917989" y="5503"/>
                  </a:lnTo>
                  <a:lnTo>
                    <a:pt x="2917989" y="44049"/>
                  </a:lnTo>
                  <a:close/>
                </a:path>
                <a:path w="2918459" h="1442720">
                  <a:moveTo>
                    <a:pt x="2787870" y="11012"/>
                  </a:moveTo>
                  <a:lnTo>
                    <a:pt x="2774027" y="11012"/>
                  </a:lnTo>
                  <a:lnTo>
                    <a:pt x="2774027" y="0"/>
                  </a:lnTo>
                  <a:lnTo>
                    <a:pt x="2787870" y="0"/>
                  </a:lnTo>
                  <a:lnTo>
                    <a:pt x="2787870" y="11012"/>
                  </a:lnTo>
                  <a:close/>
                </a:path>
                <a:path w="2918459" h="1442720">
                  <a:moveTo>
                    <a:pt x="2740805" y="11012"/>
                  </a:moveTo>
                  <a:lnTo>
                    <a:pt x="2649445" y="11012"/>
                  </a:lnTo>
                  <a:lnTo>
                    <a:pt x="2649445" y="0"/>
                  </a:lnTo>
                  <a:lnTo>
                    <a:pt x="2740805" y="0"/>
                  </a:lnTo>
                  <a:lnTo>
                    <a:pt x="2740805" y="11012"/>
                  </a:lnTo>
                  <a:close/>
                </a:path>
                <a:path w="2918459" h="1442720">
                  <a:moveTo>
                    <a:pt x="2613452" y="11012"/>
                  </a:moveTo>
                  <a:lnTo>
                    <a:pt x="2602378" y="11012"/>
                  </a:lnTo>
                  <a:lnTo>
                    <a:pt x="2602378" y="0"/>
                  </a:lnTo>
                  <a:lnTo>
                    <a:pt x="2613452" y="0"/>
                  </a:lnTo>
                  <a:lnTo>
                    <a:pt x="2613452" y="11012"/>
                  </a:lnTo>
                  <a:close/>
                </a:path>
                <a:path w="2918459" h="1442720">
                  <a:moveTo>
                    <a:pt x="2566390" y="11012"/>
                  </a:moveTo>
                  <a:lnTo>
                    <a:pt x="2475030" y="11012"/>
                  </a:lnTo>
                  <a:lnTo>
                    <a:pt x="2475030" y="0"/>
                  </a:lnTo>
                  <a:lnTo>
                    <a:pt x="2566390" y="0"/>
                  </a:lnTo>
                  <a:lnTo>
                    <a:pt x="2566390" y="11012"/>
                  </a:lnTo>
                  <a:close/>
                </a:path>
                <a:path w="2918459" h="1442720">
                  <a:moveTo>
                    <a:pt x="2441806" y="11012"/>
                  </a:moveTo>
                  <a:lnTo>
                    <a:pt x="2427963" y="11012"/>
                  </a:lnTo>
                  <a:lnTo>
                    <a:pt x="2427963" y="0"/>
                  </a:lnTo>
                  <a:lnTo>
                    <a:pt x="2441806" y="0"/>
                  </a:lnTo>
                  <a:lnTo>
                    <a:pt x="2441806" y="11012"/>
                  </a:lnTo>
                  <a:close/>
                </a:path>
                <a:path w="2918459" h="1442720">
                  <a:moveTo>
                    <a:pt x="2394741" y="11012"/>
                  </a:moveTo>
                  <a:lnTo>
                    <a:pt x="2303381" y="11012"/>
                  </a:lnTo>
                  <a:lnTo>
                    <a:pt x="2303381" y="0"/>
                  </a:lnTo>
                  <a:lnTo>
                    <a:pt x="2394741" y="0"/>
                  </a:lnTo>
                  <a:lnTo>
                    <a:pt x="2394741" y="11012"/>
                  </a:lnTo>
                  <a:close/>
                </a:path>
                <a:path w="2918459" h="1442720">
                  <a:moveTo>
                    <a:pt x="2267391" y="11012"/>
                  </a:moveTo>
                  <a:lnTo>
                    <a:pt x="2256317" y="11012"/>
                  </a:lnTo>
                  <a:lnTo>
                    <a:pt x="2256317" y="0"/>
                  </a:lnTo>
                  <a:lnTo>
                    <a:pt x="2267391" y="0"/>
                  </a:lnTo>
                  <a:lnTo>
                    <a:pt x="2267391" y="11012"/>
                  </a:lnTo>
                  <a:close/>
                </a:path>
                <a:path w="2918459" h="1442720">
                  <a:moveTo>
                    <a:pt x="2220326" y="11012"/>
                  </a:moveTo>
                  <a:lnTo>
                    <a:pt x="2128966" y="11012"/>
                  </a:lnTo>
                  <a:lnTo>
                    <a:pt x="2128966" y="0"/>
                  </a:lnTo>
                  <a:lnTo>
                    <a:pt x="2220326" y="0"/>
                  </a:lnTo>
                  <a:lnTo>
                    <a:pt x="2220326" y="11012"/>
                  </a:lnTo>
                  <a:close/>
                </a:path>
                <a:path w="2918459" h="1442720">
                  <a:moveTo>
                    <a:pt x="2095744" y="11012"/>
                  </a:moveTo>
                  <a:lnTo>
                    <a:pt x="2081902" y="11012"/>
                  </a:lnTo>
                  <a:lnTo>
                    <a:pt x="2081902" y="0"/>
                  </a:lnTo>
                  <a:lnTo>
                    <a:pt x="2095744" y="0"/>
                  </a:lnTo>
                  <a:lnTo>
                    <a:pt x="2095744" y="11012"/>
                  </a:lnTo>
                  <a:close/>
                </a:path>
                <a:path w="2918459" h="1442720">
                  <a:moveTo>
                    <a:pt x="2048680" y="11012"/>
                  </a:moveTo>
                  <a:lnTo>
                    <a:pt x="1957320" y="11012"/>
                  </a:lnTo>
                  <a:lnTo>
                    <a:pt x="1957320" y="0"/>
                  </a:lnTo>
                  <a:lnTo>
                    <a:pt x="2048680" y="0"/>
                  </a:lnTo>
                  <a:lnTo>
                    <a:pt x="2048680" y="11012"/>
                  </a:lnTo>
                  <a:close/>
                </a:path>
                <a:path w="2918459" h="1442720">
                  <a:moveTo>
                    <a:pt x="1921332" y="11012"/>
                  </a:moveTo>
                  <a:lnTo>
                    <a:pt x="1910258" y="11012"/>
                  </a:lnTo>
                  <a:lnTo>
                    <a:pt x="1910258" y="0"/>
                  </a:lnTo>
                  <a:lnTo>
                    <a:pt x="1921332" y="0"/>
                  </a:lnTo>
                  <a:lnTo>
                    <a:pt x="1921332" y="11012"/>
                  </a:lnTo>
                  <a:close/>
                </a:path>
                <a:path w="2918459" h="1442720">
                  <a:moveTo>
                    <a:pt x="1874265" y="11012"/>
                  </a:moveTo>
                  <a:lnTo>
                    <a:pt x="1782905" y="11012"/>
                  </a:lnTo>
                  <a:lnTo>
                    <a:pt x="1782905" y="0"/>
                  </a:lnTo>
                  <a:lnTo>
                    <a:pt x="1874265" y="0"/>
                  </a:lnTo>
                  <a:lnTo>
                    <a:pt x="1874265" y="11012"/>
                  </a:lnTo>
                  <a:close/>
                </a:path>
                <a:path w="2918459" h="1442720">
                  <a:moveTo>
                    <a:pt x="1749686" y="11012"/>
                  </a:moveTo>
                  <a:lnTo>
                    <a:pt x="1735843" y="11012"/>
                  </a:lnTo>
                  <a:lnTo>
                    <a:pt x="1735843" y="0"/>
                  </a:lnTo>
                  <a:lnTo>
                    <a:pt x="1749686" y="0"/>
                  </a:lnTo>
                  <a:lnTo>
                    <a:pt x="1749686" y="11012"/>
                  </a:lnTo>
                  <a:close/>
                </a:path>
                <a:path w="2918459" h="1442720">
                  <a:moveTo>
                    <a:pt x="1702621" y="11012"/>
                  </a:moveTo>
                  <a:lnTo>
                    <a:pt x="1611261" y="11012"/>
                  </a:lnTo>
                  <a:lnTo>
                    <a:pt x="1611261" y="0"/>
                  </a:lnTo>
                  <a:lnTo>
                    <a:pt x="1702621" y="0"/>
                  </a:lnTo>
                  <a:lnTo>
                    <a:pt x="1702621" y="11012"/>
                  </a:lnTo>
                  <a:close/>
                </a:path>
                <a:path w="2918459" h="1442720">
                  <a:moveTo>
                    <a:pt x="1575271" y="11012"/>
                  </a:moveTo>
                  <a:lnTo>
                    <a:pt x="1564197" y="11012"/>
                  </a:lnTo>
                  <a:lnTo>
                    <a:pt x="1564197" y="0"/>
                  </a:lnTo>
                  <a:lnTo>
                    <a:pt x="1575271" y="0"/>
                  </a:lnTo>
                  <a:lnTo>
                    <a:pt x="1575271" y="11012"/>
                  </a:lnTo>
                  <a:close/>
                </a:path>
                <a:path w="2918459" h="1442720">
                  <a:moveTo>
                    <a:pt x="1528206" y="11012"/>
                  </a:moveTo>
                  <a:lnTo>
                    <a:pt x="1436846" y="11012"/>
                  </a:lnTo>
                  <a:lnTo>
                    <a:pt x="1436846" y="0"/>
                  </a:lnTo>
                  <a:lnTo>
                    <a:pt x="1528206" y="0"/>
                  </a:lnTo>
                  <a:lnTo>
                    <a:pt x="1528206" y="11012"/>
                  </a:lnTo>
                  <a:close/>
                </a:path>
                <a:path w="2918459" h="1442720">
                  <a:moveTo>
                    <a:pt x="1403624" y="11012"/>
                  </a:moveTo>
                  <a:lnTo>
                    <a:pt x="1389782" y="11012"/>
                  </a:lnTo>
                  <a:lnTo>
                    <a:pt x="1389782" y="0"/>
                  </a:lnTo>
                  <a:lnTo>
                    <a:pt x="1403624" y="0"/>
                  </a:lnTo>
                  <a:lnTo>
                    <a:pt x="1403624" y="11012"/>
                  </a:lnTo>
                  <a:close/>
                </a:path>
                <a:path w="2918459" h="1442720">
                  <a:moveTo>
                    <a:pt x="1356557" y="11012"/>
                  </a:moveTo>
                  <a:lnTo>
                    <a:pt x="1265200" y="11012"/>
                  </a:lnTo>
                  <a:lnTo>
                    <a:pt x="1265200" y="0"/>
                  </a:lnTo>
                  <a:lnTo>
                    <a:pt x="1356557" y="0"/>
                  </a:lnTo>
                  <a:lnTo>
                    <a:pt x="1356557" y="11012"/>
                  </a:lnTo>
                  <a:close/>
                </a:path>
                <a:path w="2918459" h="1442720">
                  <a:moveTo>
                    <a:pt x="1229209" y="11012"/>
                  </a:moveTo>
                  <a:lnTo>
                    <a:pt x="1218135" y="11012"/>
                  </a:lnTo>
                  <a:lnTo>
                    <a:pt x="1218135" y="0"/>
                  </a:lnTo>
                  <a:lnTo>
                    <a:pt x="1229209" y="0"/>
                  </a:lnTo>
                  <a:lnTo>
                    <a:pt x="1229209" y="11012"/>
                  </a:lnTo>
                  <a:close/>
                </a:path>
                <a:path w="2918459" h="1442720">
                  <a:moveTo>
                    <a:pt x="1182142" y="11012"/>
                  </a:moveTo>
                  <a:lnTo>
                    <a:pt x="1090785" y="11012"/>
                  </a:lnTo>
                  <a:lnTo>
                    <a:pt x="1090785" y="0"/>
                  </a:lnTo>
                  <a:lnTo>
                    <a:pt x="1182142" y="0"/>
                  </a:lnTo>
                  <a:lnTo>
                    <a:pt x="1182142" y="11012"/>
                  </a:lnTo>
                  <a:close/>
                </a:path>
                <a:path w="2918459" h="1442720">
                  <a:moveTo>
                    <a:pt x="1057563" y="11012"/>
                  </a:moveTo>
                  <a:lnTo>
                    <a:pt x="1043721" y="11012"/>
                  </a:lnTo>
                  <a:lnTo>
                    <a:pt x="1043721" y="0"/>
                  </a:lnTo>
                  <a:lnTo>
                    <a:pt x="1057563" y="0"/>
                  </a:lnTo>
                  <a:lnTo>
                    <a:pt x="1057563" y="11012"/>
                  </a:lnTo>
                  <a:close/>
                </a:path>
                <a:path w="2918459" h="1442720">
                  <a:moveTo>
                    <a:pt x="1010499" y="11012"/>
                  </a:moveTo>
                  <a:lnTo>
                    <a:pt x="919138" y="11012"/>
                  </a:lnTo>
                  <a:lnTo>
                    <a:pt x="919138" y="0"/>
                  </a:lnTo>
                  <a:lnTo>
                    <a:pt x="1010499" y="0"/>
                  </a:lnTo>
                  <a:lnTo>
                    <a:pt x="1010499" y="11012"/>
                  </a:lnTo>
                  <a:close/>
                </a:path>
                <a:path w="2918459" h="1442720">
                  <a:moveTo>
                    <a:pt x="883148" y="11012"/>
                  </a:moveTo>
                  <a:lnTo>
                    <a:pt x="872074" y="11012"/>
                  </a:lnTo>
                  <a:lnTo>
                    <a:pt x="872074" y="0"/>
                  </a:lnTo>
                  <a:lnTo>
                    <a:pt x="883148" y="0"/>
                  </a:lnTo>
                  <a:lnTo>
                    <a:pt x="883148" y="11012"/>
                  </a:lnTo>
                  <a:close/>
                </a:path>
                <a:path w="2918459" h="1442720">
                  <a:moveTo>
                    <a:pt x="836084" y="11012"/>
                  </a:moveTo>
                  <a:lnTo>
                    <a:pt x="744724" y="11012"/>
                  </a:lnTo>
                  <a:lnTo>
                    <a:pt x="744724" y="0"/>
                  </a:lnTo>
                  <a:lnTo>
                    <a:pt x="836084" y="0"/>
                  </a:lnTo>
                  <a:lnTo>
                    <a:pt x="836084" y="11012"/>
                  </a:lnTo>
                  <a:close/>
                </a:path>
                <a:path w="2918459" h="1442720">
                  <a:moveTo>
                    <a:pt x="711502" y="11012"/>
                  </a:moveTo>
                  <a:lnTo>
                    <a:pt x="697659" y="11012"/>
                  </a:lnTo>
                  <a:lnTo>
                    <a:pt x="697659" y="0"/>
                  </a:lnTo>
                  <a:lnTo>
                    <a:pt x="711502" y="0"/>
                  </a:lnTo>
                  <a:lnTo>
                    <a:pt x="711502" y="11012"/>
                  </a:lnTo>
                  <a:close/>
                </a:path>
                <a:path w="2918459" h="1442720">
                  <a:moveTo>
                    <a:pt x="664437" y="11012"/>
                  </a:moveTo>
                  <a:lnTo>
                    <a:pt x="573077" y="11012"/>
                  </a:lnTo>
                  <a:lnTo>
                    <a:pt x="573077" y="0"/>
                  </a:lnTo>
                  <a:lnTo>
                    <a:pt x="664437" y="0"/>
                  </a:lnTo>
                  <a:lnTo>
                    <a:pt x="664437" y="11012"/>
                  </a:lnTo>
                  <a:close/>
                </a:path>
                <a:path w="2918459" h="1442720">
                  <a:moveTo>
                    <a:pt x="537087" y="11012"/>
                  </a:moveTo>
                  <a:lnTo>
                    <a:pt x="526013" y="11012"/>
                  </a:lnTo>
                  <a:lnTo>
                    <a:pt x="526013" y="0"/>
                  </a:lnTo>
                  <a:lnTo>
                    <a:pt x="537087" y="0"/>
                  </a:lnTo>
                  <a:lnTo>
                    <a:pt x="537087" y="11012"/>
                  </a:lnTo>
                  <a:close/>
                </a:path>
                <a:path w="2918459" h="1442720">
                  <a:moveTo>
                    <a:pt x="490022" y="11012"/>
                  </a:moveTo>
                  <a:lnTo>
                    <a:pt x="398662" y="11012"/>
                  </a:lnTo>
                  <a:lnTo>
                    <a:pt x="398662" y="0"/>
                  </a:lnTo>
                  <a:lnTo>
                    <a:pt x="490022" y="0"/>
                  </a:lnTo>
                  <a:lnTo>
                    <a:pt x="490022" y="11012"/>
                  </a:lnTo>
                  <a:close/>
                </a:path>
                <a:path w="2918459" h="1442720">
                  <a:moveTo>
                    <a:pt x="365440" y="11012"/>
                  </a:moveTo>
                  <a:lnTo>
                    <a:pt x="351598" y="11012"/>
                  </a:lnTo>
                  <a:lnTo>
                    <a:pt x="351598" y="0"/>
                  </a:lnTo>
                  <a:lnTo>
                    <a:pt x="365440" y="0"/>
                  </a:lnTo>
                  <a:lnTo>
                    <a:pt x="365440" y="11012"/>
                  </a:lnTo>
                  <a:close/>
                </a:path>
                <a:path w="2918459" h="1442720">
                  <a:moveTo>
                    <a:pt x="318376" y="11012"/>
                  </a:moveTo>
                  <a:lnTo>
                    <a:pt x="227016" y="11012"/>
                  </a:lnTo>
                  <a:lnTo>
                    <a:pt x="227016" y="0"/>
                  </a:lnTo>
                  <a:lnTo>
                    <a:pt x="318376" y="0"/>
                  </a:lnTo>
                  <a:lnTo>
                    <a:pt x="318376" y="11012"/>
                  </a:lnTo>
                  <a:close/>
                </a:path>
                <a:path w="2918459" h="1442720">
                  <a:moveTo>
                    <a:pt x="191025" y="11012"/>
                  </a:moveTo>
                  <a:lnTo>
                    <a:pt x="179951" y="11012"/>
                  </a:lnTo>
                  <a:lnTo>
                    <a:pt x="179951" y="0"/>
                  </a:lnTo>
                  <a:lnTo>
                    <a:pt x="191025" y="0"/>
                  </a:lnTo>
                  <a:lnTo>
                    <a:pt x="191025" y="11012"/>
                  </a:lnTo>
                  <a:close/>
                </a:path>
                <a:path w="2918459" h="1442720">
                  <a:moveTo>
                    <a:pt x="143961" y="11012"/>
                  </a:moveTo>
                  <a:lnTo>
                    <a:pt x="52601" y="11012"/>
                  </a:lnTo>
                  <a:lnTo>
                    <a:pt x="52601" y="0"/>
                  </a:lnTo>
                  <a:lnTo>
                    <a:pt x="143961" y="0"/>
                  </a:lnTo>
                  <a:lnTo>
                    <a:pt x="143961" y="11012"/>
                  </a:lnTo>
                  <a:close/>
                </a:path>
                <a:path w="2918459" h="1442720">
                  <a:moveTo>
                    <a:pt x="19379" y="11009"/>
                  </a:moveTo>
                  <a:lnTo>
                    <a:pt x="5536" y="11009"/>
                  </a:lnTo>
                  <a:lnTo>
                    <a:pt x="11071" y="5503"/>
                  </a:lnTo>
                  <a:lnTo>
                    <a:pt x="0" y="5503"/>
                  </a:lnTo>
                  <a:lnTo>
                    <a:pt x="0" y="0"/>
                  </a:lnTo>
                  <a:lnTo>
                    <a:pt x="19379" y="0"/>
                  </a:lnTo>
                  <a:lnTo>
                    <a:pt x="19379" y="110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5152422" y="4071289"/>
              <a:ext cx="2918460" cy="1442720"/>
            </a:xfrm>
            <a:custGeom>
              <a:avLst/>
              <a:gdLst/>
              <a:ahLst/>
              <a:cxnLst/>
              <a:rect l="l" t="t" r="r" b="b"/>
              <a:pathLst>
                <a:path w="2918459" h="1442720">
                  <a:moveTo>
                    <a:pt x="2912452" y="11012"/>
                  </a:moveTo>
                  <a:lnTo>
                    <a:pt x="2821092" y="11012"/>
                  </a:lnTo>
                  <a:lnTo>
                    <a:pt x="2821092" y="0"/>
                  </a:lnTo>
                  <a:lnTo>
                    <a:pt x="2912452" y="0"/>
                  </a:lnTo>
                  <a:lnTo>
                    <a:pt x="2912452" y="11012"/>
                  </a:lnTo>
                  <a:close/>
                </a:path>
                <a:path w="2918459" h="1442720">
                  <a:moveTo>
                    <a:pt x="2787870" y="11012"/>
                  </a:moveTo>
                  <a:lnTo>
                    <a:pt x="2774027" y="11012"/>
                  </a:lnTo>
                  <a:lnTo>
                    <a:pt x="2774027" y="0"/>
                  </a:lnTo>
                  <a:lnTo>
                    <a:pt x="2787870" y="0"/>
                  </a:lnTo>
                  <a:lnTo>
                    <a:pt x="2787870" y="11012"/>
                  </a:lnTo>
                  <a:close/>
                </a:path>
                <a:path w="2918459" h="1442720">
                  <a:moveTo>
                    <a:pt x="2740805" y="11012"/>
                  </a:moveTo>
                  <a:lnTo>
                    <a:pt x="2649445" y="11012"/>
                  </a:lnTo>
                  <a:lnTo>
                    <a:pt x="2649445" y="0"/>
                  </a:lnTo>
                  <a:lnTo>
                    <a:pt x="2740805" y="0"/>
                  </a:lnTo>
                  <a:lnTo>
                    <a:pt x="2740805" y="11012"/>
                  </a:lnTo>
                  <a:close/>
                </a:path>
                <a:path w="2918459" h="1442720">
                  <a:moveTo>
                    <a:pt x="2613455" y="11012"/>
                  </a:moveTo>
                  <a:lnTo>
                    <a:pt x="2602381" y="11012"/>
                  </a:lnTo>
                  <a:lnTo>
                    <a:pt x="2602381" y="0"/>
                  </a:lnTo>
                  <a:lnTo>
                    <a:pt x="2613455" y="0"/>
                  </a:lnTo>
                  <a:lnTo>
                    <a:pt x="2613455" y="11012"/>
                  </a:lnTo>
                  <a:close/>
                </a:path>
                <a:path w="2918459" h="1442720">
                  <a:moveTo>
                    <a:pt x="2566390" y="11012"/>
                  </a:moveTo>
                  <a:lnTo>
                    <a:pt x="2475030" y="11012"/>
                  </a:lnTo>
                  <a:lnTo>
                    <a:pt x="2475030" y="0"/>
                  </a:lnTo>
                  <a:lnTo>
                    <a:pt x="2566390" y="0"/>
                  </a:lnTo>
                  <a:lnTo>
                    <a:pt x="2566390" y="11012"/>
                  </a:lnTo>
                  <a:close/>
                </a:path>
                <a:path w="2918459" h="1442720">
                  <a:moveTo>
                    <a:pt x="2441808" y="11012"/>
                  </a:moveTo>
                  <a:lnTo>
                    <a:pt x="2427966" y="11012"/>
                  </a:lnTo>
                  <a:lnTo>
                    <a:pt x="2427966" y="0"/>
                  </a:lnTo>
                  <a:lnTo>
                    <a:pt x="2441808" y="0"/>
                  </a:lnTo>
                  <a:lnTo>
                    <a:pt x="2441808" y="11012"/>
                  </a:lnTo>
                  <a:close/>
                </a:path>
                <a:path w="2918459" h="1442720">
                  <a:moveTo>
                    <a:pt x="2394744" y="11012"/>
                  </a:moveTo>
                  <a:lnTo>
                    <a:pt x="2303384" y="11012"/>
                  </a:lnTo>
                  <a:lnTo>
                    <a:pt x="2303384" y="0"/>
                  </a:lnTo>
                  <a:lnTo>
                    <a:pt x="2394744" y="0"/>
                  </a:lnTo>
                  <a:lnTo>
                    <a:pt x="2394744" y="11012"/>
                  </a:lnTo>
                  <a:close/>
                </a:path>
                <a:path w="2918459" h="1442720">
                  <a:moveTo>
                    <a:pt x="2267393" y="11012"/>
                  </a:moveTo>
                  <a:lnTo>
                    <a:pt x="2256319" y="11012"/>
                  </a:lnTo>
                  <a:lnTo>
                    <a:pt x="2256319" y="0"/>
                  </a:lnTo>
                  <a:lnTo>
                    <a:pt x="2267393" y="0"/>
                  </a:lnTo>
                  <a:lnTo>
                    <a:pt x="2267393" y="11012"/>
                  </a:lnTo>
                  <a:close/>
                </a:path>
                <a:path w="2918459" h="1442720">
                  <a:moveTo>
                    <a:pt x="2220329" y="11012"/>
                  </a:moveTo>
                  <a:lnTo>
                    <a:pt x="2128969" y="11012"/>
                  </a:lnTo>
                  <a:lnTo>
                    <a:pt x="2128969" y="0"/>
                  </a:lnTo>
                  <a:lnTo>
                    <a:pt x="2220329" y="0"/>
                  </a:lnTo>
                  <a:lnTo>
                    <a:pt x="2220329" y="11012"/>
                  </a:lnTo>
                  <a:close/>
                </a:path>
                <a:path w="2918459" h="1442720">
                  <a:moveTo>
                    <a:pt x="2095747" y="11012"/>
                  </a:moveTo>
                  <a:lnTo>
                    <a:pt x="2081905" y="11012"/>
                  </a:lnTo>
                  <a:lnTo>
                    <a:pt x="2081905" y="0"/>
                  </a:lnTo>
                  <a:lnTo>
                    <a:pt x="2095747" y="0"/>
                  </a:lnTo>
                  <a:lnTo>
                    <a:pt x="2095747" y="11012"/>
                  </a:lnTo>
                  <a:close/>
                </a:path>
                <a:path w="2918459" h="1442720">
                  <a:moveTo>
                    <a:pt x="2048683" y="11012"/>
                  </a:moveTo>
                  <a:lnTo>
                    <a:pt x="1957322" y="11012"/>
                  </a:lnTo>
                  <a:lnTo>
                    <a:pt x="1957322" y="0"/>
                  </a:lnTo>
                  <a:lnTo>
                    <a:pt x="2048683" y="0"/>
                  </a:lnTo>
                  <a:lnTo>
                    <a:pt x="2048683" y="11012"/>
                  </a:lnTo>
                  <a:close/>
                </a:path>
                <a:path w="2918459" h="1442720">
                  <a:moveTo>
                    <a:pt x="1921332" y="11012"/>
                  </a:moveTo>
                  <a:lnTo>
                    <a:pt x="1910258" y="11012"/>
                  </a:lnTo>
                  <a:lnTo>
                    <a:pt x="1910258" y="0"/>
                  </a:lnTo>
                  <a:lnTo>
                    <a:pt x="1921332" y="0"/>
                  </a:lnTo>
                  <a:lnTo>
                    <a:pt x="1921332" y="11012"/>
                  </a:lnTo>
                  <a:close/>
                </a:path>
                <a:path w="2918459" h="1442720">
                  <a:moveTo>
                    <a:pt x="1874268" y="11012"/>
                  </a:moveTo>
                  <a:lnTo>
                    <a:pt x="1782908" y="11012"/>
                  </a:lnTo>
                  <a:lnTo>
                    <a:pt x="1782908" y="0"/>
                  </a:lnTo>
                  <a:lnTo>
                    <a:pt x="1874268" y="0"/>
                  </a:lnTo>
                  <a:lnTo>
                    <a:pt x="1874268" y="11012"/>
                  </a:lnTo>
                  <a:close/>
                </a:path>
                <a:path w="2918459" h="1442720">
                  <a:moveTo>
                    <a:pt x="1749686" y="11012"/>
                  </a:moveTo>
                  <a:lnTo>
                    <a:pt x="1735843" y="11012"/>
                  </a:lnTo>
                  <a:lnTo>
                    <a:pt x="1735843" y="0"/>
                  </a:lnTo>
                  <a:lnTo>
                    <a:pt x="1749686" y="0"/>
                  </a:lnTo>
                  <a:lnTo>
                    <a:pt x="1749686" y="11012"/>
                  </a:lnTo>
                  <a:close/>
                </a:path>
                <a:path w="2918459" h="1442720">
                  <a:moveTo>
                    <a:pt x="1702621" y="11012"/>
                  </a:moveTo>
                  <a:lnTo>
                    <a:pt x="1611261" y="11012"/>
                  </a:lnTo>
                  <a:lnTo>
                    <a:pt x="1611261" y="0"/>
                  </a:lnTo>
                  <a:lnTo>
                    <a:pt x="1702621" y="0"/>
                  </a:lnTo>
                  <a:lnTo>
                    <a:pt x="1702621" y="11012"/>
                  </a:lnTo>
                  <a:close/>
                </a:path>
                <a:path w="2918459" h="1442720">
                  <a:moveTo>
                    <a:pt x="1575271" y="11012"/>
                  </a:moveTo>
                  <a:lnTo>
                    <a:pt x="1564197" y="11012"/>
                  </a:lnTo>
                  <a:lnTo>
                    <a:pt x="1564197" y="0"/>
                  </a:lnTo>
                  <a:lnTo>
                    <a:pt x="1575271" y="0"/>
                  </a:lnTo>
                  <a:lnTo>
                    <a:pt x="1575271" y="11012"/>
                  </a:lnTo>
                  <a:close/>
                </a:path>
                <a:path w="2918459" h="1442720">
                  <a:moveTo>
                    <a:pt x="1528206" y="11012"/>
                  </a:moveTo>
                  <a:lnTo>
                    <a:pt x="1436846" y="11012"/>
                  </a:lnTo>
                  <a:lnTo>
                    <a:pt x="1436846" y="0"/>
                  </a:lnTo>
                  <a:lnTo>
                    <a:pt x="1528206" y="0"/>
                  </a:lnTo>
                  <a:lnTo>
                    <a:pt x="1528206" y="11012"/>
                  </a:lnTo>
                  <a:close/>
                </a:path>
                <a:path w="2918459" h="1442720">
                  <a:moveTo>
                    <a:pt x="1403624" y="11012"/>
                  </a:moveTo>
                  <a:lnTo>
                    <a:pt x="1389782" y="11012"/>
                  </a:lnTo>
                  <a:lnTo>
                    <a:pt x="1389782" y="0"/>
                  </a:lnTo>
                  <a:lnTo>
                    <a:pt x="1403624" y="0"/>
                  </a:lnTo>
                  <a:lnTo>
                    <a:pt x="1403624" y="11012"/>
                  </a:lnTo>
                  <a:close/>
                </a:path>
                <a:path w="2918459" h="1442720">
                  <a:moveTo>
                    <a:pt x="1356560" y="11012"/>
                  </a:moveTo>
                  <a:lnTo>
                    <a:pt x="1265200" y="11012"/>
                  </a:lnTo>
                  <a:lnTo>
                    <a:pt x="1265200" y="0"/>
                  </a:lnTo>
                  <a:lnTo>
                    <a:pt x="1356560" y="0"/>
                  </a:lnTo>
                  <a:lnTo>
                    <a:pt x="1356560" y="11012"/>
                  </a:lnTo>
                  <a:close/>
                </a:path>
                <a:path w="2918459" h="1442720">
                  <a:moveTo>
                    <a:pt x="1229209" y="11012"/>
                  </a:moveTo>
                  <a:lnTo>
                    <a:pt x="1218135" y="11012"/>
                  </a:lnTo>
                  <a:lnTo>
                    <a:pt x="1218135" y="0"/>
                  </a:lnTo>
                  <a:lnTo>
                    <a:pt x="1229209" y="0"/>
                  </a:lnTo>
                  <a:lnTo>
                    <a:pt x="1229209" y="11012"/>
                  </a:lnTo>
                  <a:close/>
                </a:path>
                <a:path w="2918459" h="1442720">
                  <a:moveTo>
                    <a:pt x="1182145" y="11012"/>
                  </a:moveTo>
                  <a:lnTo>
                    <a:pt x="1090785" y="11012"/>
                  </a:lnTo>
                  <a:lnTo>
                    <a:pt x="1090785" y="0"/>
                  </a:lnTo>
                  <a:lnTo>
                    <a:pt x="1182145" y="0"/>
                  </a:lnTo>
                  <a:lnTo>
                    <a:pt x="1182145" y="11012"/>
                  </a:lnTo>
                  <a:close/>
                </a:path>
                <a:path w="2918459" h="1442720">
                  <a:moveTo>
                    <a:pt x="1057563" y="11012"/>
                  </a:moveTo>
                  <a:lnTo>
                    <a:pt x="1043721" y="11012"/>
                  </a:lnTo>
                  <a:lnTo>
                    <a:pt x="1043721" y="0"/>
                  </a:lnTo>
                  <a:lnTo>
                    <a:pt x="1057563" y="0"/>
                  </a:lnTo>
                  <a:lnTo>
                    <a:pt x="1057563" y="11012"/>
                  </a:lnTo>
                  <a:close/>
                </a:path>
                <a:path w="2918459" h="1442720">
                  <a:moveTo>
                    <a:pt x="1010499" y="11012"/>
                  </a:moveTo>
                  <a:lnTo>
                    <a:pt x="919138" y="11012"/>
                  </a:lnTo>
                  <a:lnTo>
                    <a:pt x="919138" y="0"/>
                  </a:lnTo>
                  <a:lnTo>
                    <a:pt x="1010499" y="0"/>
                  </a:lnTo>
                  <a:lnTo>
                    <a:pt x="1010499" y="11012"/>
                  </a:lnTo>
                  <a:close/>
                </a:path>
                <a:path w="2918459" h="1442720">
                  <a:moveTo>
                    <a:pt x="883148" y="11012"/>
                  </a:moveTo>
                  <a:lnTo>
                    <a:pt x="872074" y="11012"/>
                  </a:lnTo>
                  <a:lnTo>
                    <a:pt x="872074" y="0"/>
                  </a:lnTo>
                  <a:lnTo>
                    <a:pt x="883148" y="0"/>
                  </a:lnTo>
                  <a:lnTo>
                    <a:pt x="883148" y="11012"/>
                  </a:lnTo>
                  <a:close/>
                </a:path>
                <a:path w="2918459" h="1442720">
                  <a:moveTo>
                    <a:pt x="836084" y="11012"/>
                  </a:moveTo>
                  <a:lnTo>
                    <a:pt x="744724" y="11012"/>
                  </a:lnTo>
                  <a:lnTo>
                    <a:pt x="744724" y="0"/>
                  </a:lnTo>
                  <a:lnTo>
                    <a:pt x="836084" y="0"/>
                  </a:lnTo>
                  <a:lnTo>
                    <a:pt x="836084" y="11012"/>
                  </a:lnTo>
                  <a:close/>
                </a:path>
                <a:path w="2918459" h="1442720">
                  <a:moveTo>
                    <a:pt x="711502" y="11012"/>
                  </a:moveTo>
                  <a:lnTo>
                    <a:pt x="697659" y="11012"/>
                  </a:lnTo>
                  <a:lnTo>
                    <a:pt x="697659" y="0"/>
                  </a:lnTo>
                  <a:lnTo>
                    <a:pt x="711502" y="0"/>
                  </a:lnTo>
                  <a:lnTo>
                    <a:pt x="711502" y="11012"/>
                  </a:lnTo>
                  <a:close/>
                </a:path>
                <a:path w="2918459" h="1442720">
                  <a:moveTo>
                    <a:pt x="664437" y="11012"/>
                  </a:moveTo>
                  <a:lnTo>
                    <a:pt x="573077" y="11012"/>
                  </a:lnTo>
                  <a:lnTo>
                    <a:pt x="573077" y="0"/>
                  </a:lnTo>
                  <a:lnTo>
                    <a:pt x="664437" y="0"/>
                  </a:lnTo>
                  <a:lnTo>
                    <a:pt x="664437" y="11012"/>
                  </a:lnTo>
                  <a:close/>
                </a:path>
                <a:path w="2918459" h="1442720">
                  <a:moveTo>
                    <a:pt x="537087" y="11012"/>
                  </a:moveTo>
                  <a:lnTo>
                    <a:pt x="526013" y="11012"/>
                  </a:lnTo>
                  <a:lnTo>
                    <a:pt x="526013" y="0"/>
                  </a:lnTo>
                  <a:lnTo>
                    <a:pt x="537087" y="0"/>
                  </a:lnTo>
                  <a:lnTo>
                    <a:pt x="537087" y="11012"/>
                  </a:lnTo>
                  <a:close/>
                </a:path>
                <a:path w="2918459" h="1442720">
                  <a:moveTo>
                    <a:pt x="490022" y="11012"/>
                  </a:moveTo>
                  <a:lnTo>
                    <a:pt x="398662" y="11012"/>
                  </a:lnTo>
                  <a:lnTo>
                    <a:pt x="398662" y="0"/>
                  </a:lnTo>
                  <a:lnTo>
                    <a:pt x="490022" y="0"/>
                  </a:lnTo>
                  <a:lnTo>
                    <a:pt x="490022" y="11012"/>
                  </a:lnTo>
                  <a:close/>
                </a:path>
                <a:path w="2918459" h="1442720">
                  <a:moveTo>
                    <a:pt x="365440" y="11012"/>
                  </a:moveTo>
                  <a:lnTo>
                    <a:pt x="351598" y="11012"/>
                  </a:lnTo>
                  <a:lnTo>
                    <a:pt x="351598" y="0"/>
                  </a:lnTo>
                  <a:lnTo>
                    <a:pt x="365440" y="0"/>
                  </a:lnTo>
                  <a:lnTo>
                    <a:pt x="365440" y="11012"/>
                  </a:lnTo>
                  <a:close/>
                </a:path>
                <a:path w="2918459" h="1442720">
                  <a:moveTo>
                    <a:pt x="318376" y="11012"/>
                  </a:moveTo>
                  <a:lnTo>
                    <a:pt x="227016" y="11012"/>
                  </a:lnTo>
                  <a:lnTo>
                    <a:pt x="227016" y="0"/>
                  </a:lnTo>
                  <a:lnTo>
                    <a:pt x="318376" y="0"/>
                  </a:lnTo>
                  <a:lnTo>
                    <a:pt x="318376" y="11012"/>
                  </a:lnTo>
                  <a:close/>
                </a:path>
                <a:path w="2918459" h="1442720">
                  <a:moveTo>
                    <a:pt x="191025" y="11012"/>
                  </a:moveTo>
                  <a:lnTo>
                    <a:pt x="179951" y="11012"/>
                  </a:lnTo>
                  <a:lnTo>
                    <a:pt x="179951" y="0"/>
                  </a:lnTo>
                  <a:lnTo>
                    <a:pt x="191025" y="0"/>
                  </a:lnTo>
                  <a:lnTo>
                    <a:pt x="191025" y="11012"/>
                  </a:lnTo>
                  <a:close/>
                </a:path>
                <a:path w="2918459" h="1442720">
                  <a:moveTo>
                    <a:pt x="143961" y="11012"/>
                  </a:moveTo>
                  <a:lnTo>
                    <a:pt x="52601" y="11012"/>
                  </a:lnTo>
                  <a:lnTo>
                    <a:pt x="52601" y="0"/>
                  </a:lnTo>
                  <a:lnTo>
                    <a:pt x="143961" y="0"/>
                  </a:lnTo>
                  <a:lnTo>
                    <a:pt x="143961" y="11012"/>
                  </a:lnTo>
                  <a:close/>
                </a:path>
                <a:path w="2918459" h="1442720">
                  <a:moveTo>
                    <a:pt x="19379" y="11012"/>
                  </a:moveTo>
                  <a:lnTo>
                    <a:pt x="5536" y="11012"/>
                  </a:lnTo>
                  <a:lnTo>
                    <a:pt x="11073" y="5506"/>
                  </a:lnTo>
                  <a:lnTo>
                    <a:pt x="0" y="5506"/>
                  </a:lnTo>
                  <a:lnTo>
                    <a:pt x="0" y="0"/>
                  </a:lnTo>
                  <a:lnTo>
                    <a:pt x="19379" y="0"/>
                  </a:lnTo>
                  <a:lnTo>
                    <a:pt x="19379" y="11012"/>
                  </a:lnTo>
                  <a:close/>
                </a:path>
                <a:path w="2918459" h="1442720">
                  <a:moveTo>
                    <a:pt x="11073" y="132147"/>
                  </a:moveTo>
                  <a:lnTo>
                    <a:pt x="0" y="132147"/>
                  </a:lnTo>
                  <a:lnTo>
                    <a:pt x="0" y="41296"/>
                  </a:lnTo>
                  <a:lnTo>
                    <a:pt x="11073" y="41296"/>
                  </a:lnTo>
                  <a:lnTo>
                    <a:pt x="11073" y="132147"/>
                  </a:lnTo>
                  <a:close/>
                </a:path>
                <a:path w="2918459" h="1442720">
                  <a:moveTo>
                    <a:pt x="11073" y="178949"/>
                  </a:moveTo>
                  <a:lnTo>
                    <a:pt x="0" y="178949"/>
                  </a:lnTo>
                  <a:lnTo>
                    <a:pt x="0" y="167937"/>
                  </a:lnTo>
                  <a:lnTo>
                    <a:pt x="11073" y="167937"/>
                  </a:lnTo>
                  <a:lnTo>
                    <a:pt x="11073" y="178949"/>
                  </a:lnTo>
                  <a:close/>
                </a:path>
                <a:path w="2918459" h="1442720">
                  <a:moveTo>
                    <a:pt x="11073" y="305591"/>
                  </a:moveTo>
                  <a:lnTo>
                    <a:pt x="0" y="305591"/>
                  </a:lnTo>
                  <a:lnTo>
                    <a:pt x="0" y="211986"/>
                  </a:lnTo>
                  <a:lnTo>
                    <a:pt x="11073" y="211986"/>
                  </a:lnTo>
                  <a:lnTo>
                    <a:pt x="11073" y="305591"/>
                  </a:lnTo>
                  <a:close/>
                </a:path>
                <a:path w="2918459" h="1442720">
                  <a:moveTo>
                    <a:pt x="11073" y="349640"/>
                  </a:moveTo>
                  <a:lnTo>
                    <a:pt x="0" y="349640"/>
                  </a:lnTo>
                  <a:lnTo>
                    <a:pt x="0" y="338628"/>
                  </a:lnTo>
                  <a:lnTo>
                    <a:pt x="11073" y="338628"/>
                  </a:lnTo>
                  <a:lnTo>
                    <a:pt x="11073" y="349640"/>
                  </a:lnTo>
                  <a:close/>
                </a:path>
                <a:path w="2918459" h="1442720">
                  <a:moveTo>
                    <a:pt x="11073" y="476282"/>
                  </a:moveTo>
                  <a:lnTo>
                    <a:pt x="0" y="476282"/>
                  </a:lnTo>
                  <a:lnTo>
                    <a:pt x="0" y="385430"/>
                  </a:lnTo>
                  <a:lnTo>
                    <a:pt x="11073" y="385430"/>
                  </a:lnTo>
                  <a:lnTo>
                    <a:pt x="11073" y="476282"/>
                  </a:lnTo>
                  <a:close/>
                </a:path>
                <a:path w="2918459" h="1442720">
                  <a:moveTo>
                    <a:pt x="11073" y="523084"/>
                  </a:moveTo>
                  <a:lnTo>
                    <a:pt x="0" y="523084"/>
                  </a:lnTo>
                  <a:lnTo>
                    <a:pt x="0" y="512072"/>
                  </a:lnTo>
                  <a:lnTo>
                    <a:pt x="11073" y="512072"/>
                  </a:lnTo>
                  <a:lnTo>
                    <a:pt x="11073" y="523084"/>
                  </a:lnTo>
                  <a:close/>
                </a:path>
                <a:path w="2918459" h="1442720">
                  <a:moveTo>
                    <a:pt x="11073" y="649726"/>
                  </a:moveTo>
                  <a:lnTo>
                    <a:pt x="0" y="649726"/>
                  </a:lnTo>
                  <a:lnTo>
                    <a:pt x="0" y="556121"/>
                  </a:lnTo>
                  <a:lnTo>
                    <a:pt x="11073" y="556121"/>
                  </a:lnTo>
                  <a:lnTo>
                    <a:pt x="11073" y="649726"/>
                  </a:lnTo>
                  <a:close/>
                </a:path>
                <a:path w="2918459" h="1442720">
                  <a:moveTo>
                    <a:pt x="11073" y="693775"/>
                  </a:moveTo>
                  <a:lnTo>
                    <a:pt x="0" y="693775"/>
                  </a:lnTo>
                  <a:lnTo>
                    <a:pt x="0" y="682763"/>
                  </a:lnTo>
                  <a:lnTo>
                    <a:pt x="11073" y="682763"/>
                  </a:lnTo>
                  <a:lnTo>
                    <a:pt x="11073" y="693775"/>
                  </a:lnTo>
                  <a:close/>
                </a:path>
                <a:path w="2918459" h="1442720">
                  <a:moveTo>
                    <a:pt x="11073" y="820416"/>
                  </a:moveTo>
                  <a:lnTo>
                    <a:pt x="0" y="820416"/>
                  </a:lnTo>
                  <a:lnTo>
                    <a:pt x="0" y="729565"/>
                  </a:lnTo>
                  <a:lnTo>
                    <a:pt x="11073" y="729565"/>
                  </a:lnTo>
                  <a:lnTo>
                    <a:pt x="11073" y="820416"/>
                  </a:lnTo>
                  <a:close/>
                </a:path>
                <a:path w="2918459" h="1442720">
                  <a:moveTo>
                    <a:pt x="11073" y="867219"/>
                  </a:moveTo>
                  <a:lnTo>
                    <a:pt x="0" y="867219"/>
                  </a:lnTo>
                  <a:lnTo>
                    <a:pt x="0" y="856206"/>
                  </a:lnTo>
                  <a:lnTo>
                    <a:pt x="11073" y="856206"/>
                  </a:lnTo>
                  <a:lnTo>
                    <a:pt x="11073" y="867219"/>
                  </a:lnTo>
                  <a:close/>
                </a:path>
                <a:path w="2918459" h="1442720">
                  <a:moveTo>
                    <a:pt x="11073" y="993860"/>
                  </a:moveTo>
                  <a:lnTo>
                    <a:pt x="0" y="993860"/>
                  </a:lnTo>
                  <a:lnTo>
                    <a:pt x="0" y="900256"/>
                  </a:lnTo>
                  <a:lnTo>
                    <a:pt x="11073" y="900256"/>
                  </a:lnTo>
                  <a:lnTo>
                    <a:pt x="11073" y="993860"/>
                  </a:lnTo>
                  <a:close/>
                </a:path>
                <a:path w="2918459" h="1442720">
                  <a:moveTo>
                    <a:pt x="11073" y="1037909"/>
                  </a:moveTo>
                  <a:lnTo>
                    <a:pt x="0" y="1037909"/>
                  </a:lnTo>
                  <a:lnTo>
                    <a:pt x="0" y="1026897"/>
                  </a:lnTo>
                  <a:lnTo>
                    <a:pt x="11073" y="1026897"/>
                  </a:lnTo>
                  <a:lnTo>
                    <a:pt x="11073" y="1037909"/>
                  </a:lnTo>
                  <a:close/>
                </a:path>
                <a:path w="2918459" h="1442720">
                  <a:moveTo>
                    <a:pt x="11073" y="1164551"/>
                  </a:moveTo>
                  <a:lnTo>
                    <a:pt x="0" y="1164551"/>
                  </a:lnTo>
                  <a:lnTo>
                    <a:pt x="0" y="1073699"/>
                  </a:lnTo>
                  <a:lnTo>
                    <a:pt x="11073" y="1073699"/>
                  </a:lnTo>
                  <a:lnTo>
                    <a:pt x="11073" y="1164551"/>
                  </a:lnTo>
                  <a:close/>
                </a:path>
                <a:path w="2918459" h="1442720">
                  <a:moveTo>
                    <a:pt x="11073" y="1211353"/>
                  </a:moveTo>
                  <a:lnTo>
                    <a:pt x="0" y="1211353"/>
                  </a:lnTo>
                  <a:lnTo>
                    <a:pt x="0" y="1200341"/>
                  </a:lnTo>
                  <a:lnTo>
                    <a:pt x="11073" y="1200341"/>
                  </a:lnTo>
                  <a:lnTo>
                    <a:pt x="11073" y="1211353"/>
                  </a:lnTo>
                  <a:close/>
                </a:path>
                <a:path w="2918459" h="1442720">
                  <a:moveTo>
                    <a:pt x="11073" y="1337995"/>
                  </a:moveTo>
                  <a:lnTo>
                    <a:pt x="0" y="1337995"/>
                  </a:lnTo>
                  <a:lnTo>
                    <a:pt x="0" y="1244390"/>
                  </a:lnTo>
                  <a:lnTo>
                    <a:pt x="11073" y="1244390"/>
                  </a:lnTo>
                  <a:lnTo>
                    <a:pt x="11073" y="1337995"/>
                  </a:lnTo>
                  <a:close/>
                </a:path>
                <a:path w="2918459" h="1442720">
                  <a:moveTo>
                    <a:pt x="11073" y="1382044"/>
                  </a:moveTo>
                  <a:lnTo>
                    <a:pt x="0" y="1382044"/>
                  </a:lnTo>
                  <a:lnTo>
                    <a:pt x="0" y="1371032"/>
                  </a:lnTo>
                  <a:lnTo>
                    <a:pt x="11073" y="1371032"/>
                  </a:lnTo>
                  <a:lnTo>
                    <a:pt x="11073" y="1382044"/>
                  </a:lnTo>
                  <a:close/>
                </a:path>
                <a:path w="2918459" h="1442720">
                  <a:moveTo>
                    <a:pt x="11073" y="1417834"/>
                  </a:moveTo>
                  <a:lnTo>
                    <a:pt x="11073" y="1437106"/>
                  </a:lnTo>
                  <a:lnTo>
                    <a:pt x="5536" y="1428846"/>
                  </a:lnTo>
                  <a:lnTo>
                    <a:pt x="80286" y="1428846"/>
                  </a:lnTo>
                  <a:lnTo>
                    <a:pt x="80286" y="1442612"/>
                  </a:lnTo>
                  <a:lnTo>
                    <a:pt x="0" y="1442612"/>
                  </a:lnTo>
                  <a:lnTo>
                    <a:pt x="0" y="1417834"/>
                  </a:lnTo>
                  <a:lnTo>
                    <a:pt x="11073" y="1417834"/>
                  </a:lnTo>
                  <a:close/>
                </a:path>
                <a:path w="2918459" h="1442720">
                  <a:moveTo>
                    <a:pt x="116276" y="1428846"/>
                  </a:moveTo>
                  <a:lnTo>
                    <a:pt x="127350" y="1428846"/>
                  </a:lnTo>
                  <a:lnTo>
                    <a:pt x="127350" y="1442612"/>
                  </a:lnTo>
                  <a:lnTo>
                    <a:pt x="116276" y="1442612"/>
                  </a:lnTo>
                  <a:lnTo>
                    <a:pt x="116276" y="1428846"/>
                  </a:lnTo>
                  <a:close/>
                </a:path>
                <a:path w="2918459" h="1442720">
                  <a:moveTo>
                    <a:pt x="160572" y="1428846"/>
                  </a:moveTo>
                  <a:lnTo>
                    <a:pt x="254701" y="1428846"/>
                  </a:lnTo>
                  <a:lnTo>
                    <a:pt x="254701" y="1442612"/>
                  </a:lnTo>
                  <a:lnTo>
                    <a:pt x="160572" y="1442612"/>
                  </a:lnTo>
                  <a:lnTo>
                    <a:pt x="160572" y="1428846"/>
                  </a:lnTo>
                  <a:close/>
                </a:path>
                <a:path w="2918459" h="1442720">
                  <a:moveTo>
                    <a:pt x="287923" y="1428846"/>
                  </a:moveTo>
                  <a:lnTo>
                    <a:pt x="298996" y="1428846"/>
                  </a:lnTo>
                  <a:lnTo>
                    <a:pt x="298996" y="1442612"/>
                  </a:lnTo>
                  <a:lnTo>
                    <a:pt x="287923" y="1442612"/>
                  </a:lnTo>
                  <a:lnTo>
                    <a:pt x="287923" y="1428846"/>
                  </a:lnTo>
                  <a:close/>
                </a:path>
                <a:path w="2918459" h="1442720">
                  <a:moveTo>
                    <a:pt x="334987" y="1428846"/>
                  </a:moveTo>
                  <a:lnTo>
                    <a:pt x="426347" y="1428846"/>
                  </a:lnTo>
                  <a:lnTo>
                    <a:pt x="426347" y="1442612"/>
                  </a:lnTo>
                  <a:lnTo>
                    <a:pt x="334987" y="1442612"/>
                  </a:lnTo>
                  <a:lnTo>
                    <a:pt x="334987" y="1428846"/>
                  </a:lnTo>
                  <a:close/>
                </a:path>
                <a:path w="2918459" h="1442720">
                  <a:moveTo>
                    <a:pt x="462337" y="1428846"/>
                  </a:moveTo>
                  <a:lnTo>
                    <a:pt x="473411" y="1428846"/>
                  </a:lnTo>
                  <a:lnTo>
                    <a:pt x="473411" y="1442612"/>
                  </a:lnTo>
                  <a:lnTo>
                    <a:pt x="462337" y="1442612"/>
                  </a:lnTo>
                  <a:lnTo>
                    <a:pt x="462337" y="1428846"/>
                  </a:lnTo>
                  <a:close/>
                </a:path>
                <a:path w="2918459" h="1442720">
                  <a:moveTo>
                    <a:pt x="506633" y="1428846"/>
                  </a:moveTo>
                  <a:lnTo>
                    <a:pt x="600762" y="1428846"/>
                  </a:lnTo>
                  <a:lnTo>
                    <a:pt x="600762" y="1442612"/>
                  </a:lnTo>
                  <a:lnTo>
                    <a:pt x="506633" y="1442612"/>
                  </a:lnTo>
                  <a:lnTo>
                    <a:pt x="506633" y="1428846"/>
                  </a:lnTo>
                  <a:close/>
                </a:path>
                <a:path w="2918459" h="1442720">
                  <a:moveTo>
                    <a:pt x="633984" y="1428846"/>
                  </a:moveTo>
                  <a:lnTo>
                    <a:pt x="645058" y="1428846"/>
                  </a:lnTo>
                  <a:lnTo>
                    <a:pt x="645058" y="1442612"/>
                  </a:lnTo>
                  <a:lnTo>
                    <a:pt x="633984" y="1442612"/>
                  </a:lnTo>
                  <a:lnTo>
                    <a:pt x="633984" y="1428846"/>
                  </a:lnTo>
                  <a:close/>
                </a:path>
                <a:path w="2918459" h="1442720">
                  <a:moveTo>
                    <a:pt x="681048" y="1428846"/>
                  </a:moveTo>
                  <a:lnTo>
                    <a:pt x="772408" y="1428846"/>
                  </a:lnTo>
                  <a:lnTo>
                    <a:pt x="772408" y="1442612"/>
                  </a:lnTo>
                  <a:lnTo>
                    <a:pt x="681048" y="1442612"/>
                  </a:lnTo>
                  <a:lnTo>
                    <a:pt x="681048" y="1428846"/>
                  </a:lnTo>
                  <a:close/>
                </a:path>
                <a:path w="2918459" h="1442720">
                  <a:moveTo>
                    <a:pt x="808399" y="1428846"/>
                  </a:moveTo>
                  <a:lnTo>
                    <a:pt x="819473" y="1428846"/>
                  </a:lnTo>
                  <a:lnTo>
                    <a:pt x="819473" y="1442612"/>
                  </a:lnTo>
                  <a:lnTo>
                    <a:pt x="808399" y="1442612"/>
                  </a:lnTo>
                  <a:lnTo>
                    <a:pt x="808399" y="1428846"/>
                  </a:lnTo>
                  <a:close/>
                </a:path>
                <a:path w="2918459" h="1442720">
                  <a:moveTo>
                    <a:pt x="852695" y="1428846"/>
                  </a:moveTo>
                  <a:lnTo>
                    <a:pt x="946823" y="1428846"/>
                  </a:lnTo>
                  <a:lnTo>
                    <a:pt x="946823" y="1442612"/>
                  </a:lnTo>
                  <a:lnTo>
                    <a:pt x="852695" y="1442612"/>
                  </a:lnTo>
                  <a:lnTo>
                    <a:pt x="852695" y="1428846"/>
                  </a:lnTo>
                  <a:close/>
                </a:path>
                <a:path w="2918459" h="1442720">
                  <a:moveTo>
                    <a:pt x="980045" y="1428846"/>
                  </a:moveTo>
                  <a:lnTo>
                    <a:pt x="991119" y="1428846"/>
                  </a:lnTo>
                  <a:lnTo>
                    <a:pt x="991119" y="1442612"/>
                  </a:lnTo>
                  <a:lnTo>
                    <a:pt x="980045" y="1442612"/>
                  </a:lnTo>
                  <a:lnTo>
                    <a:pt x="980045" y="1428846"/>
                  </a:lnTo>
                  <a:close/>
                </a:path>
                <a:path w="2918459" h="1442720">
                  <a:moveTo>
                    <a:pt x="1027110" y="1428846"/>
                  </a:moveTo>
                  <a:lnTo>
                    <a:pt x="1118470" y="1428846"/>
                  </a:lnTo>
                  <a:lnTo>
                    <a:pt x="1118470" y="1442612"/>
                  </a:lnTo>
                  <a:lnTo>
                    <a:pt x="1027110" y="1442612"/>
                  </a:lnTo>
                  <a:lnTo>
                    <a:pt x="1027110" y="1428846"/>
                  </a:lnTo>
                  <a:close/>
                </a:path>
                <a:path w="2918459" h="1442720">
                  <a:moveTo>
                    <a:pt x="1154460" y="1428846"/>
                  </a:moveTo>
                  <a:lnTo>
                    <a:pt x="1165534" y="1428846"/>
                  </a:lnTo>
                  <a:lnTo>
                    <a:pt x="1165534" y="1442612"/>
                  </a:lnTo>
                  <a:lnTo>
                    <a:pt x="1154460" y="1442612"/>
                  </a:lnTo>
                  <a:lnTo>
                    <a:pt x="1154460" y="1428846"/>
                  </a:lnTo>
                  <a:close/>
                </a:path>
                <a:path w="2918459" h="1442720">
                  <a:moveTo>
                    <a:pt x="1198756" y="1428846"/>
                  </a:moveTo>
                  <a:lnTo>
                    <a:pt x="1292885" y="1428846"/>
                  </a:lnTo>
                  <a:lnTo>
                    <a:pt x="1292885" y="1442612"/>
                  </a:lnTo>
                  <a:lnTo>
                    <a:pt x="1198756" y="1442612"/>
                  </a:lnTo>
                  <a:lnTo>
                    <a:pt x="1198756" y="1428846"/>
                  </a:lnTo>
                  <a:close/>
                </a:path>
                <a:path w="2918459" h="1442720">
                  <a:moveTo>
                    <a:pt x="1326107" y="1428846"/>
                  </a:moveTo>
                  <a:lnTo>
                    <a:pt x="1337181" y="1428846"/>
                  </a:lnTo>
                  <a:lnTo>
                    <a:pt x="1337181" y="1442612"/>
                  </a:lnTo>
                  <a:lnTo>
                    <a:pt x="1326107" y="1442612"/>
                  </a:lnTo>
                  <a:lnTo>
                    <a:pt x="1326107" y="1428846"/>
                  </a:lnTo>
                  <a:close/>
                </a:path>
                <a:path w="2918459" h="1442720">
                  <a:moveTo>
                    <a:pt x="1373171" y="1428846"/>
                  </a:moveTo>
                  <a:lnTo>
                    <a:pt x="1464531" y="1428846"/>
                  </a:lnTo>
                  <a:lnTo>
                    <a:pt x="1464531" y="1442612"/>
                  </a:lnTo>
                  <a:lnTo>
                    <a:pt x="1373171" y="1442612"/>
                  </a:lnTo>
                  <a:lnTo>
                    <a:pt x="1373171" y="1428846"/>
                  </a:lnTo>
                  <a:close/>
                </a:path>
                <a:path w="2918459" h="1442720">
                  <a:moveTo>
                    <a:pt x="1500521" y="1428846"/>
                  </a:moveTo>
                  <a:lnTo>
                    <a:pt x="1511595" y="1428846"/>
                  </a:lnTo>
                  <a:lnTo>
                    <a:pt x="1511595" y="1442612"/>
                  </a:lnTo>
                  <a:lnTo>
                    <a:pt x="1500521" y="1442612"/>
                  </a:lnTo>
                  <a:lnTo>
                    <a:pt x="1500521" y="1428846"/>
                  </a:lnTo>
                  <a:close/>
                </a:path>
                <a:path w="2918459" h="1442720">
                  <a:moveTo>
                    <a:pt x="1544817" y="1428846"/>
                  </a:moveTo>
                  <a:lnTo>
                    <a:pt x="1638946" y="1428846"/>
                  </a:lnTo>
                  <a:lnTo>
                    <a:pt x="1638946" y="1442612"/>
                  </a:lnTo>
                  <a:lnTo>
                    <a:pt x="1544817" y="1442612"/>
                  </a:lnTo>
                  <a:lnTo>
                    <a:pt x="1544817" y="1428846"/>
                  </a:lnTo>
                  <a:close/>
                </a:path>
                <a:path w="2918459" h="1442720">
                  <a:moveTo>
                    <a:pt x="1672168" y="1428846"/>
                  </a:moveTo>
                  <a:lnTo>
                    <a:pt x="1683242" y="1428846"/>
                  </a:lnTo>
                  <a:lnTo>
                    <a:pt x="1683242" y="1442612"/>
                  </a:lnTo>
                  <a:lnTo>
                    <a:pt x="1672168" y="1442612"/>
                  </a:lnTo>
                  <a:lnTo>
                    <a:pt x="1672168" y="1428846"/>
                  </a:lnTo>
                  <a:close/>
                </a:path>
                <a:path w="2918459" h="1442720">
                  <a:moveTo>
                    <a:pt x="1719232" y="1428846"/>
                  </a:moveTo>
                  <a:lnTo>
                    <a:pt x="1810592" y="1428846"/>
                  </a:lnTo>
                  <a:lnTo>
                    <a:pt x="1810592" y="1442612"/>
                  </a:lnTo>
                  <a:lnTo>
                    <a:pt x="1719232" y="1442612"/>
                  </a:lnTo>
                  <a:lnTo>
                    <a:pt x="1719232" y="1428846"/>
                  </a:lnTo>
                  <a:close/>
                </a:path>
                <a:path w="2918459" h="1442720">
                  <a:moveTo>
                    <a:pt x="1846583" y="1428846"/>
                  </a:moveTo>
                  <a:lnTo>
                    <a:pt x="1857657" y="1428846"/>
                  </a:lnTo>
                  <a:lnTo>
                    <a:pt x="1857657" y="1442612"/>
                  </a:lnTo>
                  <a:lnTo>
                    <a:pt x="1846583" y="1442612"/>
                  </a:lnTo>
                  <a:lnTo>
                    <a:pt x="1846583" y="1428846"/>
                  </a:lnTo>
                  <a:close/>
                </a:path>
                <a:path w="2918459" h="1442720">
                  <a:moveTo>
                    <a:pt x="1890879" y="1428846"/>
                  </a:moveTo>
                  <a:lnTo>
                    <a:pt x="1985007" y="1428846"/>
                  </a:lnTo>
                  <a:lnTo>
                    <a:pt x="1985007" y="1442612"/>
                  </a:lnTo>
                  <a:lnTo>
                    <a:pt x="1890879" y="1442612"/>
                  </a:lnTo>
                  <a:lnTo>
                    <a:pt x="1890879" y="1428846"/>
                  </a:lnTo>
                  <a:close/>
                </a:path>
                <a:path w="2918459" h="1442720">
                  <a:moveTo>
                    <a:pt x="2018229" y="1428846"/>
                  </a:moveTo>
                  <a:lnTo>
                    <a:pt x="2029303" y="1428846"/>
                  </a:lnTo>
                  <a:lnTo>
                    <a:pt x="2029303" y="1442612"/>
                  </a:lnTo>
                  <a:lnTo>
                    <a:pt x="2018229" y="1442612"/>
                  </a:lnTo>
                  <a:lnTo>
                    <a:pt x="2018229" y="1428846"/>
                  </a:lnTo>
                  <a:close/>
                </a:path>
                <a:path w="2918459" h="1442720">
                  <a:moveTo>
                    <a:pt x="2065294" y="1428846"/>
                  </a:moveTo>
                  <a:lnTo>
                    <a:pt x="2156654" y="1428846"/>
                  </a:lnTo>
                  <a:lnTo>
                    <a:pt x="2156654" y="1442612"/>
                  </a:lnTo>
                  <a:lnTo>
                    <a:pt x="2065294" y="1442612"/>
                  </a:lnTo>
                  <a:lnTo>
                    <a:pt x="2065294" y="1428846"/>
                  </a:lnTo>
                  <a:close/>
                </a:path>
                <a:path w="2918459" h="1442720">
                  <a:moveTo>
                    <a:pt x="2192644" y="1428846"/>
                  </a:moveTo>
                  <a:lnTo>
                    <a:pt x="2203718" y="1428846"/>
                  </a:lnTo>
                  <a:lnTo>
                    <a:pt x="2203718" y="1442612"/>
                  </a:lnTo>
                  <a:lnTo>
                    <a:pt x="2192644" y="1442612"/>
                  </a:lnTo>
                  <a:lnTo>
                    <a:pt x="2192644" y="1428846"/>
                  </a:lnTo>
                  <a:close/>
                </a:path>
                <a:path w="2918459" h="1442720">
                  <a:moveTo>
                    <a:pt x="2236940" y="1428846"/>
                  </a:moveTo>
                  <a:lnTo>
                    <a:pt x="2331069" y="1428846"/>
                  </a:lnTo>
                  <a:lnTo>
                    <a:pt x="2331069" y="1442612"/>
                  </a:lnTo>
                  <a:lnTo>
                    <a:pt x="2236940" y="1442612"/>
                  </a:lnTo>
                  <a:lnTo>
                    <a:pt x="2236940" y="1428846"/>
                  </a:lnTo>
                  <a:close/>
                </a:path>
                <a:path w="2918459" h="1442720">
                  <a:moveTo>
                    <a:pt x="2364291" y="1428846"/>
                  </a:moveTo>
                  <a:lnTo>
                    <a:pt x="2375365" y="1428846"/>
                  </a:lnTo>
                  <a:lnTo>
                    <a:pt x="2375365" y="1442612"/>
                  </a:lnTo>
                  <a:lnTo>
                    <a:pt x="2364291" y="1442612"/>
                  </a:lnTo>
                  <a:lnTo>
                    <a:pt x="2364291" y="1428846"/>
                  </a:lnTo>
                  <a:close/>
                </a:path>
                <a:path w="2918459" h="1442720">
                  <a:moveTo>
                    <a:pt x="2411355" y="1428846"/>
                  </a:moveTo>
                  <a:lnTo>
                    <a:pt x="2502715" y="1428846"/>
                  </a:lnTo>
                  <a:lnTo>
                    <a:pt x="2502715" y="1442612"/>
                  </a:lnTo>
                  <a:lnTo>
                    <a:pt x="2411355" y="1442612"/>
                  </a:lnTo>
                  <a:lnTo>
                    <a:pt x="2411355" y="1428846"/>
                  </a:lnTo>
                  <a:close/>
                </a:path>
                <a:path w="2918459" h="1442720">
                  <a:moveTo>
                    <a:pt x="2538706" y="1428846"/>
                  </a:moveTo>
                  <a:lnTo>
                    <a:pt x="2549779" y="1428846"/>
                  </a:lnTo>
                  <a:lnTo>
                    <a:pt x="2549779" y="1442612"/>
                  </a:lnTo>
                  <a:lnTo>
                    <a:pt x="2538706" y="1442612"/>
                  </a:lnTo>
                  <a:lnTo>
                    <a:pt x="2538706" y="1428846"/>
                  </a:lnTo>
                  <a:close/>
                </a:path>
                <a:path w="2918459" h="1442720">
                  <a:moveTo>
                    <a:pt x="2583001" y="1428846"/>
                  </a:moveTo>
                  <a:lnTo>
                    <a:pt x="2677130" y="1428846"/>
                  </a:lnTo>
                  <a:lnTo>
                    <a:pt x="2677130" y="1442612"/>
                  </a:lnTo>
                  <a:lnTo>
                    <a:pt x="2583001" y="1442612"/>
                  </a:lnTo>
                  <a:lnTo>
                    <a:pt x="2583001" y="1428846"/>
                  </a:lnTo>
                  <a:close/>
                </a:path>
                <a:path w="2918459" h="1442720">
                  <a:moveTo>
                    <a:pt x="2710352" y="1428846"/>
                  </a:moveTo>
                  <a:lnTo>
                    <a:pt x="2721426" y="1428846"/>
                  </a:lnTo>
                  <a:lnTo>
                    <a:pt x="2721426" y="1442612"/>
                  </a:lnTo>
                  <a:lnTo>
                    <a:pt x="2710352" y="1442612"/>
                  </a:lnTo>
                  <a:lnTo>
                    <a:pt x="2710352" y="1428846"/>
                  </a:lnTo>
                  <a:close/>
                </a:path>
                <a:path w="2918459" h="1442720">
                  <a:moveTo>
                    <a:pt x="2757416" y="1428846"/>
                  </a:moveTo>
                  <a:lnTo>
                    <a:pt x="2848776" y="1428846"/>
                  </a:lnTo>
                  <a:lnTo>
                    <a:pt x="2848776" y="1442612"/>
                  </a:lnTo>
                  <a:lnTo>
                    <a:pt x="2757416" y="1442612"/>
                  </a:lnTo>
                  <a:lnTo>
                    <a:pt x="2757416" y="1428846"/>
                  </a:lnTo>
                  <a:close/>
                </a:path>
                <a:path w="2918459" h="1442720">
                  <a:moveTo>
                    <a:pt x="2884767" y="1428846"/>
                  </a:moveTo>
                  <a:lnTo>
                    <a:pt x="2895841" y="1428846"/>
                  </a:lnTo>
                  <a:lnTo>
                    <a:pt x="2895841" y="1442612"/>
                  </a:lnTo>
                  <a:lnTo>
                    <a:pt x="2884767" y="1442612"/>
                  </a:lnTo>
                  <a:lnTo>
                    <a:pt x="2884767" y="1428846"/>
                  </a:lnTo>
                  <a:close/>
                </a:path>
                <a:path w="2918459" h="1442720">
                  <a:moveTo>
                    <a:pt x="2906915" y="1326982"/>
                  </a:moveTo>
                  <a:lnTo>
                    <a:pt x="2917989" y="1326982"/>
                  </a:lnTo>
                  <a:lnTo>
                    <a:pt x="2917989" y="1420587"/>
                  </a:lnTo>
                  <a:lnTo>
                    <a:pt x="2906915" y="1420587"/>
                  </a:lnTo>
                  <a:lnTo>
                    <a:pt x="2906915" y="1326982"/>
                  </a:lnTo>
                  <a:close/>
                </a:path>
                <a:path w="2918459" h="1442720">
                  <a:moveTo>
                    <a:pt x="2906915" y="1282933"/>
                  </a:moveTo>
                  <a:lnTo>
                    <a:pt x="2917989" y="1282933"/>
                  </a:lnTo>
                  <a:lnTo>
                    <a:pt x="2917989" y="1293946"/>
                  </a:lnTo>
                  <a:lnTo>
                    <a:pt x="2906915" y="1293946"/>
                  </a:lnTo>
                  <a:lnTo>
                    <a:pt x="2906915" y="1282933"/>
                  </a:lnTo>
                  <a:close/>
                </a:path>
                <a:path w="2918459" h="1442720">
                  <a:moveTo>
                    <a:pt x="2906915" y="1156292"/>
                  </a:moveTo>
                  <a:lnTo>
                    <a:pt x="2917989" y="1156292"/>
                  </a:lnTo>
                  <a:lnTo>
                    <a:pt x="2917989" y="1247143"/>
                  </a:lnTo>
                  <a:lnTo>
                    <a:pt x="2906915" y="1247143"/>
                  </a:lnTo>
                  <a:lnTo>
                    <a:pt x="2906915" y="1156292"/>
                  </a:lnTo>
                  <a:close/>
                </a:path>
                <a:path w="2918459" h="1442720">
                  <a:moveTo>
                    <a:pt x="2906915" y="1109489"/>
                  </a:moveTo>
                  <a:lnTo>
                    <a:pt x="2917989" y="1109489"/>
                  </a:lnTo>
                  <a:lnTo>
                    <a:pt x="2917989" y="1120502"/>
                  </a:lnTo>
                  <a:lnTo>
                    <a:pt x="2906915" y="1120502"/>
                  </a:lnTo>
                  <a:lnTo>
                    <a:pt x="2906915" y="1109489"/>
                  </a:lnTo>
                  <a:close/>
                </a:path>
                <a:path w="2918459" h="1442720">
                  <a:moveTo>
                    <a:pt x="2906915" y="982848"/>
                  </a:moveTo>
                  <a:lnTo>
                    <a:pt x="2917989" y="982848"/>
                  </a:lnTo>
                  <a:lnTo>
                    <a:pt x="2917989" y="1076453"/>
                  </a:lnTo>
                  <a:lnTo>
                    <a:pt x="2906915" y="1076453"/>
                  </a:lnTo>
                  <a:lnTo>
                    <a:pt x="2906915" y="982848"/>
                  </a:lnTo>
                  <a:close/>
                </a:path>
                <a:path w="2918459" h="1442720">
                  <a:moveTo>
                    <a:pt x="2906915" y="938799"/>
                  </a:moveTo>
                  <a:lnTo>
                    <a:pt x="2917989" y="938799"/>
                  </a:lnTo>
                  <a:lnTo>
                    <a:pt x="2917989" y="949811"/>
                  </a:lnTo>
                  <a:lnTo>
                    <a:pt x="2906915" y="949811"/>
                  </a:lnTo>
                  <a:lnTo>
                    <a:pt x="2906915" y="938799"/>
                  </a:lnTo>
                  <a:close/>
                </a:path>
                <a:path w="2918459" h="1442720">
                  <a:moveTo>
                    <a:pt x="2906915" y="812157"/>
                  </a:moveTo>
                  <a:lnTo>
                    <a:pt x="2917989" y="812157"/>
                  </a:lnTo>
                  <a:lnTo>
                    <a:pt x="2917989" y="903009"/>
                  </a:lnTo>
                  <a:lnTo>
                    <a:pt x="2906915" y="903009"/>
                  </a:lnTo>
                  <a:lnTo>
                    <a:pt x="2906915" y="812157"/>
                  </a:lnTo>
                  <a:close/>
                </a:path>
                <a:path w="2918459" h="1442720">
                  <a:moveTo>
                    <a:pt x="2906915" y="765355"/>
                  </a:moveTo>
                  <a:lnTo>
                    <a:pt x="2917989" y="765355"/>
                  </a:lnTo>
                  <a:lnTo>
                    <a:pt x="2917989" y="776367"/>
                  </a:lnTo>
                  <a:lnTo>
                    <a:pt x="2906915" y="776367"/>
                  </a:lnTo>
                  <a:lnTo>
                    <a:pt x="2906915" y="765355"/>
                  </a:lnTo>
                  <a:close/>
                </a:path>
                <a:path w="2918459" h="1442720">
                  <a:moveTo>
                    <a:pt x="2906915" y="638713"/>
                  </a:moveTo>
                  <a:lnTo>
                    <a:pt x="2917989" y="638713"/>
                  </a:lnTo>
                  <a:lnTo>
                    <a:pt x="2917989" y="732318"/>
                  </a:lnTo>
                  <a:lnTo>
                    <a:pt x="2906915" y="732318"/>
                  </a:lnTo>
                  <a:lnTo>
                    <a:pt x="2906915" y="638713"/>
                  </a:lnTo>
                  <a:close/>
                </a:path>
                <a:path w="2918459" h="1442720">
                  <a:moveTo>
                    <a:pt x="2906915" y="594664"/>
                  </a:moveTo>
                  <a:lnTo>
                    <a:pt x="2917989" y="594664"/>
                  </a:lnTo>
                  <a:lnTo>
                    <a:pt x="2917989" y="605676"/>
                  </a:lnTo>
                  <a:lnTo>
                    <a:pt x="2906915" y="605676"/>
                  </a:lnTo>
                  <a:lnTo>
                    <a:pt x="2906915" y="594664"/>
                  </a:lnTo>
                  <a:close/>
                </a:path>
                <a:path w="2918459" h="1442720">
                  <a:moveTo>
                    <a:pt x="2906915" y="468023"/>
                  </a:moveTo>
                  <a:lnTo>
                    <a:pt x="2917989" y="468023"/>
                  </a:lnTo>
                  <a:lnTo>
                    <a:pt x="2917989" y="558874"/>
                  </a:lnTo>
                  <a:lnTo>
                    <a:pt x="2906915" y="558874"/>
                  </a:lnTo>
                  <a:lnTo>
                    <a:pt x="2906915" y="468023"/>
                  </a:lnTo>
                  <a:close/>
                </a:path>
                <a:path w="2918459" h="1442720">
                  <a:moveTo>
                    <a:pt x="2906915" y="421220"/>
                  </a:moveTo>
                  <a:lnTo>
                    <a:pt x="2917989" y="421220"/>
                  </a:lnTo>
                  <a:lnTo>
                    <a:pt x="2917989" y="432233"/>
                  </a:lnTo>
                  <a:lnTo>
                    <a:pt x="2906915" y="432233"/>
                  </a:lnTo>
                  <a:lnTo>
                    <a:pt x="2906915" y="421220"/>
                  </a:lnTo>
                  <a:close/>
                </a:path>
                <a:path w="2918459" h="1442720">
                  <a:moveTo>
                    <a:pt x="2906915" y="294579"/>
                  </a:moveTo>
                  <a:lnTo>
                    <a:pt x="2917989" y="294579"/>
                  </a:lnTo>
                  <a:lnTo>
                    <a:pt x="2917989" y="388183"/>
                  </a:lnTo>
                  <a:lnTo>
                    <a:pt x="2906915" y="388183"/>
                  </a:lnTo>
                  <a:lnTo>
                    <a:pt x="2906915" y="294579"/>
                  </a:lnTo>
                  <a:close/>
                </a:path>
                <a:path w="2918459" h="1442720">
                  <a:moveTo>
                    <a:pt x="2906915" y="250529"/>
                  </a:moveTo>
                  <a:lnTo>
                    <a:pt x="2917989" y="250529"/>
                  </a:lnTo>
                  <a:lnTo>
                    <a:pt x="2917989" y="261542"/>
                  </a:lnTo>
                  <a:lnTo>
                    <a:pt x="2906915" y="261542"/>
                  </a:lnTo>
                  <a:lnTo>
                    <a:pt x="2906915" y="250529"/>
                  </a:lnTo>
                  <a:close/>
                </a:path>
                <a:path w="2918459" h="1442720">
                  <a:moveTo>
                    <a:pt x="2906915" y="123888"/>
                  </a:moveTo>
                  <a:lnTo>
                    <a:pt x="2917989" y="123888"/>
                  </a:lnTo>
                  <a:lnTo>
                    <a:pt x="2917989" y="214739"/>
                  </a:lnTo>
                  <a:lnTo>
                    <a:pt x="2906915" y="214739"/>
                  </a:lnTo>
                  <a:lnTo>
                    <a:pt x="2906915" y="123888"/>
                  </a:lnTo>
                  <a:close/>
                </a:path>
                <a:path w="2918459" h="1442720">
                  <a:moveTo>
                    <a:pt x="2906915" y="77086"/>
                  </a:moveTo>
                  <a:lnTo>
                    <a:pt x="2917989" y="77086"/>
                  </a:lnTo>
                  <a:lnTo>
                    <a:pt x="2917989" y="88098"/>
                  </a:lnTo>
                  <a:lnTo>
                    <a:pt x="2906915" y="88098"/>
                  </a:lnTo>
                  <a:lnTo>
                    <a:pt x="2906915" y="77086"/>
                  </a:lnTo>
                  <a:close/>
                </a:path>
                <a:path w="2918459" h="1442720">
                  <a:moveTo>
                    <a:pt x="2906915" y="5506"/>
                  </a:moveTo>
                  <a:lnTo>
                    <a:pt x="2917989" y="5506"/>
                  </a:lnTo>
                  <a:lnTo>
                    <a:pt x="2917989" y="44049"/>
                  </a:lnTo>
                  <a:lnTo>
                    <a:pt x="2906915" y="44049"/>
                  </a:lnTo>
                  <a:lnTo>
                    <a:pt x="2906915" y="550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7635757" y="5679085"/>
              <a:ext cx="263525" cy="0"/>
            </a:xfrm>
            <a:custGeom>
              <a:avLst/>
              <a:gdLst/>
              <a:ahLst/>
              <a:cxnLst/>
              <a:rect l="l" t="t" r="r" b="b"/>
              <a:pathLst>
                <a:path w="263525" h="0">
                  <a:moveTo>
                    <a:pt x="0" y="0"/>
                  </a:moveTo>
                  <a:lnTo>
                    <a:pt x="263006" y="0"/>
                  </a:lnTo>
                </a:path>
              </a:pathLst>
            </a:custGeom>
            <a:ln w="3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7439194" y="3897844"/>
              <a:ext cx="678815" cy="0"/>
            </a:xfrm>
            <a:custGeom>
              <a:avLst/>
              <a:gdLst/>
              <a:ahLst/>
              <a:cxnLst/>
              <a:rect l="l" t="t" r="r" b="b"/>
              <a:pathLst>
                <a:path w="678815" h="0">
                  <a:moveTo>
                    <a:pt x="678280" y="0"/>
                  </a:moveTo>
                  <a:lnTo>
                    <a:pt x="0" y="0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5288076" y="4861421"/>
              <a:ext cx="401955" cy="462915"/>
            </a:xfrm>
            <a:custGeom>
              <a:avLst/>
              <a:gdLst/>
              <a:ahLst/>
              <a:cxnLst/>
              <a:rect l="l" t="t" r="r" b="b"/>
              <a:pathLst>
                <a:path w="401954" h="462914">
                  <a:moveTo>
                    <a:pt x="0" y="462516"/>
                  </a:moveTo>
                  <a:lnTo>
                    <a:pt x="0" y="0"/>
                  </a:lnTo>
                  <a:lnTo>
                    <a:pt x="401431" y="231258"/>
                  </a:lnTo>
                  <a:lnTo>
                    <a:pt x="0" y="4625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5288077" y="4861421"/>
              <a:ext cx="401955" cy="462915"/>
            </a:xfrm>
            <a:custGeom>
              <a:avLst/>
              <a:gdLst/>
              <a:ahLst/>
              <a:cxnLst/>
              <a:rect l="l" t="t" r="r" b="b"/>
              <a:pathLst>
                <a:path w="401954" h="462914">
                  <a:moveTo>
                    <a:pt x="401431" y="231258"/>
                  </a:moveTo>
                  <a:lnTo>
                    <a:pt x="0" y="462516"/>
                  </a:lnTo>
                  <a:lnTo>
                    <a:pt x="0" y="0"/>
                  </a:lnTo>
                  <a:lnTo>
                    <a:pt x="401431" y="231258"/>
                  </a:lnTo>
                  <a:close/>
                </a:path>
              </a:pathLst>
            </a:custGeom>
            <a:ln w="303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5288076" y="4266756"/>
              <a:ext cx="401955" cy="462915"/>
            </a:xfrm>
            <a:custGeom>
              <a:avLst/>
              <a:gdLst/>
              <a:ahLst/>
              <a:cxnLst/>
              <a:rect l="l" t="t" r="r" b="b"/>
              <a:pathLst>
                <a:path w="401954" h="462914">
                  <a:moveTo>
                    <a:pt x="0" y="462516"/>
                  </a:moveTo>
                  <a:lnTo>
                    <a:pt x="0" y="0"/>
                  </a:lnTo>
                  <a:lnTo>
                    <a:pt x="401431" y="231258"/>
                  </a:lnTo>
                  <a:lnTo>
                    <a:pt x="0" y="4625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5288077" y="4266757"/>
              <a:ext cx="401955" cy="462915"/>
            </a:xfrm>
            <a:custGeom>
              <a:avLst/>
              <a:gdLst/>
              <a:ahLst/>
              <a:cxnLst/>
              <a:rect l="l" t="t" r="r" b="b"/>
              <a:pathLst>
                <a:path w="401954" h="462914">
                  <a:moveTo>
                    <a:pt x="401431" y="231258"/>
                  </a:moveTo>
                  <a:lnTo>
                    <a:pt x="0" y="462516"/>
                  </a:lnTo>
                  <a:lnTo>
                    <a:pt x="0" y="0"/>
                  </a:lnTo>
                  <a:lnTo>
                    <a:pt x="401431" y="231258"/>
                  </a:lnTo>
                  <a:close/>
                </a:path>
              </a:pathLst>
            </a:custGeom>
            <a:ln w="303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8347710" y="2674619"/>
              <a:ext cx="0" cy="2161540"/>
            </a:xfrm>
            <a:custGeom>
              <a:avLst/>
              <a:gdLst/>
              <a:ahLst/>
              <a:cxnLst/>
              <a:rect l="l" t="t" r="r" b="b"/>
              <a:pathLst>
                <a:path w="0" h="2161540">
                  <a:moveTo>
                    <a:pt x="0" y="0"/>
                  </a:moveTo>
                  <a:lnTo>
                    <a:pt x="0" y="2161032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8346186" y="3743705"/>
              <a:ext cx="619125" cy="0"/>
            </a:xfrm>
            <a:custGeom>
              <a:avLst/>
              <a:gdLst/>
              <a:ahLst/>
              <a:cxnLst/>
              <a:rect l="l" t="t" r="r" b="b"/>
              <a:pathLst>
                <a:path w="619125" h="0">
                  <a:moveTo>
                    <a:pt x="618744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7558278" y="1866900"/>
              <a:ext cx="0" cy="528955"/>
            </a:xfrm>
            <a:custGeom>
              <a:avLst/>
              <a:gdLst/>
              <a:ahLst/>
              <a:cxnLst/>
              <a:rect l="l" t="t" r="r" b="b"/>
              <a:pathLst>
                <a:path w="0" h="528955">
                  <a:moveTo>
                    <a:pt x="0" y="0"/>
                  </a:moveTo>
                  <a:lnTo>
                    <a:pt x="0" y="528828"/>
                  </a:lnTo>
                </a:path>
              </a:pathLst>
            </a:custGeom>
            <a:ln w="381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7558035" y="2359157"/>
              <a:ext cx="132080" cy="145415"/>
            </a:xfrm>
            <a:custGeom>
              <a:avLst/>
              <a:gdLst/>
              <a:ahLst/>
              <a:cxnLst/>
              <a:rect l="l" t="t" r="r" b="b"/>
              <a:pathLst>
                <a:path w="132079" h="145414">
                  <a:moveTo>
                    <a:pt x="131610" y="145021"/>
                  </a:moveTo>
                  <a:lnTo>
                    <a:pt x="75161" y="117982"/>
                  </a:lnTo>
                  <a:lnTo>
                    <a:pt x="33005" y="83254"/>
                  </a:lnTo>
                  <a:lnTo>
                    <a:pt x="7249" y="43154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7522464" y="4982717"/>
              <a:ext cx="0" cy="289560"/>
            </a:xfrm>
            <a:custGeom>
              <a:avLst/>
              <a:gdLst/>
              <a:ahLst/>
              <a:cxnLst/>
              <a:rect l="l" t="t" r="r" b="b"/>
              <a:pathLst>
                <a:path w="0" h="289560">
                  <a:moveTo>
                    <a:pt x="0" y="289559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7651242" y="4881372"/>
              <a:ext cx="517525" cy="0"/>
            </a:xfrm>
            <a:custGeom>
              <a:avLst/>
              <a:gdLst/>
              <a:ahLst/>
              <a:cxnLst/>
              <a:rect l="l" t="t" r="r" b="b"/>
              <a:pathLst>
                <a:path w="517525" h="0">
                  <a:moveTo>
                    <a:pt x="0" y="0"/>
                  </a:moveTo>
                  <a:lnTo>
                    <a:pt x="517398" y="0"/>
                  </a:lnTo>
                </a:path>
              </a:pathLst>
            </a:custGeom>
            <a:ln w="381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8377428" y="2651760"/>
              <a:ext cx="0" cy="2068195"/>
            </a:xfrm>
            <a:custGeom>
              <a:avLst/>
              <a:gdLst/>
              <a:ahLst/>
              <a:cxnLst/>
              <a:rect l="l" t="t" r="r" b="b"/>
              <a:pathLst>
                <a:path w="0" h="2068195">
                  <a:moveTo>
                    <a:pt x="0" y="2068068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7691628" y="2510790"/>
              <a:ext cx="508634" cy="0"/>
            </a:xfrm>
            <a:custGeom>
              <a:avLst/>
              <a:gdLst/>
              <a:ahLst/>
              <a:cxnLst/>
              <a:rect l="l" t="t" r="r" b="b"/>
              <a:pathLst>
                <a:path w="508634" h="0">
                  <a:moveTo>
                    <a:pt x="0" y="0"/>
                  </a:moveTo>
                  <a:lnTo>
                    <a:pt x="508254" y="0"/>
                  </a:lnTo>
                </a:path>
              </a:pathLst>
            </a:custGeom>
            <a:ln w="381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8149590" y="2507741"/>
              <a:ext cx="227965" cy="167005"/>
            </a:xfrm>
            <a:custGeom>
              <a:avLst/>
              <a:gdLst/>
              <a:ahLst/>
              <a:cxnLst/>
              <a:rect l="l" t="t" r="r" b="b"/>
              <a:pathLst>
                <a:path w="227965" h="167005">
                  <a:moveTo>
                    <a:pt x="227838" y="166877"/>
                  </a:moveTo>
                  <a:lnTo>
                    <a:pt x="221821" y="128614"/>
                  </a:lnTo>
                  <a:lnTo>
                    <a:pt x="204682" y="93489"/>
                  </a:lnTo>
                  <a:lnTo>
                    <a:pt x="177788" y="62504"/>
                  </a:lnTo>
                  <a:lnTo>
                    <a:pt x="142506" y="36661"/>
                  </a:lnTo>
                  <a:lnTo>
                    <a:pt x="100203" y="16961"/>
                  </a:lnTo>
                  <a:lnTo>
                    <a:pt x="52245" y="4407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8140446" y="4719827"/>
              <a:ext cx="234315" cy="162560"/>
            </a:xfrm>
            <a:custGeom>
              <a:avLst/>
              <a:gdLst/>
              <a:ahLst/>
              <a:cxnLst/>
              <a:rect l="l" t="t" r="r" b="b"/>
              <a:pathLst>
                <a:path w="234315" h="162560">
                  <a:moveTo>
                    <a:pt x="0" y="162306"/>
                  </a:moveTo>
                  <a:lnTo>
                    <a:pt x="53638" y="158019"/>
                  </a:lnTo>
                  <a:lnTo>
                    <a:pt x="102877" y="145810"/>
                  </a:lnTo>
                  <a:lnTo>
                    <a:pt x="146313" y="126652"/>
                  </a:lnTo>
                  <a:lnTo>
                    <a:pt x="182540" y="101518"/>
                  </a:lnTo>
                  <a:lnTo>
                    <a:pt x="210156" y="71382"/>
                  </a:lnTo>
                  <a:lnTo>
                    <a:pt x="227755" y="37218"/>
                  </a:lnTo>
                  <a:lnTo>
                    <a:pt x="233934" y="0"/>
                  </a:lnTo>
                </a:path>
              </a:pathLst>
            </a:custGeom>
            <a:ln w="381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517144" y="4881177"/>
              <a:ext cx="132080" cy="145415"/>
            </a:xfrm>
            <a:custGeom>
              <a:avLst/>
              <a:gdLst/>
              <a:ahLst/>
              <a:cxnLst/>
              <a:rect l="l" t="t" r="r" b="b"/>
              <a:pathLst>
                <a:path w="132079" h="145414">
                  <a:moveTo>
                    <a:pt x="131610" y="0"/>
                  </a:moveTo>
                  <a:lnTo>
                    <a:pt x="75161" y="27038"/>
                  </a:lnTo>
                  <a:lnTo>
                    <a:pt x="33005" y="61766"/>
                  </a:lnTo>
                  <a:lnTo>
                    <a:pt x="7249" y="101866"/>
                  </a:lnTo>
                  <a:lnTo>
                    <a:pt x="0" y="145021"/>
                  </a:lnTo>
                </a:path>
              </a:pathLst>
            </a:custGeom>
            <a:ln w="381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25206" y="2708910"/>
              <a:ext cx="149351" cy="333755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22158" y="4463795"/>
              <a:ext cx="150113" cy="332981"/>
            </a:xfrm>
            <a:prstGeom prst="rect">
              <a:avLst/>
            </a:prstGeom>
          </p:spPr>
        </p:pic>
      </p:grpSp>
      <p:grpSp>
        <p:nvGrpSpPr>
          <p:cNvPr id="99" name="object 99"/>
          <p:cNvGrpSpPr/>
          <p:nvPr/>
        </p:nvGrpSpPr>
        <p:grpSpPr>
          <a:xfrm>
            <a:off x="4676235" y="1391285"/>
            <a:ext cx="4469765" cy="4475480"/>
            <a:chOff x="4676235" y="1391285"/>
            <a:chExt cx="4469765" cy="4475480"/>
          </a:xfrm>
        </p:grpSpPr>
        <p:sp>
          <p:nvSpPr>
            <p:cNvPr id="100" name="object 100"/>
            <p:cNvSpPr/>
            <p:nvPr/>
          </p:nvSpPr>
          <p:spPr>
            <a:xfrm>
              <a:off x="6118625" y="4566842"/>
              <a:ext cx="640080" cy="465455"/>
            </a:xfrm>
            <a:custGeom>
              <a:avLst/>
              <a:gdLst/>
              <a:ahLst/>
              <a:cxnLst/>
              <a:rect l="l" t="t" r="r" b="b"/>
              <a:pathLst>
                <a:path w="640079" h="465454">
                  <a:moveTo>
                    <a:pt x="354366" y="465269"/>
                  </a:moveTo>
                  <a:lnTo>
                    <a:pt x="0" y="465269"/>
                  </a:lnTo>
                  <a:lnTo>
                    <a:pt x="38758" y="407452"/>
                  </a:lnTo>
                  <a:lnTo>
                    <a:pt x="69209" y="352393"/>
                  </a:lnTo>
                  <a:lnTo>
                    <a:pt x="88591" y="297332"/>
                  </a:lnTo>
                  <a:lnTo>
                    <a:pt x="91357" y="231255"/>
                  </a:lnTo>
                  <a:lnTo>
                    <a:pt x="88591" y="176196"/>
                  </a:lnTo>
                  <a:lnTo>
                    <a:pt x="66441" y="115629"/>
                  </a:lnTo>
                  <a:lnTo>
                    <a:pt x="44293" y="63320"/>
                  </a:lnTo>
                  <a:lnTo>
                    <a:pt x="2768" y="0"/>
                  </a:lnTo>
                  <a:lnTo>
                    <a:pt x="354366" y="2753"/>
                  </a:lnTo>
                  <a:lnTo>
                    <a:pt x="409736" y="22024"/>
                  </a:lnTo>
                  <a:lnTo>
                    <a:pt x="462337" y="46802"/>
                  </a:lnTo>
                  <a:lnTo>
                    <a:pt x="509402" y="82589"/>
                  </a:lnTo>
                  <a:lnTo>
                    <a:pt x="553698" y="123888"/>
                  </a:lnTo>
                  <a:lnTo>
                    <a:pt x="595225" y="173443"/>
                  </a:lnTo>
                  <a:lnTo>
                    <a:pt x="639518" y="234008"/>
                  </a:lnTo>
                  <a:lnTo>
                    <a:pt x="597993" y="297332"/>
                  </a:lnTo>
                  <a:lnTo>
                    <a:pt x="553698" y="344134"/>
                  </a:lnTo>
                  <a:lnTo>
                    <a:pt x="509402" y="388183"/>
                  </a:lnTo>
                  <a:lnTo>
                    <a:pt x="462337" y="423973"/>
                  </a:lnTo>
                  <a:lnTo>
                    <a:pt x="409736" y="448751"/>
                  </a:lnTo>
                  <a:lnTo>
                    <a:pt x="354366" y="4652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7102" y="4731996"/>
              <a:ext cx="132825" cy="132209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5960820" y="2774588"/>
              <a:ext cx="335280" cy="0"/>
            </a:xfrm>
            <a:custGeom>
              <a:avLst/>
              <a:gdLst/>
              <a:ahLst/>
              <a:cxnLst/>
              <a:rect l="l" t="t" r="r" b="b"/>
              <a:pathLst>
                <a:path w="335279" h="0">
                  <a:moveTo>
                    <a:pt x="0" y="0"/>
                  </a:moveTo>
                  <a:lnTo>
                    <a:pt x="334987" y="0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5949746" y="2529565"/>
              <a:ext cx="346075" cy="0"/>
            </a:xfrm>
            <a:custGeom>
              <a:avLst/>
              <a:gdLst/>
              <a:ahLst/>
              <a:cxnLst/>
              <a:rect l="l" t="t" r="r" b="b"/>
              <a:pathLst>
                <a:path w="346075" h="0">
                  <a:moveTo>
                    <a:pt x="0" y="0"/>
                  </a:moveTo>
                  <a:lnTo>
                    <a:pt x="346061" y="0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5958052" y="2774588"/>
              <a:ext cx="0" cy="165735"/>
            </a:xfrm>
            <a:custGeom>
              <a:avLst/>
              <a:gdLst/>
              <a:ahLst/>
              <a:cxnLst/>
              <a:rect l="l" t="t" r="r" b="b"/>
              <a:pathLst>
                <a:path w="0" h="165735">
                  <a:moveTo>
                    <a:pt x="0" y="0"/>
                  </a:moveTo>
                  <a:lnTo>
                    <a:pt x="0" y="165184"/>
                  </a:lnTo>
                </a:path>
              </a:pathLst>
            </a:custGeom>
            <a:ln w="166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5949746" y="2353368"/>
              <a:ext cx="0" cy="176530"/>
            </a:xfrm>
            <a:custGeom>
              <a:avLst/>
              <a:gdLst/>
              <a:ahLst/>
              <a:cxnLst/>
              <a:rect l="l" t="t" r="r" b="b"/>
              <a:pathLst>
                <a:path w="0" h="176530">
                  <a:moveTo>
                    <a:pt x="0" y="0"/>
                  </a:moveTo>
                  <a:lnTo>
                    <a:pt x="0" y="176196"/>
                  </a:lnTo>
                </a:path>
              </a:pathLst>
            </a:custGeom>
            <a:ln w="166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6788599" y="2647947"/>
              <a:ext cx="360045" cy="0"/>
            </a:xfrm>
            <a:custGeom>
              <a:avLst/>
              <a:gdLst/>
              <a:ahLst/>
              <a:cxnLst/>
              <a:rect l="l" t="t" r="r" b="b"/>
              <a:pathLst>
                <a:path w="360045" h="0">
                  <a:moveTo>
                    <a:pt x="0" y="0"/>
                  </a:moveTo>
                  <a:lnTo>
                    <a:pt x="359903" y="0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58176" y="2576336"/>
              <a:ext cx="132827" cy="134963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35453" y="3856517"/>
              <a:ext cx="80224" cy="79900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40562" y="4756773"/>
              <a:ext cx="80224" cy="79900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29916" y="4762279"/>
              <a:ext cx="82993" cy="82653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07022" y="4153880"/>
              <a:ext cx="314200" cy="123888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24372" y="5367964"/>
              <a:ext cx="83008" cy="82638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43759" y="1700858"/>
              <a:ext cx="80224" cy="79900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7087596" y="2072554"/>
              <a:ext cx="3175" cy="1156335"/>
            </a:xfrm>
            <a:custGeom>
              <a:avLst/>
              <a:gdLst/>
              <a:ahLst/>
              <a:cxnLst/>
              <a:rect l="l" t="t" r="r" b="b"/>
              <a:pathLst>
                <a:path w="3175" h="1156335">
                  <a:moveTo>
                    <a:pt x="0" y="0"/>
                  </a:moveTo>
                  <a:lnTo>
                    <a:pt x="2768" y="1156292"/>
                  </a:lnTo>
                </a:path>
              </a:pathLst>
            </a:custGeom>
            <a:ln w="166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7090364" y="3226093"/>
              <a:ext cx="332740" cy="3175"/>
            </a:xfrm>
            <a:custGeom>
              <a:avLst/>
              <a:gdLst/>
              <a:ahLst/>
              <a:cxnLst/>
              <a:rect l="l" t="t" r="r" b="b"/>
              <a:pathLst>
                <a:path w="332740" h="3175">
                  <a:moveTo>
                    <a:pt x="0" y="0"/>
                  </a:moveTo>
                  <a:lnTo>
                    <a:pt x="332218" y="2753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7087596" y="2080813"/>
              <a:ext cx="332740" cy="3175"/>
            </a:xfrm>
            <a:custGeom>
              <a:avLst/>
              <a:gdLst/>
              <a:ahLst/>
              <a:cxnLst/>
              <a:rect l="l" t="t" r="r" b="b"/>
              <a:pathLst>
                <a:path w="332740" h="3175">
                  <a:moveTo>
                    <a:pt x="0" y="0"/>
                  </a:moveTo>
                  <a:lnTo>
                    <a:pt x="332218" y="2753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7779718" y="2416689"/>
              <a:ext cx="3175" cy="495934"/>
            </a:xfrm>
            <a:custGeom>
              <a:avLst/>
              <a:gdLst/>
              <a:ahLst/>
              <a:cxnLst/>
              <a:rect l="l" t="t" r="r" b="b"/>
              <a:pathLst>
                <a:path w="3175" h="495935">
                  <a:moveTo>
                    <a:pt x="0" y="0"/>
                  </a:moveTo>
                  <a:lnTo>
                    <a:pt x="2768" y="495553"/>
                  </a:lnTo>
                </a:path>
              </a:pathLst>
            </a:custGeom>
            <a:ln w="166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8" name="object 1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48868" y="2609373"/>
              <a:ext cx="80224" cy="79900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38221" y="2614878"/>
              <a:ext cx="80227" cy="82656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7530554" y="2245998"/>
              <a:ext cx="249554" cy="3175"/>
            </a:xfrm>
            <a:custGeom>
              <a:avLst/>
              <a:gdLst/>
              <a:ahLst/>
              <a:cxnLst/>
              <a:rect l="l" t="t" r="r" b="b"/>
              <a:pathLst>
                <a:path w="249554" h="3175">
                  <a:moveTo>
                    <a:pt x="249164" y="0"/>
                  </a:moveTo>
                  <a:lnTo>
                    <a:pt x="0" y="2753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7530554" y="2422195"/>
              <a:ext cx="241300" cy="0"/>
            </a:xfrm>
            <a:custGeom>
              <a:avLst/>
              <a:gdLst/>
              <a:ahLst/>
              <a:cxnLst/>
              <a:rect l="l" t="t" r="r" b="b"/>
              <a:pathLst>
                <a:path w="241300" h="0">
                  <a:moveTo>
                    <a:pt x="240858" y="0"/>
                  </a:moveTo>
                  <a:lnTo>
                    <a:pt x="0" y="0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7530554" y="2358874"/>
              <a:ext cx="0" cy="121285"/>
            </a:xfrm>
            <a:custGeom>
              <a:avLst/>
              <a:gdLst/>
              <a:ahLst/>
              <a:cxnLst/>
              <a:rect l="l" t="t" r="r" b="b"/>
              <a:pathLst>
                <a:path w="0" h="121285">
                  <a:moveTo>
                    <a:pt x="0" y="0"/>
                  </a:moveTo>
                  <a:lnTo>
                    <a:pt x="0" y="121135"/>
                  </a:lnTo>
                </a:path>
              </a:pathLst>
            </a:custGeom>
            <a:ln w="3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7530554" y="2182677"/>
              <a:ext cx="0" cy="124460"/>
            </a:xfrm>
            <a:custGeom>
              <a:avLst/>
              <a:gdLst/>
              <a:ahLst/>
              <a:cxnLst/>
              <a:rect l="l" t="t" r="r" b="b"/>
              <a:pathLst>
                <a:path w="0" h="124460">
                  <a:moveTo>
                    <a:pt x="0" y="0"/>
                  </a:moveTo>
                  <a:lnTo>
                    <a:pt x="0" y="123888"/>
                  </a:lnTo>
                </a:path>
              </a:pathLst>
            </a:custGeom>
            <a:ln w="3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4" name="object 1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15328" y="2006480"/>
              <a:ext cx="314199" cy="123888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7425352" y="2083566"/>
              <a:ext cx="0" cy="325120"/>
            </a:xfrm>
            <a:custGeom>
              <a:avLst/>
              <a:gdLst/>
              <a:ahLst/>
              <a:cxnLst/>
              <a:rect l="l" t="t" r="r" b="b"/>
              <a:pathLst>
                <a:path w="0" h="325119">
                  <a:moveTo>
                    <a:pt x="0" y="0"/>
                  </a:moveTo>
                  <a:lnTo>
                    <a:pt x="0" y="324863"/>
                  </a:lnTo>
                </a:path>
              </a:pathLst>
            </a:custGeom>
            <a:ln w="3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7516712" y="3085686"/>
              <a:ext cx="249554" cy="3175"/>
            </a:xfrm>
            <a:custGeom>
              <a:avLst/>
              <a:gdLst/>
              <a:ahLst/>
              <a:cxnLst/>
              <a:rect l="l" t="t" r="r" b="b"/>
              <a:pathLst>
                <a:path w="249554" h="3175">
                  <a:moveTo>
                    <a:pt x="249164" y="0"/>
                  </a:moveTo>
                  <a:lnTo>
                    <a:pt x="0" y="2753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7525017" y="3259130"/>
              <a:ext cx="241300" cy="3175"/>
            </a:xfrm>
            <a:custGeom>
              <a:avLst/>
              <a:gdLst/>
              <a:ahLst/>
              <a:cxnLst/>
              <a:rect l="l" t="t" r="r" b="b"/>
              <a:pathLst>
                <a:path w="241300" h="3175">
                  <a:moveTo>
                    <a:pt x="240858" y="2753"/>
                  </a:moveTo>
                  <a:lnTo>
                    <a:pt x="0" y="0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7522249" y="3190303"/>
              <a:ext cx="3175" cy="124460"/>
            </a:xfrm>
            <a:custGeom>
              <a:avLst/>
              <a:gdLst/>
              <a:ahLst/>
              <a:cxnLst/>
              <a:rect l="l" t="t" r="r" b="b"/>
              <a:pathLst>
                <a:path w="3175" h="124460">
                  <a:moveTo>
                    <a:pt x="2768" y="0"/>
                  </a:moveTo>
                  <a:lnTo>
                    <a:pt x="0" y="123888"/>
                  </a:lnTo>
                </a:path>
              </a:pathLst>
            </a:custGeom>
            <a:ln w="3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7522249" y="3022365"/>
              <a:ext cx="3175" cy="124460"/>
            </a:xfrm>
            <a:custGeom>
              <a:avLst/>
              <a:gdLst/>
              <a:ahLst/>
              <a:cxnLst/>
              <a:rect l="l" t="t" r="r" b="b"/>
              <a:pathLst>
                <a:path w="3175" h="124460">
                  <a:moveTo>
                    <a:pt x="2768" y="0"/>
                  </a:moveTo>
                  <a:lnTo>
                    <a:pt x="0" y="123888"/>
                  </a:lnTo>
                </a:path>
              </a:pathLst>
            </a:custGeom>
            <a:ln w="3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7522249" y="2846169"/>
              <a:ext cx="3175" cy="124460"/>
            </a:xfrm>
            <a:custGeom>
              <a:avLst/>
              <a:gdLst/>
              <a:ahLst/>
              <a:cxnLst/>
              <a:rect l="l" t="t" r="r" b="b"/>
              <a:pathLst>
                <a:path w="3175" h="124460">
                  <a:moveTo>
                    <a:pt x="2768" y="0"/>
                  </a:moveTo>
                  <a:lnTo>
                    <a:pt x="0" y="123888"/>
                  </a:lnTo>
                </a:path>
              </a:pathLst>
            </a:custGeom>
            <a:ln w="3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7525017" y="2909489"/>
              <a:ext cx="249554" cy="3175"/>
            </a:xfrm>
            <a:custGeom>
              <a:avLst/>
              <a:gdLst/>
              <a:ahLst/>
              <a:cxnLst/>
              <a:rect l="l" t="t" r="r" b="b"/>
              <a:pathLst>
                <a:path w="249554" h="3175">
                  <a:moveTo>
                    <a:pt x="249164" y="2753"/>
                  </a:moveTo>
                  <a:lnTo>
                    <a:pt x="0" y="0"/>
                  </a:lnTo>
                </a:path>
              </a:pathLst>
            </a:custGeom>
            <a:ln w="16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729910" y="3220565"/>
              <a:ext cx="85775" cy="82636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7417046" y="2920502"/>
              <a:ext cx="3175" cy="325120"/>
            </a:xfrm>
            <a:custGeom>
              <a:avLst/>
              <a:gdLst/>
              <a:ahLst/>
              <a:cxnLst/>
              <a:rect l="l" t="t" r="r" b="b"/>
              <a:pathLst>
                <a:path w="3175" h="325119">
                  <a:moveTo>
                    <a:pt x="0" y="0"/>
                  </a:moveTo>
                  <a:lnTo>
                    <a:pt x="2768" y="324863"/>
                  </a:lnTo>
                </a:path>
              </a:pathLst>
            </a:custGeom>
            <a:ln w="3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4" name="object 1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678465" y="5034834"/>
              <a:ext cx="132825" cy="132209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678465" y="4437416"/>
              <a:ext cx="132825" cy="132209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689539" y="2879175"/>
              <a:ext cx="132825" cy="132209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689539" y="2281757"/>
              <a:ext cx="132825" cy="132209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292845" y="3701795"/>
              <a:ext cx="103631" cy="98298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460741" y="5206746"/>
              <a:ext cx="118109" cy="171450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4720348" y="1435398"/>
              <a:ext cx="4381500" cy="4387215"/>
            </a:xfrm>
            <a:custGeom>
              <a:avLst/>
              <a:gdLst/>
              <a:ahLst/>
              <a:cxnLst/>
              <a:rect l="l" t="t" r="r" b="b"/>
              <a:pathLst>
                <a:path w="4381500" h="4387215">
                  <a:moveTo>
                    <a:pt x="4381042" y="0"/>
                  </a:moveTo>
                  <a:lnTo>
                    <a:pt x="0" y="0"/>
                  </a:lnTo>
                  <a:lnTo>
                    <a:pt x="0" y="4387196"/>
                  </a:lnTo>
                  <a:lnTo>
                    <a:pt x="4381042" y="4387196"/>
                  </a:lnTo>
                  <a:lnTo>
                    <a:pt x="4381042" y="0"/>
                  </a:lnTo>
                  <a:close/>
                </a:path>
              </a:pathLst>
            </a:custGeom>
            <a:solidFill>
              <a:srgbClr val="FFFFFF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4720348" y="1435398"/>
              <a:ext cx="4381500" cy="4387215"/>
            </a:xfrm>
            <a:custGeom>
              <a:avLst/>
              <a:gdLst/>
              <a:ahLst/>
              <a:cxnLst/>
              <a:rect l="l" t="t" r="r" b="b"/>
              <a:pathLst>
                <a:path w="4381500" h="4387215">
                  <a:moveTo>
                    <a:pt x="4381042" y="4387196"/>
                  </a:moveTo>
                  <a:lnTo>
                    <a:pt x="0" y="4387196"/>
                  </a:lnTo>
                  <a:lnTo>
                    <a:pt x="0" y="0"/>
                  </a:lnTo>
                  <a:lnTo>
                    <a:pt x="4381042" y="0"/>
                  </a:lnTo>
                  <a:lnTo>
                    <a:pt x="4381042" y="4387196"/>
                  </a:lnTo>
                  <a:close/>
                </a:path>
              </a:pathLst>
            </a:custGeom>
            <a:ln w="88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6092532" y="3558819"/>
              <a:ext cx="699135" cy="2012950"/>
            </a:xfrm>
            <a:custGeom>
              <a:avLst/>
              <a:gdLst/>
              <a:ahLst/>
              <a:cxnLst/>
              <a:rect l="l" t="t" r="r" b="b"/>
              <a:pathLst>
                <a:path w="699134" h="2012950">
                  <a:moveTo>
                    <a:pt x="698525" y="0"/>
                  </a:moveTo>
                  <a:lnTo>
                    <a:pt x="0" y="0"/>
                  </a:lnTo>
                  <a:lnTo>
                    <a:pt x="0" y="2012496"/>
                  </a:lnTo>
                  <a:lnTo>
                    <a:pt x="698525" y="2012496"/>
                  </a:lnTo>
                  <a:lnTo>
                    <a:pt x="69852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6092532" y="3558819"/>
              <a:ext cx="699135" cy="2012950"/>
            </a:xfrm>
            <a:custGeom>
              <a:avLst/>
              <a:gdLst/>
              <a:ahLst/>
              <a:cxnLst/>
              <a:rect l="l" t="t" r="r" b="b"/>
              <a:pathLst>
                <a:path w="699134" h="2012950">
                  <a:moveTo>
                    <a:pt x="698525" y="2012496"/>
                  </a:moveTo>
                  <a:lnTo>
                    <a:pt x="0" y="2012496"/>
                  </a:lnTo>
                  <a:lnTo>
                    <a:pt x="0" y="0"/>
                  </a:lnTo>
                  <a:lnTo>
                    <a:pt x="698525" y="0"/>
                  </a:lnTo>
                  <a:lnTo>
                    <a:pt x="698525" y="2012496"/>
                  </a:lnTo>
                  <a:close/>
                </a:path>
              </a:pathLst>
            </a:custGeom>
            <a:ln w="881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5086565" y="2587659"/>
              <a:ext cx="699135" cy="2983865"/>
            </a:xfrm>
            <a:custGeom>
              <a:avLst/>
              <a:gdLst/>
              <a:ahLst/>
              <a:cxnLst/>
              <a:rect l="l" t="t" r="r" b="b"/>
              <a:pathLst>
                <a:path w="699135" h="2983865">
                  <a:moveTo>
                    <a:pt x="698525" y="0"/>
                  </a:moveTo>
                  <a:lnTo>
                    <a:pt x="0" y="0"/>
                  </a:lnTo>
                  <a:lnTo>
                    <a:pt x="0" y="2983655"/>
                  </a:lnTo>
                  <a:lnTo>
                    <a:pt x="698525" y="2983655"/>
                  </a:lnTo>
                  <a:lnTo>
                    <a:pt x="69852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5086565" y="2587659"/>
              <a:ext cx="699135" cy="2983865"/>
            </a:xfrm>
            <a:custGeom>
              <a:avLst/>
              <a:gdLst/>
              <a:ahLst/>
              <a:cxnLst/>
              <a:rect l="l" t="t" r="r" b="b"/>
              <a:pathLst>
                <a:path w="699135" h="2983865">
                  <a:moveTo>
                    <a:pt x="698525" y="2983655"/>
                  </a:moveTo>
                  <a:lnTo>
                    <a:pt x="0" y="2983655"/>
                  </a:lnTo>
                  <a:lnTo>
                    <a:pt x="0" y="0"/>
                  </a:lnTo>
                  <a:lnTo>
                    <a:pt x="698525" y="0"/>
                  </a:lnTo>
                  <a:lnTo>
                    <a:pt x="698525" y="2983655"/>
                  </a:lnTo>
                  <a:close/>
                </a:path>
              </a:pathLst>
            </a:custGeom>
            <a:ln w="881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7098499" y="1892680"/>
              <a:ext cx="699135" cy="3679190"/>
            </a:xfrm>
            <a:custGeom>
              <a:avLst/>
              <a:gdLst/>
              <a:ahLst/>
              <a:cxnLst/>
              <a:rect l="l" t="t" r="r" b="b"/>
              <a:pathLst>
                <a:path w="699134" h="3679190">
                  <a:moveTo>
                    <a:pt x="698525" y="0"/>
                  </a:moveTo>
                  <a:lnTo>
                    <a:pt x="0" y="0"/>
                  </a:lnTo>
                  <a:lnTo>
                    <a:pt x="0" y="3678634"/>
                  </a:lnTo>
                  <a:lnTo>
                    <a:pt x="698525" y="3678634"/>
                  </a:lnTo>
                  <a:lnTo>
                    <a:pt x="69852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7098499" y="1892680"/>
              <a:ext cx="699135" cy="3679190"/>
            </a:xfrm>
            <a:custGeom>
              <a:avLst/>
              <a:gdLst/>
              <a:ahLst/>
              <a:cxnLst/>
              <a:rect l="l" t="t" r="r" b="b"/>
              <a:pathLst>
                <a:path w="699134" h="3679190">
                  <a:moveTo>
                    <a:pt x="698525" y="3678634"/>
                  </a:moveTo>
                  <a:lnTo>
                    <a:pt x="0" y="3678634"/>
                  </a:lnTo>
                  <a:lnTo>
                    <a:pt x="0" y="0"/>
                  </a:lnTo>
                  <a:lnTo>
                    <a:pt x="698525" y="0"/>
                  </a:lnTo>
                  <a:lnTo>
                    <a:pt x="698525" y="3678634"/>
                  </a:lnTo>
                  <a:close/>
                </a:path>
              </a:pathLst>
            </a:custGeom>
            <a:ln w="881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8104466" y="2897796"/>
              <a:ext cx="701040" cy="2673985"/>
            </a:xfrm>
            <a:custGeom>
              <a:avLst/>
              <a:gdLst/>
              <a:ahLst/>
              <a:cxnLst/>
              <a:rect l="l" t="t" r="r" b="b"/>
              <a:pathLst>
                <a:path w="701040" h="2673985">
                  <a:moveTo>
                    <a:pt x="700785" y="0"/>
                  </a:moveTo>
                  <a:lnTo>
                    <a:pt x="0" y="0"/>
                  </a:lnTo>
                  <a:lnTo>
                    <a:pt x="0" y="2673518"/>
                  </a:lnTo>
                  <a:lnTo>
                    <a:pt x="700785" y="2673518"/>
                  </a:lnTo>
                  <a:lnTo>
                    <a:pt x="70078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8104466" y="2897796"/>
              <a:ext cx="701040" cy="2673985"/>
            </a:xfrm>
            <a:custGeom>
              <a:avLst/>
              <a:gdLst/>
              <a:ahLst/>
              <a:cxnLst/>
              <a:rect l="l" t="t" r="r" b="b"/>
              <a:pathLst>
                <a:path w="701040" h="2673985">
                  <a:moveTo>
                    <a:pt x="700785" y="2673518"/>
                  </a:moveTo>
                  <a:lnTo>
                    <a:pt x="0" y="2673518"/>
                  </a:lnTo>
                  <a:lnTo>
                    <a:pt x="0" y="0"/>
                  </a:lnTo>
                  <a:lnTo>
                    <a:pt x="700785" y="0"/>
                  </a:lnTo>
                  <a:lnTo>
                    <a:pt x="700785" y="2673518"/>
                  </a:lnTo>
                  <a:close/>
                </a:path>
              </a:pathLst>
            </a:custGeom>
            <a:ln w="881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5968199" y="3436575"/>
              <a:ext cx="701040" cy="2010410"/>
            </a:xfrm>
            <a:custGeom>
              <a:avLst/>
              <a:gdLst/>
              <a:ahLst/>
              <a:cxnLst/>
              <a:rect l="l" t="t" r="r" b="b"/>
              <a:pathLst>
                <a:path w="701040" h="2010410">
                  <a:moveTo>
                    <a:pt x="700785" y="0"/>
                  </a:moveTo>
                  <a:lnTo>
                    <a:pt x="0" y="0"/>
                  </a:lnTo>
                  <a:lnTo>
                    <a:pt x="0" y="2010232"/>
                  </a:lnTo>
                  <a:lnTo>
                    <a:pt x="700785" y="2010232"/>
                  </a:lnTo>
                  <a:lnTo>
                    <a:pt x="70078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5968199" y="3436575"/>
              <a:ext cx="701040" cy="2010410"/>
            </a:xfrm>
            <a:custGeom>
              <a:avLst/>
              <a:gdLst/>
              <a:ahLst/>
              <a:cxnLst/>
              <a:rect l="l" t="t" r="r" b="b"/>
              <a:pathLst>
                <a:path w="701040" h="2010410">
                  <a:moveTo>
                    <a:pt x="700785" y="2010232"/>
                  </a:moveTo>
                  <a:lnTo>
                    <a:pt x="0" y="2010232"/>
                  </a:lnTo>
                  <a:lnTo>
                    <a:pt x="0" y="0"/>
                  </a:lnTo>
                  <a:lnTo>
                    <a:pt x="700785" y="0"/>
                  </a:lnTo>
                  <a:lnTo>
                    <a:pt x="700785" y="2010232"/>
                  </a:lnTo>
                  <a:close/>
                </a:path>
              </a:pathLst>
            </a:custGeom>
            <a:ln w="881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4962232" y="2465415"/>
              <a:ext cx="701040" cy="2981960"/>
            </a:xfrm>
            <a:custGeom>
              <a:avLst/>
              <a:gdLst/>
              <a:ahLst/>
              <a:cxnLst/>
              <a:rect l="l" t="t" r="r" b="b"/>
              <a:pathLst>
                <a:path w="701039" h="2981960">
                  <a:moveTo>
                    <a:pt x="700785" y="0"/>
                  </a:moveTo>
                  <a:lnTo>
                    <a:pt x="0" y="0"/>
                  </a:lnTo>
                  <a:lnTo>
                    <a:pt x="0" y="2981391"/>
                  </a:lnTo>
                  <a:lnTo>
                    <a:pt x="700785" y="2981391"/>
                  </a:lnTo>
                  <a:lnTo>
                    <a:pt x="70078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4962232" y="2465415"/>
              <a:ext cx="701040" cy="2981960"/>
            </a:xfrm>
            <a:custGeom>
              <a:avLst/>
              <a:gdLst/>
              <a:ahLst/>
              <a:cxnLst/>
              <a:rect l="l" t="t" r="r" b="b"/>
              <a:pathLst>
                <a:path w="701039" h="2981960">
                  <a:moveTo>
                    <a:pt x="700785" y="2981391"/>
                  </a:moveTo>
                  <a:lnTo>
                    <a:pt x="0" y="2981391"/>
                  </a:lnTo>
                  <a:lnTo>
                    <a:pt x="0" y="0"/>
                  </a:lnTo>
                  <a:lnTo>
                    <a:pt x="700785" y="0"/>
                  </a:lnTo>
                  <a:lnTo>
                    <a:pt x="700785" y="2981391"/>
                  </a:lnTo>
                  <a:close/>
                </a:path>
              </a:pathLst>
            </a:custGeom>
            <a:ln w="881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6976427" y="1770436"/>
              <a:ext cx="699135" cy="3676650"/>
            </a:xfrm>
            <a:custGeom>
              <a:avLst/>
              <a:gdLst/>
              <a:ahLst/>
              <a:cxnLst/>
              <a:rect l="l" t="t" r="r" b="b"/>
              <a:pathLst>
                <a:path w="699134" h="3676650">
                  <a:moveTo>
                    <a:pt x="698525" y="0"/>
                  </a:moveTo>
                  <a:lnTo>
                    <a:pt x="0" y="0"/>
                  </a:lnTo>
                  <a:lnTo>
                    <a:pt x="0" y="3676370"/>
                  </a:lnTo>
                  <a:lnTo>
                    <a:pt x="698525" y="3676370"/>
                  </a:lnTo>
                  <a:lnTo>
                    <a:pt x="69852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6976427" y="1770436"/>
              <a:ext cx="699135" cy="3676650"/>
            </a:xfrm>
            <a:custGeom>
              <a:avLst/>
              <a:gdLst/>
              <a:ahLst/>
              <a:cxnLst/>
              <a:rect l="l" t="t" r="r" b="b"/>
              <a:pathLst>
                <a:path w="699134" h="3676650">
                  <a:moveTo>
                    <a:pt x="698525" y="3676370"/>
                  </a:moveTo>
                  <a:lnTo>
                    <a:pt x="0" y="3676370"/>
                  </a:lnTo>
                  <a:lnTo>
                    <a:pt x="0" y="0"/>
                  </a:lnTo>
                  <a:lnTo>
                    <a:pt x="698525" y="0"/>
                  </a:lnTo>
                  <a:lnTo>
                    <a:pt x="698525" y="3676370"/>
                  </a:lnTo>
                  <a:close/>
                </a:path>
              </a:pathLst>
            </a:custGeom>
            <a:ln w="881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7982394" y="2775553"/>
              <a:ext cx="699135" cy="2671445"/>
            </a:xfrm>
            <a:custGeom>
              <a:avLst/>
              <a:gdLst/>
              <a:ahLst/>
              <a:cxnLst/>
              <a:rect l="l" t="t" r="r" b="b"/>
              <a:pathLst>
                <a:path w="699134" h="2671445">
                  <a:moveTo>
                    <a:pt x="698525" y="0"/>
                  </a:moveTo>
                  <a:lnTo>
                    <a:pt x="0" y="0"/>
                  </a:lnTo>
                  <a:lnTo>
                    <a:pt x="0" y="2671254"/>
                  </a:lnTo>
                  <a:lnTo>
                    <a:pt x="698525" y="2671254"/>
                  </a:lnTo>
                  <a:lnTo>
                    <a:pt x="69852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7982394" y="2775553"/>
              <a:ext cx="699135" cy="2671445"/>
            </a:xfrm>
            <a:custGeom>
              <a:avLst/>
              <a:gdLst/>
              <a:ahLst/>
              <a:cxnLst/>
              <a:rect l="l" t="t" r="r" b="b"/>
              <a:pathLst>
                <a:path w="699134" h="2671445">
                  <a:moveTo>
                    <a:pt x="698525" y="2671254"/>
                  </a:moveTo>
                  <a:lnTo>
                    <a:pt x="0" y="2671254"/>
                  </a:lnTo>
                  <a:lnTo>
                    <a:pt x="0" y="0"/>
                  </a:lnTo>
                  <a:lnTo>
                    <a:pt x="698525" y="0"/>
                  </a:lnTo>
                  <a:lnTo>
                    <a:pt x="698525" y="2671254"/>
                  </a:lnTo>
                  <a:close/>
                </a:path>
              </a:pathLst>
            </a:custGeom>
            <a:ln w="881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980" y="1052702"/>
              <a:ext cx="4655820" cy="109855"/>
            </a:xfrm>
            <a:custGeom>
              <a:avLst/>
              <a:gdLst/>
              <a:ahLst/>
              <a:cxnLst/>
              <a:rect l="l" t="t" r="r" b="b"/>
              <a:pathLst>
                <a:path w="4655820" h="109855">
                  <a:moveTo>
                    <a:pt x="465561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4655616" y="109727"/>
                  </a:lnTo>
                  <a:lnTo>
                    <a:pt x="4655616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09980" y="1052702"/>
              <a:ext cx="7958455" cy="0"/>
            </a:xfrm>
            <a:custGeom>
              <a:avLst/>
              <a:gdLst/>
              <a:ahLst/>
              <a:cxnLst/>
              <a:rect l="l" t="t" r="r" b="b"/>
              <a:pathLst>
                <a:path w="7958455" h="0">
                  <a:moveTo>
                    <a:pt x="0" y="0"/>
                  </a:moveTo>
                  <a:lnTo>
                    <a:pt x="7958328" y="0"/>
                  </a:lnTo>
                </a:path>
              </a:pathLst>
            </a:custGeom>
            <a:ln w="9906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09600" y="6308597"/>
              <a:ext cx="7924800" cy="0"/>
            </a:xfrm>
            <a:custGeom>
              <a:avLst/>
              <a:gdLst/>
              <a:ahLst/>
              <a:cxnLst/>
              <a:rect l="l" t="t" r="r" b="b"/>
              <a:pathLst>
                <a:path w="7924800" h="0">
                  <a:moveTo>
                    <a:pt x="0" y="0"/>
                  </a:moveTo>
                  <a:lnTo>
                    <a:pt x="7924800" y="0"/>
                  </a:lnTo>
                </a:path>
              </a:pathLst>
            </a:custGeom>
            <a:ln w="3175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2148" y="2139114"/>
            <a:ext cx="4282440" cy="22440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48005">
              <a:lnSpc>
                <a:spcPct val="100000"/>
              </a:lnSpc>
              <a:spcBef>
                <a:spcPts val="105"/>
              </a:spcBef>
            </a:pPr>
            <a:r>
              <a:rPr dirty="0" baseline="9803" sz="2550" spc="22" i="1">
                <a:latin typeface="Times New Roman"/>
                <a:cs typeface="Times New Roman"/>
              </a:rPr>
              <a:t>V</a:t>
            </a:r>
            <a:r>
              <a:rPr dirty="0" sz="1100" spc="15">
                <a:latin typeface="Times New Roman"/>
                <a:cs typeface="Times New Roman"/>
              </a:rPr>
              <a:t>DD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5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tabLst>
                <a:tab pos="2487295" algn="l"/>
                <a:tab pos="4161154" algn="l"/>
              </a:tabLst>
            </a:pPr>
            <a:r>
              <a:rPr dirty="0" baseline="17973" sz="2550" i="1">
                <a:latin typeface="Times New Roman"/>
                <a:cs typeface="Times New Roman"/>
              </a:rPr>
              <a:t>A</a:t>
            </a:r>
            <a:r>
              <a:rPr dirty="0" baseline="17973" sz="2550" i="1">
                <a:latin typeface="Times New Roman"/>
                <a:cs typeface="Times New Roman"/>
              </a:rPr>
              <a:t>	</a:t>
            </a:r>
            <a:r>
              <a:rPr dirty="0" baseline="9803" sz="2550" spc="-30">
                <a:latin typeface="Times New Roman"/>
                <a:cs typeface="Times New Roman"/>
              </a:rPr>
              <a:t>T</a:t>
            </a:r>
            <a:r>
              <a:rPr dirty="0" sz="1100" spc="15">
                <a:latin typeface="Times New Roman"/>
                <a:cs typeface="Times New Roman"/>
              </a:rPr>
              <a:t>P1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baseline="21241" sz="2550" i="1">
                <a:latin typeface="Times New Roman"/>
                <a:cs typeface="Times New Roman"/>
              </a:rPr>
              <a:t>L</a:t>
            </a:r>
            <a:endParaRPr baseline="21241"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tabLst>
                <a:tab pos="2444115" algn="l"/>
                <a:tab pos="3520440" algn="l"/>
              </a:tabLst>
            </a:pPr>
            <a:r>
              <a:rPr dirty="0" baseline="1633" sz="2550" i="1">
                <a:latin typeface="Times New Roman"/>
                <a:cs typeface="Times New Roman"/>
              </a:rPr>
              <a:t>B	</a:t>
            </a:r>
            <a:r>
              <a:rPr dirty="0" baseline="9803" sz="2550" spc="7">
                <a:latin typeface="Times New Roman"/>
                <a:cs typeface="Times New Roman"/>
              </a:rPr>
              <a:t>T</a:t>
            </a:r>
            <a:r>
              <a:rPr dirty="0" sz="1100" spc="5">
                <a:latin typeface="Times New Roman"/>
                <a:cs typeface="Times New Roman"/>
              </a:rPr>
              <a:t>N1	</a:t>
            </a:r>
            <a:r>
              <a:rPr dirty="0" baseline="40849" sz="2550" b="1">
                <a:latin typeface="Times New Roman"/>
                <a:cs typeface="Times New Roman"/>
              </a:rPr>
              <a:t>1</a:t>
            </a:r>
            <a:endParaRPr baseline="40849" sz="2550">
              <a:latin typeface="Times New Roman"/>
              <a:cs typeface="Times New Roman"/>
            </a:endParaRPr>
          </a:p>
          <a:p>
            <a:pPr marL="1353185">
              <a:lnSpc>
                <a:spcPct val="100000"/>
              </a:lnSpc>
              <a:spcBef>
                <a:spcPts val="2710"/>
              </a:spcBef>
            </a:pPr>
            <a:r>
              <a:rPr dirty="0" sz="1700">
                <a:latin typeface="宋体"/>
                <a:cs typeface="宋体"/>
              </a:rPr>
              <a:t>与非门</a:t>
            </a:r>
            <a:r>
              <a:rPr dirty="0" sz="1700" spc="-420">
                <a:latin typeface="宋体"/>
                <a:cs typeface="宋体"/>
              </a:rPr>
              <a:t> </a:t>
            </a:r>
            <a:r>
              <a:rPr dirty="0" sz="1700" spc="-30">
                <a:latin typeface="Times New Roman"/>
                <a:cs typeface="Times New Roman"/>
              </a:rPr>
              <a:t>G</a:t>
            </a:r>
            <a:r>
              <a:rPr dirty="0" baseline="-15151" sz="1650" spc="22">
                <a:latin typeface="Times New Roman"/>
                <a:cs typeface="Times New Roman"/>
              </a:rPr>
              <a:t>1</a:t>
            </a:r>
            <a:endParaRPr baseline="-15151" sz="1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7230" y="540511"/>
            <a:ext cx="477075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000066"/>
                </a:solidFill>
                <a:latin typeface="新宋体"/>
                <a:cs typeface="新宋体"/>
              </a:rPr>
              <a:t>（</a:t>
            </a:r>
            <a:r>
              <a:rPr dirty="0" sz="2400" spc="-5">
                <a:solidFill>
                  <a:srgbClr val="000066"/>
                </a:solidFill>
                <a:latin typeface="Times New Roman"/>
                <a:cs typeface="Times New Roman"/>
              </a:rPr>
              <a:t>2</a:t>
            </a:r>
            <a:r>
              <a:rPr dirty="0" sz="2400" spc="-5">
                <a:solidFill>
                  <a:srgbClr val="000066"/>
                </a:solidFill>
                <a:latin typeface="新宋体"/>
                <a:cs typeface="新宋体"/>
              </a:rPr>
              <a:t>）</a:t>
            </a:r>
            <a:r>
              <a:rPr dirty="0" sz="2400" spc="-5">
                <a:solidFill>
                  <a:srgbClr val="FF00FF"/>
                </a:solidFill>
                <a:latin typeface="新宋体"/>
                <a:cs typeface="新宋体"/>
              </a:rPr>
              <a:t>漏极</a:t>
            </a:r>
            <a:r>
              <a:rPr dirty="0" sz="2400">
                <a:solidFill>
                  <a:srgbClr val="FF00FF"/>
                </a:solidFill>
                <a:latin typeface="新宋体"/>
                <a:cs typeface="新宋体"/>
              </a:rPr>
              <a:t>开</a:t>
            </a:r>
            <a:r>
              <a:rPr dirty="0" sz="2400" spc="5">
                <a:solidFill>
                  <a:srgbClr val="FF00FF"/>
                </a:solidFill>
                <a:latin typeface="新宋体"/>
                <a:cs typeface="新宋体"/>
              </a:rPr>
              <a:t>路</a:t>
            </a:r>
            <a:r>
              <a:rPr dirty="0" sz="2400">
                <a:solidFill>
                  <a:srgbClr val="000066"/>
                </a:solidFill>
                <a:latin typeface="新宋体"/>
                <a:cs typeface="新宋体"/>
              </a:rPr>
              <a:t>门的结构与逻辑符号</a:t>
            </a:r>
            <a:endParaRPr sz="2400">
              <a:latin typeface="新宋体"/>
              <a:cs typeface="新宋体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60580" y="5306672"/>
            <a:ext cx="1084580" cy="15875"/>
            <a:chOff x="6860580" y="5306672"/>
            <a:chExt cx="1084580" cy="15875"/>
          </a:xfrm>
        </p:grpSpPr>
        <p:sp>
          <p:nvSpPr>
            <p:cNvPr id="10" name="object 10"/>
            <p:cNvSpPr/>
            <p:nvPr/>
          </p:nvSpPr>
          <p:spPr>
            <a:xfrm>
              <a:off x="6868517" y="5314609"/>
              <a:ext cx="430530" cy="0"/>
            </a:xfrm>
            <a:custGeom>
              <a:avLst/>
              <a:gdLst/>
              <a:ahLst/>
              <a:cxnLst/>
              <a:rect l="l" t="t" r="r" b="b"/>
              <a:pathLst>
                <a:path w="430529" h="0">
                  <a:moveTo>
                    <a:pt x="0" y="0"/>
                  </a:moveTo>
                  <a:lnTo>
                    <a:pt x="430498" y="0"/>
                  </a:lnTo>
                </a:path>
              </a:pathLst>
            </a:custGeom>
            <a:ln w="15247">
              <a:solidFill>
                <a:srgbClr val="0033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485033" y="5314609"/>
              <a:ext cx="452120" cy="0"/>
            </a:xfrm>
            <a:custGeom>
              <a:avLst/>
              <a:gdLst/>
              <a:ahLst/>
              <a:cxnLst/>
              <a:rect l="l" t="t" r="r" b="b"/>
              <a:pathLst>
                <a:path w="452120" h="0">
                  <a:moveTo>
                    <a:pt x="0" y="0"/>
                  </a:moveTo>
                  <a:lnTo>
                    <a:pt x="451757" y="0"/>
                  </a:lnTo>
                </a:path>
              </a:pathLst>
            </a:custGeom>
            <a:ln w="15247">
              <a:solidFill>
                <a:srgbClr val="003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313792" y="5277133"/>
            <a:ext cx="1640839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-100" i="1">
                <a:solidFill>
                  <a:srgbClr val="0033CC"/>
                </a:solidFill>
                <a:latin typeface="Times New Roman"/>
                <a:cs typeface="Times New Roman"/>
              </a:rPr>
              <a:t>L</a:t>
            </a:r>
            <a:r>
              <a:rPr dirty="0" sz="2850" spc="-70" i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850" spc="-95">
                <a:solidFill>
                  <a:srgbClr val="0033CC"/>
                </a:solidFill>
                <a:latin typeface="Symbol"/>
                <a:cs typeface="Symbol"/>
              </a:rPr>
              <a:t></a:t>
            </a:r>
            <a:r>
              <a:rPr dirty="0" sz="2850" spc="114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850" spc="-180" i="1">
                <a:solidFill>
                  <a:srgbClr val="0033CC"/>
                </a:solidFill>
                <a:latin typeface="Times New Roman"/>
                <a:cs typeface="Times New Roman"/>
              </a:rPr>
              <a:t>A</a:t>
            </a:r>
            <a:r>
              <a:rPr dirty="0" sz="2850" spc="-105" i="1">
                <a:solidFill>
                  <a:srgbClr val="0033CC"/>
                </a:solidFill>
                <a:latin typeface="Times New Roman"/>
                <a:cs typeface="Times New Roman"/>
              </a:rPr>
              <a:t>B</a:t>
            </a:r>
            <a:r>
              <a:rPr dirty="0" sz="2850" spc="-270" i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850" spc="-45">
                <a:solidFill>
                  <a:srgbClr val="0033CC"/>
                </a:solidFill>
                <a:latin typeface="Symbol"/>
                <a:cs typeface="Symbol"/>
              </a:rPr>
              <a:t></a:t>
            </a:r>
            <a:r>
              <a:rPr dirty="0" sz="2850" spc="-465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850" spc="-120" i="1">
                <a:solidFill>
                  <a:srgbClr val="0033CC"/>
                </a:solidFill>
                <a:latin typeface="Times New Roman"/>
                <a:cs typeface="Times New Roman"/>
              </a:rPr>
              <a:t>CD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43307" y="5973054"/>
            <a:ext cx="1040130" cy="0"/>
          </a:xfrm>
          <a:custGeom>
            <a:avLst/>
            <a:gdLst/>
            <a:ahLst/>
            <a:cxnLst/>
            <a:rect l="l" t="t" r="r" b="b"/>
            <a:pathLst>
              <a:path w="1040129" h="0">
                <a:moveTo>
                  <a:pt x="0" y="0"/>
                </a:moveTo>
                <a:lnTo>
                  <a:pt x="1039785" y="0"/>
                </a:lnTo>
              </a:path>
            </a:pathLst>
          </a:custGeom>
          <a:ln w="15019">
            <a:solidFill>
              <a:srgbClr val="0033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593723" y="5954722"/>
            <a:ext cx="1296670" cy="3860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50" spc="-85" b="1">
                <a:solidFill>
                  <a:srgbClr val="0033CC"/>
                </a:solidFill>
                <a:latin typeface="Symbol"/>
                <a:cs typeface="Symbol"/>
              </a:rPr>
              <a:t></a:t>
            </a:r>
            <a:r>
              <a:rPr dirty="0" sz="2350" spc="204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350" spc="-140" b="1" i="1">
                <a:solidFill>
                  <a:srgbClr val="0033CC"/>
                </a:solidFill>
                <a:latin typeface="Times New Roman"/>
                <a:cs typeface="Times New Roman"/>
              </a:rPr>
              <a:t>A</a:t>
            </a:r>
            <a:r>
              <a:rPr dirty="0" sz="2350" spc="-100" b="1" i="1">
                <a:solidFill>
                  <a:srgbClr val="0033CC"/>
                </a:solidFill>
                <a:latin typeface="Times New Roman"/>
                <a:cs typeface="Times New Roman"/>
              </a:rPr>
              <a:t>B</a:t>
            </a:r>
            <a:r>
              <a:rPr dirty="0" sz="2350" spc="-105" b="1" i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350" spc="-85" b="1">
                <a:solidFill>
                  <a:srgbClr val="0033CC"/>
                </a:solidFill>
                <a:latin typeface="Symbol"/>
                <a:cs typeface="Symbol"/>
              </a:rPr>
              <a:t></a:t>
            </a:r>
            <a:r>
              <a:rPr dirty="0" sz="2350" spc="-17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350" spc="-145" b="1" i="1">
                <a:solidFill>
                  <a:srgbClr val="0033CC"/>
                </a:solidFill>
                <a:latin typeface="Times New Roman"/>
                <a:cs typeface="Times New Roman"/>
              </a:rPr>
              <a:t>CD</a:t>
            </a:r>
            <a:endParaRPr sz="23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-4699" y="1264030"/>
            <a:ext cx="7390130" cy="4618990"/>
            <a:chOff x="-4699" y="1264030"/>
            <a:chExt cx="7390130" cy="4618990"/>
          </a:xfrm>
        </p:grpSpPr>
        <p:sp>
          <p:nvSpPr>
            <p:cNvPr id="16" name="object 16"/>
            <p:cNvSpPr/>
            <p:nvPr/>
          </p:nvSpPr>
          <p:spPr>
            <a:xfrm>
              <a:off x="381" y="1736979"/>
              <a:ext cx="4607560" cy="2772410"/>
            </a:xfrm>
            <a:custGeom>
              <a:avLst/>
              <a:gdLst/>
              <a:ahLst/>
              <a:cxnLst/>
              <a:rect l="l" t="t" r="r" b="b"/>
              <a:pathLst>
                <a:path w="4607560" h="2772410">
                  <a:moveTo>
                    <a:pt x="4607052" y="0"/>
                  </a:moveTo>
                  <a:lnTo>
                    <a:pt x="0" y="0"/>
                  </a:lnTo>
                  <a:lnTo>
                    <a:pt x="0" y="2772156"/>
                  </a:lnTo>
                  <a:lnTo>
                    <a:pt x="4607052" y="2772156"/>
                  </a:lnTo>
                  <a:lnTo>
                    <a:pt x="46070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81" y="1269110"/>
              <a:ext cx="7379970" cy="4608830"/>
            </a:xfrm>
            <a:custGeom>
              <a:avLst/>
              <a:gdLst/>
              <a:ahLst/>
              <a:cxnLst/>
              <a:rect l="l" t="t" r="r" b="b"/>
              <a:pathLst>
                <a:path w="7379970" h="4608830">
                  <a:moveTo>
                    <a:pt x="0" y="467867"/>
                  </a:moveTo>
                  <a:lnTo>
                    <a:pt x="4607052" y="467867"/>
                  </a:lnTo>
                  <a:lnTo>
                    <a:pt x="4607052" y="3240023"/>
                  </a:lnTo>
                  <a:lnTo>
                    <a:pt x="0" y="3240023"/>
                  </a:lnTo>
                  <a:lnTo>
                    <a:pt x="0" y="467867"/>
                  </a:lnTo>
                  <a:close/>
                </a:path>
                <a:path w="7379970" h="4608830">
                  <a:moveTo>
                    <a:pt x="5148072" y="0"/>
                  </a:moveTo>
                  <a:lnTo>
                    <a:pt x="7379970" y="0"/>
                  </a:lnTo>
                  <a:lnTo>
                    <a:pt x="7379970" y="4608576"/>
                  </a:lnTo>
                  <a:lnTo>
                    <a:pt x="5148072" y="4608576"/>
                  </a:lnTo>
                  <a:lnTo>
                    <a:pt x="5148072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934160" y="1162096"/>
            <a:ext cx="27825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漏极开路门</a:t>
            </a:r>
            <a:r>
              <a:rPr dirty="0" sz="2400" b="1">
                <a:solidFill>
                  <a:srgbClr val="FF0000"/>
                </a:solidFill>
                <a:latin typeface="新宋体"/>
                <a:cs typeface="新宋体"/>
              </a:rPr>
              <a:t>输出连接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502" y="4380615"/>
            <a:ext cx="4350385" cy="1473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" marR="5080">
              <a:lnSpc>
                <a:spcPct val="137600"/>
              </a:lnSpc>
              <a:spcBef>
                <a:spcPts val="100"/>
              </a:spcBef>
            </a:pP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(a)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工作时</a:t>
            </a:r>
            <a:r>
              <a:rPr dirty="0" sz="2400" b="1">
                <a:solidFill>
                  <a:srgbClr val="FF0000"/>
                </a:solidFill>
                <a:latin typeface="新宋体"/>
                <a:cs typeface="新宋体"/>
              </a:rPr>
              <a:t>必须外接电源和电阻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;  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(b)与非逻辑不变</a:t>
            </a:r>
            <a:endParaRPr sz="2400">
              <a:latin typeface="新宋体"/>
              <a:cs typeface="新宋体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(c)</a:t>
            </a:r>
            <a:r>
              <a:rPr dirty="0" sz="2400" spc="-45" b="1">
                <a:solidFill>
                  <a:srgbClr val="000066"/>
                </a:solidFill>
                <a:latin typeface="新宋体"/>
                <a:cs typeface="新宋体"/>
              </a:rPr>
              <a:t> 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可以实现</a:t>
            </a:r>
            <a:r>
              <a:rPr dirty="0" sz="2400" b="1">
                <a:solidFill>
                  <a:srgbClr val="FF0000"/>
                </a:solidFill>
                <a:latin typeface="新宋体"/>
                <a:cs typeface="新宋体"/>
              </a:rPr>
              <a:t>线与功能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;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836" y="3222028"/>
            <a:ext cx="148590" cy="8439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95"/>
              </a:spcBef>
            </a:pPr>
            <a:r>
              <a:rPr dirty="0" sz="1600" spc="-125" i="1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 spc="-125" i="1">
                <a:latin typeface="Times New Roman"/>
                <a:cs typeface="Times New Roman"/>
              </a:rPr>
              <a:t>B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81651" y="2908872"/>
            <a:ext cx="12509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10" i="1">
                <a:latin typeface="Times New Roman"/>
                <a:cs typeface="Times New Roman"/>
              </a:rPr>
              <a:t>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72730" y="2244764"/>
            <a:ext cx="738505" cy="608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68275">
              <a:lnSpc>
                <a:spcPct val="119600"/>
              </a:lnSpc>
              <a:spcBef>
                <a:spcPts val="100"/>
              </a:spcBef>
            </a:pPr>
            <a:r>
              <a:rPr dirty="0" sz="1600" spc="-200">
                <a:latin typeface="宋体"/>
                <a:cs typeface="宋体"/>
              </a:rPr>
              <a:t>漏极 </a:t>
            </a:r>
            <a:r>
              <a:rPr dirty="0" sz="1600" spc="-195">
                <a:latin typeface="宋体"/>
                <a:cs typeface="宋体"/>
              </a:rPr>
              <a:t> </a:t>
            </a:r>
            <a:r>
              <a:rPr dirty="0" sz="1600" spc="-200">
                <a:latin typeface="宋体"/>
                <a:cs typeface="宋体"/>
              </a:rPr>
              <a:t>开路输出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34129" y="3046865"/>
            <a:ext cx="2588260" cy="1334770"/>
            <a:chOff x="234129" y="3046865"/>
            <a:chExt cx="2588260" cy="1334770"/>
          </a:xfrm>
        </p:grpSpPr>
        <p:sp>
          <p:nvSpPr>
            <p:cNvPr id="24" name="object 24"/>
            <p:cNvSpPr/>
            <p:nvPr/>
          </p:nvSpPr>
          <p:spPr>
            <a:xfrm>
              <a:off x="408724" y="3048457"/>
              <a:ext cx="2179320" cy="1172210"/>
            </a:xfrm>
            <a:custGeom>
              <a:avLst/>
              <a:gdLst/>
              <a:ahLst/>
              <a:cxnLst/>
              <a:rect l="l" t="t" r="r" b="b"/>
              <a:pathLst>
                <a:path w="2179320" h="1172210">
                  <a:moveTo>
                    <a:pt x="11874" y="1039355"/>
                  </a:moveTo>
                  <a:lnTo>
                    <a:pt x="0" y="1039355"/>
                  </a:lnTo>
                  <a:lnTo>
                    <a:pt x="0" y="1052855"/>
                  </a:lnTo>
                  <a:lnTo>
                    <a:pt x="11874" y="1052855"/>
                  </a:lnTo>
                  <a:lnTo>
                    <a:pt x="11874" y="1039355"/>
                  </a:lnTo>
                  <a:close/>
                </a:path>
                <a:path w="2179320" h="1172210">
                  <a:moveTo>
                    <a:pt x="11874" y="917867"/>
                  </a:moveTo>
                  <a:lnTo>
                    <a:pt x="0" y="917867"/>
                  </a:lnTo>
                  <a:lnTo>
                    <a:pt x="0" y="1006957"/>
                  </a:lnTo>
                  <a:lnTo>
                    <a:pt x="11874" y="1006957"/>
                  </a:lnTo>
                  <a:lnTo>
                    <a:pt x="11874" y="917867"/>
                  </a:lnTo>
                  <a:close/>
                </a:path>
                <a:path w="2179320" h="1172210">
                  <a:moveTo>
                    <a:pt x="11874" y="871982"/>
                  </a:moveTo>
                  <a:lnTo>
                    <a:pt x="0" y="871982"/>
                  </a:lnTo>
                  <a:lnTo>
                    <a:pt x="0" y="882777"/>
                  </a:lnTo>
                  <a:lnTo>
                    <a:pt x="11874" y="882777"/>
                  </a:lnTo>
                  <a:lnTo>
                    <a:pt x="11874" y="871982"/>
                  </a:lnTo>
                  <a:close/>
                </a:path>
                <a:path w="2179320" h="1172210">
                  <a:moveTo>
                    <a:pt x="11874" y="747801"/>
                  </a:moveTo>
                  <a:lnTo>
                    <a:pt x="0" y="747801"/>
                  </a:lnTo>
                  <a:lnTo>
                    <a:pt x="0" y="836879"/>
                  </a:lnTo>
                  <a:lnTo>
                    <a:pt x="11874" y="836879"/>
                  </a:lnTo>
                  <a:lnTo>
                    <a:pt x="11874" y="747801"/>
                  </a:lnTo>
                  <a:close/>
                </a:path>
                <a:path w="2179320" h="1172210">
                  <a:moveTo>
                    <a:pt x="11874" y="701903"/>
                  </a:moveTo>
                  <a:lnTo>
                    <a:pt x="0" y="701903"/>
                  </a:lnTo>
                  <a:lnTo>
                    <a:pt x="0" y="715403"/>
                  </a:lnTo>
                  <a:lnTo>
                    <a:pt x="11874" y="715403"/>
                  </a:lnTo>
                  <a:lnTo>
                    <a:pt x="11874" y="701903"/>
                  </a:lnTo>
                  <a:close/>
                </a:path>
                <a:path w="2179320" h="1172210">
                  <a:moveTo>
                    <a:pt x="11874" y="580415"/>
                  </a:moveTo>
                  <a:lnTo>
                    <a:pt x="0" y="580415"/>
                  </a:lnTo>
                  <a:lnTo>
                    <a:pt x="0" y="669505"/>
                  </a:lnTo>
                  <a:lnTo>
                    <a:pt x="11874" y="669505"/>
                  </a:lnTo>
                  <a:lnTo>
                    <a:pt x="11874" y="580415"/>
                  </a:lnTo>
                  <a:close/>
                </a:path>
                <a:path w="2179320" h="1172210">
                  <a:moveTo>
                    <a:pt x="11874" y="534530"/>
                  </a:moveTo>
                  <a:lnTo>
                    <a:pt x="0" y="534530"/>
                  </a:lnTo>
                  <a:lnTo>
                    <a:pt x="0" y="545325"/>
                  </a:lnTo>
                  <a:lnTo>
                    <a:pt x="11874" y="545325"/>
                  </a:lnTo>
                  <a:lnTo>
                    <a:pt x="11874" y="534530"/>
                  </a:lnTo>
                  <a:close/>
                </a:path>
                <a:path w="2179320" h="1172210">
                  <a:moveTo>
                    <a:pt x="11874" y="410349"/>
                  </a:moveTo>
                  <a:lnTo>
                    <a:pt x="0" y="410349"/>
                  </a:lnTo>
                  <a:lnTo>
                    <a:pt x="0" y="499427"/>
                  </a:lnTo>
                  <a:lnTo>
                    <a:pt x="11874" y="499427"/>
                  </a:lnTo>
                  <a:lnTo>
                    <a:pt x="11874" y="410349"/>
                  </a:lnTo>
                  <a:close/>
                </a:path>
                <a:path w="2179320" h="1172210">
                  <a:moveTo>
                    <a:pt x="11874" y="364451"/>
                  </a:moveTo>
                  <a:lnTo>
                    <a:pt x="0" y="364451"/>
                  </a:lnTo>
                  <a:lnTo>
                    <a:pt x="0" y="377952"/>
                  </a:lnTo>
                  <a:lnTo>
                    <a:pt x="11874" y="377952"/>
                  </a:lnTo>
                  <a:lnTo>
                    <a:pt x="11874" y="364451"/>
                  </a:lnTo>
                  <a:close/>
                </a:path>
                <a:path w="2179320" h="1172210">
                  <a:moveTo>
                    <a:pt x="11874" y="242963"/>
                  </a:moveTo>
                  <a:lnTo>
                    <a:pt x="0" y="242963"/>
                  </a:lnTo>
                  <a:lnTo>
                    <a:pt x="0" y="332054"/>
                  </a:lnTo>
                  <a:lnTo>
                    <a:pt x="11874" y="332054"/>
                  </a:lnTo>
                  <a:lnTo>
                    <a:pt x="11874" y="242963"/>
                  </a:lnTo>
                  <a:close/>
                </a:path>
                <a:path w="2179320" h="1172210">
                  <a:moveTo>
                    <a:pt x="11874" y="197078"/>
                  </a:moveTo>
                  <a:lnTo>
                    <a:pt x="0" y="197078"/>
                  </a:lnTo>
                  <a:lnTo>
                    <a:pt x="0" y="207873"/>
                  </a:lnTo>
                  <a:lnTo>
                    <a:pt x="11874" y="207873"/>
                  </a:lnTo>
                  <a:lnTo>
                    <a:pt x="11874" y="197078"/>
                  </a:lnTo>
                  <a:close/>
                </a:path>
                <a:path w="2179320" h="1172210">
                  <a:moveTo>
                    <a:pt x="11874" y="72898"/>
                  </a:moveTo>
                  <a:lnTo>
                    <a:pt x="0" y="72898"/>
                  </a:lnTo>
                  <a:lnTo>
                    <a:pt x="0" y="161975"/>
                  </a:lnTo>
                  <a:lnTo>
                    <a:pt x="11874" y="161975"/>
                  </a:lnTo>
                  <a:lnTo>
                    <a:pt x="11874" y="72898"/>
                  </a:lnTo>
                  <a:close/>
                </a:path>
                <a:path w="2179320" h="1172210">
                  <a:moveTo>
                    <a:pt x="11874" y="27000"/>
                  </a:moveTo>
                  <a:lnTo>
                    <a:pt x="0" y="27000"/>
                  </a:lnTo>
                  <a:lnTo>
                    <a:pt x="0" y="40500"/>
                  </a:lnTo>
                  <a:lnTo>
                    <a:pt x="11874" y="40500"/>
                  </a:lnTo>
                  <a:lnTo>
                    <a:pt x="11874" y="27000"/>
                  </a:lnTo>
                  <a:close/>
                </a:path>
                <a:path w="2179320" h="1172210">
                  <a:moveTo>
                    <a:pt x="14249" y="1160830"/>
                  </a:moveTo>
                  <a:lnTo>
                    <a:pt x="11874" y="1160830"/>
                  </a:lnTo>
                  <a:lnTo>
                    <a:pt x="11874" y="1085176"/>
                  </a:lnTo>
                  <a:lnTo>
                    <a:pt x="0" y="1085176"/>
                  </a:lnTo>
                  <a:lnTo>
                    <a:pt x="0" y="1160830"/>
                  </a:lnTo>
                  <a:lnTo>
                    <a:pt x="0" y="1171638"/>
                  </a:lnTo>
                  <a:lnTo>
                    <a:pt x="14249" y="1171638"/>
                  </a:lnTo>
                  <a:lnTo>
                    <a:pt x="14249" y="1160830"/>
                  </a:lnTo>
                  <a:close/>
                </a:path>
                <a:path w="2179320" h="1172210">
                  <a:moveTo>
                    <a:pt x="54648" y="1160843"/>
                  </a:moveTo>
                  <a:lnTo>
                    <a:pt x="45148" y="1160843"/>
                  </a:lnTo>
                  <a:lnTo>
                    <a:pt x="45148" y="1171638"/>
                  </a:lnTo>
                  <a:lnTo>
                    <a:pt x="54648" y="1171638"/>
                  </a:lnTo>
                  <a:lnTo>
                    <a:pt x="54648" y="1160843"/>
                  </a:lnTo>
                  <a:close/>
                </a:path>
                <a:path w="2179320" h="1172210">
                  <a:moveTo>
                    <a:pt x="163957" y="1160843"/>
                  </a:moveTo>
                  <a:lnTo>
                    <a:pt x="83172" y="1160843"/>
                  </a:lnTo>
                  <a:lnTo>
                    <a:pt x="83172" y="1171638"/>
                  </a:lnTo>
                  <a:lnTo>
                    <a:pt x="163957" y="1171638"/>
                  </a:lnTo>
                  <a:lnTo>
                    <a:pt x="163957" y="1160843"/>
                  </a:lnTo>
                  <a:close/>
                </a:path>
                <a:path w="2179320" h="1172210">
                  <a:moveTo>
                    <a:pt x="201980" y="1160843"/>
                  </a:moveTo>
                  <a:lnTo>
                    <a:pt x="192481" y="1160843"/>
                  </a:lnTo>
                  <a:lnTo>
                    <a:pt x="192481" y="1171638"/>
                  </a:lnTo>
                  <a:lnTo>
                    <a:pt x="201980" y="1171638"/>
                  </a:lnTo>
                  <a:lnTo>
                    <a:pt x="201980" y="1160843"/>
                  </a:lnTo>
                  <a:close/>
                </a:path>
                <a:path w="2179320" h="1172210">
                  <a:moveTo>
                    <a:pt x="311289" y="1160843"/>
                  </a:moveTo>
                  <a:lnTo>
                    <a:pt x="232879" y="1160843"/>
                  </a:lnTo>
                  <a:lnTo>
                    <a:pt x="232879" y="1171638"/>
                  </a:lnTo>
                  <a:lnTo>
                    <a:pt x="311289" y="1171638"/>
                  </a:lnTo>
                  <a:lnTo>
                    <a:pt x="311289" y="1160843"/>
                  </a:lnTo>
                  <a:close/>
                </a:path>
                <a:path w="2179320" h="1172210">
                  <a:moveTo>
                    <a:pt x="351688" y="1160843"/>
                  </a:moveTo>
                  <a:lnTo>
                    <a:pt x="342188" y="1160843"/>
                  </a:lnTo>
                  <a:lnTo>
                    <a:pt x="342188" y="1171638"/>
                  </a:lnTo>
                  <a:lnTo>
                    <a:pt x="351688" y="1171638"/>
                  </a:lnTo>
                  <a:lnTo>
                    <a:pt x="351688" y="1160843"/>
                  </a:lnTo>
                  <a:close/>
                </a:path>
                <a:path w="2179320" h="1172210">
                  <a:moveTo>
                    <a:pt x="460997" y="1160843"/>
                  </a:moveTo>
                  <a:lnTo>
                    <a:pt x="380199" y="1160843"/>
                  </a:lnTo>
                  <a:lnTo>
                    <a:pt x="380199" y="1171638"/>
                  </a:lnTo>
                  <a:lnTo>
                    <a:pt x="460997" y="1171638"/>
                  </a:lnTo>
                  <a:lnTo>
                    <a:pt x="460997" y="1160843"/>
                  </a:lnTo>
                  <a:close/>
                </a:path>
                <a:path w="2179320" h="1172210">
                  <a:moveTo>
                    <a:pt x="499021" y="1160843"/>
                  </a:moveTo>
                  <a:lnTo>
                    <a:pt x="489521" y="1160843"/>
                  </a:lnTo>
                  <a:lnTo>
                    <a:pt x="489521" y="1171638"/>
                  </a:lnTo>
                  <a:lnTo>
                    <a:pt x="499021" y="1171638"/>
                  </a:lnTo>
                  <a:lnTo>
                    <a:pt x="499021" y="1160843"/>
                  </a:lnTo>
                  <a:close/>
                </a:path>
                <a:path w="2179320" h="1172210">
                  <a:moveTo>
                    <a:pt x="608330" y="1160843"/>
                  </a:moveTo>
                  <a:lnTo>
                    <a:pt x="529907" y="1160843"/>
                  </a:lnTo>
                  <a:lnTo>
                    <a:pt x="529907" y="1171638"/>
                  </a:lnTo>
                  <a:lnTo>
                    <a:pt x="608330" y="1171638"/>
                  </a:lnTo>
                  <a:lnTo>
                    <a:pt x="608330" y="1160843"/>
                  </a:lnTo>
                  <a:close/>
                </a:path>
                <a:path w="2179320" h="1172210">
                  <a:moveTo>
                    <a:pt x="648728" y="1160843"/>
                  </a:moveTo>
                  <a:lnTo>
                    <a:pt x="639229" y="1160843"/>
                  </a:lnTo>
                  <a:lnTo>
                    <a:pt x="639229" y="1171638"/>
                  </a:lnTo>
                  <a:lnTo>
                    <a:pt x="648728" y="1171638"/>
                  </a:lnTo>
                  <a:lnTo>
                    <a:pt x="648728" y="1160843"/>
                  </a:lnTo>
                  <a:close/>
                </a:path>
                <a:path w="2179320" h="1172210">
                  <a:moveTo>
                    <a:pt x="758037" y="1160843"/>
                  </a:moveTo>
                  <a:lnTo>
                    <a:pt x="677240" y="1160843"/>
                  </a:lnTo>
                  <a:lnTo>
                    <a:pt x="677240" y="1171638"/>
                  </a:lnTo>
                  <a:lnTo>
                    <a:pt x="758037" y="1171638"/>
                  </a:lnTo>
                  <a:lnTo>
                    <a:pt x="758037" y="1160843"/>
                  </a:lnTo>
                  <a:close/>
                </a:path>
                <a:path w="2179320" h="1172210">
                  <a:moveTo>
                    <a:pt x="796061" y="1160843"/>
                  </a:moveTo>
                  <a:lnTo>
                    <a:pt x="786549" y="1160843"/>
                  </a:lnTo>
                  <a:lnTo>
                    <a:pt x="786549" y="1171638"/>
                  </a:lnTo>
                  <a:lnTo>
                    <a:pt x="796061" y="1171638"/>
                  </a:lnTo>
                  <a:lnTo>
                    <a:pt x="796061" y="1160843"/>
                  </a:lnTo>
                  <a:close/>
                </a:path>
                <a:path w="2179320" h="1172210">
                  <a:moveTo>
                    <a:pt x="905370" y="1160843"/>
                  </a:moveTo>
                  <a:lnTo>
                    <a:pt x="826947" y="1160843"/>
                  </a:lnTo>
                  <a:lnTo>
                    <a:pt x="826947" y="1171638"/>
                  </a:lnTo>
                  <a:lnTo>
                    <a:pt x="905370" y="1171638"/>
                  </a:lnTo>
                  <a:lnTo>
                    <a:pt x="905370" y="1160843"/>
                  </a:lnTo>
                  <a:close/>
                </a:path>
                <a:path w="2179320" h="1172210">
                  <a:moveTo>
                    <a:pt x="945769" y="1160843"/>
                  </a:moveTo>
                  <a:lnTo>
                    <a:pt x="936269" y="1160843"/>
                  </a:lnTo>
                  <a:lnTo>
                    <a:pt x="936269" y="1171638"/>
                  </a:lnTo>
                  <a:lnTo>
                    <a:pt x="945769" y="1171638"/>
                  </a:lnTo>
                  <a:lnTo>
                    <a:pt x="945769" y="1160843"/>
                  </a:lnTo>
                  <a:close/>
                </a:path>
                <a:path w="2179320" h="1172210">
                  <a:moveTo>
                    <a:pt x="1055077" y="1160843"/>
                  </a:moveTo>
                  <a:lnTo>
                    <a:pt x="974280" y="1160843"/>
                  </a:lnTo>
                  <a:lnTo>
                    <a:pt x="974280" y="1171638"/>
                  </a:lnTo>
                  <a:lnTo>
                    <a:pt x="1055077" y="1171638"/>
                  </a:lnTo>
                  <a:lnTo>
                    <a:pt x="1055077" y="1160843"/>
                  </a:lnTo>
                  <a:close/>
                </a:path>
                <a:path w="2179320" h="1172210">
                  <a:moveTo>
                    <a:pt x="1093101" y="1160843"/>
                  </a:moveTo>
                  <a:lnTo>
                    <a:pt x="1083589" y="1160843"/>
                  </a:lnTo>
                  <a:lnTo>
                    <a:pt x="1083589" y="1171638"/>
                  </a:lnTo>
                  <a:lnTo>
                    <a:pt x="1093101" y="1171638"/>
                  </a:lnTo>
                  <a:lnTo>
                    <a:pt x="1093101" y="1160843"/>
                  </a:lnTo>
                  <a:close/>
                </a:path>
                <a:path w="2179320" h="1172210">
                  <a:moveTo>
                    <a:pt x="1202410" y="1160843"/>
                  </a:moveTo>
                  <a:lnTo>
                    <a:pt x="1124000" y="1160843"/>
                  </a:lnTo>
                  <a:lnTo>
                    <a:pt x="1124000" y="1171638"/>
                  </a:lnTo>
                  <a:lnTo>
                    <a:pt x="1202410" y="1171638"/>
                  </a:lnTo>
                  <a:lnTo>
                    <a:pt x="1202410" y="1160843"/>
                  </a:lnTo>
                  <a:close/>
                </a:path>
                <a:path w="2179320" h="1172210">
                  <a:moveTo>
                    <a:pt x="1242809" y="1160843"/>
                  </a:moveTo>
                  <a:lnTo>
                    <a:pt x="1233297" y="1160843"/>
                  </a:lnTo>
                  <a:lnTo>
                    <a:pt x="1233297" y="1171638"/>
                  </a:lnTo>
                  <a:lnTo>
                    <a:pt x="1242809" y="1171638"/>
                  </a:lnTo>
                  <a:lnTo>
                    <a:pt x="1242809" y="1160843"/>
                  </a:lnTo>
                  <a:close/>
                </a:path>
                <a:path w="2179320" h="1172210">
                  <a:moveTo>
                    <a:pt x="1321231" y="0"/>
                  </a:moveTo>
                  <a:lnTo>
                    <a:pt x="1311719" y="0"/>
                  </a:lnTo>
                  <a:lnTo>
                    <a:pt x="1311719" y="10795"/>
                  </a:lnTo>
                  <a:lnTo>
                    <a:pt x="1321231" y="10795"/>
                  </a:lnTo>
                  <a:lnTo>
                    <a:pt x="1321231" y="0"/>
                  </a:lnTo>
                  <a:close/>
                </a:path>
                <a:path w="2179320" h="1172210">
                  <a:moveTo>
                    <a:pt x="1352118" y="1160843"/>
                  </a:moveTo>
                  <a:lnTo>
                    <a:pt x="1271320" y="1160843"/>
                  </a:lnTo>
                  <a:lnTo>
                    <a:pt x="1271320" y="1171638"/>
                  </a:lnTo>
                  <a:lnTo>
                    <a:pt x="1352118" y="1171638"/>
                  </a:lnTo>
                  <a:lnTo>
                    <a:pt x="1352118" y="1160843"/>
                  </a:lnTo>
                  <a:close/>
                </a:path>
                <a:path w="2179320" h="1172210">
                  <a:moveTo>
                    <a:pt x="1390142" y="1160843"/>
                  </a:moveTo>
                  <a:lnTo>
                    <a:pt x="1380642" y="1160843"/>
                  </a:lnTo>
                  <a:lnTo>
                    <a:pt x="1380642" y="1171638"/>
                  </a:lnTo>
                  <a:lnTo>
                    <a:pt x="1390142" y="1171638"/>
                  </a:lnTo>
                  <a:lnTo>
                    <a:pt x="1390142" y="1160843"/>
                  </a:lnTo>
                  <a:close/>
                </a:path>
                <a:path w="2179320" h="1172210">
                  <a:moveTo>
                    <a:pt x="1430540" y="0"/>
                  </a:moveTo>
                  <a:lnTo>
                    <a:pt x="1352118" y="0"/>
                  </a:lnTo>
                  <a:lnTo>
                    <a:pt x="1352118" y="10795"/>
                  </a:lnTo>
                  <a:lnTo>
                    <a:pt x="1430540" y="10795"/>
                  </a:lnTo>
                  <a:lnTo>
                    <a:pt x="1430540" y="0"/>
                  </a:lnTo>
                  <a:close/>
                </a:path>
                <a:path w="2179320" h="1172210">
                  <a:moveTo>
                    <a:pt x="1470939" y="0"/>
                  </a:moveTo>
                  <a:lnTo>
                    <a:pt x="1461427" y="0"/>
                  </a:lnTo>
                  <a:lnTo>
                    <a:pt x="1461427" y="10795"/>
                  </a:lnTo>
                  <a:lnTo>
                    <a:pt x="1470939" y="10795"/>
                  </a:lnTo>
                  <a:lnTo>
                    <a:pt x="1470939" y="0"/>
                  </a:lnTo>
                  <a:close/>
                </a:path>
                <a:path w="2179320" h="1172210">
                  <a:moveTo>
                    <a:pt x="1499450" y="1160843"/>
                  </a:moveTo>
                  <a:lnTo>
                    <a:pt x="1421028" y="1160843"/>
                  </a:lnTo>
                  <a:lnTo>
                    <a:pt x="1421028" y="1171638"/>
                  </a:lnTo>
                  <a:lnTo>
                    <a:pt x="1499450" y="1171638"/>
                  </a:lnTo>
                  <a:lnTo>
                    <a:pt x="1499450" y="1160843"/>
                  </a:lnTo>
                  <a:close/>
                </a:path>
                <a:path w="2179320" h="1172210">
                  <a:moveTo>
                    <a:pt x="1539849" y="1160843"/>
                  </a:moveTo>
                  <a:lnTo>
                    <a:pt x="1530350" y="1160843"/>
                  </a:lnTo>
                  <a:lnTo>
                    <a:pt x="1530350" y="1171638"/>
                  </a:lnTo>
                  <a:lnTo>
                    <a:pt x="1539849" y="1171638"/>
                  </a:lnTo>
                  <a:lnTo>
                    <a:pt x="1539849" y="1160843"/>
                  </a:lnTo>
                  <a:close/>
                </a:path>
                <a:path w="2179320" h="1172210">
                  <a:moveTo>
                    <a:pt x="1580248" y="0"/>
                  </a:moveTo>
                  <a:lnTo>
                    <a:pt x="1499450" y="0"/>
                  </a:lnTo>
                  <a:lnTo>
                    <a:pt x="1499450" y="10795"/>
                  </a:lnTo>
                  <a:lnTo>
                    <a:pt x="1580248" y="10795"/>
                  </a:lnTo>
                  <a:lnTo>
                    <a:pt x="1580248" y="0"/>
                  </a:lnTo>
                  <a:close/>
                </a:path>
                <a:path w="2179320" h="1172210">
                  <a:moveTo>
                    <a:pt x="1618259" y="0"/>
                  </a:moveTo>
                  <a:lnTo>
                    <a:pt x="1608759" y="0"/>
                  </a:lnTo>
                  <a:lnTo>
                    <a:pt x="1608759" y="10795"/>
                  </a:lnTo>
                  <a:lnTo>
                    <a:pt x="1618259" y="10795"/>
                  </a:lnTo>
                  <a:lnTo>
                    <a:pt x="1618259" y="0"/>
                  </a:lnTo>
                  <a:close/>
                </a:path>
                <a:path w="2179320" h="1172210">
                  <a:moveTo>
                    <a:pt x="1649158" y="1160843"/>
                  </a:moveTo>
                  <a:lnTo>
                    <a:pt x="1568361" y="1160843"/>
                  </a:lnTo>
                  <a:lnTo>
                    <a:pt x="1568361" y="1171638"/>
                  </a:lnTo>
                  <a:lnTo>
                    <a:pt x="1649158" y="1171638"/>
                  </a:lnTo>
                  <a:lnTo>
                    <a:pt x="1649158" y="1160843"/>
                  </a:lnTo>
                  <a:close/>
                </a:path>
                <a:path w="2179320" h="1172210">
                  <a:moveTo>
                    <a:pt x="1687182" y="1160843"/>
                  </a:moveTo>
                  <a:lnTo>
                    <a:pt x="1677670" y="1160843"/>
                  </a:lnTo>
                  <a:lnTo>
                    <a:pt x="1677670" y="1171638"/>
                  </a:lnTo>
                  <a:lnTo>
                    <a:pt x="1687182" y="1171638"/>
                  </a:lnTo>
                  <a:lnTo>
                    <a:pt x="1687182" y="1160843"/>
                  </a:lnTo>
                  <a:close/>
                </a:path>
                <a:path w="2179320" h="1172210">
                  <a:moveTo>
                    <a:pt x="1727581" y="0"/>
                  </a:moveTo>
                  <a:lnTo>
                    <a:pt x="1649158" y="0"/>
                  </a:lnTo>
                  <a:lnTo>
                    <a:pt x="1649158" y="10795"/>
                  </a:lnTo>
                  <a:lnTo>
                    <a:pt x="1727581" y="10795"/>
                  </a:lnTo>
                  <a:lnTo>
                    <a:pt x="1727581" y="0"/>
                  </a:lnTo>
                  <a:close/>
                </a:path>
                <a:path w="2179320" h="1172210">
                  <a:moveTo>
                    <a:pt x="1767979" y="0"/>
                  </a:moveTo>
                  <a:lnTo>
                    <a:pt x="1758467" y="0"/>
                  </a:lnTo>
                  <a:lnTo>
                    <a:pt x="1758467" y="10795"/>
                  </a:lnTo>
                  <a:lnTo>
                    <a:pt x="1767979" y="10795"/>
                  </a:lnTo>
                  <a:lnTo>
                    <a:pt x="1767979" y="0"/>
                  </a:lnTo>
                  <a:close/>
                </a:path>
                <a:path w="2179320" h="1172210">
                  <a:moveTo>
                    <a:pt x="1796491" y="1160843"/>
                  </a:moveTo>
                  <a:lnTo>
                    <a:pt x="1718068" y="1160843"/>
                  </a:lnTo>
                  <a:lnTo>
                    <a:pt x="1718068" y="1171638"/>
                  </a:lnTo>
                  <a:lnTo>
                    <a:pt x="1796491" y="1171638"/>
                  </a:lnTo>
                  <a:lnTo>
                    <a:pt x="1796491" y="1160843"/>
                  </a:lnTo>
                  <a:close/>
                </a:path>
                <a:path w="2179320" h="1172210">
                  <a:moveTo>
                    <a:pt x="1836889" y="1160843"/>
                  </a:moveTo>
                  <a:lnTo>
                    <a:pt x="1827377" y="1160843"/>
                  </a:lnTo>
                  <a:lnTo>
                    <a:pt x="1827377" y="1171638"/>
                  </a:lnTo>
                  <a:lnTo>
                    <a:pt x="1836889" y="1171638"/>
                  </a:lnTo>
                  <a:lnTo>
                    <a:pt x="1836889" y="1160843"/>
                  </a:lnTo>
                  <a:close/>
                </a:path>
                <a:path w="2179320" h="1172210">
                  <a:moveTo>
                    <a:pt x="1877288" y="0"/>
                  </a:moveTo>
                  <a:lnTo>
                    <a:pt x="1796491" y="0"/>
                  </a:lnTo>
                  <a:lnTo>
                    <a:pt x="1796491" y="10795"/>
                  </a:lnTo>
                  <a:lnTo>
                    <a:pt x="1877288" y="10795"/>
                  </a:lnTo>
                  <a:lnTo>
                    <a:pt x="1877288" y="0"/>
                  </a:lnTo>
                  <a:close/>
                </a:path>
                <a:path w="2179320" h="1172210">
                  <a:moveTo>
                    <a:pt x="1915299" y="0"/>
                  </a:moveTo>
                  <a:lnTo>
                    <a:pt x="1905800" y="0"/>
                  </a:lnTo>
                  <a:lnTo>
                    <a:pt x="1905800" y="10795"/>
                  </a:lnTo>
                  <a:lnTo>
                    <a:pt x="1915299" y="10795"/>
                  </a:lnTo>
                  <a:lnTo>
                    <a:pt x="1915299" y="0"/>
                  </a:lnTo>
                  <a:close/>
                </a:path>
                <a:path w="2179320" h="1172210">
                  <a:moveTo>
                    <a:pt x="1946198" y="1160843"/>
                  </a:moveTo>
                  <a:lnTo>
                    <a:pt x="1865401" y="1160843"/>
                  </a:lnTo>
                  <a:lnTo>
                    <a:pt x="1865401" y="1171638"/>
                  </a:lnTo>
                  <a:lnTo>
                    <a:pt x="1946198" y="1171638"/>
                  </a:lnTo>
                  <a:lnTo>
                    <a:pt x="1946198" y="1160843"/>
                  </a:lnTo>
                  <a:close/>
                </a:path>
                <a:path w="2179320" h="1172210">
                  <a:moveTo>
                    <a:pt x="1984222" y="1160843"/>
                  </a:moveTo>
                  <a:lnTo>
                    <a:pt x="1974710" y="1160843"/>
                  </a:lnTo>
                  <a:lnTo>
                    <a:pt x="1974710" y="1171638"/>
                  </a:lnTo>
                  <a:lnTo>
                    <a:pt x="1984222" y="1171638"/>
                  </a:lnTo>
                  <a:lnTo>
                    <a:pt x="1984222" y="1160843"/>
                  </a:lnTo>
                  <a:close/>
                </a:path>
                <a:path w="2179320" h="1172210">
                  <a:moveTo>
                    <a:pt x="2024621" y="0"/>
                  </a:moveTo>
                  <a:lnTo>
                    <a:pt x="1946198" y="0"/>
                  </a:lnTo>
                  <a:lnTo>
                    <a:pt x="1946198" y="10795"/>
                  </a:lnTo>
                  <a:lnTo>
                    <a:pt x="2024621" y="10795"/>
                  </a:lnTo>
                  <a:lnTo>
                    <a:pt x="2024621" y="0"/>
                  </a:lnTo>
                  <a:close/>
                </a:path>
                <a:path w="2179320" h="1172210">
                  <a:moveTo>
                    <a:pt x="2065007" y="0"/>
                  </a:moveTo>
                  <a:lnTo>
                    <a:pt x="2055507" y="0"/>
                  </a:lnTo>
                  <a:lnTo>
                    <a:pt x="2055507" y="10795"/>
                  </a:lnTo>
                  <a:lnTo>
                    <a:pt x="2065007" y="10795"/>
                  </a:lnTo>
                  <a:lnTo>
                    <a:pt x="2065007" y="0"/>
                  </a:lnTo>
                  <a:close/>
                </a:path>
                <a:path w="2179320" h="1172210">
                  <a:moveTo>
                    <a:pt x="2093531" y="1160843"/>
                  </a:moveTo>
                  <a:lnTo>
                    <a:pt x="2015109" y="1160843"/>
                  </a:lnTo>
                  <a:lnTo>
                    <a:pt x="2015109" y="1171638"/>
                  </a:lnTo>
                  <a:lnTo>
                    <a:pt x="2093531" y="1171638"/>
                  </a:lnTo>
                  <a:lnTo>
                    <a:pt x="2093531" y="1160843"/>
                  </a:lnTo>
                  <a:close/>
                </a:path>
                <a:path w="2179320" h="1172210">
                  <a:moveTo>
                    <a:pt x="2133930" y="1160843"/>
                  </a:moveTo>
                  <a:lnTo>
                    <a:pt x="2124418" y="1160843"/>
                  </a:lnTo>
                  <a:lnTo>
                    <a:pt x="2124418" y="1171638"/>
                  </a:lnTo>
                  <a:lnTo>
                    <a:pt x="2133930" y="1171638"/>
                  </a:lnTo>
                  <a:lnTo>
                    <a:pt x="2133930" y="1160843"/>
                  </a:lnTo>
                  <a:close/>
                </a:path>
                <a:path w="2179320" h="1172210">
                  <a:moveTo>
                    <a:pt x="2174329" y="0"/>
                  </a:moveTo>
                  <a:lnTo>
                    <a:pt x="2093531" y="0"/>
                  </a:lnTo>
                  <a:lnTo>
                    <a:pt x="2093531" y="10795"/>
                  </a:lnTo>
                  <a:lnTo>
                    <a:pt x="2174329" y="10795"/>
                  </a:lnTo>
                  <a:lnTo>
                    <a:pt x="2174329" y="0"/>
                  </a:lnTo>
                  <a:close/>
                </a:path>
                <a:path w="2179320" h="1172210">
                  <a:moveTo>
                    <a:pt x="2179078" y="1085176"/>
                  </a:moveTo>
                  <a:lnTo>
                    <a:pt x="2169579" y="1085176"/>
                  </a:lnTo>
                  <a:lnTo>
                    <a:pt x="2169579" y="1160830"/>
                  </a:lnTo>
                  <a:lnTo>
                    <a:pt x="2162441" y="1160830"/>
                  </a:lnTo>
                  <a:lnTo>
                    <a:pt x="2162441" y="1171638"/>
                  </a:lnTo>
                  <a:lnTo>
                    <a:pt x="2179078" y="1171638"/>
                  </a:lnTo>
                  <a:lnTo>
                    <a:pt x="2179078" y="1160830"/>
                  </a:lnTo>
                  <a:lnTo>
                    <a:pt x="2179078" y="1085176"/>
                  </a:lnTo>
                  <a:close/>
                </a:path>
                <a:path w="2179320" h="1172210">
                  <a:moveTo>
                    <a:pt x="2179078" y="1042060"/>
                  </a:moveTo>
                  <a:lnTo>
                    <a:pt x="2169579" y="1042060"/>
                  </a:lnTo>
                  <a:lnTo>
                    <a:pt x="2169579" y="1052855"/>
                  </a:lnTo>
                  <a:lnTo>
                    <a:pt x="2179078" y="1052855"/>
                  </a:lnTo>
                  <a:lnTo>
                    <a:pt x="2179078" y="1042060"/>
                  </a:lnTo>
                  <a:close/>
                </a:path>
                <a:path w="2179320" h="1172210">
                  <a:moveTo>
                    <a:pt x="2179078" y="917867"/>
                  </a:moveTo>
                  <a:lnTo>
                    <a:pt x="2169579" y="917867"/>
                  </a:lnTo>
                  <a:lnTo>
                    <a:pt x="2169579" y="1006957"/>
                  </a:lnTo>
                  <a:lnTo>
                    <a:pt x="2179078" y="1006957"/>
                  </a:lnTo>
                  <a:lnTo>
                    <a:pt x="2179078" y="917867"/>
                  </a:lnTo>
                  <a:close/>
                </a:path>
                <a:path w="2179320" h="1172210">
                  <a:moveTo>
                    <a:pt x="2179078" y="871982"/>
                  </a:moveTo>
                  <a:lnTo>
                    <a:pt x="2169579" y="871982"/>
                  </a:lnTo>
                  <a:lnTo>
                    <a:pt x="2169579" y="882777"/>
                  </a:lnTo>
                  <a:lnTo>
                    <a:pt x="2179078" y="882777"/>
                  </a:lnTo>
                  <a:lnTo>
                    <a:pt x="2179078" y="871982"/>
                  </a:lnTo>
                  <a:close/>
                </a:path>
                <a:path w="2179320" h="1172210">
                  <a:moveTo>
                    <a:pt x="2179078" y="747801"/>
                  </a:moveTo>
                  <a:lnTo>
                    <a:pt x="2169579" y="747801"/>
                  </a:lnTo>
                  <a:lnTo>
                    <a:pt x="2169579" y="839584"/>
                  </a:lnTo>
                  <a:lnTo>
                    <a:pt x="2179078" y="839584"/>
                  </a:lnTo>
                  <a:lnTo>
                    <a:pt x="2179078" y="747801"/>
                  </a:lnTo>
                  <a:close/>
                </a:path>
                <a:path w="2179320" h="1172210">
                  <a:moveTo>
                    <a:pt x="2179078" y="704608"/>
                  </a:moveTo>
                  <a:lnTo>
                    <a:pt x="2169579" y="704608"/>
                  </a:lnTo>
                  <a:lnTo>
                    <a:pt x="2169579" y="715403"/>
                  </a:lnTo>
                  <a:lnTo>
                    <a:pt x="2179078" y="715403"/>
                  </a:lnTo>
                  <a:lnTo>
                    <a:pt x="2179078" y="704608"/>
                  </a:lnTo>
                  <a:close/>
                </a:path>
                <a:path w="2179320" h="1172210">
                  <a:moveTo>
                    <a:pt x="2179078" y="580415"/>
                  </a:moveTo>
                  <a:lnTo>
                    <a:pt x="2169579" y="580415"/>
                  </a:lnTo>
                  <a:lnTo>
                    <a:pt x="2169579" y="669505"/>
                  </a:lnTo>
                  <a:lnTo>
                    <a:pt x="2179078" y="669505"/>
                  </a:lnTo>
                  <a:lnTo>
                    <a:pt x="2179078" y="580415"/>
                  </a:lnTo>
                  <a:close/>
                </a:path>
                <a:path w="2179320" h="1172210">
                  <a:moveTo>
                    <a:pt x="2179078" y="534530"/>
                  </a:moveTo>
                  <a:lnTo>
                    <a:pt x="2169579" y="534530"/>
                  </a:lnTo>
                  <a:lnTo>
                    <a:pt x="2169579" y="545325"/>
                  </a:lnTo>
                  <a:lnTo>
                    <a:pt x="2179078" y="545325"/>
                  </a:lnTo>
                  <a:lnTo>
                    <a:pt x="2179078" y="534530"/>
                  </a:lnTo>
                  <a:close/>
                </a:path>
                <a:path w="2179320" h="1172210">
                  <a:moveTo>
                    <a:pt x="2179078" y="410349"/>
                  </a:moveTo>
                  <a:lnTo>
                    <a:pt x="2169579" y="410349"/>
                  </a:lnTo>
                  <a:lnTo>
                    <a:pt x="2169579" y="502132"/>
                  </a:lnTo>
                  <a:lnTo>
                    <a:pt x="2179078" y="502132"/>
                  </a:lnTo>
                  <a:lnTo>
                    <a:pt x="2179078" y="410349"/>
                  </a:lnTo>
                  <a:close/>
                </a:path>
                <a:path w="2179320" h="1172210">
                  <a:moveTo>
                    <a:pt x="2179078" y="367157"/>
                  </a:moveTo>
                  <a:lnTo>
                    <a:pt x="2169579" y="367157"/>
                  </a:lnTo>
                  <a:lnTo>
                    <a:pt x="2169579" y="377952"/>
                  </a:lnTo>
                  <a:lnTo>
                    <a:pt x="2179078" y="377952"/>
                  </a:lnTo>
                  <a:lnTo>
                    <a:pt x="2179078" y="367157"/>
                  </a:lnTo>
                  <a:close/>
                </a:path>
                <a:path w="2179320" h="1172210">
                  <a:moveTo>
                    <a:pt x="2179078" y="242963"/>
                  </a:moveTo>
                  <a:lnTo>
                    <a:pt x="2169579" y="242963"/>
                  </a:lnTo>
                  <a:lnTo>
                    <a:pt x="2169579" y="332054"/>
                  </a:lnTo>
                  <a:lnTo>
                    <a:pt x="2179078" y="332054"/>
                  </a:lnTo>
                  <a:lnTo>
                    <a:pt x="2179078" y="242963"/>
                  </a:lnTo>
                  <a:close/>
                </a:path>
                <a:path w="2179320" h="1172210">
                  <a:moveTo>
                    <a:pt x="2179078" y="197078"/>
                  </a:moveTo>
                  <a:lnTo>
                    <a:pt x="2169579" y="197078"/>
                  </a:lnTo>
                  <a:lnTo>
                    <a:pt x="2169579" y="207873"/>
                  </a:lnTo>
                  <a:lnTo>
                    <a:pt x="2179078" y="207873"/>
                  </a:lnTo>
                  <a:lnTo>
                    <a:pt x="2179078" y="197078"/>
                  </a:lnTo>
                  <a:close/>
                </a:path>
                <a:path w="2179320" h="1172210">
                  <a:moveTo>
                    <a:pt x="2179078" y="72898"/>
                  </a:moveTo>
                  <a:lnTo>
                    <a:pt x="2169579" y="72898"/>
                  </a:lnTo>
                  <a:lnTo>
                    <a:pt x="2169579" y="164680"/>
                  </a:lnTo>
                  <a:lnTo>
                    <a:pt x="2179078" y="164680"/>
                  </a:lnTo>
                  <a:lnTo>
                    <a:pt x="2179078" y="72898"/>
                  </a:lnTo>
                  <a:close/>
                </a:path>
                <a:path w="2179320" h="1172210">
                  <a:moveTo>
                    <a:pt x="2179078" y="29692"/>
                  </a:moveTo>
                  <a:lnTo>
                    <a:pt x="2169579" y="29692"/>
                  </a:lnTo>
                  <a:lnTo>
                    <a:pt x="2169579" y="40500"/>
                  </a:lnTo>
                  <a:lnTo>
                    <a:pt x="2179078" y="40500"/>
                  </a:lnTo>
                  <a:lnTo>
                    <a:pt x="2179078" y="296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22973" y="3048457"/>
              <a:ext cx="1307465" cy="10795"/>
            </a:xfrm>
            <a:custGeom>
              <a:avLst/>
              <a:gdLst/>
              <a:ahLst/>
              <a:cxnLst/>
              <a:rect l="l" t="t" r="r" b="b"/>
              <a:pathLst>
                <a:path w="1307464" h="10794">
                  <a:moveTo>
                    <a:pt x="80797" y="0"/>
                  </a:moveTo>
                  <a:lnTo>
                    <a:pt x="0" y="0"/>
                  </a:lnTo>
                  <a:lnTo>
                    <a:pt x="0" y="10795"/>
                  </a:lnTo>
                  <a:lnTo>
                    <a:pt x="80797" y="10795"/>
                  </a:lnTo>
                  <a:lnTo>
                    <a:pt x="80797" y="0"/>
                  </a:lnTo>
                  <a:close/>
                </a:path>
                <a:path w="1307464" h="10794">
                  <a:moveTo>
                    <a:pt x="118821" y="0"/>
                  </a:moveTo>
                  <a:lnTo>
                    <a:pt x="109308" y="0"/>
                  </a:lnTo>
                  <a:lnTo>
                    <a:pt x="109308" y="10795"/>
                  </a:lnTo>
                  <a:lnTo>
                    <a:pt x="118821" y="10795"/>
                  </a:lnTo>
                  <a:lnTo>
                    <a:pt x="118821" y="0"/>
                  </a:lnTo>
                  <a:close/>
                </a:path>
                <a:path w="1307464" h="10794">
                  <a:moveTo>
                    <a:pt x="228130" y="0"/>
                  </a:moveTo>
                  <a:lnTo>
                    <a:pt x="149707" y="0"/>
                  </a:lnTo>
                  <a:lnTo>
                    <a:pt x="149707" y="10795"/>
                  </a:lnTo>
                  <a:lnTo>
                    <a:pt x="228130" y="10795"/>
                  </a:lnTo>
                  <a:lnTo>
                    <a:pt x="228130" y="0"/>
                  </a:lnTo>
                  <a:close/>
                </a:path>
                <a:path w="1307464" h="10794">
                  <a:moveTo>
                    <a:pt x="268528" y="0"/>
                  </a:moveTo>
                  <a:lnTo>
                    <a:pt x="259016" y="0"/>
                  </a:lnTo>
                  <a:lnTo>
                    <a:pt x="259016" y="10795"/>
                  </a:lnTo>
                  <a:lnTo>
                    <a:pt x="268528" y="10795"/>
                  </a:lnTo>
                  <a:lnTo>
                    <a:pt x="268528" y="0"/>
                  </a:lnTo>
                  <a:close/>
                </a:path>
                <a:path w="1307464" h="10794">
                  <a:moveTo>
                    <a:pt x="377837" y="0"/>
                  </a:moveTo>
                  <a:lnTo>
                    <a:pt x="297040" y="0"/>
                  </a:lnTo>
                  <a:lnTo>
                    <a:pt x="297040" y="10795"/>
                  </a:lnTo>
                  <a:lnTo>
                    <a:pt x="377837" y="10795"/>
                  </a:lnTo>
                  <a:lnTo>
                    <a:pt x="377837" y="0"/>
                  </a:lnTo>
                  <a:close/>
                </a:path>
                <a:path w="1307464" h="10794">
                  <a:moveTo>
                    <a:pt x="415861" y="0"/>
                  </a:moveTo>
                  <a:lnTo>
                    <a:pt x="406349" y="0"/>
                  </a:lnTo>
                  <a:lnTo>
                    <a:pt x="406349" y="10795"/>
                  </a:lnTo>
                  <a:lnTo>
                    <a:pt x="415861" y="10795"/>
                  </a:lnTo>
                  <a:lnTo>
                    <a:pt x="415861" y="0"/>
                  </a:lnTo>
                  <a:close/>
                </a:path>
                <a:path w="1307464" h="10794">
                  <a:moveTo>
                    <a:pt x="525170" y="0"/>
                  </a:moveTo>
                  <a:lnTo>
                    <a:pt x="446747" y="0"/>
                  </a:lnTo>
                  <a:lnTo>
                    <a:pt x="446747" y="10795"/>
                  </a:lnTo>
                  <a:lnTo>
                    <a:pt x="525170" y="10795"/>
                  </a:lnTo>
                  <a:lnTo>
                    <a:pt x="525170" y="0"/>
                  </a:lnTo>
                  <a:close/>
                </a:path>
                <a:path w="1307464" h="10794">
                  <a:moveTo>
                    <a:pt x="565569" y="0"/>
                  </a:moveTo>
                  <a:lnTo>
                    <a:pt x="556056" y="0"/>
                  </a:lnTo>
                  <a:lnTo>
                    <a:pt x="556056" y="10795"/>
                  </a:lnTo>
                  <a:lnTo>
                    <a:pt x="565569" y="10795"/>
                  </a:lnTo>
                  <a:lnTo>
                    <a:pt x="565569" y="0"/>
                  </a:lnTo>
                  <a:close/>
                </a:path>
                <a:path w="1307464" h="10794">
                  <a:moveTo>
                    <a:pt x="674878" y="0"/>
                  </a:moveTo>
                  <a:lnTo>
                    <a:pt x="594080" y="0"/>
                  </a:lnTo>
                  <a:lnTo>
                    <a:pt x="594080" y="10795"/>
                  </a:lnTo>
                  <a:lnTo>
                    <a:pt x="674878" y="10795"/>
                  </a:lnTo>
                  <a:lnTo>
                    <a:pt x="674878" y="0"/>
                  </a:lnTo>
                  <a:close/>
                </a:path>
                <a:path w="1307464" h="10794">
                  <a:moveTo>
                    <a:pt x="712901" y="0"/>
                  </a:moveTo>
                  <a:lnTo>
                    <a:pt x="703389" y="0"/>
                  </a:lnTo>
                  <a:lnTo>
                    <a:pt x="703389" y="10795"/>
                  </a:lnTo>
                  <a:lnTo>
                    <a:pt x="712901" y="10795"/>
                  </a:lnTo>
                  <a:lnTo>
                    <a:pt x="712901" y="0"/>
                  </a:lnTo>
                  <a:close/>
                </a:path>
                <a:path w="1307464" h="10794">
                  <a:moveTo>
                    <a:pt x="822210" y="0"/>
                  </a:moveTo>
                  <a:lnTo>
                    <a:pt x="743788" y="0"/>
                  </a:lnTo>
                  <a:lnTo>
                    <a:pt x="743788" y="10795"/>
                  </a:lnTo>
                  <a:lnTo>
                    <a:pt x="822210" y="10795"/>
                  </a:lnTo>
                  <a:lnTo>
                    <a:pt x="822210" y="0"/>
                  </a:lnTo>
                  <a:close/>
                </a:path>
                <a:path w="1307464" h="10794">
                  <a:moveTo>
                    <a:pt x="862609" y="0"/>
                  </a:moveTo>
                  <a:lnTo>
                    <a:pt x="853097" y="0"/>
                  </a:lnTo>
                  <a:lnTo>
                    <a:pt x="853097" y="10795"/>
                  </a:lnTo>
                  <a:lnTo>
                    <a:pt x="862609" y="10795"/>
                  </a:lnTo>
                  <a:lnTo>
                    <a:pt x="862609" y="0"/>
                  </a:lnTo>
                  <a:close/>
                </a:path>
                <a:path w="1307464" h="10794">
                  <a:moveTo>
                    <a:pt x="971918" y="0"/>
                  </a:moveTo>
                  <a:lnTo>
                    <a:pt x="891120" y="0"/>
                  </a:lnTo>
                  <a:lnTo>
                    <a:pt x="891120" y="10795"/>
                  </a:lnTo>
                  <a:lnTo>
                    <a:pt x="971918" y="10795"/>
                  </a:lnTo>
                  <a:lnTo>
                    <a:pt x="971918" y="0"/>
                  </a:lnTo>
                  <a:close/>
                </a:path>
                <a:path w="1307464" h="10794">
                  <a:moveTo>
                    <a:pt x="1009942" y="0"/>
                  </a:moveTo>
                  <a:lnTo>
                    <a:pt x="1000429" y="0"/>
                  </a:lnTo>
                  <a:lnTo>
                    <a:pt x="1000429" y="10795"/>
                  </a:lnTo>
                  <a:lnTo>
                    <a:pt x="1009942" y="10795"/>
                  </a:lnTo>
                  <a:lnTo>
                    <a:pt x="1009942" y="0"/>
                  </a:lnTo>
                  <a:close/>
                </a:path>
                <a:path w="1307464" h="10794">
                  <a:moveTo>
                    <a:pt x="1119251" y="0"/>
                  </a:moveTo>
                  <a:lnTo>
                    <a:pt x="1040828" y="0"/>
                  </a:lnTo>
                  <a:lnTo>
                    <a:pt x="1040828" y="10795"/>
                  </a:lnTo>
                  <a:lnTo>
                    <a:pt x="1119251" y="10795"/>
                  </a:lnTo>
                  <a:lnTo>
                    <a:pt x="1119251" y="0"/>
                  </a:lnTo>
                  <a:close/>
                </a:path>
                <a:path w="1307464" h="10794">
                  <a:moveTo>
                    <a:pt x="1159649" y="0"/>
                  </a:moveTo>
                  <a:lnTo>
                    <a:pt x="1150137" y="0"/>
                  </a:lnTo>
                  <a:lnTo>
                    <a:pt x="1150137" y="10795"/>
                  </a:lnTo>
                  <a:lnTo>
                    <a:pt x="1159649" y="10795"/>
                  </a:lnTo>
                  <a:lnTo>
                    <a:pt x="1159649" y="0"/>
                  </a:lnTo>
                  <a:close/>
                </a:path>
                <a:path w="1307464" h="10794">
                  <a:moveTo>
                    <a:pt x="1268958" y="0"/>
                  </a:moveTo>
                  <a:lnTo>
                    <a:pt x="1188161" y="0"/>
                  </a:lnTo>
                  <a:lnTo>
                    <a:pt x="1188161" y="10795"/>
                  </a:lnTo>
                  <a:lnTo>
                    <a:pt x="1268958" y="10795"/>
                  </a:lnTo>
                  <a:lnTo>
                    <a:pt x="1268958" y="0"/>
                  </a:lnTo>
                  <a:close/>
                </a:path>
                <a:path w="1307464" h="10794">
                  <a:moveTo>
                    <a:pt x="1306982" y="0"/>
                  </a:moveTo>
                  <a:lnTo>
                    <a:pt x="1297470" y="0"/>
                  </a:lnTo>
                  <a:lnTo>
                    <a:pt x="1297470" y="10795"/>
                  </a:lnTo>
                  <a:lnTo>
                    <a:pt x="1306982" y="10795"/>
                  </a:lnTo>
                  <a:lnTo>
                    <a:pt x="13069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08726" y="3048452"/>
              <a:ext cx="2179320" cy="1172210"/>
            </a:xfrm>
            <a:custGeom>
              <a:avLst/>
              <a:gdLst/>
              <a:ahLst/>
              <a:cxnLst/>
              <a:rect l="l" t="t" r="r" b="b"/>
              <a:pathLst>
                <a:path w="2179320" h="1172210">
                  <a:moveTo>
                    <a:pt x="2174327" y="10798"/>
                  </a:moveTo>
                  <a:lnTo>
                    <a:pt x="2093533" y="10798"/>
                  </a:lnTo>
                  <a:lnTo>
                    <a:pt x="2093533" y="0"/>
                  </a:lnTo>
                  <a:lnTo>
                    <a:pt x="2174327" y="0"/>
                  </a:lnTo>
                  <a:lnTo>
                    <a:pt x="2174327" y="10798"/>
                  </a:lnTo>
                  <a:close/>
                </a:path>
                <a:path w="2179320" h="1172210">
                  <a:moveTo>
                    <a:pt x="2065017" y="10798"/>
                  </a:moveTo>
                  <a:lnTo>
                    <a:pt x="2055512" y="10798"/>
                  </a:lnTo>
                  <a:lnTo>
                    <a:pt x="2055512" y="0"/>
                  </a:lnTo>
                  <a:lnTo>
                    <a:pt x="2065017" y="0"/>
                  </a:lnTo>
                  <a:lnTo>
                    <a:pt x="2065017" y="10798"/>
                  </a:lnTo>
                  <a:close/>
                </a:path>
                <a:path w="2179320" h="1172210">
                  <a:moveTo>
                    <a:pt x="2024620" y="10798"/>
                  </a:moveTo>
                  <a:lnTo>
                    <a:pt x="1946201" y="10798"/>
                  </a:lnTo>
                  <a:lnTo>
                    <a:pt x="1946201" y="0"/>
                  </a:lnTo>
                  <a:lnTo>
                    <a:pt x="2024620" y="0"/>
                  </a:lnTo>
                  <a:lnTo>
                    <a:pt x="2024620" y="10798"/>
                  </a:lnTo>
                  <a:close/>
                </a:path>
                <a:path w="2179320" h="1172210">
                  <a:moveTo>
                    <a:pt x="1915309" y="10798"/>
                  </a:moveTo>
                  <a:lnTo>
                    <a:pt x="1905804" y="10798"/>
                  </a:lnTo>
                  <a:lnTo>
                    <a:pt x="1905804" y="0"/>
                  </a:lnTo>
                  <a:lnTo>
                    <a:pt x="1915309" y="0"/>
                  </a:lnTo>
                  <a:lnTo>
                    <a:pt x="1915309" y="10798"/>
                  </a:lnTo>
                  <a:close/>
                </a:path>
                <a:path w="2179320" h="1172210">
                  <a:moveTo>
                    <a:pt x="1877288" y="10798"/>
                  </a:moveTo>
                  <a:lnTo>
                    <a:pt x="1796493" y="10798"/>
                  </a:lnTo>
                  <a:lnTo>
                    <a:pt x="1796493" y="0"/>
                  </a:lnTo>
                  <a:lnTo>
                    <a:pt x="1877288" y="0"/>
                  </a:lnTo>
                  <a:lnTo>
                    <a:pt x="1877288" y="10798"/>
                  </a:lnTo>
                  <a:close/>
                </a:path>
                <a:path w="2179320" h="1172210">
                  <a:moveTo>
                    <a:pt x="1767978" y="10798"/>
                  </a:moveTo>
                  <a:lnTo>
                    <a:pt x="1758472" y="10798"/>
                  </a:lnTo>
                  <a:lnTo>
                    <a:pt x="1758472" y="0"/>
                  </a:lnTo>
                  <a:lnTo>
                    <a:pt x="1767978" y="0"/>
                  </a:lnTo>
                  <a:lnTo>
                    <a:pt x="1767978" y="10798"/>
                  </a:lnTo>
                  <a:close/>
                </a:path>
                <a:path w="2179320" h="1172210">
                  <a:moveTo>
                    <a:pt x="1727580" y="10798"/>
                  </a:moveTo>
                  <a:lnTo>
                    <a:pt x="1649162" y="10798"/>
                  </a:lnTo>
                  <a:lnTo>
                    <a:pt x="1649162" y="0"/>
                  </a:lnTo>
                  <a:lnTo>
                    <a:pt x="1727580" y="0"/>
                  </a:lnTo>
                  <a:lnTo>
                    <a:pt x="1727580" y="10798"/>
                  </a:lnTo>
                  <a:close/>
                </a:path>
                <a:path w="2179320" h="1172210">
                  <a:moveTo>
                    <a:pt x="1618270" y="10798"/>
                  </a:moveTo>
                  <a:lnTo>
                    <a:pt x="1608765" y="10798"/>
                  </a:lnTo>
                  <a:lnTo>
                    <a:pt x="1608765" y="0"/>
                  </a:lnTo>
                  <a:lnTo>
                    <a:pt x="1618270" y="0"/>
                  </a:lnTo>
                  <a:lnTo>
                    <a:pt x="1618270" y="10798"/>
                  </a:lnTo>
                  <a:close/>
                </a:path>
                <a:path w="2179320" h="1172210">
                  <a:moveTo>
                    <a:pt x="1580249" y="10798"/>
                  </a:moveTo>
                  <a:lnTo>
                    <a:pt x="1499454" y="10798"/>
                  </a:lnTo>
                  <a:lnTo>
                    <a:pt x="1499454" y="0"/>
                  </a:lnTo>
                  <a:lnTo>
                    <a:pt x="1580249" y="0"/>
                  </a:lnTo>
                  <a:lnTo>
                    <a:pt x="1580249" y="10798"/>
                  </a:lnTo>
                  <a:close/>
                </a:path>
                <a:path w="2179320" h="1172210">
                  <a:moveTo>
                    <a:pt x="1470938" y="10798"/>
                  </a:moveTo>
                  <a:lnTo>
                    <a:pt x="1461433" y="10798"/>
                  </a:lnTo>
                  <a:lnTo>
                    <a:pt x="1461433" y="0"/>
                  </a:lnTo>
                  <a:lnTo>
                    <a:pt x="1470938" y="0"/>
                  </a:lnTo>
                  <a:lnTo>
                    <a:pt x="1470938" y="10798"/>
                  </a:lnTo>
                  <a:close/>
                </a:path>
                <a:path w="2179320" h="1172210">
                  <a:moveTo>
                    <a:pt x="1430541" y="10798"/>
                  </a:moveTo>
                  <a:lnTo>
                    <a:pt x="1352123" y="10798"/>
                  </a:lnTo>
                  <a:lnTo>
                    <a:pt x="1352123" y="0"/>
                  </a:lnTo>
                  <a:lnTo>
                    <a:pt x="1430541" y="0"/>
                  </a:lnTo>
                  <a:lnTo>
                    <a:pt x="1430541" y="10798"/>
                  </a:lnTo>
                  <a:close/>
                </a:path>
                <a:path w="2179320" h="1172210">
                  <a:moveTo>
                    <a:pt x="1321230" y="10798"/>
                  </a:moveTo>
                  <a:lnTo>
                    <a:pt x="1311725" y="10798"/>
                  </a:lnTo>
                  <a:lnTo>
                    <a:pt x="1311725" y="0"/>
                  </a:lnTo>
                  <a:lnTo>
                    <a:pt x="1321230" y="0"/>
                  </a:lnTo>
                  <a:lnTo>
                    <a:pt x="1321230" y="10798"/>
                  </a:lnTo>
                  <a:close/>
                </a:path>
                <a:path w="2179320" h="1172210">
                  <a:moveTo>
                    <a:pt x="1283209" y="10798"/>
                  </a:moveTo>
                  <a:lnTo>
                    <a:pt x="1202415" y="10798"/>
                  </a:lnTo>
                  <a:lnTo>
                    <a:pt x="1202415" y="0"/>
                  </a:lnTo>
                  <a:lnTo>
                    <a:pt x="1283209" y="0"/>
                  </a:lnTo>
                  <a:lnTo>
                    <a:pt x="1283209" y="10798"/>
                  </a:lnTo>
                  <a:close/>
                </a:path>
                <a:path w="2179320" h="1172210">
                  <a:moveTo>
                    <a:pt x="1173899" y="10798"/>
                  </a:moveTo>
                  <a:lnTo>
                    <a:pt x="1164394" y="10798"/>
                  </a:lnTo>
                  <a:lnTo>
                    <a:pt x="1164394" y="0"/>
                  </a:lnTo>
                  <a:lnTo>
                    <a:pt x="1173899" y="0"/>
                  </a:lnTo>
                  <a:lnTo>
                    <a:pt x="1173899" y="10798"/>
                  </a:lnTo>
                  <a:close/>
                </a:path>
                <a:path w="2179320" h="1172210">
                  <a:moveTo>
                    <a:pt x="1133502" y="10798"/>
                  </a:moveTo>
                  <a:lnTo>
                    <a:pt x="1055083" y="10798"/>
                  </a:lnTo>
                  <a:lnTo>
                    <a:pt x="1055083" y="0"/>
                  </a:lnTo>
                  <a:lnTo>
                    <a:pt x="1133502" y="0"/>
                  </a:lnTo>
                  <a:lnTo>
                    <a:pt x="1133502" y="10798"/>
                  </a:lnTo>
                  <a:close/>
                </a:path>
                <a:path w="2179320" h="1172210">
                  <a:moveTo>
                    <a:pt x="1024191" y="10798"/>
                  </a:moveTo>
                  <a:lnTo>
                    <a:pt x="1014686" y="10798"/>
                  </a:lnTo>
                  <a:lnTo>
                    <a:pt x="1014686" y="0"/>
                  </a:lnTo>
                  <a:lnTo>
                    <a:pt x="1024191" y="0"/>
                  </a:lnTo>
                  <a:lnTo>
                    <a:pt x="1024191" y="10798"/>
                  </a:lnTo>
                  <a:close/>
                </a:path>
                <a:path w="2179320" h="1172210">
                  <a:moveTo>
                    <a:pt x="986170" y="10798"/>
                  </a:moveTo>
                  <a:lnTo>
                    <a:pt x="905375" y="10798"/>
                  </a:lnTo>
                  <a:lnTo>
                    <a:pt x="905375" y="0"/>
                  </a:lnTo>
                  <a:lnTo>
                    <a:pt x="986170" y="0"/>
                  </a:lnTo>
                  <a:lnTo>
                    <a:pt x="986170" y="10798"/>
                  </a:lnTo>
                  <a:close/>
                </a:path>
                <a:path w="2179320" h="1172210">
                  <a:moveTo>
                    <a:pt x="876860" y="10798"/>
                  </a:moveTo>
                  <a:lnTo>
                    <a:pt x="867354" y="10798"/>
                  </a:lnTo>
                  <a:lnTo>
                    <a:pt x="867354" y="0"/>
                  </a:lnTo>
                  <a:lnTo>
                    <a:pt x="876860" y="0"/>
                  </a:lnTo>
                  <a:lnTo>
                    <a:pt x="876860" y="10798"/>
                  </a:lnTo>
                  <a:close/>
                </a:path>
                <a:path w="2179320" h="1172210">
                  <a:moveTo>
                    <a:pt x="836462" y="10798"/>
                  </a:moveTo>
                  <a:lnTo>
                    <a:pt x="758044" y="10798"/>
                  </a:lnTo>
                  <a:lnTo>
                    <a:pt x="758044" y="0"/>
                  </a:lnTo>
                  <a:lnTo>
                    <a:pt x="836462" y="0"/>
                  </a:lnTo>
                  <a:lnTo>
                    <a:pt x="836462" y="10798"/>
                  </a:lnTo>
                  <a:close/>
                </a:path>
                <a:path w="2179320" h="1172210">
                  <a:moveTo>
                    <a:pt x="727152" y="10798"/>
                  </a:moveTo>
                  <a:lnTo>
                    <a:pt x="717647" y="10798"/>
                  </a:lnTo>
                  <a:lnTo>
                    <a:pt x="717647" y="0"/>
                  </a:lnTo>
                  <a:lnTo>
                    <a:pt x="727152" y="0"/>
                  </a:lnTo>
                  <a:lnTo>
                    <a:pt x="727152" y="10798"/>
                  </a:lnTo>
                  <a:close/>
                </a:path>
                <a:path w="2179320" h="1172210">
                  <a:moveTo>
                    <a:pt x="689131" y="10798"/>
                  </a:moveTo>
                  <a:lnTo>
                    <a:pt x="608336" y="10798"/>
                  </a:lnTo>
                  <a:lnTo>
                    <a:pt x="608336" y="0"/>
                  </a:lnTo>
                  <a:lnTo>
                    <a:pt x="689131" y="0"/>
                  </a:lnTo>
                  <a:lnTo>
                    <a:pt x="689131" y="10798"/>
                  </a:lnTo>
                  <a:close/>
                </a:path>
                <a:path w="2179320" h="1172210">
                  <a:moveTo>
                    <a:pt x="579820" y="10798"/>
                  </a:moveTo>
                  <a:lnTo>
                    <a:pt x="570315" y="10798"/>
                  </a:lnTo>
                  <a:lnTo>
                    <a:pt x="570315" y="0"/>
                  </a:lnTo>
                  <a:lnTo>
                    <a:pt x="579820" y="0"/>
                  </a:lnTo>
                  <a:lnTo>
                    <a:pt x="579820" y="10798"/>
                  </a:lnTo>
                  <a:close/>
                </a:path>
                <a:path w="2179320" h="1172210">
                  <a:moveTo>
                    <a:pt x="539423" y="10798"/>
                  </a:moveTo>
                  <a:lnTo>
                    <a:pt x="461005" y="10798"/>
                  </a:lnTo>
                  <a:lnTo>
                    <a:pt x="461005" y="0"/>
                  </a:lnTo>
                  <a:lnTo>
                    <a:pt x="539423" y="0"/>
                  </a:lnTo>
                  <a:lnTo>
                    <a:pt x="539423" y="10798"/>
                  </a:lnTo>
                  <a:close/>
                </a:path>
                <a:path w="2179320" h="1172210">
                  <a:moveTo>
                    <a:pt x="430112" y="10798"/>
                  </a:moveTo>
                  <a:lnTo>
                    <a:pt x="420607" y="10798"/>
                  </a:lnTo>
                  <a:lnTo>
                    <a:pt x="420607" y="0"/>
                  </a:lnTo>
                  <a:lnTo>
                    <a:pt x="430112" y="0"/>
                  </a:lnTo>
                  <a:lnTo>
                    <a:pt x="430112" y="10798"/>
                  </a:lnTo>
                  <a:close/>
                </a:path>
                <a:path w="2179320" h="1172210">
                  <a:moveTo>
                    <a:pt x="392091" y="10798"/>
                  </a:moveTo>
                  <a:lnTo>
                    <a:pt x="311297" y="10798"/>
                  </a:lnTo>
                  <a:lnTo>
                    <a:pt x="311297" y="0"/>
                  </a:lnTo>
                  <a:lnTo>
                    <a:pt x="392091" y="0"/>
                  </a:lnTo>
                  <a:lnTo>
                    <a:pt x="392091" y="10798"/>
                  </a:lnTo>
                  <a:close/>
                </a:path>
                <a:path w="2179320" h="1172210">
                  <a:moveTo>
                    <a:pt x="282781" y="10798"/>
                  </a:moveTo>
                  <a:lnTo>
                    <a:pt x="273276" y="10798"/>
                  </a:lnTo>
                  <a:lnTo>
                    <a:pt x="273276" y="0"/>
                  </a:lnTo>
                  <a:lnTo>
                    <a:pt x="282781" y="0"/>
                  </a:lnTo>
                  <a:lnTo>
                    <a:pt x="282781" y="10798"/>
                  </a:lnTo>
                  <a:close/>
                </a:path>
                <a:path w="2179320" h="1172210">
                  <a:moveTo>
                    <a:pt x="242384" y="10798"/>
                  </a:moveTo>
                  <a:lnTo>
                    <a:pt x="163965" y="10798"/>
                  </a:lnTo>
                  <a:lnTo>
                    <a:pt x="163965" y="0"/>
                  </a:lnTo>
                  <a:lnTo>
                    <a:pt x="242384" y="0"/>
                  </a:lnTo>
                  <a:lnTo>
                    <a:pt x="242384" y="10798"/>
                  </a:lnTo>
                  <a:close/>
                </a:path>
                <a:path w="2179320" h="1172210">
                  <a:moveTo>
                    <a:pt x="133073" y="10798"/>
                  </a:moveTo>
                  <a:lnTo>
                    <a:pt x="123568" y="10798"/>
                  </a:lnTo>
                  <a:lnTo>
                    <a:pt x="123568" y="0"/>
                  </a:lnTo>
                  <a:lnTo>
                    <a:pt x="133073" y="0"/>
                  </a:lnTo>
                  <a:lnTo>
                    <a:pt x="133073" y="10798"/>
                  </a:lnTo>
                  <a:close/>
                </a:path>
                <a:path w="2179320" h="1172210">
                  <a:moveTo>
                    <a:pt x="95052" y="10798"/>
                  </a:moveTo>
                  <a:lnTo>
                    <a:pt x="14257" y="10798"/>
                  </a:lnTo>
                  <a:lnTo>
                    <a:pt x="14257" y="0"/>
                  </a:lnTo>
                  <a:lnTo>
                    <a:pt x="95052" y="0"/>
                  </a:lnTo>
                  <a:lnTo>
                    <a:pt x="95052" y="10798"/>
                  </a:lnTo>
                  <a:close/>
                </a:path>
                <a:path w="2179320" h="1172210">
                  <a:moveTo>
                    <a:pt x="11881" y="40494"/>
                  </a:moveTo>
                  <a:lnTo>
                    <a:pt x="0" y="40494"/>
                  </a:lnTo>
                  <a:lnTo>
                    <a:pt x="0" y="26996"/>
                  </a:lnTo>
                  <a:lnTo>
                    <a:pt x="11881" y="26996"/>
                  </a:lnTo>
                  <a:lnTo>
                    <a:pt x="11881" y="40494"/>
                  </a:lnTo>
                  <a:close/>
                </a:path>
                <a:path w="2179320" h="1172210">
                  <a:moveTo>
                    <a:pt x="11881" y="161977"/>
                  </a:moveTo>
                  <a:lnTo>
                    <a:pt x="0" y="161977"/>
                  </a:lnTo>
                  <a:lnTo>
                    <a:pt x="0" y="72889"/>
                  </a:lnTo>
                  <a:lnTo>
                    <a:pt x="11881" y="72889"/>
                  </a:lnTo>
                  <a:lnTo>
                    <a:pt x="11881" y="161977"/>
                  </a:lnTo>
                  <a:close/>
                </a:path>
                <a:path w="2179320" h="1172210">
                  <a:moveTo>
                    <a:pt x="11881" y="207870"/>
                  </a:moveTo>
                  <a:lnTo>
                    <a:pt x="0" y="207870"/>
                  </a:lnTo>
                  <a:lnTo>
                    <a:pt x="0" y="197072"/>
                  </a:lnTo>
                  <a:lnTo>
                    <a:pt x="11881" y="197072"/>
                  </a:lnTo>
                  <a:lnTo>
                    <a:pt x="11881" y="207870"/>
                  </a:lnTo>
                  <a:close/>
                </a:path>
                <a:path w="2179320" h="1172210">
                  <a:moveTo>
                    <a:pt x="11881" y="332053"/>
                  </a:moveTo>
                  <a:lnTo>
                    <a:pt x="0" y="332053"/>
                  </a:lnTo>
                  <a:lnTo>
                    <a:pt x="0" y="242965"/>
                  </a:lnTo>
                  <a:lnTo>
                    <a:pt x="11881" y="242965"/>
                  </a:lnTo>
                  <a:lnTo>
                    <a:pt x="11881" y="332053"/>
                  </a:lnTo>
                  <a:close/>
                </a:path>
                <a:path w="2179320" h="1172210">
                  <a:moveTo>
                    <a:pt x="11881" y="377946"/>
                  </a:moveTo>
                  <a:lnTo>
                    <a:pt x="0" y="377946"/>
                  </a:lnTo>
                  <a:lnTo>
                    <a:pt x="0" y="364448"/>
                  </a:lnTo>
                  <a:lnTo>
                    <a:pt x="11881" y="364448"/>
                  </a:lnTo>
                  <a:lnTo>
                    <a:pt x="11881" y="377946"/>
                  </a:lnTo>
                  <a:close/>
                </a:path>
                <a:path w="2179320" h="1172210">
                  <a:moveTo>
                    <a:pt x="11881" y="499429"/>
                  </a:moveTo>
                  <a:lnTo>
                    <a:pt x="0" y="499429"/>
                  </a:lnTo>
                  <a:lnTo>
                    <a:pt x="0" y="410342"/>
                  </a:lnTo>
                  <a:lnTo>
                    <a:pt x="11881" y="410342"/>
                  </a:lnTo>
                  <a:lnTo>
                    <a:pt x="11881" y="499429"/>
                  </a:lnTo>
                  <a:close/>
                </a:path>
                <a:path w="2179320" h="1172210">
                  <a:moveTo>
                    <a:pt x="11881" y="545323"/>
                  </a:moveTo>
                  <a:lnTo>
                    <a:pt x="0" y="545323"/>
                  </a:lnTo>
                  <a:lnTo>
                    <a:pt x="0" y="534524"/>
                  </a:lnTo>
                  <a:lnTo>
                    <a:pt x="11881" y="534524"/>
                  </a:lnTo>
                  <a:lnTo>
                    <a:pt x="11881" y="545323"/>
                  </a:lnTo>
                  <a:close/>
                </a:path>
                <a:path w="2179320" h="1172210">
                  <a:moveTo>
                    <a:pt x="11881" y="669505"/>
                  </a:moveTo>
                  <a:lnTo>
                    <a:pt x="0" y="669505"/>
                  </a:lnTo>
                  <a:lnTo>
                    <a:pt x="0" y="580418"/>
                  </a:lnTo>
                  <a:lnTo>
                    <a:pt x="11881" y="580418"/>
                  </a:lnTo>
                  <a:lnTo>
                    <a:pt x="11881" y="669505"/>
                  </a:lnTo>
                  <a:close/>
                </a:path>
                <a:path w="2179320" h="1172210">
                  <a:moveTo>
                    <a:pt x="11881" y="715399"/>
                  </a:moveTo>
                  <a:lnTo>
                    <a:pt x="0" y="715399"/>
                  </a:lnTo>
                  <a:lnTo>
                    <a:pt x="0" y="701901"/>
                  </a:lnTo>
                  <a:lnTo>
                    <a:pt x="11881" y="701901"/>
                  </a:lnTo>
                  <a:lnTo>
                    <a:pt x="11881" y="715399"/>
                  </a:lnTo>
                  <a:close/>
                </a:path>
                <a:path w="2179320" h="1172210">
                  <a:moveTo>
                    <a:pt x="11881" y="836882"/>
                  </a:moveTo>
                  <a:lnTo>
                    <a:pt x="0" y="836882"/>
                  </a:lnTo>
                  <a:lnTo>
                    <a:pt x="0" y="747794"/>
                  </a:lnTo>
                  <a:lnTo>
                    <a:pt x="11881" y="747794"/>
                  </a:lnTo>
                  <a:lnTo>
                    <a:pt x="11881" y="836882"/>
                  </a:lnTo>
                  <a:close/>
                </a:path>
                <a:path w="2179320" h="1172210">
                  <a:moveTo>
                    <a:pt x="11881" y="882775"/>
                  </a:moveTo>
                  <a:lnTo>
                    <a:pt x="0" y="882775"/>
                  </a:lnTo>
                  <a:lnTo>
                    <a:pt x="0" y="871977"/>
                  </a:lnTo>
                  <a:lnTo>
                    <a:pt x="11881" y="871977"/>
                  </a:lnTo>
                  <a:lnTo>
                    <a:pt x="11881" y="882775"/>
                  </a:lnTo>
                  <a:close/>
                </a:path>
                <a:path w="2179320" h="1172210">
                  <a:moveTo>
                    <a:pt x="11881" y="1006958"/>
                  </a:moveTo>
                  <a:lnTo>
                    <a:pt x="0" y="1006958"/>
                  </a:lnTo>
                  <a:lnTo>
                    <a:pt x="0" y="917870"/>
                  </a:lnTo>
                  <a:lnTo>
                    <a:pt x="11881" y="917870"/>
                  </a:lnTo>
                  <a:lnTo>
                    <a:pt x="11881" y="1006958"/>
                  </a:lnTo>
                  <a:close/>
                </a:path>
                <a:path w="2179320" h="1172210">
                  <a:moveTo>
                    <a:pt x="11881" y="1052851"/>
                  </a:moveTo>
                  <a:lnTo>
                    <a:pt x="0" y="1052851"/>
                  </a:lnTo>
                  <a:lnTo>
                    <a:pt x="0" y="1039353"/>
                  </a:lnTo>
                  <a:lnTo>
                    <a:pt x="11881" y="1039353"/>
                  </a:lnTo>
                  <a:lnTo>
                    <a:pt x="11881" y="1052851"/>
                  </a:lnTo>
                  <a:close/>
                </a:path>
                <a:path w="2179320" h="1172210">
                  <a:moveTo>
                    <a:pt x="11881" y="1085247"/>
                  </a:moveTo>
                  <a:lnTo>
                    <a:pt x="11881" y="1166235"/>
                  </a:lnTo>
                  <a:lnTo>
                    <a:pt x="7128" y="1160836"/>
                  </a:lnTo>
                  <a:lnTo>
                    <a:pt x="14257" y="1160836"/>
                  </a:lnTo>
                  <a:lnTo>
                    <a:pt x="14257" y="1171635"/>
                  </a:lnTo>
                  <a:lnTo>
                    <a:pt x="0" y="1171635"/>
                  </a:lnTo>
                  <a:lnTo>
                    <a:pt x="0" y="1085247"/>
                  </a:lnTo>
                  <a:lnTo>
                    <a:pt x="11881" y="1085247"/>
                  </a:lnTo>
                  <a:close/>
                </a:path>
                <a:path w="2179320" h="1172210">
                  <a:moveTo>
                    <a:pt x="45149" y="1160836"/>
                  </a:moveTo>
                  <a:lnTo>
                    <a:pt x="54655" y="1160836"/>
                  </a:lnTo>
                  <a:lnTo>
                    <a:pt x="54655" y="1171635"/>
                  </a:lnTo>
                  <a:lnTo>
                    <a:pt x="45149" y="1171635"/>
                  </a:lnTo>
                  <a:lnTo>
                    <a:pt x="45149" y="1160836"/>
                  </a:lnTo>
                  <a:close/>
                </a:path>
                <a:path w="2179320" h="1172210">
                  <a:moveTo>
                    <a:pt x="83171" y="1160836"/>
                  </a:moveTo>
                  <a:lnTo>
                    <a:pt x="163965" y="1160836"/>
                  </a:lnTo>
                  <a:lnTo>
                    <a:pt x="163965" y="1171635"/>
                  </a:lnTo>
                  <a:lnTo>
                    <a:pt x="83171" y="1171635"/>
                  </a:lnTo>
                  <a:lnTo>
                    <a:pt x="83171" y="1160836"/>
                  </a:lnTo>
                  <a:close/>
                </a:path>
                <a:path w="2179320" h="1172210">
                  <a:moveTo>
                    <a:pt x="192481" y="1160836"/>
                  </a:moveTo>
                  <a:lnTo>
                    <a:pt x="201986" y="1160836"/>
                  </a:lnTo>
                  <a:lnTo>
                    <a:pt x="201986" y="1171635"/>
                  </a:lnTo>
                  <a:lnTo>
                    <a:pt x="192481" y="1171635"/>
                  </a:lnTo>
                  <a:lnTo>
                    <a:pt x="192481" y="1160836"/>
                  </a:lnTo>
                  <a:close/>
                </a:path>
                <a:path w="2179320" h="1172210">
                  <a:moveTo>
                    <a:pt x="232878" y="1160836"/>
                  </a:moveTo>
                  <a:lnTo>
                    <a:pt x="311297" y="1160836"/>
                  </a:lnTo>
                  <a:lnTo>
                    <a:pt x="311297" y="1171635"/>
                  </a:lnTo>
                  <a:lnTo>
                    <a:pt x="232878" y="1171635"/>
                  </a:lnTo>
                  <a:lnTo>
                    <a:pt x="232878" y="1160836"/>
                  </a:lnTo>
                  <a:close/>
                </a:path>
                <a:path w="2179320" h="1172210">
                  <a:moveTo>
                    <a:pt x="342189" y="1160836"/>
                  </a:moveTo>
                  <a:lnTo>
                    <a:pt x="351694" y="1160836"/>
                  </a:lnTo>
                  <a:lnTo>
                    <a:pt x="351694" y="1171635"/>
                  </a:lnTo>
                  <a:lnTo>
                    <a:pt x="342189" y="1171635"/>
                  </a:lnTo>
                  <a:lnTo>
                    <a:pt x="342189" y="1160836"/>
                  </a:lnTo>
                  <a:close/>
                </a:path>
                <a:path w="2179320" h="1172210">
                  <a:moveTo>
                    <a:pt x="380210" y="1160836"/>
                  </a:moveTo>
                  <a:lnTo>
                    <a:pt x="461005" y="1160836"/>
                  </a:lnTo>
                  <a:lnTo>
                    <a:pt x="461005" y="1171635"/>
                  </a:lnTo>
                  <a:lnTo>
                    <a:pt x="380210" y="1171635"/>
                  </a:lnTo>
                  <a:lnTo>
                    <a:pt x="380210" y="1160836"/>
                  </a:lnTo>
                  <a:close/>
                </a:path>
                <a:path w="2179320" h="1172210">
                  <a:moveTo>
                    <a:pt x="489520" y="1160836"/>
                  </a:moveTo>
                  <a:lnTo>
                    <a:pt x="499026" y="1160836"/>
                  </a:lnTo>
                  <a:lnTo>
                    <a:pt x="499026" y="1171635"/>
                  </a:lnTo>
                  <a:lnTo>
                    <a:pt x="489520" y="1171635"/>
                  </a:lnTo>
                  <a:lnTo>
                    <a:pt x="489520" y="1160836"/>
                  </a:lnTo>
                  <a:close/>
                </a:path>
                <a:path w="2179320" h="1172210">
                  <a:moveTo>
                    <a:pt x="529918" y="1160836"/>
                  </a:moveTo>
                  <a:lnTo>
                    <a:pt x="608336" y="1160836"/>
                  </a:lnTo>
                  <a:lnTo>
                    <a:pt x="608336" y="1171635"/>
                  </a:lnTo>
                  <a:lnTo>
                    <a:pt x="529918" y="1171635"/>
                  </a:lnTo>
                  <a:lnTo>
                    <a:pt x="529918" y="1160836"/>
                  </a:lnTo>
                  <a:close/>
                </a:path>
                <a:path w="2179320" h="1172210">
                  <a:moveTo>
                    <a:pt x="639228" y="1160836"/>
                  </a:moveTo>
                  <a:lnTo>
                    <a:pt x="648733" y="1160836"/>
                  </a:lnTo>
                  <a:lnTo>
                    <a:pt x="648733" y="1171635"/>
                  </a:lnTo>
                  <a:lnTo>
                    <a:pt x="639228" y="1171635"/>
                  </a:lnTo>
                  <a:lnTo>
                    <a:pt x="639228" y="1160836"/>
                  </a:lnTo>
                  <a:close/>
                </a:path>
                <a:path w="2179320" h="1172210">
                  <a:moveTo>
                    <a:pt x="677249" y="1160836"/>
                  </a:moveTo>
                  <a:lnTo>
                    <a:pt x="758044" y="1160836"/>
                  </a:lnTo>
                  <a:lnTo>
                    <a:pt x="758044" y="1171635"/>
                  </a:lnTo>
                  <a:lnTo>
                    <a:pt x="677249" y="1171635"/>
                  </a:lnTo>
                  <a:lnTo>
                    <a:pt x="677249" y="1160836"/>
                  </a:lnTo>
                  <a:close/>
                </a:path>
                <a:path w="2179320" h="1172210">
                  <a:moveTo>
                    <a:pt x="786560" y="1160836"/>
                  </a:moveTo>
                  <a:lnTo>
                    <a:pt x="796065" y="1160836"/>
                  </a:lnTo>
                  <a:lnTo>
                    <a:pt x="796065" y="1171635"/>
                  </a:lnTo>
                  <a:lnTo>
                    <a:pt x="786560" y="1171635"/>
                  </a:lnTo>
                  <a:lnTo>
                    <a:pt x="786560" y="1160836"/>
                  </a:lnTo>
                  <a:close/>
                </a:path>
                <a:path w="2179320" h="1172210">
                  <a:moveTo>
                    <a:pt x="826957" y="1160836"/>
                  </a:moveTo>
                  <a:lnTo>
                    <a:pt x="905375" y="1160836"/>
                  </a:lnTo>
                  <a:lnTo>
                    <a:pt x="905375" y="1171635"/>
                  </a:lnTo>
                  <a:lnTo>
                    <a:pt x="826957" y="1171635"/>
                  </a:lnTo>
                  <a:lnTo>
                    <a:pt x="826957" y="1160836"/>
                  </a:lnTo>
                  <a:close/>
                </a:path>
                <a:path w="2179320" h="1172210">
                  <a:moveTo>
                    <a:pt x="936267" y="1160836"/>
                  </a:moveTo>
                  <a:lnTo>
                    <a:pt x="945773" y="1160836"/>
                  </a:lnTo>
                  <a:lnTo>
                    <a:pt x="945773" y="1171635"/>
                  </a:lnTo>
                  <a:lnTo>
                    <a:pt x="936267" y="1171635"/>
                  </a:lnTo>
                  <a:lnTo>
                    <a:pt x="936267" y="1160836"/>
                  </a:lnTo>
                  <a:close/>
                </a:path>
                <a:path w="2179320" h="1172210">
                  <a:moveTo>
                    <a:pt x="974289" y="1160836"/>
                  </a:moveTo>
                  <a:lnTo>
                    <a:pt x="1055083" y="1160836"/>
                  </a:lnTo>
                  <a:lnTo>
                    <a:pt x="1055083" y="1171635"/>
                  </a:lnTo>
                  <a:lnTo>
                    <a:pt x="974289" y="1171635"/>
                  </a:lnTo>
                  <a:lnTo>
                    <a:pt x="974289" y="1160836"/>
                  </a:lnTo>
                  <a:close/>
                </a:path>
                <a:path w="2179320" h="1172210">
                  <a:moveTo>
                    <a:pt x="1083599" y="1160836"/>
                  </a:moveTo>
                  <a:lnTo>
                    <a:pt x="1093104" y="1160836"/>
                  </a:lnTo>
                  <a:lnTo>
                    <a:pt x="1093104" y="1171635"/>
                  </a:lnTo>
                  <a:lnTo>
                    <a:pt x="1083599" y="1171635"/>
                  </a:lnTo>
                  <a:lnTo>
                    <a:pt x="1083599" y="1160836"/>
                  </a:lnTo>
                  <a:close/>
                </a:path>
                <a:path w="2179320" h="1172210">
                  <a:moveTo>
                    <a:pt x="1123996" y="1160836"/>
                  </a:moveTo>
                  <a:lnTo>
                    <a:pt x="1202415" y="1160836"/>
                  </a:lnTo>
                  <a:lnTo>
                    <a:pt x="1202415" y="1171635"/>
                  </a:lnTo>
                  <a:lnTo>
                    <a:pt x="1123996" y="1171635"/>
                  </a:lnTo>
                  <a:lnTo>
                    <a:pt x="1123996" y="1160836"/>
                  </a:lnTo>
                  <a:close/>
                </a:path>
                <a:path w="2179320" h="1172210">
                  <a:moveTo>
                    <a:pt x="1233307" y="1160836"/>
                  </a:moveTo>
                  <a:lnTo>
                    <a:pt x="1242812" y="1160836"/>
                  </a:lnTo>
                  <a:lnTo>
                    <a:pt x="1242812" y="1171635"/>
                  </a:lnTo>
                  <a:lnTo>
                    <a:pt x="1233307" y="1171635"/>
                  </a:lnTo>
                  <a:lnTo>
                    <a:pt x="1233307" y="1160836"/>
                  </a:lnTo>
                  <a:close/>
                </a:path>
                <a:path w="2179320" h="1172210">
                  <a:moveTo>
                    <a:pt x="1271328" y="1160836"/>
                  </a:moveTo>
                  <a:lnTo>
                    <a:pt x="1352123" y="1160836"/>
                  </a:lnTo>
                  <a:lnTo>
                    <a:pt x="1352123" y="1171635"/>
                  </a:lnTo>
                  <a:lnTo>
                    <a:pt x="1271328" y="1171635"/>
                  </a:lnTo>
                  <a:lnTo>
                    <a:pt x="1271328" y="1160836"/>
                  </a:lnTo>
                  <a:close/>
                </a:path>
                <a:path w="2179320" h="1172210">
                  <a:moveTo>
                    <a:pt x="1380638" y="1160836"/>
                  </a:moveTo>
                  <a:lnTo>
                    <a:pt x="1390144" y="1160836"/>
                  </a:lnTo>
                  <a:lnTo>
                    <a:pt x="1390144" y="1171635"/>
                  </a:lnTo>
                  <a:lnTo>
                    <a:pt x="1380638" y="1171635"/>
                  </a:lnTo>
                  <a:lnTo>
                    <a:pt x="1380638" y="1160836"/>
                  </a:lnTo>
                  <a:close/>
                </a:path>
                <a:path w="2179320" h="1172210">
                  <a:moveTo>
                    <a:pt x="1421036" y="1160836"/>
                  </a:moveTo>
                  <a:lnTo>
                    <a:pt x="1499454" y="1160836"/>
                  </a:lnTo>
                  <a:lnTo>
                    <a:pt x="1499454" y="1171635"/>
                  </a:lnTo>
                  <a:lnTo>
                    <a:pt x="1421036" y="1171635"/>
                  </a:lnTo>
                  <a:lnTo>
                    <a:pt x="1421036" y="1160836"/>
                  </a:lnTo>
                  <a:close/>
                </a:path>
                <a:path w="2179320" h="1172210">
                  <a:moveTo>
                    <a:pt x="1530346" y="1160836"/>
                  </a:moveTo>
                  <a:lnTo>
                    <a:pt x="1539851" y="1160836"/>
                  </a:lnTo>
                  <a:lnTo>
                    <a:pt x="1539851" y="1171635"/>
                  </a:lnTo>
                  <a:lnTo>
                    <a:pt x="1530346" y="1171635"/>
                  </a:lnTo>
                  <a:lnTo>
                    <a:pt x="1530346" y="1160836"/>
                  </a:lnTo>
                  <a:close/>
                </a:path>
                <a:path w="2179320" h="1172210">
                  <a:moveTo>
                    <a:pt x="1568367" y="1160836"/>
                  </a:moveTo>
                  <a:lnTo>
                    <a:pt x="1649162" y="1160836"/>
                  </a:lnTo>
                  <a:lnTo>
                    <a:pt x="1649162" y="1171635"/>
                  </a:lnTo>
                  <a:lnTo>
                    <a:pt x="1568367" y="1171635"/>
                  </a:lnTo>
                  <a:lnTo>
                    <a:pt x="1568367" y="1160836"/>
                  </a:lnTo>
                  <a:close/>
                </a:path>
                <a:path w="2179320" h="1172210">
                  <a:moveTo>
                    <a:pt x="1677678" y="1160836"/>
                  </a:moveTo>
                  <a:lnTo>
                    <a:pt x="1687183" y="1160836"/>
                  </a:lnTo>
                  <a:lnTo>
                    <a:pt x="1687183" y="1171635"/>
                  </a:lnTo>
                  <a:lnTo>
                    <a:pt x="1677678" y="1171635"/>
                  </a:lnTo>
                  <a:lnTo>
                    <a:pt x="1677678" y="1160836"/>
                  </a:lnTo>
                  <a:close/>
                </a:path>
                <a:path w="2179320" h="1172210">
                  <a:moveTo>
                    <a:pt x="1718075" y="1160836"/>
                  </a:moveTo>
                  <a:lnTo>
                    <a:pt x="1796493" y="1160836"/>
                  </a:lnTo>
                  <a:lnTo>
                    <a:pt x="1796493" y="1171635"/>
                  </a:lnTo>
                  <a:lnTo>
                    <a:pt x="1718075" y="1171635"/>
                  </a:lnTo>
                  <a:lnTo>
                    <a:pt x="1718075" y="1160836"/>
                  </a:lnTo>
                  <a:close/>
                </a:path>
                <a:path w="2179320" h="1172210">
                  <a:moveTo>
                    <a:pt x="1827385" y="1160836"/>
                  </a:moveTo>
                  <a:lnTo>
                    <a:pt x="1836891" y="1160836"/>
                  </a:lnTo>
                  <a:lnTo>
                    <a:pt x="1836891" y="1171635"/>
                  </a:lnTo>
                  <a:lnTo>
                    <a:pt x="1827385" y="1171635"/>
                  </a:lnTo>
                  <a:lnTo>
                    <a:pt x="1827385" y="1160836"/>
                  </a:lnTo>
                  <a:close/>
                </a:path>
                <a:path w="2179320" h="1172210">
                  <a:moveTo>
                    <a:pt x="1865407" y="1160836"/>
                  </a:moveTo>
                  <a:lnTo>
                    <a:pt x="1946201" y="1160836"/>
                  </a:lnTo>
                  <a:lnTo>
                    <a:pt x="1946201" y="1171635"/>
                  </a:lnTo>
                  <a:lnTo>
                    <a:pt x="1865407" y="1171635"/>
                  </a:lnTo>
                  <a:lnTo>
                    <a:pt x="1865407" y="1160836"/>
                  </a:lnTo>
                  <a:close/>
                </a:path>
                <a:path w="2179320" h="1172210">
                  <a:moveTo>
                    <a:pt x="1974717" y="1160836"/>
                  </a:moveTo>
                  <a:lnTo>
                    <a:pt x="1984222" y="1160836"/>
                  </a:lnTo>
                  <a:lnTo>
                    <a:pt x="1984222" y="1171635"/>
                  </a:lnTo>
                  <a:lnTo>
                    <a:pt x="1974717" y="1171635"/>
                  </a:lnTo>
                  <a:lnTo>
                    <a:pt x="1974717" y="1160836"/>
                  </a:lnTo>
                  <a:close/>
                </a:path>
                <a:path w="2179320" h="1172210">
                  <a:moveTo>
                    <a:pt x="2015114" y="1160836"/>
                  </a:moveTo>
                  <a:lnTo>
                    <a:pt x="2093533" y="1160836"/>
                  </a:lnTo>
                  <a:lnTo>
                    <a:pt x="2093533" y="1171635"/>
                  </a:lnTo>
                  <a:lnTo>
                    <a:pt x="2015114" y="1171635"/>
                  </a:lnTo>
                  <a:lnTo>
                    <a:pt x="2015114" y="1160836"/>
                  </a:lnTo>
                  <a:close/>
                </a:path>
                <a:path w="2179320" h="1172210">
                  <a:moveTo>
                    <a:pt x="2124425" y="1160836"/>
                  </a:moveTo>
                  <a:lnTo>
                    <a:pt x="2133930" y="1160836"/>
                  </a:lnTo>
                  <a:lnTo>
                    <a:pt x="2133930" y="1171635"/>
                  </a:lnTo>
                  <a:lnTo>
                    <a:pt x="2124425" y="1171635"/>
                  </a:lnTo>
                  <a:lnTo>
                    <a:pt x="2124425" y="1160836"/>
                  </a:lnTo>
                  <a:close/>
                </a:path>
                <a:path w="2179320" h="1172210">
                  <a:moveTo>
                    <a:pt x="2162446" y="1160836"/>
                  </a:moveTo>
                  <a:lnTo>
                    <a:pt x="2174327" y="1160836"/>
                  </a:lnTo>
                  <a:lnTo>
                    <a:pt x="2169575" y="1166235"/>
                  </a:lnTo>
                  <a:lnTo>
                    <a:pt x="2169575" y="1085247"/>
                  </a:lnTo>
                  <a:lnTo>
                    <a:pt x="2179080" y="1085247"/>
                  </a:lnTo>
                  <a:lnTo>
                    <a:pt x="2179080" y="1171635"/>
                  </a:lnTo>
                  <a:lnTo>
                    <a:pt x="2162446" y="1171635"/>
                  </a:lnTo>
                  <a:lnTo>
                    <a:pt x="2162446" y="1160836"/>
                  </a:lnTo>
                  <a:close/>
                </a:path>
                <a:path w="2179320" h="1172210">
                  <a:moveTo>
                    <a:pt x="2169575" y="1042053"/>
                  </a:moveTo>
                  <a:lnTo>
                    <a:pt x="2179080" y="1042053"/>
                  </a:lnTo>
                  <a:lnTo>
                    <a:pt x="2179080" y="1052851"/>
                  </a:lnTo>
                  <a:lnTo>
                    <a:pt x="2169575" y="1052851"/>
                  </a:lnTo>
                  <a:lnTo>
                    <a:pt x="2169575" y="1042053"/>
                  </a:lnTo>
                  <a:close/>
                </a:path>
                <a:path w="2179320" h="1172210">
                  <a:moveTo>
                    <a:pt x="2169575" y="917870"/>
                  </a:moveTo>
                  <a:lnTo>
                    <a:pt x="2179080" y="917870"/>
                  </a:lnTo>
                  <a:lnTo>
                    <a:pt x="2179080" y="1006958"/>
                  </a:lnTo>
                  <a:lnTo>
                    <a:pt x="2169575" y="1006958"/>
                  </a:lnTo>
                  <a:lnTo>
                    <a:pt x="2169575" y="917870"/>
                  </a:lnTo>
                  <a:close/>
                </a:path>
                <a:path w="2179320" h="1172210">
                  <a:moveTo>
                    <a:pt x="2169575" y="871977"/>
                  </a:moveTo>
                  <a:lnTo>
                    <a:pt x="2179080" y="871977"/>
                  </a:lnTo>
                  <a:lnTo>
                    <a:pt x="2179080" y="882775"/>
                  </a:lnTo>
                  <a:lnTo>
                    <a:pt x="2169575" y="882775"/>
                  </a:lnTo>
                  <a:lnTo>
                    <a:pt x="2169575" y="871977"/>
                  </a:lnTo>
                  <a:close/>
                </a:path>
                <a:path w="2179320" h="1172210">
                  <a:moveTo>
                    <a:pt x="2169575" y="747794"/>
                  </a:moveTo>
                  <a:lnTo>
                    <a:pt x="2179080" y="747794"/>
                  </a:lnTo>
                  <a:lnTo>
                    <a:pt x="2179080" y="839581"/>
                  </a:lnTo>
                  <a:lnTo>
                    <a:pt x="2169575" y="839581"/>
                  </a:lnTo>
                  <a:lnTo>
                    <a:pt x="2169575" y="747794"/>
                  </a:lnTo>
                  <a:close/>
                </a:path>
                <a:path w="2179320" h="1172210">
                  <a:moveTo>
                    <a:pt x="2169575" y="704600"/>
                  </a:moveTo>
                  <a:lnTo>
                    <a:pt x="2179080" y="704600"/>
                  </a:lnTo>
                  <a:lnTo>
                    <a:pt x="2179080" y="715399"/>
                  </a:lnTo>
                  <a:lnTo>
                    <a:pt x="2169575" y="715399"/>
                  </a:lnTo>
                  <a:lnTo>
                    <a:pt x="2169575" y="704600"/>
                  </a:lnTo>
                  <a:close/>
                </a:path>
                <a:path w="2179320" h="1172210">
                  <a:moveTo>
                    <a:pt x="2169575" y="580418"/>
                  </a:moveTo>
                  <a:lnTo>
                    <a:pt x="2179080" y="580418"/>
                  </a:lnTo>
                  <a:lnTo>
                    <a:pt x="2179080" y="669505"/>
                  </a:lnTo>
                  <a:lnTo>
                    <a:pt x="2169575" y="669505"/>
                  </a:lnTo>
                  <a:lnTo>
                    <a:pt x="2169575" y="580418"/>
                  </a:lnTo>
                  <a:close/>
                </a:path>
                <a:path w="2179320" h="1172210">
                  <a:moveTo>
                    <a:pt x="2169575" y="534524"/>
                  </a:moveTo>
                  <a:lnTo>
                    <a:pt x="2179080" y="534524"/>
                  </a:lnTo>
                  <a:lnTo>
                    <a:pt x="2179080" y="545323"/>
                  </a:lnTo>
                  <a:lnTo>
                    <a:pt x="2169575" y="545323"/>
                  </a:lnTo>
                  <a:lnTo>
                    <a:pt x="2169575" y="534524"/>
                  </a:lnTo>
                  <a:close/>
                </a:path>
                <a:path w="2179320" h="1172210">
                  <a:moveTo>
                    <a:pt x="2169575" y="410342"/>
                  </a:moveTo>
                  <a:lnTo>
                    <a:pt x="2179080" y="410342"/>
                  </a:lnTo>
                  <a:lnTo>
                    <a:pt x="2179080" y="502129"/>
                  </a:lnTo>
                  <a:lnTo>
                    <a:pt x="2169575" y="502129"/>
                  </a:lnTo>
                  <a:lnTo>
                    <a:pt x="2169575" y="410342"/>
                  </a:lnTo>
                  <a:close/>
                </a:path>
                <a:path w="2179320" h="1172210">
                  <a:moveTo>
                    <a:pt x="2169575" y="367148"/>
                  </a:moveTo>
                  <a:lnTo>
                    <a:pt x="2179080" y="367148"/>
                  </a:lnTo>
                  <a:lnTo>
                    <a:pt x="2179080" y="377946"/>
                  </a:lnTo>
                  <a:lnTo>
                    <a:pt x="2169575" y="377946"/>
                  </a:lnTo>
                  <a:lnTo>
                    <a:pt x="2169575" y="367148"/>
                  </a:lnTo>
                  <a:close/>
                </a:path>
                <a:path w="2179320" h="1172210">
                  <a:moveTo>
                    <a:pt x="2169575" y="242965"/>
                  </a:moveTo>
                  <a:lnTo>
                    <a:pt x="2179080" y="242965"/>
                  </a:lnTo>
                  <a:lnTo>
                    <a:pt x="2179080" y="332053"/>
                  </a:lnTo>
                  <a:lnTo>
                    <a:pt x="2169575" y="332053"/>
                  </a:lnTo>
                  <a:lnTo>
                    <a:pt x="2169575" y="242965"/>
                  </a:lnTo>
                  <a:close/>
                </a:path>
                <a:path w="2179320" h="1172210">
                  <a:moveTo>
                    <a:pt x="2169575" y="197072"/>
                  </a:moveTo>
                  <a:lnTo>
                    <a:pt x="2179080" y="197072"/>
                  </a:lnTo>
                  <a:lnTo>
                    <a:pt x="2179080" y="207870"/>
                  </a:lnTo>
                  <a:lnTo>
                    <a:pt x="2169575" y="207870"/>
                  </a:lnTo>
                  <a:lnTo>
                    <a:pt x="2169575" y="197072"/>
                  </a:lnTo>
                  <a:close/>
                </a:path>
                <a:path w="2179320" h="1172210">
                  <a:moveTo>
                    <a:pt x="2169575" y="72889"/>
                  </a:moveTo>
                  <a:lnTo>
                    <a:pt x="2179080" y="72889"/>
                  </a:lnTo>
                  <a:lnTo>
                    <a:pt x="2179080" y="164676"/>
                  </a:lnTo>
                  <a:lnTo>
                    <a:pt x="2169575" y="164676"/>
                  </a:lnTo>
                  <a:lnTo>
                    <a:pt x="2169575" y="72889"/>
                  </a:lnTo>
                  <a:close/>
                </a:path>
                <a:path w="2179320" h="1172210">
                  <a:moveTo>
                    <a:pt x="2169575" y="29695"/>
                  </a:moveTo>
                  <a:lnTo>
                    <a:pt x="2179080" y="29695"/>
                  </a:lnTo>
                  <a:lnTo>
                    <a:pt x="2179080" y="40494"/>
                  </a:lnTo>
                  <a:lnTo>
                    <a:pt x="2169575" y="40494"/>
                  </a:lnTo>
                  <a:lnTo>
                    <a:pt x="2169575" y="2969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42384" y="3358910"/>
              <a:ext cx="843915" cy="0"/>
            </a:xfrm>
            <a:custGeom>
              <a:avLst/>
              <a:gdLst/>
              <a:ahLst/>
              <a:cxnLst/>
              <a:rect l="l" t="t" r="r" b="b"/>
              <a:pathLst>
                <a:path w="843915" h="0">
                  <a:moveTo>
                    <a:pt x="0" y="0"/>
                  </a:moveTo>
                  <a:lnTo>
                    <a:pt x="843591" y="0"/>
                  </a:lnTo>
                </a:path>
              </a:pathLst>
            </a:custGeom>
            <a:ln w="16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093104" y="3771952"/>
              <a:ext cx="290195" cy="0"/>
            </a:xfrm>
            <a:custGeom>
              <a:avLst/>
              <a:gdLst/>
              <a:ahLst/>
              <a:cxnLst/>
              <a:rect l="l" t="t" r="r" b="b"/>
              <a:pathLst>
                <a:path w="290194" h="0">
                  <a:moveTo>
                    <a:pt x="0" y="0"/>
                  </a:moveTo>
                  <a:lnTo>
                    <a:pt x="289910" y="0"/>
                  </a:lnTo>
                </a:path>
              </a:pathLst>
            </a:custGeom>
            <a:ln w="16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085975" y="3531686"/>
              <a:ext cx="297180" cy="0"/>
            </a:xfrm>
            <a:custGeom>
              <a:avLst/>
              <a:gdLst/>
              <a:ahLst/>
              <a:cxnLst/>
              <a:rect l="l" t="t" r="r" b="b"/>
              <a:pathLst>
                <a:path w="297180" h="0">
                  <a:moveTo>
                    <a:pt x="0" y="0"/>
                  </a:moveTo>
                  <a:lnTo>
                    <a:pt x="297039" y="0"/>
                  </a:lnTo>
                </a:path>
              </a:pathLst>
            </a:custGeom>
            <a:ln w="16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42384" y="3933929"/>
              <a:ext cx="850900" cy="0"/>
            </a:xfrm>
            <a:custGeom>
              <a:avLst/>
              <a:gdLst/>
              <a:ahLst/>
              <a:cxnLst/>
              <a:rect l="l" t="t" r="r" b="b"/>
              <a:pathLst>
                <a:path w="850900" h="0">
                  <a:moveTo>
                    <a:pt x="0" y="0"/>
                  </a:moveTo>
                  <a:lnTo>
                    <a:pt x="850720" y="0"/>
                  </a:lnTo>
                </a:path>
              </a:pathLst>
            </a:custGeom>
            <a:ln w="16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093104" y="3771952"/>
              <a:ext cx="0" cy="162560"/>
            </a:xfrm>
            <a:custGeom>
              <a:avLst/>
              <a:gdLst/>
              <a:ahLst/>
              <a:cxnLst/>
              <a:rect l="l" t="t" r="r" b="b"/>
              <a:pathLst>
                <a:path w="0" h="162560">
                  <a:moveTo>
                    <a:pt x="0" y="0"/>
                  </a:moveTo>
                  <a:lnTo>
                    <a:pt x="0" y="161977"/>
                  </a:lnTo>
                </a:path>
              </a:pathLst>
            </a:custGeom>
            <a:ln w="142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085975" y="3358910"/>
              <a:ext cx="0" cy="173355"/>
            </a:xfrm>
            <a:custGeom>
              <a:avLst/>
              <a:gdLst/>
              <a:ahLst/>
              <a:cxnLst/>
              <a:rect l="l" t="t" r="r" b="b"/>
              <a:pathLst>
                <a:path w="0" h="173354">
                  <a:moveTo>
                    <a:pt x="0" y="0"/>
                  </a:moveTo>
                  <a:lnTo>
                    <a:pt x="0" y="172775"/>
                  </a:lnTo>
                </a:path>
              </a:pathLst>
            </a:custGeom>
            <a:ln w="142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805999" y="3647769"/>
              <a:ext cx="306705" cy="0"/>
            </a:xfrm>
            <a:custGeom>
              <a:avLst/>
              <a:gdLst/>
              <a:ahLst/>
              <a:cxnLst/>
              <a:rect l="l" t="t" r="r" b="b"/>
              <a:pathLst>
                <a:path w="306705" h="0">
                  <a:moveTo>
                    <a:pt x="0" y="0"/>
                  </a:moveTo>
                  <a:lnTo>
                    <a:pt x="306544" y="0"/>
                  </a:lnTo>
                </a:path>
              </a:pathLst>
            </a:custGeom>
            <a:ln w="16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238060" y="3415602"/>
              <a:ext cx="549275" cy="456565"/>
            </a:xfrm>
            <a:custGeom>
              <a:avLst/>
              <a:gdLst/>
              <a:ahLst/>
              <a:cxnLst/>
              <a:rect l="l" t="t" r="r" b="b"/>
              <a:pathLst>
                <a:path w="549275" h="456564">
                  <a:moveTo>
                    <a:pt x="304168" y="456235"/>
                  </a:moveTo>
                  <a:lnTo>
                    <a:pt x="0" y="456235"/>
                  </a:lnTo>
                  <a:lnTo>
                    <a:pt x="33268" y="399541"/>
                  </a:lnTo>
                  <a:lnTo>
                    <a:pt x="61784" y="345551"/>
                  </a:lnTo>
                  <a:lnTo>
                    <a:pt x="76042" y="291558"/>
                  </a:lnTo>
                  <a:lnTo>
                    <a:pt x="80794" y="226768"/>
                  </a:lnTo>
                  <a:lnTo>
                    <a:pt x="76042" y="172775"/>
                  </a:lnTo>
                  <a:lnTo>
                    <a:pt x="57031" y="113384"/>
                  </a:lnTo>
                  <a:lnTo>
                    <a:pt x="38021" y="62091"/>
                  </a:lnTo>
                  <a:lnTo>
                    <a:pt x="2376" y="0"/>
                  </a:lnTo>
                  <a:lnTo>
                    <a:pt x="304168" y="2699"/>
                  </a:lnTo>
                  <a:lnTo>
                    <a:pt x="351694" y="21596"/>
                  </a:lnTo>
                  <a:lnTo>
                    <a:pt x="396844" y="43193"/>
                  </a:lnTo>
                  <a:lnTo>
                    <a:pt x="437241" y="80988"/>
                  </a:lnTo>
                  <a:lnTo>
                    <a:pt x="475262" y="121482"/>
                  </a:lnTo>
                  <a:lnTo>
                    <a:pt x="510907" y="170076"/>
                  </a:lnTo>
                  <a:lnTo>
                    <a:pt x="548928" y="229465"/>
                  </a:lnTo>
                  <a:lnTo>
                    <a:pt x="513283" y="291558"/>
                  </a:lnTo>
                  <a:lnTo>
                    <a:pt x="475262" y="337452"/>
                  </a:lnTo>
                  <a:lnTo>
                    <a:pt x="437241" y="380646"/>
                  </a:lnTo>
                  <a:lnTo>
                    <a:pt x="396844" y="415741"/>
                  </a:lnTo>
                  <a:lnTo>
                    <a:pt x="351694" y="440038"/>
                  </a:lnTo>
                  <a:lnTo>
                    <a:pt x="304168" y="4562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238059" y="3415602"/>
              <a:ext cx="549275" cy="456565"/>
            </a:xfrm>
            <a:custGeom>
              <a:avLst/>
              <a:gdLst/>
              <a:ahLst/>
              <a:cxnLst/>
              <a:rect l="l" t="t" r="r" b="b"/>
              <a:pathLst>
                <a:path w="549275" h="456564">
                  <a:moveTo>
                    <a:pt x="2376" y="0"/>
                  </a:moveTo>
                  <a:lnTo>
                    <a:pt x="38021" y="62091"/>
                  </a:lnTo>
                  <a:lnTo>
                    <a:pt x="57031" y="113384"/>
                  </a:lnTo>
                  <a:lnTo>
                    <a:pt x="76042" y="172775"/>
                  </a:lnTo>
                  <a:lnTo>
                    <a:pt x="80794" y="226768"/>
                  </a:lnTo>
                  <a:lnTo>
                    <a:pt x="76042" y="291558"/>
                  </a:lnTo>
                  <a:lnTo>
                    <a:pt x="61784" y="345551"/>
                  </a:lnTo>
                  <a:lnTo>
                    <a:pt x="33268" y="399543"/>
                  </a:lnTo>
                  <a:lnTo>
                    <a:pt x="0" y="456235"/>
                  </a:lnTo>
                  <a:lnTo>
                    <a:pt x="304168" y="456235"/>
                  </a:lnTo>
                  <a:lnTo>
                    <a:pt x="351694" y="440038"/>
                  </a:lnTo>
                  <a:lnTo>
                    <a:pt x="396844" y="415741"/>
                  </a:lnTo>
                  <a:lnTo>
                    <a:pt x="437241" y="380646"/>
                  </a:lnTo>
                  <a:lnTo>
                    <a:pt x="475262" y="337452"/>
                  </a:lnTo>
                  <a:lnTo>
                    <a:pt x="513283" y="291558"/>
                  </a:lnTo>
                  <a:lnTo>
                    <a:pt x="548928" y="229467"/>
                  </a:lnTo>
                  <a:lnTo>
                    <a:pt x="510907" y="170076"/>
                  </a:lnTo>
                  <a:lnTo>
                    <a:pt x="475262" y="121482"/>
                  </a:lnTo>
                  <a:lnTo>
                    <a:pt x="437241" y="80988"/>
                  </a:lnTo>
                  <a:lnTo>
                    <a:pt x="396844" y="43193"/>
                  </a:lnTo>
                  <a:lnTo>
                    <a:pt x="351694" y="21596"/>
                  </a:lnTo>
                  <a:lnTo>
                    <a:pt x="304168" y="2699"/>
                  </a:lnTo>
                  <a:lnTo>
                    <a:pt x="2376" y="0"/>
                  </a:lnTo>
                  <a:close/>
                </a:path>
              </a:pathLst>
            </a:custGeom>
            <a:ln w="256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6836" y="3578226"/>
              <a:ext cx="115356" cy="12828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423840" y="3118644"/>
              <a:ext cx="389890" cy="210820"/>
            </a:xfrm>
            <a:custGeom>
              <a:avLst/>
              <a:gdLst/>
              <a:ahLst/>
              <a:cxnLst/>
              <a:rect l="l" t="t" r="r" b="b"/>
              <a:pathLst>
                <a:path w="389889" h="210820">
                  <a:moveTo>
                    <a:pt x="0" y="0"/>
                  </a:moveTo>
                  <a:lnTo>
                    <a:pt x="389715" y="0"/>
                  </a:lnTo>
                </a:path>
                <a:path w="389889" h="210820">
                  <a:moveTo>
                    <a:pt x="0" y="0"/>
                  </a:moveTo>
                  <a:lnTo>
                    <a:pt x="0" y="210570"/>
                  </a:lnTo>
                </a:path>
              </a:pathLst>
            </a:custGeom>
            <a:ln w="152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423840" y="3493891"/>
              <a:ext cx="0" cy="880110"/>
            </a:xfrm>
            <a:custGeom>
              <a:avLst/>
              <a:gdLst/>
              <a:ahLst/>
              <a:cxnLst/>
              <a:rect l="l" t="t" r="r" b="b"/>
              <a:pathLst>
                <a:path w="0" h="880110">
                  <a:moveTo>
                    <a:pt x="0" y="880076"/>
                  </a:moveTo>
                  <a:lnTo>
                    <a:pt x="0" y="0"/>
                  </a:lnTo>
                </a:path>
              </a:pathLst>
            </a:custGeom>
            <a:ln w="142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226606" y="3474991"/>
              <a:ext cx="119380" cy="57150"/>
            </a:xfrm>
            <a:custGeom>
              <a:avLst/>
              <a:gdLst/>
              <a:ahLst/>
              <a:cxnLst/>
              <a:rect l="l" t="t" r="r" b="b"/>
              <a:pathLst>
                <a:path w="119380" h="57150">
                  <a:moveTo>
                    <a:pt x="118815" y="56694"/>
                  </a:moveTo>
                  <a:lnTo>
                    <a:pt x="0" y="29698"/>
                  </a:lnTo>
                  <a:lnTo>
                    <a:pt x="118815" y="0"/>
                  </a:lnTo>
                  <a:lnTo>
                    <a:pt x="118815" y="566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226606" y="3474994"/>
              <a:ext cx="119380" cy="57150"/>
            </a:xfrm>
            <a:custGeom>
              <a:avLst/>
              <a:gdLst/>
              <a:ahLst/>
              <a:cxnLst/>
              <a:rect l="l" t="t" r="r" b="b"/>
              <a:pathLst>
                <a:path w="119380" h="57150">
                  <a:moveTo>
                    <a:pt x="0" y="29695"/>
                  </a:moveTo>
                  <a:lnTo>
                    <a:pt x="118815" y="0"/>
                  </a:lnTo>
                  <a:lnTo>
                    <a:pt x="118815" y="56692"/>
                  </a:lnTo>
                  <a:lnTo>
                    <a:pt x="0" y="2969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202843" y="3501990"/>
              <a:ext cx="213995" cy="3175"/>
            </a:xfrm>
            <a:custGeom>
              <a:avLst/>
              <a:gdLst/>
              <a:ahLst/>
              <a:cxnLst/>
              <a:rect l="l" t="t" r="r" b="b"/>
              <a:pathLst>
                <a:path w="213994" h="3175">
                  <a:moveTo>
                    <a:pt x="213868" y="0"/>
                  </a:moveTo>
                  <a:lnTo>
                    <a:pt x="0" y="2699"/>
                  </a:lnTo>
                </a:path>
              </a:pathLst>
            </a:custGeom>
            <a:ln w="16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202843" y="3674765"/>
              <a:ext cx="207010" cy="0"/>
            </a:xfrm>
            <a:custGeom>
              <a:avLst/>
              <a:gdLst/>
              <a:ahLst/>
              <a:cxnLst/>
              <a:rect l="l" t="t" r="r" b="b"/>
              <a:pathLst>
                <a:path w="207010" h="0">
                  <a:moveTo>
                    <a:pt x="206739" y="0"/>
                  </a:moveTo>
                  <a:lnTo>
                    <a:pt x="0" y="0"/>
                  </a:lnTo>
                </a:path>
              </a:pathLst>
            </a:custGeom>
            <a:ln w="16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202843" y="3607275"/>
              <a:ext cx="0" cy="121920"/>
            </a:xfrm>
            <a:custGeom>
              <a:avLst/>
              <a:gdLst/>
              <a:ahLst/>
              <a:cxnLst/>
              <a:rect l="l" t="t" r="r" b="b"/>
              <a:pathLst>
                <a:path w="0" h="121920">
                  <a:moveTo>
                    <a:pt x="0" y="0"/>
                  </a:moveTo>
                  <a:lnTo>
                    <a:pt x="0" y="121482"/>
                  </a:lnTo>
                </a:path>
              </a:pathLst>
            </a:custGeom>
            <a:ln w="261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202843" y="3439898"/>
              <a:ext cx="0" cy="121920"/>
            </a:xfrm>
            <a:custGeom>
              <a:avLst/>
              <a:gdLst/>
              <a:ahLst/>
              <a:cxnLst/>
              <a:rect l="l" t="t" r="r" b="b"/>
              <a:pathLst>
                <a:path w="0" h="121920">
                  <a:moveTo>
                    <a:pt x="0" y="0"/>
                  </a:moveTo>
                  <a:lnTo>
                    <a:pt x="0" y="121482"/>
                  </a:lnTo>
                </a:path>
              </a:pathLst>
            </a:custGeom>
            <a:ln w="261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202843" y="3269822"/>
              <a:ext cx="0" cy="121920"/>
            </a:xfrm>
            <a:custGeom>
              <a:avLst/>
              <a:gdLst/>
              <a:ahLst/>
              <a:cxnLst/>
              <a:rect l="l" t="t" r="r" b="b"/>
              <a:pathLst>
                <a:path w="0" h="121920">
                  <a:moveTo>
                    <a:pt x="0" y="0"/>
                  </a:moveTo>
                  <a:lnTo>
                    <a:pt x="0" y="121482"/>
                  </a:lnTo>
                </a:path>
              </a:pathLst>
            </a:custGeom>
            <a:ln w="261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202843" y="3331914"/>
              <a:ext cx="213995" cy="0"/>
            </a:xfrm>
            <a:custGeom>
              <a:avLst/>
              <a:gdLst/>
              <a:ahLst/>
              <a:cxnLst/>
              <a:rect l="l" t="t" r="r" b="b"/>
              <a:pathLst>
                <a:path w="213994" h="0">
                  <a:moveTo>
                    <a:pt x="213868" y="0"/>
                  </a:moveTo>
                  <a:lnTo>
                    <a:pt x="0" y="0"/>
                  </a:lnTo>
                </a:path>
              </a:pathLst>
            </a:custGeom>
            <a:ln w="16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388196" y="3645069"/>
              <a:ext cx="57150" cy="65405"/>
            </a:xfrm>
            <a:custGeom>
              <a:avLst/>
              <a:gdLst/>
              <a:ahLst/>
              <a:cxnLst/>
              <a:rect l="l" t="t" r="r" b="b"/>
              <a:pathLst>
                <a:path w="57150" h="65404">
                  <a:moveTo>
                    <a:pt x="28515" y="64790"/>
                  </a:moveTo>
                  <a:lnTo>
                    <a:pt x="23763" y="62091"/>
                  </a:lnTo>
                  <a:lnTo>
                    <a:pt x="16631" y="62091"/>
                  </a:lnTo>
                  <a:lnTo>
                    <a:pt x="4752" y="48593"/>
                  </a:lnTo>
                  <a:lnTo>
                    <a:pt x="0" y="37794"/>
                  </a:lnTo>
                  <a:lnTo>
                    <a:pt x="0" y="24296"/>
                  </a:lnTo>
                  <a:lnTo>
                    <a:pt x="4752" y="13498"/>
                  </a:lnTo>
                  <a:lnTo>
                    <a:pt x="11881" y="5399"/>
                  </a:lnTo>
                  <a:lnTo>
                    <a:pt x="16631" y="2699"/>
                  </a:lnTo>
                  <a:lnTo>
                    <a:pt x="23763" y="0"/>
                  </a:lnTo>
                  <a:lnTo>
                    <a:pt x="33268" y="0"/>
                  </a:lnTo>
                  <a:lnTo>
                    <a:pt x="40397" y="2699"/>
                  </a:lnTo>
                  <a:lnTo>
                    <a:pt x="49902" y="8098"/>
                  </a:lnTo>
                  <a:lnTo>
                    <a:pt x="57029" y="24296"/>
                  </a:lnTo>
                  <a:lnTo>
                    <a:pt x="57029" y="37794"/>
                  </a:lnTo>
                  <a:lnTo>
                    <a:pt x="49902" y="53992"/>
                  </a:lnTo>
                  <a:lnTo>
                    <a:pt x="45149" y="56692"/>
                  </a:lnTo>
                  <a:lnTo>
                    <a:pt x="40397" y="62091"/>
                  </a:lnTo>
                  <a:lnTo>
                    <a:pt x="33268" y="62091"/>
                  </a:lnTo>
                  <a:lnTo>
                    <a:pt x="28515" y="647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388196" y="3645070"/>
              <a:ext cx="57150" cy="65405"/>
            </a:xfrm>
            <a:custGeom>
              <a:avLst/>
              <a:gdLst/>
              <a:ahLst/>
              <a:cxnLst/>
              <a:rect l="l" t="t" r="r" b="b"/>
              <a:pathLst>
                <a:path w="57150" h="65404">
                  <a:moveTo>
                    <a:pt x="28515" y="64790"/>
                  </a:moveTo>
                  <a:lnTo>
                    <a:pt x="23763" y="62091"/>
                  </a:lnTo>
                  <a:lnTo>
                    <a:pt x="16634" y="62091"/>
                  </a:lnTo>
                  <a:lnTo>
                    <a:pt x="11881" y="56692"/>
                  </a:lnTo>
                  <a:lnTo>
                    <a:pt x="9505" y="53992"/>
                  </a:lnTo>
                  <a:lnTo>
                    <a:pt x="4752" y="48593"/>
                  </a:lnTo>
                  <a:lnTo>
                    <a:pt x="2376" y="43193"/>
                  </a:lnTo>
                  <a:lnTo>
                    <a:pt x="0" y="37794"/>
                  </a:lnTo>
                  <a:lnTo>
                    <a:pt x="0" y="32395"/>
                  </a:lnTo>
                  <a:lnTo>
                    <a:pt x="0" y="24296"/>
                  </a:lnTo>
                  <a:lnTo>
                    <a:pt x="2376" y="18897"/>
                  </a:lnTo>
                  <a:lnTo>
                    <a:pt x="4752" y="13498"/>
                  </a:lnTo>
                  <a:lnTo>
                    <a:pt x="9505" y="8098"/>
                  </a:lnTo>
                  <a:lnTo>
                    <a:pt x="11881" y="5399"/>
                  </a:lnTo>
                  <a:lnTo>
                    <a:pt x="16634" y="2699"/>
                  </a:lnTo>
                  <a:lnTo>
                    <a:pt x="23763" y="0"/>
                  </a:lnTo>
                  <a:lnTo>
                    <a:pt x="28515" y="0"/>
                  </a:lnTo>
                  <a:lnTo>
                    <a:pt x="33268" y="0"/>
                  </a:lnTo>
                  <a:lnTo>
                    <a:pt x="40397" y="2699"/>
                  </a:lnTo>
                  <a:lnTo>
                    <a:pt x="45149" y="5399"/>
                  </a:lnTo>
                  <a:lnTo>
                    <a:pt x="49902" y="8098"/>
                  </a:lnTo>
                  <a:lnTo>
                    <a:pt x="52278" y="13498"/>
                  </a:lnTo>
                  <a:lnTo>
                    <a:pt x="54655" y="18897"/>
                  </a:lnTo>
                  <a:lnTo>
                    <a:pt x="57031" y="24296"/>
                  </a:lnTo>
                  <a:lnTo>
                    <a:pt x="57031" y="32395"/>
                  </a:lnTo>
                  <a:lnTo>
                    <a:pt x="57031" y="37794"/>
                  </a:lnTo>
                  <a:lnTo>
                    <a:pt x="54655" y="43193"/>
                  </a:lnTo>
                  <a:lnTo>
                    <a:pt x="52278" y="48593"/>
                  </a:lnTo>
                  <a:lnTo>
                    <a:pt x="49902" y="53992"/>
                  </a:lnTo>
                  <a:lnTo>
                    <a:pt x="45149" y="56692"/>
                  </a:lnTo>
                  <a:lnTo>
                    <a:pt x="40397" y="62091"/>
                  </a:lnTo>
                  <a:lnTo>
                    <a:pt x="33268" y="62091"/>
                  </a:lnTo>
                  <a:lnTo>
                    <a:pt x="28515" y="64790"/>
                  </a:lnTo>
                </a:path>
              </a:pathLst>
            </a:custGeom>
            <a:ln w="15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112543" y="3342712"/>
              <a:ext cx="0" cy="318770"/>
            </a:xfrm>
            <a:custGeom>
              <a:avLst/>
              <a:gdLst/>
              <a:ahLst/>
              <a:cxnLst/>
              <a:rect l="l" t="t" r="r" b="b"/>
              <a:pathLst>
                <a:path w="0" h="318770">
                  <a:moveTo>
                    <a:pt x="0" y="0"/>
                  </a:moveTo>
                  <a:lnTo>
                    <a:pt x="0" y="318555"/>
                  </a:lnTo>
                </a:path>
              </a:pathLst>
            </a:custGeom>
            <a:ln w="261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309777" y="4360469"/>
              <a:ext cx="226060" cy="3175"/>
            </a:xfrm>
            <a:custGeom>
              <a:avLst/>
              <a:gdLst/>
              <a:ahLst/>
              <a:cxnLst/>
              <a:rect l="l" t="t" r="r" b="b"/>
              <a:pathLst>
                <a:path w="226060" h="3175">
                  <a:moveTo>
                    <a:pt x="0" y="0"/>
                  </a:moveTo>
                  <a:lnTo>
                    <a:pt x="225749" y="2699"/>
                  </a:lnTo>
                </a:path>
              </a:pathLst>
            </a:custGeom>
            <a:ln w="350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27542" y="3704461"/>
              <a:ext cx="344805" cy="454025"/>
            </a:xfrm>
            <a:custGeom>
              <a:avLst/>
              <a:gdLst/>
              <a:ahLst/>
              <a:cxnLst/>
              <a:rect l="l" t="t" r="r" b="b"/>
              <a:pathLst>
                <a:path w="344805" h="454025">
                  <a:moveTo>
                    <a:pt x="0" y="453536"/>
                  </a:moveTo>
                  <a:lnTo>
                    <a:pt x="0" y="0"/>
                  </a:lnTo>
                  <a:lnTo>
                    <a:pt x="344565" y="226768"/>
                  </a:lnTo>
                  <a:lnTo>
                    <a:pt x="0" y="4535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27541" y="3704461"/>
              <a:ext cx="344805" cy="454025"/>
            </a:xfrm>
            <a:custGeom>
              <a:avLst/>
              <a:gdLst/>
              <a:ahLst/>
              <a:cxnLst/>
              <a:rect l="l" t="t" r="r" b="b"/>
              <a:pathLst>
                <a:path w="344805" h="454025">
                  <a:moveTo>
                    <a:pt x="344565" y="226768"/>
                  </a:moveTo>
                  <a:lnTo>
                    <a:pt x="0" y="453536"/>
                  </a:lnTo>
                  <a:lnTo>
                    <a:pt x="0" y="0"/>
                  </a:lnTo>
                  <a:lnTo>
                    <a:pt x="344565" y="226768"/>
                  </a:lnTo>
                  <a:close/>
                </a:path>
              </a:pathLst>
            </a:custGeom>
            <a:ln w="274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7203" y="3864385"/>
              <a:ext cx="115356" cy="128288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27542" y="3118644"/>
              <a:ext cx="344805" cy="454025"/>
            </a:xfrm>
            <a:custGeom>
              <a:avLst/>
              <a:gdLst/>
              <a:ahLst/>
              <a:cxnLst/>
              <a:rect l="l" t="t" r="r" b="b"/>
              <a:pathLst>
                <a:path w="344805" h="454025">
                  <a:moveTo>
                    <a:pt x="0" y="453533"/>
                  </a:moveTo>
                  <a:lnTo>
                    <a:pt x="0" y="0"/>
                  </a:lnTo>
                  <a:lnTo>
                    <a:pt x="344565" y="226768"/>
                  </a:lnTo>
                  <a:lnTo>
                    <a:pt x="0" y="4535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27541" y="3118644"/>
              <a:ext cx="344805" cy="454025"/>
            </a:xfrm>
            <a:custGeom>
              <a:avLst/>
              <a:gdLst/>
              <a:ahLst/>
              <a:cxnLst/>
              <a:rect l="l" t="t" r="r" b="b"/>
              <a:pathLst>
                <a:path w="344805" h="454025">
                  <a:moveTo>
                    <a:pt x="344565" y="226768"/>
                  </a:moveTo>
                  <a:lnTo>
                    <a:pt x="0" y="453536"/>
                  </a:lnTo>
                  <a:lnTo>
                    <a:pt x="0" y="0"/>
                  </a:lnTo>
                  <a:lnTo>
                    <a:pt x="344565" y="226768"/>
                  </a:lnTo>
                  <a:close/>
                </a:path>
              </a:pathLst>
            </a:custGeom>
            <a:ln w="274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7203" y="3278568"/>
              <a:ext cx="115356" cy="128288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383063" y="1980076"/>
            <a:ext cx="638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电路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135956" y="1687878"/>
            <a:ext cx="3823970" cy="363918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3460750">
              <a:lnSpc>
                <a:spcPct val="100000"/>
              </a:lnSpc>
              <a:spcBef>
                <a:spcPts val="60"/>
              </a:spcBef>
            </a:pPr>
            <a:r>
              <a:rPr dirty="0" baseline="7716" sz="2700" spc="-1807" b="1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dirty="0" baseline="7716" sz="2700" spc="-52" b="1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dirty="0" sz="1150" spc="10" b="1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dirty="0" sz="1150" spc="-1680" b="1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dirty="0" sz="1150" spc="10" b="1">
                <a:solidFill>
                  <a:srgbClr val="FF0000"/>
                </a:solidFill>
                <a:latin typeface="Times New Roman"/>
                <a:cs typeface="Times New Roman"/>
              </a:rPr>
              <a:t>DD</a:t>
            </a:r>
            <a:endParaRPr sz="1150">
              <a:latin typeface="Times New Roman"/>
              <a:cs typeface="Times New Roman"/>
            </a:endParaRPr>
          </a:p>
          <a:p>
            <a:pPr marL="2676525">
              <a:lnSpc>
                <a:spcPct val="100000"/>
              </a:lnSpc>
              <a:spcBef>
                <a:spcPts val="985"/>
              </a:spcBef>
            </a:pPr>
            <a:r>
              <a:rPr dirty="0" sz="1500" spc="-370" i="1">
                <a:latin typeface="Times New Roman"/>
                <a:cs typeface="Times New Roman"/>
              </a:rPr>
              <a:t>RR</a:t>
            </a:r>
            <a:r>
              <a:rPr dirty="0" baseline="-13888" sz="1500" spc="-555">
                <a:latin typeface="Times New Roman"/>
                <a:cs typeface="Times New Roman"/>
              </a:rPr>
              <a:t>PP</a:t>
            </a:r>
            <a:endParaRPr baseline="-13888" sz="1500">
              <a:latin typeface="Times New Roman"/>
              <a:cs typeface="Times New Roman"/>
            </a:endParaRPr>
          </a:p>
          <a:p>
            <a:pPr marL="3427729">
              <a:lnSpc>
                <a:spcPct val="100000"/>
              </a:lnSpc>
              <a:spcBef>
                <a:spcPts val="195"/>
              </a:spcBef>
            </a:pPr>
            <a:r>
              <a:rPr dirty="0" sz="1500" spc="-420" i="1">
                <a:latin typeface="Times New Roman"/>
                <a:cs typeface="Times New Roman"/>
              </a:rPr>
              <a:t>LL</a:t>
            </a:r>
            <a:endParaRPr sz="1500">
              <a:latin typeface="Times New Roman"/>
              <a:cs typeface="Times New Roman"/>
            </a:endParaRPr>
          </a:p>
          <a:p>
            <a:pPr marL="35560">
              <a:lnSpc>
                <a:spcPct val="100000"/>
              </a:lnSpc>
              <a:spcBef>
                <a:spcPts val="1295"/>
              </a:spcBef>
            </a:pPr>
            <a:r>
              <a:rPr dirty="0" sz="1500" spc="-459" i="1">
                <a:latin typeface="Times New Roman"/>
                <a:cs typeface="Times New Roman"/>
              </a:rPr>
              <a:t>AA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50">
              <a:latin typeface="Times New Roman"/>
              <a:cs typeface="Times New Roman"/>
            </a:endParaRPr>
          </a:p>
          <a:p>
            <a:pPr marL="20320">
              <a:lnSpc>
                <a:spcPct val="100000"/>
              </a:lnSpc>
            </a:pPr>
            <a:r>
              <a:rPr dirty="0" sz="1500" spc="-459" i="1">
                <a:latin typeface="Times New Roman"/>
                <a:cs typeface="Times New Roman"/>
              </a:rPr>
              <a:t>BB</a:t>
            </a:r>
            <a:endParaRPr sz="1500">
              <a:latin typeface="Times New Roman"/>
              <a:cs typeface="Times New Roman"/>
            </a:endParaRPr>
          </a:p>
          <a:p>
            <a:pPr marL="1243965">
              <a:lnSpc>
                <a:spcPct val="100000"/>
              </a:lnSpc>
              <a:spcBef>
                <a:spcPts val="1315"/>
              </a:spcBef>
            </a:pPr>
            <a:r>
              <a:rPr dirty="0" sz="1500" spc="5">
                <a:latin typeface="宋体"/>
                <a:cs typeface="宋体"/>
              </a:rPr>
              <a:t>与非</a:t>
            </a:r>
            <a:r>
              <a:rPr dirty="0" sz="1500" spc="-4525">
                <a:latin typeface="宋体"/>
                <a:cs typeface="宋体"/>
              </a:rPr>
              <a:t>门</a:t>
            </a:r>
            <a:r>
              <a:rPr dirty="0" sz="1500" spc="5">
                <a:latin typeface="宋体"/>
                <a:cs typeface="宋体"/>
              </a:rPr>
              <a:t>与非门</a:t>
            </a:r>
            <a:r>
              <a:rPr dirty="0" sz="1500" spc="-370">
                <a:latin typeface="宋体"/>
                <a:cs typeface="宋体"/>
              </a:rPr>
              <a:t> </a:t>
            </a:r>
            <a:r>
              <a:rPr dirty="0" sz="1500" spc="-1085">
                <a:latin typeface="Times New Roman"/>
                <a:cs typeface="Times New Roman"/>
              </a:rPr>
              <a:t>G</a:t>
            </a:r>
            <a:r>
              <a:rPr dirty="0" sz="1500" spc="-20">
                <a:latin typeface="Times New Roman"/>
                <a:cs typeface="Times New Roman"/>
              </a:rPr>
              <a:t>G</a:t>
            </a:r>
            <a:r>
              <a:rPr dirty="0" baseline="-13888" sz="1500" spc="-757">
                <a:latin typeface="Times New Roman"/>
                <a:cs typeface="Times New Roman"/>
              </a:rPr>
              <a:t>1</a:t>
            </a:r>
            <a:r>
              <a:rPr dirty="0" baseline="-13888" sz="1500">
                <a:latin typeface="Times New Roman"/>
                <a:cs typeface="Times New Roman"/>
              </a:rPr>
              <a:t>1</a:t>
            </a:r>
            <a:endParaRPr baseline="-13888"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500">
              <a:latin typeface="Times New Roman"/>
              <a:cs typeface="Times New Roman"/>
            </a:endParaRPr>
          </a:p>
          <a:p>
            <a:pPr marL="20320">
              <a:lnSpc>
                <a:spcPct val="100000"/>
              </a:lnSpc>
            </a:pPr>
            <a:r>
              <a:rPr dirty="0" sz="1500" spc="5" i="1">
                <a:latin typeface="Times New Roman"/>
                <a:cs typeface="Times New Roman"/>
              </a:rPr>
              <a:t>C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dirty="0" sz="1500" spc="5" i="1">
                <a:latin typeface="Times New Roman"/>
                <a:cs typeface="Times New Roman"/>
              </a:rPr>
              <a:t>D</a:t>
            </a:r>
            <a:endParaRPr sz="1500">
              <a:latin typeface="Times New Roman"/>
              <a:cs typeface="Times New Roman"/>
            </a:endParaRPr>
          </a:p>
          <a:p>
            <a:pPr marL="1162050">
              <a:lnSpc>
                <a:spcPct val="100000"/>
              </a:lnSpc>
              <a:spcBef>
                <a:spcPts val="1295"/>
              </a:spcBef>
            </a:pPr>
            <a:r>
              <a:rPr dirty="0" sz="1500" spc="5">
                <a:latin typeface="宋体"/>
                <a:cs typeface="宋体"/>
              </a:rPr>
              <a:t>与非门</a:t>
            </a:r>
            <a:r>
              <a:rPr dirty="0" sz="1500" spc="-370">
                <a:latin typeface="宋体"/>
                <a:cs typeface="宋体"/>
              </a:rPr>
              <a:t> </a:t>
            </a:r>
            <a:r>
              <a:rPr dirty="0" sz="1500" spc="-20">
                <a:latin typeface="Times New Roman"/>
                <a:cs typeface="Times New Roman"/>
              </a:rPr>
              <a:t>G</a:t>
            </a:r>
            <a:r>
              <a:rPr dirty="0" baseline="-13888" sz="1500">
                <a:latin typeface="Times New Roman"/>
                <a:cs typeface="Times New Roman"/>
              </a:rPr>
              <a:t>2</a:t>
            </a:r>
            <a:endParaRPr baseline="-13888" sz="15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336110" y="1246003"/>
            <a:ext cx="170815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 i="1">
                <a:latin typeface="Times New Roman"/>
                <a:cs typeface="Times New Roman"/>
              </a:rPr>
              <a:t>A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288188" y="1598356"/>
            <a:ext cx="1007744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dirty="0" sz="1850" spc="10" i="1">
                <a:latin typeface="Times New Roman"/>
                <a:cs typeface="Times New Roman"/>
              </a:rPr>
              <a:t>B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224253" y="1385674"/>
            <a:ext cx="158115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 i="1">
                <a:latin typeface="Times New Roman"/>
                <a:cs typeface="Times New Roman"/>
              </a:rPr>
              <a:t>L</a:t>
            </a:r>
            <a:endParaRPr sz="1850">
              <a:latin typeface="Times New Roman"/>
              <a:cs typeface="Times New Roman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2621713" y="1285682"/>
            <a:ext cx="1440815" cy="568325"/>
            <a:chOff x="2621713" y="1285682"/>
            <a:chExt cx="1440815" cy="568325"/>
          </a:xfrm>
        </p:grpSpPr>
        <p:sp>
          <p:nvSpPr>
            <p:cNvPr id="63" name="object 63"/>
            <p:cNvSpPr/>
            <p:nvPr/>
          </p:nvSpPr>
          <p:spPr>
            <a:xfrm>
              <a:off x="2631238" y="1433293"/>
              <a:ext cx="584200" cy="3175"/>
            </a:xfrm>
            <a:custGeom>
              <a:avLst/>
              <a:gdLst/>
              <a:ahLst/>
              <a:cxnLst/>
              <a:rect l="l" t="t" r="r" b="b"/>
              <a:pathLst>
                <a:path w="584200" h="3175">
                  <a:moveTo>
                    <a:pt x="0" y="0"/>
                  </a:moveTo>
                  <a:lnTo>
                    <a:pt x="583896" y="3174"/>
                  </a:lnTo>
                </a:path>
              </a:pathLst>
            </a:custGeom>
            <a:ln w="190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631238" y="1718984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 h="0">
                  <a:moveTo>
                    <a:pt x="0" y="0"/>
                  </a:moveTo>
                  <a:lnTo>
                    <a:pt x="583896" y="0"/>
                  </a:lnTo>
                </a:path>
              </a:pathLst>
            </a:custGeom>
            <a:ln w="190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456309" y="1572964"/>
              <a:ext cx="596900" cy="0"/>
            </a:xfrm>
            <a:custGeom>
              <a:avLst/>
              <a:gdLst/>
              <a:ahLst/>
              <a:cxnLst/>
              <a:rect l="l" t="t" r="r" b="b"/>
              <a:pathLst>
                <a:path w="596900" h="0">
                  <a:moveTo>
                    <a:pt x="0" y="0"/>
                  </a:moveTo>
                  <a:lnTo>
                    <a:pt x="596589" y="0"/>
                  </a:lnTo>
                </a:path>
              </a:pathLst>
            </a:custGeom>
            <a:ln w="190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05455" y="1490433"/>
              <a:ext cx="155498" cy="155539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2989828" y="1303145"/>
              <a:ext cx="625475" cy="533400"/>
            </a:xfrm>
            <a:custGeom>
              <a:avLst/>
              <a:gdLst/>
              <a:ahLst/>
              <a:cxnLst/>
              <a:rect l="l" t="t" r="r" b="b"/>
              <a:pathLst>
                <a:path w="625475" h="533400">
                  <a:moveTo>
                    <a:pt x="314161" y="533291"/>
                  </a:moveTo>
                  <a:lnTo>
                    <a:pt x="0" y="533291"/>
                  </a:lnTo>
                  <a:lnTo>
                    <a:pt x="0" y="0"/>
                  </a:lnTo>
                  <a:lnTo>
                    <a:pt x="314161" y="0"/>
                  </a:lnTo>
                  <a:lnTo>
                    <a:pt x="345895" y="3174"/>
                  </a:lnTo>
                  <a:lnTo>
                    <a:pt x="374455" y="6348"/>
                  </a:lnTo>
                  <a:lnTo>
                    <a:pt x="406188" y="12694"/>
                  </a:lnTo>
                  <a:lnTo>
                    <a:pt x="463309" y="31743"/>
                  </a:lnTo>
                  <a:lnTo>
                    <a:pt x="488695" y="47615"/>
                  </a:lnTo>
                  <a:lnTo>
                    <a:pt x="510906" y="60312"/>
                  </a:lnTo>
                  <a:lnTo>
                    <a:pt x="555336" y="98401"/>
                  </a:lnTo>
                  <a:lnTo>
                    <a:pt x="590239" y="139671"/>
                  </a:lnTo>
                  <a:lnTo>
                    <a:pt x="612456" y="187286"/>
                  </a:lnTo>
                  <a:lnTo>
                    <a:pt x="625146" y="238073"/>
                  </a:lnTo>
                  <a:lnTo>
                    <a:pt x="625146" y="295211"/>
                  </a:lnTo>
                  <a:lnTo>
                    <a:pt x="612456" y="346004"/>
                  </a:lnTo>
                  <a:lnTo>
                    <a:pt x="590239" y="393619"/>
                  </a:lnTo>
                  <a:lnTo>
                    <a:pt x="555336" y="434886"/>
                  </a:lnTo>
                  <a:lnTo>
                    <a:pt x="510906" y="472978"/>
                  </a:lnTo>
                  <a:lnTo>
                    <a:pt x="488695" y="485675"/>
                  </a:lnTo>
                  <a:lnTo>
                    <a:pt x="463309" y="501547"/>
                  </a:lnTo>
                  <a:lnTo>
                    <a:pt x="406188" y="520593"/>
                  </a:lnTo>
                  <a:lnTo>
                    <a:pt x="374455" y="526939"/>
                  </a:lnTo>
                  <a:lnTo>
                    <a:pt x="345895" y="530116"/>
                  </a:lnTo>
                  <a:lnTo>
                    <a:pt x="314161" y="5332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2989827" y="1303144"/>
              <a:ext cx="625475" cy="533400"/>
            </a:xfrm>
            <a:custGeom>
              <a:avLst/>
              <a:gdLst/>
              <a:ahLst/>
              <a:cxnLst/>
              <a:rect l="l" t="t" r="r" b="b"/>
              <a:pathLst>
                <a:path w="625475" h="533400">
                  <a:moveTo>
                    <a:pt x="314161" y="533291"/>
                  </a:moveTo>
                  <a:lnTo>
                    <a:pt x="345895" y="530116"/>
                  </a:lnTo>
                  <a:lnTo>
                    <a:pt x="374455" y="526942"/>
                  </a:lnTo>
                  <a:lnTo>
                    <a:pt x="406188" y="520593"/>
                  </a:lnTo>
                  <a:lnTo>
                    <a:pt x="434748" y="511070"/>
                  </a:lnTo>
                  <a:lnTo>
                    <a:pt x="463309" y="501547"/>
                  </a:lnTo>
                  <a:lnTo>
                    <a:pt x="488695" y="485675"/>
                  </a:lnTo>
                  <a:lnTo>
                    <a:pt x="510909" y="472978"/>
                  </a:lnTo>
                  <a:lnTo>
                    <a:pt x="533122" y="453932"/>
                  </a:lnTo>
                  <a:lnTo>
                    <a:pt x="574376" y="415840"/>
                  </a:lnTo>
                  <a:lnTo>
                    <a:pt x="602936" y="371399"/>
                  </a:lnTo>
                  <a:lnTo>
                    <a:pt x="618803" y="320609"/>
                  </a:lnTo>
                  <a:lnTo>
                    <a:pt x="625150" y="295214"/>
                  </a:lnTo>
                  <a:lnTo>
                    <a:pt x="625150" y="279342"/>
                  </a:lnTo>
                  <a:lnTo>
                    <a:pt x="625150" y="266645"/>
                  </a:lnTo>
                  <a:lnTo>
                    <a:pt x="625150" y="253948"/>
                  </a:lnTo>
                  <a:lnTo>
                    <a:pt x="625150" y="238076"/>
                  </a:lnTo>
                  <a:lnTo>
                    <a:pt x="618803" y="212681"/>
                  </a:lnTo>
                  <a:lnTo>
                    <a:pt x="602936" y="161891"/>
                  </a:lnTo>
                  <a:lnTo>
                    <a:pt x="574376" y="117451"/>
                  </a:lnTo>
                  <a:lnTo>
                    <a:pt x="533122" y="79358"/>
                  </a:lnTo>
                  <a:lnTo>
                    <a:pt x="510909" y="60312"/>
                  </a:lnTo>
                  <a:lnTo>
                    <a:pt x="488695" y="47615"/>
                  </a:lnTo>
                  <a:lnTo>
                    <a:pt x="463309" y="31743"/>
                  </a:lnTo>
                  <a:lnTo>
                    <a:pt x="434748" y="22220"/>
                  </a:lnTo>
                  <a:lnTo>
                    <a:pt x="406188" y="12697"/>
                  </a:lnTo>
                  <a:lnTo>
                    <a:pt x="374455" y="6348"/>
                  </a:lnTo>
                  <a:lnTo>
                    <a:pt x="345895" y="3174"/>
                  </a:lnTo>
                  <a:lnTo>
                    <a:pt x="314161" y="0"/>
                  </a:lnTo>
                  <a:lnTo>
                    <a:pt x="0" y="0"/>
                  </a:lnTo>
                  <a:lnTo>
                    <a:pt x="0" y="533291"/>
                  </a:lnTo>
                  <a:lnTo>
                    <a:pt x="314161" y="533291"/>
                  </a:lnTo>
                </a:path>
              </a:pathLst>
            </a:custGeom>
            <a:ln w="349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32547" y="1417424"/>
              <a:ext cx="152323" cy="234899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18350" y="1364255"/>
            <a:ext cx="22415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1661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逻辑符号</a:t>
            </a:r>
            <a:endParaRPr sz="2400">
              <a:latin typeface="新宋体"/>
              <a:cs typeface="新宋体"/>
            </a:endParaRPr>
          </a:p>
        </p:txBody>
      </p:sp>
      <p:pic>
        <p:nvPicPr>
          <p:cNvPr id="71" name="object 7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60554" y="1753361"/>
            <a:ext cx="2787383" cy="3246869"/>
          </a:xfrm>
          <a:prstGeom prst="rect">
            <a:avLst/>
          </a:prstGeom>
        </p:spPr>
      </p:pic>
      <p:grpSp>
        <p:nvGrpSpPr>
          <p:cNvPr id="72" name="object 72"/>
          <p:cNvGrpSpPr/>
          <p:nvPr/>
        </p:nvGrpSpPr>
        <p:grpSpPr>
          <a:xfrm>
            <a:off x="18350" y="1205086"/>
            <a:ext cx="9091295" cy="4197350"/>
            <a:chOff x="18350" y="1205086"/>
            <a:chExt cx="9091295" cy="4197350"/>
          </a:xfrm>
        </p:grpSpPr>
        <p:sp>
          <p:nvSpPr>
            <p:cNvPr id="73" name="object 73"/>
            <p:cNvSpPr/>
            <p:nvPr/>
          </p:nvSpPr>
          <p:spPr>
            <a:xfrm>
              <a:off x="5113401" y="1629537"/>
              <a:ext cx="3996054" cy="3636645"/>
            </a:xfrm>
            <a:custGeom>
              <a:avLst/>
              <a:gdLst/>
              <a:ahLst/>
              <a:cxnLst/>
              <a:rect l="l" t="t" r="r" b="b"/>
              <a:pathLst>
                <a:path w="3996054" h="3636645">
                  <a:moveTo>
                    <a:pt x="3995928" y="0"/>
                  </a:moveTo>
                  <a:lnTo>
                    <a:pt x="0" y="0"/>
                  </a:lnTo>
                  <a:lnTo>
                    <a:pt x="0" y="3636264"/>
                  </a:lnTo>
                  <a:lnTo>
                    <a:pt x="3995928" y="3636264"/>
                  </a:lnTo>
                  <a:lnTo>
                    <a:pt x="3995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61014" y="2070844"/>
              <a:ext cx="4379595" cy="2386330"/>
            </a:xfrm>
            <a:custGeom>
              <a:avLst/>
              <a:gdLst/>
              <a:ahLst/>
              <a:cxnLst/>
              <a:rect l="l" t="t" r="r" b="b"/>
              <a:pathLst>
                <a:path w="4379595" h="2386329">
                  <a:moveTo>
                    <a:pt x="4379504" y="0"/>
                  </a:moveTo>
                  <a:lnTo>
                    <a:pt x="0" y="0"/>
                  </a:lnTo>
                  <a:lnTo>
                    <a:pt x="0" y="2385884"/>
                  </a:lnTo>
                  <a:lnTo>
                    <a:pt x="4379504" y="2385884"/>
                  </a:lnTo>
                  <a:lnTo>
                    <a:pt x="4379504" y="0"/>
                  </a:lnTo>
                  <a:close/>
                </a:path>
              </a:pathLst>
            </a:custGeom>
            <a:solidFill>
              <a:srgbClr val="FFFFFF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61014" y="2070844"/>
              <a:ext cx="4379595" cy="2386330"/>
            </a:xfrm>
            <a:custGeom>
              <a:avLst/>
              <a:gdLst/>
              <a:ahLst/>
              <a:cxnLst/>
              <a:rect l="l" t="t" r="r" b="b"/>
              <a:pathLst>
                <a:path w="4379595" h="2386329">
                  <a:moveTo>
                    <a:pt x="4379504" y="2385884"/>
                  </a:moveTo>
                  <a:lnTo>
                    <a:pt x="0" y="2385884"/>
                  </a:lnTo>
                  <a:lnTo>
                    <a:pt x="0" y="0"/>
                  </a:lnTo>
                  <a:lnTo>
                    <a:pt x="4379504" y="0"/>
                  </a:lnTo>
                  <a:lnTo>
                    <a:pt x="4379504" y="2385884"/>
                  </a:lnTo>
                  <a:close/>
                </a:path>
              </a:pathLst>
            </a:custGeom>
            <a:ln w="571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432717" y="3225622"/>
              <a:ext cx="698500" cy="1094740"/>
            </a:xfrm>
            <a:custGeom>
              <a:avLst/>
              <a:gdLst/>
              <a:ahLst/>
              <a:cxnLst/>
              <a:rect l="l" t="t" r="r" b="b"/>
              <a:pathLst>
                <a:path w="698500" h="1094739">
                  <a:moveTo>
                    <a:pt x="698280" y="0"/>
                  </a:moveTo>
                  <a:lnTo>
                    <a:pt x="0" y="0"/>
                  </a:lnTo>
                  <a:lnTo>
                    <a:pt x="0" y="1094453"/>
                  </a:lnTo>
                  <a:lnTo>
                    <a:pt x="698280" y="1094453"/>
                  </a:lnTo>
                  <a:lnTo>
                    <a:pt x="698280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1432717" y="3225622"/>
              <a:ext cx="698500" cy="1094740"/>
            </a:xfrm>
            <a:custGeom>
              <a:avLst/>
              <a:gdLst/>
              <a:ahLst/>
              <a:cxnLst/>
              <a:rect l="l" t="t" r="r" b="b"/>
              <a:pathLst>
                <a:path w="698500" h="1094739">
                  <a:moveTo>
                    <a:pt x="698280" y="1094453"/>
                  </a:moveTo>
                  <a:lnTo>
                    <a:pt x="0" y="1094453"/>
                  </a:lnTo>
                  <a:lnTo>
                    <a:pt x="0" y="0"/>
                  </a:lnTo>
                  <a:lnTo>
                    <a:pt x="698280" y="0"/>
                  </a:lnTo>
                  <a:lnTo>
                    <a:pt x="698280" y="1094453"/>
                  </a:lnTo>
                  <a:close/>
                </a:path>
              </a:pathLst>
            </a:custGeom>
            <a:ln w="76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427103" y="2697477"/>
              <a:ext cx="698500" cy="1623060"/>
            </a:xfrm>
            <a:custGeom>
              <a:avLst/>
              <a:gdLst/>
              <a:ahLst/>
              <a:cxnLst/>
              <a:rect l="l" t="t" r="r" b="b"/>
              <a:pathLst>
                <a:path w="698500" h="1623060">
                  <a:moveTo>
                    <a:pt x="698280" y="0"/>
                  </a:moveTo>
                  <a:lnTo>
                    <a:pt x="0" y="0"/>
                  </a:lnTo>
                  <a:lnTo>
                    <a:pt x="0" y="1622598"/>
                  </a:lnTo>
                  <a:lnTo>
                    <a:pt x="698280" y="1622598"/>
                  </a:lnTo>
                  <a:lnTo>
                    <a:pt x="698280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427103" y="2697477"/>
              <a:ext cx="698500" cy="1623060"/>
            </a:xfrm>
            <a:custGeom>
              <a:avLst/>
              <a:gdLst/>
              <a:ahLst/>
              <a:cxnLst/>
              <a:rect l="l" t="t" r="r" b="b"/>
              <a:pathLst>
                <a:path w="698500" h="1623060">
                  <a:moveTo>
                    <a:pt x="698280" y="1622598"/>
                  </a:moveTo>
                  <a:lnTo>
                    <a:pt x="0" y="1622598"/>
                  </a:lnTo>
                  <a:lnTo>
                    <a:pt x="0" y="0"/>
                  </a:lnTo>
                  <a:lnTo>
                    <a:pt x="698280" y="0"/>
                  </a:lnTo>
                  <a:lnTo>
                    <a:pt x="698280" y="1622598"/>
                  </a:lnTo>
                  <a:close/>
                </a:path>
              </a:pathLst>
            </a:custGeom>
            <a:ln w="818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2438331" y="2319527"/>
              <a:ext cx="698500" cy="2000885"/>
            </a:xfrm>
            <a:custGeom>
              <a:avLst/>
              <a:gdLst/>
              <a:ahLst/>
              <a:cxnLst/>
              <a:rect l="l" t="t" r="r" b="b"/>
              <a:pathLst>
                <a:path w="698500" h="2000885">
                  <a:moveTo>
                    <a:pt x="698280" y="0"/>
                  </a:moveTo>
                  <a:lnTo>
                    <a:pt x="0" y="0"/>
                  </a:lnTo>
                  <a:lnTo>
                    <a:pt x="0" y="2000547"/>
                  </a:lnTo>
                  <a:lnTo>
                    <a:pt x="698280" y="2000547"/>
                  </a:lnTo>
                  <a:lnTo>
                    <a:pt x="698280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2438331" y="2319527"/>
              <a:ext cx="698500" cy="2000885"/>
            </a:xfrm>
            <a:custGeom>
              <a:avLst/>
              <a:gdLst/>
              <a:ahLst/>
              <a:cxnLst/>
              <a:rect l="l" t="t" r="r" b="b"/>
              <a:pathLst>
                <a:path w="698500" h="2000885">
                  <a:moveTo>
                    <a:pt x="698280" y="2000547"/>
                  </a:moveTo>
                  <a:lnTo>
                    <a:pt x="0" y="2000547"/>
                  </a:lnTo>
                  <a:lnTo>
                    <a:pt x="0" y="0"/>
                  </a:lnTo>
                  <a:lnTo>
                    <a:pt x="698280" y="0"/>
                  </a:lnTo>
                  <a:lnTo>
                    <a:pt x="698280" y="2000547"/>
                  </a:lnTo>
                  <a:close/>
                </a:path>
              </a:pathLst>
            </a:custGeom>
            <a:ln w="837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443944" y="2866139"/>
              <a:ext cx="701040" cy="1454150"/>
            </a:xfrm>
            <a:custGeom>
              <a:avLst/>
              <a:gdLst/>
              <a:ahLst/>
              <a:cxnLst/>
              <a:rect l="l" t="t" r="r" b="b"/>
              <a:pathLst>
                <a:path w="701039" h="1454150">
                  <a:moveTo>
                    <a:pt x="700539" y="0"/>
                  </a:moveTo>
                  <a:lnTo>
                    <a:pt x="0" y="0"/>
                  </a:lnTo>
                  <a:lnTo>
                    <a:pt x="0" y="1453936"/>
                  </a:lnTo>
                  <a:lnTo>
                    <a:pt x="700539" y="1453936"/>
                  </a:lnTo>
                  <a:lnTo>
                    <a:pt x="700539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443944" y="2866139"/>
              <a:ext cx="701040" cy="1454150"/>
            </a:xfrm>
            <a:custGeom>
              <a:avLst/>
              <a:gdLst/>
              <a:ahLst/>
              <a:cxnLst/>
              <a:rect l="l" t="t" r="r" b="b"/>
              <a:pathLst>
                <a:path w="701039" h="1454150">
                  <a:moveTo>
                    <a:pt x="700539" y="1453936"/>
                  </a:moveTo>
                  <a:lnTo>
                    <a:pt x="0" y="1453936"/>
                  </a:lnTo>
                  <a:lnTo>
                    <a:pt x="0" y="0"/>
                  </a:lnTo>
                  <a:lnTo>
                    <a:pt x="700539" y="0"/>
                  </a:lnTo>
                  <a:lnTo>
                    <a:pt x="700539" y="1453936"/>
                  </a:lnTo>
                  <a:close/>
                </a:path>
              </a:pathLst>
            </a:custGeom>
            <a:ln w="805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308427" y="3159142"/>
              <a:ext cx="701040" cy="1093470"/>
            </a:xfrm>
            <a:custGeom>
              <a:avLst/>
              <a:gdLst/>
              <a:ahLst/>
              <a:cxnLst/>
              <a:rect l="l" t="t" r="r" b="b"/>
              <a:pathLst>
                <a:path w="701039" h="1093470">
                  <a:moveTo>
                    <a:pt x="700539" y="0"/>
                  </a:moveTo>
                  <a:lnTo>
                    <a:pt x="0" y="0"/>
                  </a:lnTo>
                  <a:lnTo>
                    <a:pt x="0" y="1093222"/>
                  </a:lnTo>
                  <a:lnTo>
                    <a:pt x="700539" y="1093222"/>
                  </a:lnTo>
                  <a:lnTo>
                    <a:pt x="700539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1308427" y="3159142"/>
              <a:ext cx="701040" cy="1093470"/>
            </a:xfrm>
            <a:custGeom>
              <a:avLst/>
              <a:gdLst/>
              <a:ahLst/>
              <a:cxnLst/>
              <a:rect l="l" t="t" r="r" b="b"/>
              <a:pathLst>
                <a:path w="701039" h="1093470">
                  <a:moveTo>
                    <a:pt x="700539" y="1093222"/>
                  </a:moveTo>
                  <a:lnTo>
                    <a:pt x="0" y="1093222"/>
                  </a:lnTo>
                  <a:lnTo>
                    <a:pt x="0" y="0"/>
                  </a:lnTo>
                  <a:lnTo>
                    <a:pt x="700539" y="0"/>
                  </a:lnTo>
                  <a:lnTo>
                    <a:pt x="700539" y="1093222"/>
                  </a:lnTo>
                  <a:close/>
                </a:path>
              </a:pathLst>
            </a:custGeom>
            <a:ln w="76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02814" y="2630997"/>
              <a:ext cx="701040" cy="1621790"/>
            </a:xfrm>
            <a:custGeom>
              <a:avLst/>
              <a:gdLst/>
              <a:ahLst/>
              <a:cxnLst/>
              <a:rect l="l" t="t" r="r" b="b"/>
              <a:pathLst>
                <a:path w="701040" h="1621789">
                  <a:moveTo>
                    <a:pt x="700539" y="0"/>
                  </a:moveTo>
                  <a:lnTo>
                    <a:pt x="0" y="0"/>
                  </a:lnTo>
                  <a:lnTo>
                    <a:pt x="0" y="1621366"/>
                  </a:lnTo>
                  <a:lnTo>
                    <a:pt x="700539" y="1621366"/>
                  </a:lnTo>
                  <a:lnTo>
                    <a:pt x="700539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02814" y="2630997"/>
              <a:ext cx="701040" cy="1621790"/>
            </a:xfrm>
            <a:custGeom>
              <a:avLst/>
              <a:gdLst/>
              <a:ahLst/>
              <a:cxnLst/>
              <a:rect l="l" t="t" r="r" b="b"/>
              <a:pathLst>
                <a:path w="701040" h="1621789">
                  <a:moveTo>
                    <a:pt x="700539" y="1621366"/>
                  </a:moveTo>
                  <a:lnTo>
                    <a:pt x="0" y="1621366"/>
                  </a:lnTo>
                  <a:lnTo>
                    <a:pt x="0" y="0"/>
                  </a:lnTo>
                  <a:lnTo>
                    <a:pt x="700539" y="0"/>
                  </a:lnTo>
                  <a:lnTo>
                    <a:pt x="700539" y="1621366"/>
                  </a:lnTo>
                  <a:close/>
                </a:path>
              </a:pathLst>
            </a:custGeom>
            <a:ln w="81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2316301" y="2253048"/>
              <a:ext cx="698500" cy="1999614"/>
            </a:xfrm>
            <a:custGeom>
              <a:avLst/>
              <a:gdLst/>
              <a:ahLst/>
              <a:cxnLst/>
              <a:rect l="l" t="t" r="r" b="b"/>
              <a:pathLst>
                <a:path w="698500" h="1999614">
                  <a:moveTo>
                    <a:pt x="698280" y="0"/>
                  </a:moveTo>
                  <a:lnTo>
                    <a:pt x="0" y="0"/>
                  </a:lnTo>
                  <a:lnTo>
                    <a:pt x="0" y="1999316"/>
                  </a:lnTo>
                  <a:lnTo>
                    <a:pt x="698280" y="1999316"/>
                  </a:lnTo>
                  <a:lnTo>
                    <a:pt x="698280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2316301" y="2253048"/>
              <a:ext cx="698500" cy="1999614"/>
            </a:xfrm>
            <a:custGeom>
              <a:avLst/>
              <a:gdLst/>
              <a:ahLst/>
              <a:cxnLst/>
              <a:rect l="l" t="t" r="r" b="b"/>
              <a:pathLst>
                <a:path w="698500" h="1999614">
                  <a:moveTo>
                    <a:pt x="698280" y="1999316"/>
                  </a:moveTo>
                  <a:lnTo>
                    <a:pt x="0" y="1999316"/>
                  </a:lnTo>
                  <a:lnTo>
                    <a:pt x="0" y="0"/>
                  </a:lnTo>
                  <a:lnTo>
                    <a:pt x="698280" y="0"/>
                  </a:lnTo>
                  <a:lnTo>
                    <a:pt x="698280" y="1999316"/>
                  </a:lnTo>
                  <a:close/>
                </a:path>
              </a:pathLst>
            </a:custGeom>
            <a:ln w="837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3321915" y="2799659"/>
              <a:ext cx="698500" cy="1452880"/>
            </a:xfrm>
            <a:custGeom>
              <a:avLst/>
              <a:gdLst/>
              <a:ahLst/>
              <a:cxnLst/>
              <a:rect l="l" t="t" r="r" b="b"/>
              <a:pathLst>
                <a:path w="698500" h="1452879">
                  <a:moveTo>
                    <a:pt x="698280" y="0"/>
                  </a:moveTo>
                  <a:lnTo>
                    <a:pt x="0" y="0"/>
                  </a:lnTo>
                  <a:lnTo>
                    <a:pt x="0" y="1452705"/>
                  </a:lnTo>
                  <a:lnTo>
                    <a:pt x="698280" y="1452705"/>
                  </a:lnTo>
                  <a:lnTo>
                    <a:pt x="698280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3321915" y="2799659"/>
              <a:ext cx="698500" cy="1452880"/>
            </a:xfrm>
            <a:custGeom>
              <a:avLst/>
              <a:gdLst/>
              <a:ahLst/>
              <a:cxnLst/>
              <a:rect l="l" t="t" r="r" b="b"/>
              <a:pathLst>
                <a:path w="698500" h="1452879">
                  <a:moveTo>
                    <a:pt x="698280" y="1452705"/>
                  </a:moveTo>
                  <a:lnTo>
                    <a:pt x="0" y="1452705"/>
                  </a:lnTo>
                  <a:lnTo>
                    <a:pt x="0" y="0"/>
                  </a:lnTo>
                  <a:lnTo>
                    <a:pt x="698280" y="0"/>
                  </a:lnTo>
                  <a:lnTo>
                    <a:pt x="698280" y="1452705"/>
                  </a:lnTo>
                  <a:close/>
                </a:path>
              </a:pathLst>
            </a:custGeom>
            <a:ln w="806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45198" y="2279768"/>
              <a:ext cx="3244850" cy="2092325"/>
            </a:xfrm>
            <a:custGeom>
              <a:avLst/>
              <a:gdLst/>
              <a:ahLst/>
              <a:cxnLst/>
              <a:rect l="l" t="t" r="r" b="b"/>
              <a:pathLst>
                <a:path w="3244850" h="2092325">
                  <a:moveTo>
                    <a:pt x="3244248" y="0"/>
                  </a:moveTo>
                  <a:lnTo>
                    <a:pt x="0" y="0"/>
                  </a:lnTo>
                  <a:lnTo>
                    <a:pt x="0" y="2092317"/>
                  </a:lnTo>
                  <a:lnTo>
                    <a:pt x="3244248" y="2092317"/>
                  </a:lnTo>
                  <a:lnTo>
                    <a:pt x="3244248" y="0"/>
                  </a:lnTo>
                  <a:close/>
                </a:path>
              </a:pathLst>
            </a:custGeom>
            <a:solidFill>
              <a:srgbClr val="FFFFFF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45198" y="2279768"/>
              <a:ext cx="3244850" cy="2092325"/>
            </a:xfrm>
            <a:custGeom>
              <a:avLst/>
              <a:gdLst/>
              <a:ahLst/>
              <a:cxnLst/>
              <a:rect l="l" t="t" r="r" b="b"/>
              <a:pathLst>
                <a:path w="3244850" h="2092325">
                  <a:moveTo>
                    <a:pt x="3244248" y="2092317"/>
                  </a:moveTo>
                  <a:lnTo>
                    <a:pt x="0" y="2092317"/>
                  </a:lnTo>
                  <a:lnTo>
                    <a:pt x="0" y="0"/>
                  </a:lnTo>
                  <a:lnTo>
                    <a:pt x="3244248" y="0"/>
                  </a:lnTo>
                  <a:lnTo>
                    <a:pt x="3244248" y="2092317"/>
                  </a:lnTo>
                  <a:close/>
                </a:path>
              </a:pathLst>
            </a:custGeom>
            <a:ln w="48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061327" y="3292459"/>
              <a:ext cx="517525" cy="960119"/>
            </a:xfrm>
            <a:custGeom>
              <a:avLst/>
              <a:gdLst/>
              <a:ahLst/>
              <a:cxnLst/>
              <a:rect l="l" t="t" r="r" b="b"/>
              <a:pathLst>
                <a:path w="517525" h="960120">
                  <a:moveTo>
                    <a:pt x="517271" y="0"/>
                  </a:moveTo>
                  <a:lnTo>
                    <a:pt x="0" y="0"/>
                  </a:lnTo>
                  <a:lnTo>
                    <a:pt x="0" y="959788"/>
                  </a:lnTo>
                  <a:lnTo>
                    <a:pt x="517271" y="959788"/>
                  </a:lnTo>
                  <a:lnTo>
                    <a:pt x="517271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1061327" y="3292459"/>
              <a:ext cx="517525" cy="960119"/>
            </a:xfrm>
            <a:custGeom>
              <a:avLst/>
              <a:gdLst/>
              <a:ahLst/>
              <a:cxnLst/>
              <a:rect l="l" t="t" r="r" b="b"/>
              <a:pathLst>
                <a:path w="517525" h="960120">
                  <a:moveTo>
                    <a:pt x="517271" y="959788"/>
                  </a:moveTo>
                  <a:lnTo>
                    <a:pt x="0" y="959788"/>
                  </a:lnTo>
                  <a:lnTo>
                    <a:pt x="0" y="0"/>
                  </a:lnTo>
                  <a:lnTo>
                    <a:pt x="517271" y="0"/>
                  </a:lnTo>
                  <a:lnTo>
                    <a:pt x="517271" y="959788"/>
                  </a:lnTo>
                  <a:close/>
                </a:path>
              </a:pathLst>
            </a:custGeom>
            <a:ln w="600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316389" y="2829299"/>
              <a:ext cx="517525" cy="1423035"/>
            </a:xfrm>
            <a:custGeom>
              <a:avLst/>
              <a:gdLst/>
              <a:ahLst/>
              <a:cxnLst/>
              <a:rect l="l" t="t" r="r" b="b"/>
              <a:pathLst>
                <a:path w="517525" h="1423035">
                  <a:moveTo>
                    <a:pt x="517271" y="0"/>
                  </a:moveTo>
                  <a:lnTo>
                    <a:pt x="0" y="0"/>
                  </a:lnTo>
                  <a:lnTo>
                    <a:pt x="0" y="1422948"/>
                  </a:lnTo>
                  <a:lnTo>
                    <a:pt x="517271" y="1422948"/>
                  </a:lnTo>
                  <a:lnTo>
                    <a:pt x="517271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316389" y="2829299"/>
              <a:ext cx="517525" cy="1423035"/>
            </a:xfrm>
            <a:custGeom>
              <a:avLst/>
              <a:gdLst/>
              <a:ahLst/>
              <a:cxnLst/>
              <a:rect l="l" t="t" r="r" b="b"/>
              <a:pathLst>
                <a:path w="517525" h="1423035">
                  <a:moveTo>
                    <a:pt x="517271" y="1422948"/>
                  </a:moveTo>
                  <a:lnTo>
                    <a:pt x="0" y="1422948"/>
                  </a:lnTo>
                  <a:lnTo>
                    <a:pt x="0" y="0"/>
                  </a:lnTo>
                  <a:lnTo>
                    <a:pt x="517271" y="0"/>
                  </a:lnTo>
                  <a:lnTo>
                    <a:pt x="517271" y="1422948"/>
                  </a:lnTo>
                  <a:close/>
                </a:path>
              </a:pathLst>
            </a:custGeom>
            <a:ln w="625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1806266" y="2497853"/>
              <a:ext cx="517525" cy="1754505"/>
            </a:xfrm>
            <a:custGeom>
              <a:avLst/>
              <a:gdLst/>
              <a:ahLst/>
              <a:cxnLst/>
              <a:rect l="l" t="t" r="r" b="b"/>
              <a:pathLst>
                <a:path w="517525" h="1754504">
                  <a:moveTo>
                    <a:pt x="517271" y="0"/>
                  </a:moveTo>
                  <a:lnTo>
                    <a:pt x="0" y="0"/>
                  </a:lnTo>
                  <a:lnTo>
                    <a:pt x="0" y="1754393"/>
                  </a:lnTo>
                  <a:lnTo>
                    <a:pt x="517271" y="1754393"/>
                  </a:lnTo>
                  <a:lnTo>
                    <a:pt x="517271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806266" y="2497853"/>
              <a:ext cx="517525" cy="1754505"/>
            </a:xfrm>
            <a:custGeom>
              <a:avLst/>
              <a:gdLst/>
              <a:ahLst/>
              <a:cxnLst/>
              <a:rect l="l" t="t" r="r" b="b"/>
              <a:pathLst>
                <a:path w="517525" h="1754504">
                  <a:moveTo>
                    <a:pt x="517271" y="1754393"/>
                  </a:moveTo>
                  <a:lnTo>
                    <a:pt x="0" y="1754393"/>
                  </a:lnTo>
                  <a:lnTo>
                    <a:pt x="0" y="0"/>
                  </a:lnTo>
                  <a:lnTo>
                    <a:pt x="517271" y="0"/>
                  </a:lnTo>
                  <a:lnTo>
                    <a:pt x="517271" y="1754393"/>
                  </a:lnTo>
                  <a:close/>
                </a:path>
              </a:pathLst>
            </a:custGeom>
            <a:ln w="63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2551204" y="2977208"/>
              <a:ext cx="519430" cy="1275080"/>
            </a:xfrm>
            <a:custGeom>
              <a:avLst/>
              <a:gdLst/>
              <a:ahLst/>
              <a:cxnLst/>
              <a:rect l="l" t="t" r="r" b="b"/>
              <a:pathLst>
                <a:path w="519430" h="1275079">
                  <a:moveTo>
                    <a:pt x="518945" y="0"/>
                  </a:moveTo>
                  <a:lnTo>
                    <a:pt x="0" y="0"/>
                  </a:lnTo>
                  <a:lnTo>
                    <a:pt x="0" y="1275039"/>
                  </a:lnTo>
                  <a:lnTo>
                    <a:pt x="518945" y="1275039"/>
                  </a:lnTo>
                  <a:lnTo>
                    <a:pt x="51894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2551204" y="2977208"/>
              <a:ext cx="519430" cy="1275080"/>
            </a:xfrm>
            <a:custGeom>
              <a:avLst/>
              <a:gdLst/>
              <a:ahLst/>
              <a:cxnLst/>
              <a:rect l="l" t="t" r="r" b="b"/>
              <a:pathLst>
                <a:path w="519430" h="1275079">
                  <a:moveTo>
                    <a:pt x="518945" y="1275039"/>
                  </a:moveTo>
                  <a:lnTo>
                    <a:pt x="0" y="1275039"/>
                  </a:lnTo>
                  <a:lnTo>
                    <a:pt x="0" y="0"/>
                  </a:lnTo>
                  <a:lnTo>
                    <a:pt x="518945" y="0"/>
                  </a:lnTo>
                  <a:lnTo>
                    <a:pt x="518945" y="1275039"/>
                  </a:lnTo>
                  <a:close/>
                </a:path>
              </a:pathLst>
            </a:custGeom>
            <a:ln w="619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69256" y="3234159"/>
              <a:ext cx="519430" cy="958850"/>
            </a:xfrm>
            <a:custGeom>
              <a:avLst/>
              <a:gdLst/>
              <a:ahLst/>
              <a:cxnLst/>
              <a:rect l="l" t="t" r="r" b="b"/>
              <a:pathLst>
                <a:path w="519430" h="958850">
                  <a:moveTo>
                    <a:pt x="518945" y="0"/>
                  </a:moveTo>
                  <a:lnTo>
                    <a:pt x="0" y="0"/>
                  </a:lnTo>
                  <a:lnTo>
                    <a:pt x="0" y="958708"/>
                  </a:lnTo>
                  <a:lnTo>
                    <a:pt x="518945" y="958708"/>
                  </a:lnTo>
                  <a:lnTo>
                    <a:pt x="51894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69256" y="3234159"/>
              <a:ext cx="519430" cy="958850"/>
            </a:xfrm>
            <a:custGeom>
              <a:avLst/>
              <a:gdLst/>
              <a:ahLst/>
              <a:cxnLst/>
              <a:rect l="l" t="t" r="r" b="b"/>
              <a:pathLst>
                <a:path w="519430" h="958850">
                  <a:moveTo>
                    <a:pt x="518945" y="958708"/>
                  </a:moveTo>
                  <a:lnTo>
                    <a:pt x="0" y="958708"/>
                  </a:lnTo>
                  <a:lnTo>
                    <a:pt x="0" y="0"/>
                  </a:lnTo>
                  <a:lnTo>
                    <a:pt x="518945" y="0"/>
                  </a:lnTo>
                  <a:lnTo>
                    <a:pt x="518945" y="958708"/>
                  </a:lnTo>
                  <a:close/>
                </a:path>
              </a:pathLst>
            </a:custGeom>
            <a:ln w="600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224318" y="2770999"/>
              <a:ext cx="519430" cy="1422400"/>
            </a:xfrm>
            <a:custGeom>
              <a:avLst/>
              <a:gdLst/>
              <a:ahLst/>
              <a:cxnLst/>
              <a:rect l="l" t="t" r="r" b="b"/>
              <a:pathLst>
                <a:path w="519430" h="1422400">
                  <a:moveTo>
                    <a:pt x="518945" y="0"/>
                  </a:moveTo>
                  <a:lnTo>
                    <a:pt x="0" y="0"/>
                  </a:lnTo>
                  <a:lnTo>
                    <a:pt x="0" y="1421868"/>
                  </a:lnTo>
                  <a:lnTo>
                    <a:pt x="518945" y="1421868"/>
                  </a:lnTo>
                  <a:lnTo>
                    <a:pt x="51894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224318" y="2770999"/>
              <a:ext cx="519430" cy="1422400"/>
            </a:xfrm>
            <a:custGeom>
              <a:avLst/>
              <a:gdLst/>
              <a:ahLst/>
              <a:cxnLst/>
              <a:rect l="l" t="t" r="r" b="b"/>
              <a:pathLst>
                <a:path w="519430" h="1422400">
                  <a:moveTo>
                    <a:pt x="518945" y="1421868"/>
                  </a:moveTo>
                  <a:lnTo>
                    <a:pt x="0" y="1421868"/>
                  </a:lnTo>
                  <a:lnTo>
                    <a:pt x="0" y="0"/>
                  </a:lnTo>
                  <a:lnTo>
                    <a:pt x="518945" y="0"/>
                  </a:lnTo>
                  <a:lnTo>
                    <a:pt x="518945" y="1421868"/>
                  </a:lnTo>
                  <a:close/>
                </a:path>
              </a:pathLst>
            </a:custGeom>
            <a:ln w="625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715869" y="2439553"/>
              <a:ext cx="517525" cy="1753870"/>
            </a:xfrm>
            <a:custGeom>
              <a:avLst/>
              <a:gdLst/>
              <a:ahLst/>
              <a:cxnLst/>
              <a:rect l="l" t="t" r="r" b="b"/>
              <a:pathLst>
                <a:path w="517525" h="1753870">
                  <a:moveTo>
                    <a:pt x="517271" y="0"/>
                  </a:moveTo>
                  <a:lnTo>
                    <a:pt x="0" y="0"/>
                  </a:lnTo>
                  <a:lnTo>
                    <a:pt x="0" y="1753314"/>
                  </a:lnTo>
                  <a:lnTo>
                    <a:pt x="517271" y="1753314"/>
                  </a:lnTo>
                  <a:lnTo>
                    <a:pt x="517271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715869" y="2439553"/>
              <a:ext cx="517525" cy="1753870"/>
            </a:xfrm>
            <a:custGeom>
              <a:avLst/>
              <a:gdLst/>
              <a:ahLst/>
              <a:cxnLst/>
              <a:rect l="l" t="t" r="r" b="b"/>
              <a:pathLst>
                <a:path w="517525" h="1753870">
                  <a:moveTo>
                    <a:pt x="517271" y="1753314"/>
                  </a:moveTo>
                  <a:lnTo>
                    <a:pt x="0" y="1753314"/>
                  </a:lnTo>
                  <a:lnTo>
                    <a:pt x="0" y="0"/>
                  </a:lnTo>
                  <a:lnTo>
                    <a:pt x="517271" y="0"/>
                  </a:lnTo>
                  <a:lnTo>
                    <a:pt x="517271" y="1753314"/>
                  </a:lnTo>
                  <a:close/>
                </a:path>
              </a:pathLst>
            </a:custGeom>
            <a:ln w="634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2460807" y="2918908"/>
              <a:ext cx="517525" cy="1274445"/>
            </a:xfrm>
            <a:custGeom>
              <a:avLst/>
              <a:gdLst/>
              <a:ahLst/>
              <a:cxnLst/>
              <a:rect l="l" t="t" r="r" b="b"/>
              <a:pathLst>
                <a:path w="517525" h="1274445">
                  <a:moveTo>
                    <a:pt x="517271" y="0"/>
                  </a:moveTo>
                  <a:lnTo>
                    <a:pt x="0" y="0"/>
                  </a:lnTo>
                  <a:lnTo>
                    <a:pt x="0" y="1273959"/>
                  </a:lnTo>
                  <a:lnTo>
                    <a:pt x="517271" y="1273959"/>
                  </a:lnTo>
                  <a:lnTo>
                    <a:pt x="517271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2460807" y="2918908"/>
              <a:ext cx="517525" cy="1274445"/>
            </a:xfrm>
            <a:custGeom>
              <a:avLst/>
              <a:gdLst/>
              <a:ahLst/>
              <a:cxnLst/>
              <a:rect l="l" t="t" r="r" b="b"/>
              <a:pathLst>
                <a:path w="517525" h="1274445">
                  <a:moveTo>
                    <a:pt x="517271" y="1273959"/>
                  </a:moveTo>
                  <a:lnTo>
                    <a:pt x="0" y="1273959"/>
                  </a:lnTo>
                  <a:lnTo>
                    <a:pt x="0" y="0"/>
                  </a:lnTo>
                  <a:lnTo>
                    <a:pt x="517271" y="0"/>
                  </a:lnTo>
                  <a:lnTo>
                    <a:pt x="517271" y="1273959"/>
                  </a:lnTo>
                  <a:close/>
                </a:path>
              </a:pathLst>
            </a:custGeom>
            <a:ln w="620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5129310" y="1664803"/>
              <a:ext cx="3767454" cy="3700145"/>
            </a:xfrm>
            <a:custGeom>
              <a:avLst/>
              <a:gdLst/>
              <a:ahLst/>
              <a:cxnLst/>
              <a:rect l="l" t="t" r="r" b="b"/>
              <a:pathLst>
                <a:path w="3767454" h="3700145">
                  <a:moveTo>
                    <a:pt x="3767265" y="0"/>
                  </a:moveTo>
                  <a:lnTo>
                    <a:pt x="0" y="0"/>
                  </a:lnTo>
                  <a:lnTo>
                    <a:pt x="0" y="3699581"/>
                  </a:lnTo>
                  <a:lnTo>
                    <a:pt x="3767265" y="3699581"/>
                  </a:lnTo>
                  <a:lnTo>
                    <a:pt x="3767265" y="0"/>
                  </a:lnTo>
                  <a:close/>
                </a:path>
              </a:pathLst>
            </a:custGeom>
            <a:solidFill>
              <a:srgbClr val="FFFFFF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5129310" y="1664803"/>
              <a:ext cx="3767454" cy="3700145"/>
            </a:xfrm>
            <a:custGeom>
              <a:avLst/>
              <a:gdLst/>
              <a:ahLst/>
              <a:cxnLst/>
              <a:rect l="l" t="t" r="r" b="b"/>
              <a:pathLst>
                <a:path w="3767454" h="3700145">
                  <a:moveTo>
                    <a:pt x="3767265" y="3699581"/>
                  </a:moveTo>
                  <a:lnTo>
                    <a:pt x="0" y="3699581"/>
                  </a:lnTo>
                  <a:lnTo>
                    <a:pt x="0" y="0"/>
                  </a:lnTo>
                  <a:lnTo>
                    <a:pt x="3767265" y="0"/>
                  </a:lnTo>
                  <a:lnTo>
                    <a:pt x="3767265" y="3699581"/>
                  </a:lnTo>
                  <a:close/>
                </a:path>
              </a:pathLst>
            </a:custGeom>
            <a:ln w="751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6309253" y="3455415"/>
              <a:ext cx="600710" cy="1697355"/>
            </a:xfrm>
            <a:custGeom>
              <a:avLst/>
              <a:gdLst/>
              <a:ahLst/>
              <a:cxnLst/>
              <a:rect l="l" t="t" r="r" b="b"/>
              <a:pathLst>
                <a:path w="600709" h="1697354">
                  <a:moveTo>
                    <a:pt x="600663" y="0"/>
                  </a:moveTo>
                  <a:lnTo>
                    <a:pt x="0" y="0"/>
                  </a:lnTo>
                  <a:lnTo>
                    <a:pt x="0" y="1697073"/>
                  </a:lnTo>
                  <a:lnTo>
                    <a:pt x="600663" y="1697073"/>
                  </a:lnTo>
                  <a:lnTo>
                    <a:pt x="600663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6309253" y="3455415"/>
              <a:ext cx="600710" cy="1697355"/>
            </a:xfrm>
            <a:custGeom>
              <a:avLst/>
              <a:gdLst/>
              <a:ahLst/>
              <a:cxnLst/>
              <a:rect l="l" t="t" r="r" b="b"/>
              <a:pathLst>
                <a:path w="600709" h="1697354">
                  <a:moveTo>
                    <a:pt x="600663" y="1697073"/>
                  </a:moveTo>
                  <a:lnTo>
                    <a:pt x="0" y="1697073"/>
                  </a:lnTo>
                  <a:lnTo>
                    <a:pt x="0" y="0"/>
                  </a:lnTo>
                  <a:lnTo>
                    <a:pt x="600663" y="0"/>
                  </a:lnTo>
                  <a:lnTo>
                    <a:pt x="600663" y="1697073"/>
                  </a:lnTo>
                  <a:close/>
                </a:path>
              </a:pathLst>
            </a:custGeom>
            <a:ln w="756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5444220" y="2636468"/>
              <a:ext cx="600710" cy="2516505"/>
            </a:xfrm>
            <a:custGeom>
              <a:avLst/>
              <a:gdLst/>
              <a:ahLst/>
              <a:cxnLst/>
              <a:rect l="l" t="t" r="r" b="b"/>
              <a:pathLst>
                <a:path w="600710" h="2516504">
                  <a:moveTo>
                    <a:pt x="600663" y="0"/>
                  </a:moveTo>
                  <a:lnTo>
                    <a:pt x="0" y="0"/>
                  </a:lnTo>
                  <a:lnTo>
                    <a:pt x="0" y="2516020"/>
                  </a:lnTo>
                  <a:lnTo>
                    <a:pt x="600663" y="2516020"/>
                  </a:lnTo>
                  <a:lnTo>
                    <a:pt x="600663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5444220" y="2636468"/>
              <a:ext cx="600710" cy="2516505"/>
            </a:xfrm>
            <a:custGeom>
              <a:avLst/>
              <a:gdLst/>
              <a:ahLst/>
              <a:cxnLst/>
              <a:rect l="l" t="t" r="r" b="b"/>
              <a:pathLst>
                <a:path w="600710" h="2516504">
                  <a:moveTo>
                    <a:pt x="600663" y="2516020"/>
                  </a:moveTo>
                  <a:lnTo>
                    <a:pt x="0" y="2516020"/>
                  </a:lnTo>
                  <a:lnTo>
                    <a:pt x="0" y="0"/>
                  </a:lnTo>
                  <a:lnTo>
                    <a:pt x="600663" y="0"/>
                  </a:lnTo>
                  <a:lnTo>
                    <a:pt x="600663" y="2516020"/>
                  </a:lnTo>
                  <a:close/>
                </a:path>
              </a:pathLst>
            </a:custGeom>
            <a:ln w="75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7174286" y="2050414"/>
              <a:ext cx="600710" cy="3102610"/>
            </a:xfrm>
            <a:custGeom>
              <a:avLst/>
              <a:gdLst/>
              <a:ahLst/>
              <a:cxnLst/>
              <a:rect l="l" t="t" r="r" b="b"/>
              <a:pathLst>
                <a:path w="600709" h="3102610">
                  <a:moveTo>
                    <a:pt x="600663" y="0"/>
                  </a:moveTo>
                  <a:lnTo>
                    <a:pt x="0" y="0"/>
                  </a:lnTo>
                  <a:lnTo>
                    <a:pt x="0" y="3102074"/>
                  </a:lnTo>
                  <a:lnTo>
                    <a:pt x="600663" y="3102074"/>
                  </a:lnTo>
                  <a:lnTo>
                    <a:pt x="600663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7174286" y="2050414"/>
              <a:ext cx="600710" cy="3102610"/>
            </a:xfrm>
            <a:custGeom>
              <a:avLst/>
              <a:gdLst/>
              <a:ahLst/>
              <a:cxnLst/>
              <a:rect l="l" t="t" r="r" b="b"/>
              <a:pathLst>
                <a:path w="600709" h="3102610">
                  <a:moveTo>
                    <a:pt x="600663" y="3102074"/>
                  </a:moveTo>
                  <a:lnTo>
                    <a:pt x="0" y="3102074"/>
                  </a:lnTo>
                  <a:lnTo>
                    <a:pt x="0" y="0"/>
                  </a:lnTo>
                  <a:lnTo>
                    <a:pt x="600663" y="0"/>
                  </a:lnTo>
                  <a:lnTo>
                    <a:pt x="600663" y="3102074"/>
                  </a:lnTo>
                  <a:close/>
                </a:path>
              </a:pathLst>
            </a:custGeom>
            <a:ln w="75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8039319" y="2897997"/>
              <a:ext cx="602615" cy="2254885"/>
            </a:xfrm>
            <a:custGeom>
              <a:avLst/>
              <a:gdLst/>
              <a:ahLst/>
              <a:cxnLst/>
              <a:rect l="l" t="t" r="r" b="b"/>
              <a:pathLst>
                <a:path w="602615" h="2254885">
                  <a:moveTo>
                    <a:pt x="602607" y="0"/>
                  </a:moveTo>
                  <a:lnTo>
                    <a:pt x="0" y="0"/>
                  </a:lnTo>
                  <a:lnTo>
                    <a:pt x="0" y="2254492"/>
                  </a:lnTo>
                  <a:lnTo>
                    <a:pt x="602607" y="2254492"/>
                  </a:lnTo>
                  <a:lnTo>
                    <a:pt x="602607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8039319" y="2897997"/>
              <a:ext cx="602615" cy="2254885"/>
            </a:xfrm>
            <a:custGeom>
              <a:avLst/>
              <a:gdLst/>
              <a:ahLst/>
              <a:cxnLst/>
              <a:rect l="l" t="t" r="r" b="b"/>
              <a:pathLst>
                <a:path w="602615" h="2254885">
                  <a:moveTo>
                    <a:pt x="602607" y="2254492"/>
                  </a:moveTo>
                  <a:lnTo>
                    <a:pt x="0" y="2254492"/>
                  </a:lnTo>
                  <a:lnTo>
                    <a:pt x="0" y="0"/>
                  </a:lnTo>
                  <a:lnTo>
                    <a:pt x="602607" y="0"/>
                  </a:lnTo>
                  <a:lnTo>
                    <a:pt x="602607" y="2254492"/>
                  </a:lnTo>
                  <a:close/>
                </a:path>
              </a:pathLst>
            </a:custGeom>
            <a:ln w="75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6202339" y="3352331"/>
              <a:ext cx="602615" cy="1695450"/>
            </a:xfrm>
            <a:custGeom>
              <a:avLst/>
              <a:gdLst/>
              <a:ahLst/>
              <a:cxnLst/>
              <a:rect l="l" t="t" r="r" b="b"/>
              <a:pathLst>
                <a:path w="602615" h="1695450">
                  <a:moveTo>
                    <a:pt x="602607" y="0"/>
                  </a:moveTo>
                  <a:lnTo>
                    <a:pt x="0" y="0"/>
                  </a:lnTo>
                  <a:lnTo>
                    <a:pt x="0" y="1695164"/>
                  </a:lnTo>
                  <a:lnTo>
                    <a:pt x="602607" y="1695164"/>
                  </a:lnTo>
                  <a:lnTo>
                    <a:pt x="602607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6202339" y="3352331"/>
              <a:ext cx="602615" cy="1695450"/>
            </a:xfrm>
            <a:custGeom>
              <a:avLst/>
              <a:gdLst/>
              <a:ahLst/>
              <a:cxnLst/>
              <a:rect l="l" t="t" r="r" b="b"/>
              <a:pathLst>
                <a:path w="602615" h="1695450">
                  <a:moveTo>
                    <a:pt x="602607" y="1695164"/>
                  </a:moveTo>
                  <a:lnTo>
                    <a:pt x="0" y="1695164"/>
                  </a:lnTo>
                  <a:lnTo>
                    <a:pt x="0" y="0"/>
                  </a:lnTo>
                  <a:lnTo>
                    <a:pt x="602607" y="0"/>
                  </a:lnTo>
                  <a:lnTo>
                    <a:pt x="602607" y="1695164"/>
                  </a:lnTo>
                  <a:close/>
                </a:path>
              </a:pathLst>
            </a:custGeom>
            <a:ln w="756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5337306" y="2533384"/>
              <a:ext cx="602615" cy="2514600"/>
            </a:xfrm>
            <a:custGeom>
              <a:avLst/>
              <a:gdLst/>
              <a:ahLst/>
              <a:cxnLst/>
              <a:rect l="l" t="t" r="r" b="b"/>
              <a:pathLst>
                <a:path w="602614" h="2514600">
                  <a:moveTo>
                    <a:pt x="602607" y="0"/>
                  </a:moveTo>
                  <a:lnTo>
                    <a:pt x="0" y="0"/>
                  </a:lnTo>
                  <a:lnTo>
                    <a:pt x="0" y="2514111"/>
                  </a:lnTo>
                  <a:lnTo>
                    <a:pt x="602607" y="2514111"/>
                  </a:lnTo>
                  <a:lnTo>
                    <a:pt x="602607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5337306" y="2533384"/>
              <a:ext cx="602615" cy="2514600"/>
            </a:xfrm>
            <a:custGeom>
              <a:avLst/>
              <a:gdLst/>
              <a:ahLst/>
              <a:cxnLst/>
              <a:rect l="l" t="t" r="r" b="b"/>
              <a:pathLst>
                <a:path w="602614" h="2514600">
                  <a:moveTo>
                    <a:pt x="602607" y="2514111"/>
                  </a:moveTo>
                  <a:lnTo>
                    <a:pt x="0" y="2514111"/>
                  </a:lnTo>
                  <a:lnTo>
                    <a:pt x="0" y="0"/>
                  </a:lnTo>
                  <a:lnTo>
                    <a:pt x="602607" y="0"/>
                  </a:lnTo>
                  <a:lnTo>
                    <a:pt x="602607" y="2514111"/>
                  </a:lnTo>
                  <a:close/>
                </a:path>
              </a:pathLst>
            </a:custGeom>
            <a:ln w="757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7069316" y="1947330"/>
              <a:ext cx="600710" cy="3100705"/>
            </a:xfrm>
            <a:custGeom>
              <a:avLst/>
              <a:gdLst/>
              <a:ahLst/>
              <a:cxnLst/>
              <a:rect l="l" t="t" r="r" b="b"/>
              <a:pathLst>
                <a:path w="600709" h="3100704">
                  <a:moveTo>
                    <a:pt x="600663" y="0"/>
                  </a:moveTo>
                  <a:lnTo>
                    <a:pt x="0" y="0"/>
                  </a:lnTo>
                  <a:lnTo>
                    <a:pt x="0" y="3100165"/>
                  </a:lnTo>
                  <a:lnTo>
                    <a:pt x="600663" y="3100165"/>
                  </a:lnTo>
                  <a:lnTo>
                    <a:pt x="600663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7069316" y="1947330"/>
              <a:ext cx="600710" cy="3100705"/>
            </a:xfrm>
            <a:custGeom>
              <a:avLst/>
              <a:gdLst/>
              <a:ahLst/>
              <a:cxnLst/>
              <a:rect l="l" t="t" r="r" b="b"/>
              <a:pathLst>
                <a:path w="600709" h="3100704">
                  <a:moveTo>
                    <a:pt x="600663" y="3100165"/>
                  </a:moveTo>
                  <a:lnTo>
                    <a:pt x="0" y="3100165"/>
                  </a:lnTo>
                  <a:lnTo>
                    <a:pt x="0" y="0"/>
                  </a:lnTo>
                  <a:lnTo>
                    <a:pt x="600663" y="0"/>
                  </a:lnTo>
                  <a:lnTo>
                    <a:pt x="600663" y="3100165"/>
                  </a:lnTo>
                  <a:close/>
                </a:path>
              </a:pathLst>
            </a:custGeom>
            <a:ln w="75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7934348" y="2794912"/>
              <a:ext cx="600710" cy="2252980"/>
            </a:xfrm>
            <a:custGeom>
              <a:avLst/>
              <a:gdLst/>
              <a:ahLst/>
              <a:cxnLst/>
              <a:rect l="l" t="t" r="r" b="b"/>
              <a:pathLst>
                <a:path w="600709" h="2252979">
                  <a:moveTo>
                    <a:pt x="600663" y="0"/>
                  </a:moveTo>
                  <a:lnTo>
                    <a:pt x="0" y="0"/>
                  </a:lnTo>
                  <a:lnTo>
                    <a:pt x="0" y="2252583"/>
                  </a:lnTo>
                  <a:lnTo>
                    <a:pt x="600663" y="2252583"/>
                  </a:lnTo>
                  <a:lnTo>
                    <a:pt x="600663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7934348" y="2794912"/>
              <a:ext cx="600710" cy="2252980"/>
            </a:xfrm>
            <a:custGeom>
              <a:avLst/>
              <a:gdLst/>
              <a:ahLst/>
              <a:cxnLst/>
              <a:rect l="l" t="t" r="r" b="b"/>
              <a:pathLst>
                <a:path w="600709" h="2252979">
                  <a:moveTo>
                    <a:pt x="600663" y="2252583"/>
                  </a:moveTo>
                  <a:lnTo>
                    <a:pt x="0" y="2252583"/>
                  </a:lnTo>
                  <a:lnTo>
                    <a:pt x="0" y="0"/>
                  </a:lnTo>
                  <a:lnTo>
                    <a:pt x="600663" y="0"/>
                  </a:lnTo>
                  <a:lnTo>
                    <a:pt x="600663" y="2252583"/>
                  </a:lnTo>
                  <a:close/>
                </a:path>
              </a:pathLst>
            </a:custGeom>
            <a:ln w="75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5129310" y="1664803"/>
              <a:ext cx="3767454" cy="3700145"/>
            </a:xfrm>
            <a:custGeom>
              <a:avLst/>
              <a:gdLst/>
              <a:ahLst/>
              <a:cxnLst/>
              <a:rect l="l" t="t" r="r" b="b"/>
              <a:pathLst>
                <a:path w="3767454" h="3700145">
                  <a:moveTo>
                    <a:pt x="3767265" y="0"/>
                  </a:moveTo>
                  <a:lnTo>
                    <a:pt x="0" y="0"/>
                  </a:lnTo>
                  <a:lnTo>
                    <a:pt x="0" y="3699581"/>
                  </a:lnTo>
                  <a:lnTo>
                    <a:pt x="3767265" y="3699581"/>
                  </a:lnTo>
                  <a:lnTo>
                    <a:pt x="3767265" y="0"/>
                  </a:lnTo>
                  <a:close/>
                </a:path>
              </a:pathLst>
            </a:custGeom>
            <a:solidFill>
              <a:srgbClr val="FFFFFF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5129310" y="1664803"/>
              <a:ext cx="3767454" cy="3700145"/>
            </a:xfrm>
            <a:custGeom>
              <a:avLst/>
              <a:gdLst/>
              <a:ahLst/>
              <a:cxnLst/>
              <a:rect l="l" t="t" r="r" b="b"/>
              <a:pathLst>
                <a:path w="3767454" h="3700145">
                  <a:moveTo>
                    <a:pt x="3767265" y="3699581"/>
                  </a:moveTo>
                  <a:lnTo>
                    <a:pt x="0" y="3699581"/>
                  </a:lnTo>
                  <a:lnTo>
                    <a:pt x="0" y="0"/>
                  </a:lnTo>
                  <a:lnTo>
                    <a:pt x="3767265" y="0"/>
                  </a:lnTo>
                  <a:lnTo>
                    <a:pt x="3767265" y="3699581"/>
                  </a:lnTo>
                  <a:close/>
                </a:path>
              </a:pathLst>
            </a:custGeom>
            <a:ln w="751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6309253" y="3455415"/>
              <a:ext cx="600710" cy="1697355"/>
            </a:xfrm>
            <a:custGeom>
              <a:avLst/>
              <a:gdLst/>
              <a:ahLst/>
              <a:cxnLst/>
              <a:rect l="l" t="t" r="r" b="b"/>
              <a:pathLst>
                <a:path w="600709" h="1697354">
                  <a:moveTo>
                    <a:pt x="600663" y="0"/>
                  </a:moveTo>
                  <a:lnTo>
                    <a:pt x="0" y="0"/>
                  </a:lnTo>
                  <a:lnTo>
                    <a:pt x="0" y="1697073"/>
                  </a:lnTo>
                  <a:lnTo>
                    <a:pt x="600663" y="1697073"/>
                  </a:lnTo>
                  <a:lnTo>
                    <a:pt x="600663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6309253" y="3455415"/>
              <a:ext cx="600710" cy="1697355"/>
            </a:xfrm>
            <a:custGeom>
              <a:avLst/>
              <a:gdLst/>
              <a:ahLst/>
              <a:cxnLst/>
              <a:rect l="l" t="t" r="r" b="b"/>
              <a:pathLst>
                <a:path w="600709" h="1697354">
                  <a:moveTo>
                    <a:pt x="600663" y="1697073"/>
                  </a:moveTo>
                  <a:lnTo>
                    <a:pt x="0" y="1697073"/>
                  </a:lnTo>
                  <a:lnTo>
                    <a:pt x="0" y="0"/>
                  </a:lnTo>
                  <a:lnTo>
                    <a:pt x="600663" y="0"/>
                  </a:lnTo>
                  <a:lnTo>
                    <a:pt x="600663" y="1697073"/>
                  </a:lnTo>
                  <a:close/>
                </a:path>
              </a:pathLst>
            </a:custGeom>
            <a:ln w="756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5444220" y="2636468"/>
              <a:ext cx="600710" cy="2516505"/>
            </a:xfrm>
            <a:custGeom>
              <a:avLst/>
              <a:gdLst/>
              <a:ahLst/>
              <a:cxnLst/>
              <a:rect l="l" t="t" r="r" b="b"/>
              <a:pathLst>
                <a:path w="600710" h="2516504">
                  <a:moveTo>
                    <a:pt x="600663" y="0"/>
                  </a:moveTo>
                  <a:lnTo>
                    <a:pt x="0" y="0"/>
                  </a:lnTo>
                  <a:lnTo>
                    <a:pt x="0" y="2516020"/>
                  </a:lnTo>
                  <a:lnTo>
                    <a:pt x="600663" y="2516020"/>
                  </a:lnTo>
                  <a:lnTo>
                    <a:pt x="600663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5444220" y="2636468"/>
              <a:ext cx="600710" cy="2516505"/>
            </a:xfrm>
            <a:custGeom>
              <a:avLst/>
              <a:gdLst/>
              <a:ahLst/>
              <a:cxnLst/>
              <a:rect l="l" t="t" r="r" b="b"/>
              <a:pathLst>
                <a:path w="600710" h="2516504">
                  <a:moveTo>
                    <a:pt x="600663" y="2516020"/>
                  </a:moveTo>
                  <a:lnTo>
                    <a:pt x="0" y="2516020"/>
                  </a:lnTo>
                  <a:lnTo>
                    <a:pt x="0" y="0"/>
                  </a:lnTo>
                  <a:lnTo>
                    <a:pt x="600663" y="0"/>
                  </a:lnTo>
                  <a:lnTo>
                    <a:pt x="600663" y="2516020"/>
                  </a:lnTo>
                  <a:close/>
                </a:path>
              </a:pathLst>
            </a:custGeom>
            <a:ln w="75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7174286" y="2050414"/>
              <a:ext cx="600710" cy="3102610"/>
            </a:xfrm>
            <a:custGeom>
              <a:avLst/>
              <a:gdLst/>
              <a:ahLst/>
              <a:cxnLst/>
              <a:rect l="l" t="t" r="r" b="b"/>
              <a:pathLst>
                <a:path w="600709" h="3102610">
                  <a:moveTo>
                    <a:pt x="600663" y="0"/>
                  </a:moveTo>
                  <a:lnTo>
                    <a:pt x="0" y="0"/>
                  </a:lnTo>
                  <a:lnTo>
                    <a:pt x="0" y="3102074"/>
                  </a:lnTo>
                  <a:lnTo>
                    <a:pt x="600663" y="3102074"/>
                  </a:lnTo>
                  <a:lnTo>
                    <a:pt x="600663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7174286" y="2050414"/>
              <a:ext cx="600710" cy="3102610"/>
            </a:xfrm>
            <a:custGeom>
              <a:avLst/>
              <a:gdLst/>
              <a:ahLst/>
              <a:cxnLst/>
              <a:rect l="l" t="t" r="r" b="b"/>
              <a:pathLst>
                <a:path w="600709" h="3102610">
                  <a:moveTo>
                    <a:pt x="600663" y="3102074"/>
                  </a:moveTo>
                  <a:lnTo>
                    <a:pt x="0" y="3102074"/>
                  </a:lnTo>
                  <a:lnTo>
                    <a:pt x="0" y="0"/>
                  </a:lnTo>
                  <a:lnTo>
                    <a:pt x="600663" y="0"/>
                  </a:lnTo>
                  <a:lnTo>
                    <a:pt x="600663" y="3102074"/>
                  </a:lnTo>
                  <a:close/>
                </a:path>
              </a:pathLst>
            </a:custGeom>
            <a:ln w="75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8039319" y="2897997"/>
              <a:ext cx="602615" cy="2254885"/>
            </a:xfrm>
            <a:custGeom>
              <a:avLst/>
              <a:gdLst/>
              <a:ahLst/>
              <a:cxnLst/>
              <a:rect l="l" t="t" r="r" b="b"/>
              <a:pathLst>
                <a:path w="602615" h="2254885">
                  <a:moveTo>
                    <a:pt x="602607" y="0"/>
                  </a:moveTo>
                  <a:lnTo>
                    <a:pt x="0" y="0"/>
                  </a:lnTo>
                  <a:lnTo>
                    <a:pt x="0" y="2254492"/>
                  </a:lnTo>
                  <a:lnTo>
                    <a:pt x="602607" y="2254492"/>
                  </a:lnTo>
                  <a:lnTo>
                    <a:pt x="602607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8039319" y="2897997"/>
              <a:ext cx="602615" cy="2254885"/>
            </a:xfrm>
            <a:custGeom>
              <a:avLst/>
              <a:gdLst/>
              <a:ahLst/>
              <a:cxnLst/>
              <a:rect l="l" t="t" r="r" b="b"/>
              <a:pathLst>
                <a:path w="602615" h="2254885">
                  <a:moveTo>
                    <a:pt x="602607" y="2254492"/>
                  </a:moveTo>
                  <a:lnTo>
                    <a:pt x="0" y="2254492"/>
                  </a:lnTo>
                  <a:lnTo>
                    <a:pt x="0" y="0"/>
                  </a:lnTo>
                  <a:lnTo>
                    <a:pt x="602607" y="0"/>
                  </a:lnTo>
                  <a:lnTo>
                    <a:pt x="602607" y="2254492"/>
                  </a:lnTo>
                  <a:close/>
                </a:path>
              </a:pathLst>
            </a:custGeom>
            <a:ln w="75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6202339" y="3352331"/>
              <a:ext cx="602615" cy="1695450"/>
            </a:xfrm>
            <a:custGeom>
              <a:avLst/>
              <a:gdLst/>
              <a:ahLst/>
              <a:cxnLst/>
              <a:rect l="l" t="t" r="r" b="b"/>
              <a:pathLst>
                <a:path w="602615" h="1695450">
                  <a:moveTo>
                    <a:pt x="602607" y="0"/>
                  </a:moveTo>
                  <a:lnTo>
                    <a:pt x="0" y="0"/>
                  </a:lnTo>
                  <a:lnTo>
                    <a:pt x="0" y="1695164"/>
                  </a:lnTo>
                  <a:lnTo>
                    <a:pt x="602607" y="1695164"/>
                  </a:lnTo>
                  <a:lnTo>
                    <a:pt x="602607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6202339" y="3352331"/>
              <a:ext cx="602615" cy="1695450"/>
            </a:xfrm>
            <a:custGeom>
              <a:avLst/>
              <a:gdLst/>
              <a:ahLst/>
              <a:cxnLst/>
              <a:rect l="l" t="t" r="r" b="b"/>
              <a:pathLst>
                <a:path w="602615" h="1695450">
                  <a:moveTo>
                    <a:pt x="602607" y="1695164"/>
                  </a:moveTo>
                  <a:lnTo>
                    <a:pt x="0" y="1695164"/>
                  </a:lnTo>
                  <a:lnTo>
                    <a:pt x="0" y="0"/>
                  </a:lnTo>
                  <a:lnTo>
                    <a:pt x="602607" y="0"/>
                  </a:lnTo>
                  <a:lnTo>
                    <a:pt x="602607" y="1695164"/>
                  </a:lnTo>
                  <a:close/>
                </a:path>
              </a:pathLst>
            </a:custGeom>
            <a:ln w="756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5337306" y="2533384"/>
              <a:ext cx="602615" cy="2514600"/>
            </a:xfrm>
            <a:custGeom>
              <a:avLst/>
              <a:gdLst/>
              <a:ahLst/>
              <a:cxnLst/>
              <a:rect l="l" t="t" r="r" b="b"/>
              <a:pathLst>
                <a:path w="602614" h="2514600">
                  <a:moveTo>
                    <a:pt x="602607" y="0"/>
                  </a:moveTo>
                  <a:lnTo>
                    <a:pt x="0" y="0"/>
                  </a:lnTo>
                  <a:lnTo>
                    <a:pt x="0" y="2514111"/>
                  </a:lnTo>
                  <a:lnTo>
                    <a:pt x="602607" y="2514111"/>
                  </a:lnTo>
                  <a:lnTo>
                    <a:pt x="602607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5337306" y="2533384"/>
              <a:ext cx="602615" cy="2514600"/>
            </a:xfrm>
            <a:custGeom>
              <a:avLst/>
              <a:gdLst/>
              <a:ahLst/>
              <a:cxnLst/>
              <a:rect l="l" t="t" r="r" b="b"/>
              <a:pathLst>
                <a:path w="602614" h="2514600">
                  <a:moveTo>
                    <a:pt x="602607" y="2514111"/>
                  </a:moveTo>
                  <a:lnTo>
                    <a:pt x="0" y="2514111"/>
                  </a:lnTo>
                  <a:lnTo>
                    <a:pt x="0" y="0"/>
                  </a:lnTo>
                  <a:lnTo>
                    <a:pt x="602607" y="0"/>
                  </a:lnTo>
                  <a:lnTo>
                    <a:pt x="602607" y="2514111"/>
                  </a:lnTo>
                  <a:close/>
                </a:path>
              </a:pathLst>
            </a:custGeom>
            <a:ln w="757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7069316" y="1947330"/>
              <a:ext cx="600710" cy="3100705"/>
            </a:xfrm>
            <a:custGeom>
              <a:avLst/>
              <a:gdLst/>
              <a:ahLst/>
              <a:cxnLst/>
              <a:rect l="l" t="t" r="r" b="b"/>
              <a:pathLst>
                <a:path w="600709" h="3100704">
                  <a:moveTo>
                    <a:pt x="600663" y="0"/>
                  </a:moveTo>
                  <a:lnTo>
                    <a:pt x="0" y="0"/>
                  </a:lnTo>
                  <a:lnTo>
                    <a:pt x="0" y="3100165"/>
                  </a:lnTo>
                  <a:lnTo>
                    <a:pt x="600663" y="3100165"/>
                  </a:lnTo>
                  <a:lnTo>
                    <a:pt x="600663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7069316" y="1947330"/>
              <a:ext cx="600710" cy="3100705"/>
            </a:xfrm>
            <a:custGeom>
              <a:avLst/>
              <a:gdLst/>
              <a:ahLst/>
              <a:cxnLst/>
              <a:rect l="l" t="t" r="r" b="b"/>
              <a:pathLst>
                <a:path w="600709" h="3100704">
                  <a:moveTo>
                    <a:pt x="600663" y="3100165"/>
                  </a:moveTo>
                  <a:lnTo>
                    <a:pt x="0" y="3100165"/>
                  </a:lnTo>
                  <a:lnTo>
                    <a:pt x="0" y="0"/>
                  </a:lnTo>
                  <a:lnTo>
                    <a:pt x="600663" y="0"/>
                  </a:lnTo>
                  <a:lnTo>
                    <a:pt x="600663" y="3100165"/>
                  </a:lnTo>
                  <a:close/>
                </a:path>
              </a:pathLst>
            </a:custGeom>
            <a:ln w="75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7934348" y="2794912"/>
              <a:ext cx="600710" cy="2252980"/>
            </a:xfrm>
            <a:custGeom>
              <a:avLst/>
              <a:gdLst/>
              <a:ahLst/>
              <a:cxnLst/>
              <a:rect l="l" t="t" r="r" b="b"/>
              <a:pathLst>
                <a:path w="600709" h="2252979">
                  <a:moveTo>
                    <a:pt x="600663" y="0"/>
                  </a:moveTo>
                  <a:lnTo>
                    <a:pt x="0" y="0"/>
                  </a:lnTo>
                  <a:lnTo>
                    <a:pt x="0" y="2252583"/>
                  </a:lnTo>
                  <a:lnTo>
                    <a:pt x="600663" y="2252583"/>
                  </a:lnTo>
                  <a:lnTo>
                    <a:pt x="600663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7934348" y="2794912"/>
              <a:ext cx="600710" cy="2252980"/>
            </a:xfrm>
            <a:custGeom>
              <a:avLst/>
              <a:gdLst/>
              <a:ahLst/>
              <a:cxnLst/>
              <a:rect l="l" t="t" r="r" b="b"/>
              <a:pathLst>
                <a:path w="600709" h="2252979">
                  <a:moveTo>
                    <a:pt x="600663" y="2252583"/>
                  </a:moveTo>
                  <a:lnTo>
                    <a:pt x="0" y="2252583"/>
                  </a:lnTo>
                  <a:lnTo>
                    <a:pt x="0" y="0"/>
                  </a:lnTo>
                  <a:lnTo>
                    <a:pt x="600663" y="0"/>
                  </a:lnTo>
                  <a:lnTo>
                    <a:pt x="600663" y="2252583"/>
                  </a:lnTo>
                  <a:close/>
                </a:path>
              </a:pathLst>
            </a:custGeom>
            <a:ln w="75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274026" y="1219249"/>
              <a:ext cx="2131060" cy="685165"/>
            </a:xfrm>
            <a:custGeom>
              <a:avLst/>
              <a:gdLst/>
              <a:ahLst/>
              <a:cxnLst/>
              <a:rect l="l" t="t" r="r" b="b"/>
              <a:pathLst>
                <a:path w="2131060" h="685164">
                  <a:moveTo>
                    <a:pt x="2130528" y="0"/>
                  </a:moveTo>
                  <a:lnTo>
                    <a:pt x="0" y="0"/>
                  </a:lnTo>
                  <a:lnTo>
                    <a:pt x="0" y="684537"/>
                  </a:lnTo>
                  <a:lnTo>
                    <a:pt x="2130528" y="684537"/>
                  </a:lnTo>
                  <a:lnTo>
                    <a:pt x="2130528" y="0"/>
                  </a:lnTo>
                  <a:close/>
                </a:path>
              </a:pathLst>
            </a:custGeom>
            <a:solidFill>
              <a:srgbClr val="FFFFFF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274026" y="1219249"/>
              <a:ext cx="2131060" cy="685165"/>
            </a:xfrm>
            <a:custGeom>
              <a:avLst/>
              <a:gdLst/>
              <a:ahLst/>
              <a:cxnLst/>
              <a:rect l="l" t="t" r="r" b="b"/>
              <a:pathLst>
                <a:path w="2131060" h="685164">
                  <a:moveTo>
                    <a:pt x="2130528" y="684537"/>
                  </a:moveTo>
                  <a:lnTo>
                    <a:pt x="0" y="684537"/>
                  </a:lnTo>
                  <a:lnTo>
                    <a:pt x="0" y="0"/>
                  </a:lnTo>
                  <a:lnTo>
                    <a:pt x="2130528" y="0"/>
                  </a:lnTo>
                  <a:lnTo>
                    <a:pt x="2130528" y="684537"/>
                  </a:lnTo>
                  <a:close/>
                </a:path>
              </a:pathLst>
            </a:custGeom>
            <a:ln w="16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941327" y="1550568"/>
              <a:ext cx="339725" cy="314325"/>
            </a:xfrm>
            <a:custGeom>
              <a:avLst/>
              <a:gdLst/>
              <a:ahLst/>
              <a:cxnLst/>
              <a:rect l="l" t="t" r="r" b="b"/>
              <a:pathLst>
                <a:path w="339725" h="314325">
                  <a:moveTo>
                    <a:pt x="339697" y="0"/>
                  </a:moveTo>
                  <a:lnTo>
                    <a:pt x="0" y="0"/>
                  </a:lnTo>
                  <a:lnTo>
                    <a:pt x="0" y="314011"/>
                  </a:lnTo>
                  <a:lnTo>
                    <a:pt x="339697" y="314011"/>
                  </a:lnTo>
                  <a:lnTo>
                    <a:pt x="339697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941327" y="1550568"/>
              <a:ext cx="339725" cy="314325"/>
            </a:xfrm>
            <a:custGeom>
              <a:avLst/>
              <a:gdLst/>
              <a:ahLst/>
              <a:cxnLst/>
              <a:rect l="l" t="t" r="r" b="b"/>
              <a:pathLst>
                <a:path w="339725" h="314325">
                  <a:moveTo>
                    <a:pt x="339697" y="314011"/>
                  </a:moveTo>
                  <a:lnTo>
                    <a:pt x="0" y="314011"/>
                  </a:lnTo>
                  <a:lnTo>
                    <a:pt x="0" y="0"/>
                  </a:lnTo>
                  <a:lnTo>
                    <a:pt x="339697" y="0"/>
                  </a:lnTo>
                  <a:lnTo>
                    <a:pt x="339697" y="314011"/>
                  </a:lnTo>
                  <a:close/>
                </a:path>
              </a:pathLst>
            </a:custGeom>
            <a:ln w="271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52119" y="1399037"/>
              <a:ext cx="339725" cy="466090"/>
            </a:xfrm>
            <a:custGeom>
              <a:avLst/>
              <a:gdLst/>
              <a:ahLst/>
              <a:cxnLst/>
              <a:rect l="l" t="t" r="r" b="b"/>
              <a:pathLst>
                <a:path w="339725" h="466089">
                  <a:moveTo>
                    <a:pt x="339697" y="0"/>
                  </a:moveTo>
                  <a:lnTo>
                    <a:pt x="0" y="0"/>
                  </a:lnTo>
                  <a:lnTo>
                    <a:pt x="0" y="465542"/>
                  </a:lnTo>
                  <a:lnTo>
                    <a:pt x="339697" y="465542"/>
                  </a:lnTo>
                  <a:lnTo>
                    <a:pt x="339697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52119" y="1399037"/>
              <a:ext cx="339725" cy="466090"/>
            </a:xfrm>
            <a:custGeom>
              <a:avLst/>
              <a:gdLst/>
              <a:ahLst/>
              <a:cxnLst/>
              <a:rect l="l" t="t" r="r" b="b"/>
              <a:pathLst>
                <a:path w="339725" h="466089">
                  <a:moveTo>
                    <a:pt x="339697" y="465542"/>
                  </a:moveTo>
                  <a:lnTo>
                    <a:pt x="0" y="465542"/>
                  </a:lnTo>
                  <a:lnTo>
                    <a:pt x="0" y="0"/>
                  </a:lnTo>
                  <a:lnTo>
                    <a:pt x="339697" y="0"/>
                  </a:lnTo>
                  <a:lnTo>
                    <a:pt x="339697" y="465542"/>
                  </a:lnTo>
                  <a:close/>
                </a:path>
              </a:pathLst>
            </a:custGeom>
            <a:ln w="32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3430535" y="1290599"/>
              <a:ext cx="339725" cy="574040"/>
            </a:xfrm>
            <a:custGeom>
              <a:avLst/>
              <a:gdLst/>
              <a:ahLst/>
              <a:cxnLst/>
              <a:rect l="l" t="t" r="r" b="b"/>
              <a:pathLst>
                <a:path w="339725" h="574039">
                  <a:moveTo>
                    <a:pt x="339697" y="0"/>
                  </a:moveTo>
                  <a:lnTo>
                    <a:pt x="0" y="0"/>
                  </a:lnTo>
                  <a:lnTo>
                    <a:pt x="0" y="573980"/>
                  </a:lnTo>
                  <a:lnTo>
                    <a:pt x="339697" y="573980"/>
                  </a:lnTo>
                  <a:lnTo>
                    <a:pt x="339697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3430535" y="1290599"/>
              <a:ext cx="339725" cy="574040"/>
            </a:xfrm>
            <a:custGeom>
              <a:avLst/>
              <a:gdLst/>
              <a:ahLst/>
              <a:cxnLst/>
              <a:rect l="l" t="t" r="r" b="b"/>
              <a:pathLst>
                <a:path w="339725" h="574039">
                  <a:moveTo>
                    <a:pt x="339697" y="573980"/>
                  </a:moveTo>
                  <a:lnTo>
                    <a:pt x="0" y="573980"/>
                  </a:lnTo>
                  <a:lnTo>
                    <a:pt x="0" y="0"/>
                  </a:lnTo>
                  <a:lnTo>
                    <a:pt x="339697" y="0"/>
                  </a:lnTo>
                  <a:lnTo>
                    <a:pt x="339697" y="573980"/>
                  </a:lnTo>
                  <a:close/>
                </a:path>
              </a:pathLst>
            </a:custGeom>
            <a:ln w="353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3919743" y="1447428"/>
              <a:ext cx="340995" cy="417195"/>
            </a:xfrm>
            <a:custGeom>
              <a:avLst/>
              <a:gdLst/>
              <a:ahLst/>
              <a:cxnLst/>
              <a:rect l="l" t="t" r="r" b="b"/>
              <a:pathLst>
                <a:path w="340995" h="417194">
                  <a:moveTo>
                    <a:pt x="340796" y="0"/>
                  </a:moveTo>
                  <a:lnTo>
                    <a:pt x="0" y="0"/>
                  </a:lnTo>
                  <a:lnTo>
                    <a:pt x="0" y="417151"/>
                  </a:lnTo>
                  <a:lnTo>
                    <a:pt x="340796" y="417151"/>
                  </a:lnTo>
                  <a:lnTo>
                    <a:pt x="340796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3919743" y="1447428"/>
              <a:ext cx="340995" cy="417195"/>
            </a:xfrm>
            <a:custGeom>
              <a:avLst/>
              <a:gdLst/>
              <a:ahLst/>
              <a:cxnLst/>
              <a:rect l="l" t="t" r="r" b="b"/>
              <a:pathLst>
                <a:path w="340995" h="417194">
                  <a:moveTo>
                    <a:pt x="340796" y="417151"/>
                  </a:moveTo>
                  <a:lnTo>
                    <a:pt x="0" y="417151"/>
                  </a:lnTo>
                  <a:lnTo>
                    <a:pt x="0" y="0"/>
                  </a:lnTo>
                  <a:lnTo>
                    <a:pt x="340796" y="0"/>
                  </a:lnTo>
                  <a:lnTo>
                    <a:pt x="340796" y="417151"/>
                  </a:lnTo>
                  <a:close/>
                </a:path>
              </a:pathLst>
            </a:custGeom>
            <a:ln w="312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880864" y="1531494"/>
              <a:ext cx="340995" cy="313690"/>
            </a:xfrm>
            <a:custGeom>
              <a:avLst/>
              <a:gdLst/>
              <a:ahLst/>
              <a:cxnLst/>
              <a:rect l="l" t="t" r="r" b="b"/>
              <a:pathLst>
                <a:path w="340994" h="313689">
                  <a:moveTo>
                    <a:pt x="340796" y="0"/>
                  </a:moveTo>
                  <a:lnTo>
                    <a:pt x="0" y="0"/>
                  </a:lnTo>
                  <a:lnTo>
                    <a:pt x="0" y="313658"/>
                  </a:lnTo>
                  <a:lnTo>
                    <a:pt x="340796" y="313658"/>
                  </a:lnTo>
                  <a:lnTo>
                    <a:pt x="340796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880864" y="1531494"/>
              <a:ext cx="340995" cy="313690"/>
            </a:xfrm>
            <a:custGeom>
              <a:avLst/>
              <a:gdLst/>
              <a:ahLst/>
              <a:cxnLst/>
              <a:rect l="l" t="t" r="r" b="b"/>
              <a:pathLst>
                <a:path w="340994" h="313689">
                  <a:moveTo>
                    <a:pt x="340796" y="313658"/>
                  </a:moveTo>
                  <a:lnTo>
                    <a:pt x="0" y="313658"/>
                  </a:lnTo>
                  <a:lnTo>
                    <a:pt x="0" y="0"/>
                  </a:lnTo>
                  <a:lnTo>
                    <a:pt x="340796" y="0"/>
                  </a:lnTo>
                  <a:lnTo>
                    <a:pt x="340796" y="313658"/>
                  </a:lnTo>
                  <a:close/>
                </a:path>
              </a:pathLst>
            </a:custGeom>
            <a:ln w="271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391655" y="1379963"/>
              <a:ext cx="340995" cy="465455"/>
            </a:xfrm>
            <a:custGeom>
              <a:avLst/>
              <a:gdLst/>
              <a:ahLst/>
              <a:cxnLst/>
              <a:rect l="l" t="t" r="r" b="b"/>
              <a:pathLst>
                <a:path w="340994" h="465455">
                  <a:moveTo>
                    <a:pt x="340796" y="0"/>
                  </a:moveTo>
                  <a:lnTo>
                    <a:pt x="0" y="0"/>
                  </a:lnTo>
                  <a:lnTo>
                    <a:pt x="0" y="465189"/>
                  </a:lnTo>
                  <a:lnTo>
                    <a:pt x="340796" y="465189"/>
                  </a:lnTo>
                  <a:lnTo>
                    <a:pt x="340796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391655" y="1379963"/>
              <a:ext cx="340995" cy="465455"/>
            </a:xfrm>
            <a:custGeom>
              <a:avLst/>
              <a:gdLst/>
              <a:ahLst/>
              <a:cxnLst/>
              <a:rect l="l" t="t" r="r" b="b"/>
              <a:pathLst>
                <a:path w="340994" h="465455">
                  <a:moveTo>
                    <a:pt x="340796" y="465189"/>
                  </a:moveTo>
                  <a:lnTo>
                    <a:pt x="0" y="465189"/>
                  </a:lnTo>
                  <a:lnTo>
                    <a:pt x="0" y="0"/>
                  </a:lnTo>
                  <a:lnTo>
                    <a:pt x="340796" y="0"/>
                  </a:lnTo>
                  <a:lnTo>
                    <a:pt x="340796" y="465189"/>
                  </a:lnTo>
                  <a:close/>
                </a:path>
              </a:pathLst>
            </a:custGeom>
            <a:ln w="327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3371171" y="1271525"/>
              <a:ext cx="339725" cy="574040"/>
            </a:xfrm>
            <a:custGeom>
              <a:avLst/>
              <a:gdLst/>
              <a:ahLst/>
              <a:cxnLst/>
              <a:rect l="l" t="t" r="r" b="b"/>
              <a:pathLst>
                <a:path w="339725" h="574039">
                  <a:moveTo>
                    <a:pt x="339697" y="0"/>
                  </a:moveTo>
                  <a:lnTo>
                    <a:pt x="0" y="0"/>
                  </a:lnTo>
                  <a:lnTo>
                    <a:pt x="0" y="573627"/>
                  </a:lnTo>
                  <a:lnTo>
                    <a:pt x="339697" y="573627"/>
                  </a:lnTo>
                  <a:lnTo>
                    <a:pt x="339697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3371171" y="1271525"/>
              <a:ext cx="339725" cy="574040"/>
            </a:xfrm>
            <a:custGeom>
              <a:avLst/>
              <a:gdLst/>
              <a:ahLst/>
              <a:cxnLst/>
              <a:rect l="l" t="t" r="r" b="b"/>
              <a:pathLst>
                <a:path w="339725" h="574039">
                  <a:moveTo>
                    <a:pt x="339697" y="573627"/>
                  </a:moveTo>
                  <a:lnTo>
                    <a:pt x="0" y="573627"/>
                  </a:lnTo>
                  <a:lnTo>
                    <a:pt x="0" y="0"/>
                  </a:lnTo>
                  <a:lnTo>
                    <a:pt x="339697" y="0"/>
                  </a:lnTo>
                  <a:lnTo>
                    <a:pt x="339697" y="573627"/>
                  </a:lnTo>
                  <a:close/>
                </a:path>
              </a:pathLst>
            </a:custGeom>
            <a:ln w="353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3860379" y="1428354"/>
              <a:ext cx="339725" cy="417195"/>
            </a:xfrm>
            <a:custGeom>
              <a:avLst/>
              <a:gdLst/>
              <a:ahLst/>
              <a:cxnLst/>
              <a:rect l="l" t="t" r="r" b="b"/>
              <a:pathLst>
                <a:path w="339725" h="417194">
                  <a:moveTo>
                    <a:pt x="339697" y="0"/>
                  </a:moveTo>
                  <a:lnTo>
                    <a:pt x="0" y="0"/>
                  </a:lnTo>
                  <a:lnTo>
                    <a:pt x="0" y="416798"/>
                  </a:lnTo>
                  <a:lnTo>
                    <a:pt x="339697" y="416798"/>
                  </a:lnTo>
                  <a:lnTo>
                    <a:pt x="339697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3860379" y="1428354"/>
              <a:ext cx="339725" cy="417195"/>
            </a:xfrm>
            <a:custGeom>
              <a:avLst/>
              <a:gdLst/>
              <a:ahLst/>
              <a:cxnLst/>
              <a:rect l="l" t="t" r="r" b="b"/>
              <a:pathLst>
                <a:path w="339725" h="417194">
                  <a:moveTo>
                    <a:pt x="339697" y="416798"/>
                  </a:moveTo>
                  <a:lnTo>
                    <a:pt x="0" y="416798"/>
                  </a:lnTo>
                  <a:lnTo>
                    <a:pt x="0" y="0"/>
                  </a:lnTo>
                  <a:lnTo>
                    <a:pt x="339697" y="0"/>
                  </a:lnTo>
                  <a:lnTo>
                    <a:pt x="339697" y="416798"/>
                  </a:lnTo>
                  <a:close/>
                </a:path>
              </a:pathLst>
            </a:custGeom>
            <a:ln w="31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wipe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980" y="1052702"/>
              <a:ext cx="4655820" cy="109855"/>
            </a:xfrm>
            <a:custGeom>
              <a:avLst/>
              <a:gdLst/>
              <a:ahLst/>
              <a:cxnLst/>
              <a:rect l="l" t="t" r="r" b="b"/>
              <a:pathLst>
                <a:path w="4655820" h="109855">
                  <a:moveTo>
                    <a:pt x="465561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4655616" y="109727"/>
                  </a:lnTo>
                  <a:lnTo>
                    <a:pt x="4655616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09980" y="1052702"/>
              <a:ext cx="7958455" cy="0"/>
            </a:xfrm>
            <a:custGeom>
              <a:avLst/>
              <a:gdLst/>
              <a:ahLst/>
              <a:cxnLst/>
              <a:rect l="l" t="t" r="r" b="b"/>
              <a:pathLst>
                <a:path w="7958455" h="0">
                  <a:moveTo>
                    <a:pt x="0" y="0"/>
                  </a:moveTo>
                  <a:lnTo>
                    <a:pt x="7958328" y="0"/>
                  </a:lnTo>
                </a:path>
              </a:pathLst>
            </a:custGeom>
            <a:ln w="9906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09600" y="6308597"/>
              <a:ext cx="7924800" cy="0"/>
            </a:xfrm>
            <a:custGeom>
              <a:avLst/>
              <a:gdLst/>
              <a:ahLst/>
              <a:cxnLst/>
              <a:rect l="l" t="t" r="r" b="b"/>
              <a:pathLst>
                <a:path w="7924800" h="0">
                  <a:moveTo>
                    <a:pt x="0" y="0"/>
                  </a:moveTo>
                  <a:lnTo>
                    <a:pt x="7924800" y="0"/>
                  </a:lnTo>
                </a:path>
              </a:pathLst>
            </a:custGeom>
            <a:ln w="3175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990842" y="2740463"/>
            <a:ext cx="176530" cy="5626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080">
              <a:lnSpc>
                <a:spcPct val="106800"/>
              </a:lnSpc>
              <a:spcBef>
                <a:spcPts val="95"/>
              </a:spcBef>
            </a:pPr>
            <a:r>
              <a:rPr dirty="0" sz="1650" spc="-5" i="1">
                <a:latin typeface="Times New Roman"/>
                <a:cs typeface="Times New Roman"/>
              </a:rPr>
              <a:t>C </a:t>
            </a:r>
            <a:r>
              <a:rPr dirty="0" sz="1650" spc="-5" i="1">
                <a:latin typeface="Times New Roman"/>
                <a:cs typeface="Times New Roman"/>
              </a:rPr>
              <a:t> D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86221" y="1454598"/>
            <a:ext cx="282575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650" spc="-5" i="1">
                <a:latin typeface="Times New Roman"/>
                <a:cs typeface="Times New Roman"/>
              </a:rPr>
              <a:t>R</a:t>
            </a:r>
            <a:r>
              <a:rPr dirty="0" baseline="-15151" sz="1650" spc="-7">
                <a:latin typeface="Times New Roman"/>
                <a:cs typeface="Times New Roman"/>
              </a:rPr>
              <a:t>P</a:t>
            </a:r>
            <a:endParaRPr baseline="-15151" sz="1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5583" y="909164"/>
            <a:ext cx="405765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10101" sz="2475" spc="-7" i="1">
                <a:latin typeface="Times New Roman"/>
                <a:cs typeface="Times New Roman"/>
              </a:rPr>
              <a:t>V</a:t>
            </a:r>
            <a:r>
              <a:rPr dirty="0" sz="1100" spc="-5">
                <a:latin typeface="Times New Roman"/>
                <a:cs typeface="Times New Roman"/>
              </a:rPr>
              <a:t>DD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79686" y="1892640"/>
            <a:ext cx="153670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5" i="1">
                <a:latin typeface="Times New Roman"/>
                <a:cs typeface="Times New Roman"/>
              </a:rPr>
              <a:t>A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88053" y="2172422"/>
            <a:ext cx="153670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5" i="1">
                <a:latin typeface="Times New Roman"/>
                <a:cs typeface="Times New Roman"/>
              </a:rPr>
              <a:t>B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06937" y="1119765"/>
            <a:ext cx="1551305" cy="2172335"/>
            <a:chOff x="6206937" y="1119765"/>
            <a:chExt cx="1551305" cy="2172335"/>
          </a:xfrm>
        </p:grpSpPr>
        <p:sp>
          <p:nvSpPr>
            <p:cNvPr id="13" name="object 13"/>
            <p:cNvSpPr/>
            <p:nvPr/>
          </p:nvSpPr>
          <p:spPr>
            <a:xfrm>
              <a:off x="6248977" y="2936857"/>
              <a:ext cx="326390" cy="0"/>
            </a:xfrm>
            <a:custGeom>
              <a:avLst/>
              <a:gdLst/>
              <a:ahLst/>
              <a:cxnLst/>
              <a:rect l="l" t="t" r="r" b="b"/>
              <a:pathLst>
                <a:path w="326390" h="0">
                  <a:moveTo>
                    <a:pt x="326314" y="0"/>
                  </a:moveTo>
                  <a:lnTo>
                    <a:pt x="0" y="0"/>
                  </a:lnTo>
                </a:path>
              </a:pathLst>
            </a:custGeom>
            <a:ln w="16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254555" y="3177074"/>
              <a:ext cx="315595" cy="0"/>
            </a:xfrm>
            <a:custGeom>
              <a:avLst/>
              <a:gdLst/>
              <a:ahLst/>
              <a:cxnLst/>
              <a:rect l="l" t="t" r="r" b="b"/>
              <a:pathLst>
                <a:path w="315595" h="0">
                  <a:moveTo>
                    <a:pt x="315158" y="0"/>
                  </a:moveTo>
                  <a:lnTo>
                    <a:pt x="0" y="0"/>
                  </a:lnTo>
                </a:path>
              </a:pathLst>
            </a:custGeom>
            <a:ln w="16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110783" y="2190771"/>
              <a:ext cx="638810" cy="0"/>
            </a:xfrm>
            <a:custGeom>
              <a:avLst/>
              <a:gdLst/>
              <a:ahLst/>
              <a:cxnLst/>
              <a:rect l="l" t="t" r="r" b="b"/>
              <a:pathLst>
                <a:path w="638809" h="0">
                  <a:moveTo>
                    <a:pt x="638684" y="0"/>
                  </a:moveTo>
                  <a:lnTo>
                    <a:pt x="0" y="0"/>
                  </a:lnTo>
                </a:path>
              </a:pathLst>
            </a:custGeom>
            <a:ln w="16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094048" y="3041422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4" h="0">
                  <a:moveTo>
                    <a:pt x="287268" y="0"/>
                  </a:moveTo>
                  <a:lnTo>
                    <a:pt x="0" y="0"/>
                  </a:lnTo>
                </a:path>
              </a:pathLst>
            </a:custGeom>
            <a:ln w="16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381317" y="1142296"/>
              <a:ext cx="0" cy="1885314"/>
            </a:xfrm>
            <a:custGeom>
              <a:avLst/>
              <a:gdLst/>
              <a:ahLst/>
              <a:cxnLst/>
              <a:rect l="l" t="t" r="r" b="b"/>
              <a:pathLst>
                <a:path w="0" h="1885314">
                  <a:moveTo>
                    <a:pt x="0" y="712174"/>
                  </a:moveTo>
                  <a:lnTo>
                    <a:pt x="0" y="1884995"/>
                  </a:lnTo>
                </a:path>
                <a:path w="0" h="1885314">
                  <a:moveTo>
                    <a:pt x="0" y="0"/>
                  </a:moveTo>
                  <a:lnTo>
                    <a:pt x="0" y="276958"/>
                  </a:lnTo>
                </a:path>
              </a:pathLst>
            </a:custGeom>
            <a:ln w="167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42196" y="2151283"/>
              <a:ext cx="81029" cy="8180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074525" y="1159252"/>
              <a:ext cx="566420" cy="0"/>
            </a:xfrm>
            <a:custGeom>
              <a:avLst/>
              <a:gdLst/>
              <a:ahLst/>
              <a:cxnLst/>
              <a:rect l="l" t="t" r="r" b="b"/>
              <a:pathLst>
                <a:path w="566420" h="0">
                  <a:moveTo>
                    <a:pt x="566169" y="0"/>
                  </a:moveTo>
                  <a:lnTo>
                    <a:pt x="0" y="0"/>
                  </a:lnTo>
                </a:path>
              </a:pathLst>
            </a:custGeom>
            <a:ln w="16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44986" y="1119765"/>
              <a:ext cx="81029" cy="8180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215509" y="2086207"/>
              <a:ext cx="360045" cy="0"/>
            </a:xfrm>
            <a:custGeom>
              <a:avLst/>
              <a:gdLst/>
              <a:ahLst/>
              <a:cxnLst/>
              <a:rect l="l" t="t" r="r" b="b"/>
              <a:pathLst>
                <a:path w="360045" h="0">
                  <a:moveTo>
                    <a:pt x="359782" y="0"/>
                  </a:moveTo>
                  <a:lnTo>
                    <a:pt x="0" y="0"/>
                  </a:lnTo>
                </a:path>
              </a:pathLst>
            </a:custGeom>
            <a:ln w="16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226665" y="2326423"/>
              <a:ext cx="343535" cy="0"/>
            </a:xfrm>
            <a:custGeom>
              <a:avLst/>
              <a:gdLst/>
              <a:ahLst/>
              <a:cxnLst/>
              <a:rect l="l" t="t" r="r" b="b"/>
              <a:pathLst>
                <a:path w="343534" h="0">
                  <a:moveTo>
                    <a:pt x="343048" y="0"/>
                  </a:moveTo>
                  <a:lnTo>
                    <a:pt x="0" y="0"/>
                  </a:lnTo>
                </a:path>
              </a:pathLst>
            </a:custGeom>
            <a:ln w="16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52139" y="2970846"/>
              <a:ext cx="134020" cy="13550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508355" y="2804032"/>
              <a:ext cx="552450" cy="472440"/>
            </a:xfrm>
            <a:custGeom>
              <a:avLst/>
              <a:gdLst/>
              <a:ahLst/>
              <a:cxnLst/>
              <a:rect l="l" t="t" r="r" b="b"/>
              <a:pathLst>
                <a:path w="552450" h="472439">
                  <a:moveTo>
                    <a:pt x="304002" y="471955"/>
                  </a:moveTo>
                  <a:lnTo>
                    <a:pt x="276112" y="471955"/>
                  </a:lnTo>
                  <a:lnTo>
                    <a:pt x="0" y="471955"/>
                  </a:lnTo>
                  <a:lnTo>
                    <a:pt x="0" y="0"/>
                  </a:lnTo>
                  <a:lnTo>
                    <a:pt x="304002" y="0"/>
                  </a:lnTo>
                  <a:lnTo>
                    <a:pt x="331892" y="5649"/>
                  </a:lnTo>
                  <a:lnTo>
                    <a:pt x="356993" y="11301"/>
                  </a:lnTo>
                  <a:lnTo>
                    <a:pt x="384883" y="16956"/>
                  </a:lnTo>
                  <a:lnTo>
                    <a:pt x="429508" y="39565"/>
                  </a:lnTo>
                  <a:lnTo>
                    <a:pt x="471343" y="67825"/>
                  </a:lnTo>
                  <a:lnTo>
                    <a:pt x="504811" y="104564"/>
                  </a:lnTo>
                  <a:lnTo>
                    <a:pt x="529912" y="144130"/>
                  </a:lnTo>
                  <a:lnTo>
                    <a:pt x="546646" y="189344"/>
                  </a:lnTo>
                  <a:lnTo>
                    <a:pt x="549435" y="211953"/>
                  </a:lnTo>
                  <a:lnTo>
                    <a:pt x="552224" y="223260"/>
                  </a:lnTo>
                  <a:lnTo>
                    <a:pt x="552224" y="248695"/>
                  </a:lnTo>
                  <a:lnTo>
                    <a:pt x="549435" y="259996"/>
                  </a:lnTo>
                  <a:lnTo>
                    <a:pt x="546646" y="285431"/>
                  </a:lnTo>
                  <a:lnTo>
                    <a:pt x="541068" y="308042"/>
                  </a:lnTo>
                  <a:lnTo>
                    <a:pt x="529912" y="327825"/>
                  </a:lnTo>
                  <a:lnTo>
                    <a:pt x="518756" y="350433"/>
                  </a:lnTo>
                  <a:lnTo>
                    <a:pt x="488077" y="387170"/>
                  </a:lnTo>
                  <a:lnTo>
                    <a:pt x="451820" y="418257"/>
                  </a:lnTo>
                  <a:lnTo>
                    <a:pt x="384883" y="454998"/>
                  </a:lnTo>
                  <a:lnTo>
                    <a:pt x="331892" y="469126"/>
                  </a:lnTo>
                  <a:lnTo>
                    <a:pt x="304002" y="4719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508355" y="2804033"/>
              <a:ext cx="552450" cy="472440"/>
            </a:xfrm>
            <a:custGeom>
              <a:avLst/>
              <a:gdLst/>
              <a:ahLst/>
              <a:cxnLst/>
              <a:rect l="l" t="t" r="r" b="b"/>
              <a:pathLst>
                <a:path w="552450" h="472439">
                  <a:moveTo>
                    <a:pt x="276112" y="471955"/>
                  </a:moveTo>
                  <a:lnTo>
                    <a:pt x="304002" y="471955"/>
                  </a:lnTo>
                  <a:lnTo>
                    <a:pt x="331892" y="469129"/>
                  </a:lnTo>
                  <a:lnTo>
                    <a:pt x="356993" y="463476"/>
                  </a:lnTo>
                  <a:lnTo>
                    <a:pt x="384883" y="454998"/>
                  </a:lnTo>
                  <a:lnTo>
                    <a:pt x="407196" y="443694"/>
                  </a:lnTo>
                  <a:lnTo>
                    <a:pt x="429508" y="432390"/>
                  </a:lnTo>
                  <a:lnTo>
                    <a:pt x="471343" y="404129"/>
                  </a:lnTo>
                  <a:lnTo>
                    <a:pt x="504811" y="367390"/>
                  </a:lnTo>
                  <a:lnTo>
                    <a:pt x="529912" y="327825"/>
                  </a:lnTo>
                  <a:lnTo>
                    <a:pt x="541068" y="308042"/>
                  </a:lnTo>
                  <a:lnTo>
                    <a:pt x="546646" y="285433"/>
                  </a:lnTo>
                  <a:lnTo>
                    <a:pt x="549435" y="259999"/>
                  </a:lnTo>
                  <a:lnTo>
                    <a:pt x="552224" y="248694"/>
                  </a:lnTo>
                  <a:lnTo>
                    <a:pt x="552224" y="237390"/>
                  </a:lnTo>
                  <a:lnTo>
                    <a:pt x="552224" y="223260"/>
                  </a:lnTo>
                  <a:lnTo>
                    <a:pt x="549435" y="211955"/>
                  </a:lnTo>
                  <a:lnTo>
                    <a:pt x="541068" y="166738"/>
                  </a:lnTo>
                  <a:lnTo>
                    <a:pt x="518756" y="124347"/>
                  </a:lnTo>
                  <a:lnTo>
                    <a:pt x="488077" y="84782"/>
                  </a:lnTo>
                  <a:lnTo>
                    <a:pt x="451820" y="53695"/>
                  </a:lnTo>
                  <a:lnTo>
                    <a:pt x="407196" y="28260"/>
                  </a:lnTo>
                  <a:lnTo>
                    <a:pt x="384883" y="16956"/>
                  </a:lnTo>
                  <a:lnTo>
                    <a:pt x="356993" y="11304"/>
                  </a:lnTo>
                  <a:lnTo>
                    <a:pt x="331892" y="5652"/>
                  </a:lnTo>
                  <a:lnTo>
                    <a:pt x="304002" y="0"/>
                  </a:lnTo>
                  <a:lnTo>
                    <a:pt x="276112" y="0"/>
                  </a:lnTo>
                  <a:lnTo>
                    <a:pt x="0" y="0"/>
                  </a:lnTo>
                  <a:lnTo>
                    <a:pt x="0" y="471955"/>
                  </a:lnTo>
                  <a:lnTo>
                    <a:pt x="276112" y="471955"/>
                  </a:lnTo>
                </a:path>
              </a:pathLst>
            </a:custGeom>
            <a:ln w="309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12313" y="2905876"/>
              <a:ext cx="133961" cy="20902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21462" y="2123024"/>
              <a:ext cx="134017" cy="13832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477676" y="1956209"/>
              <a:ext cx="552450" cy="474980"/>
            </a:xfrm>
            <a:custGeom>
              <a:avLst/>
              <a:gdLst/>
              <a:ahLst/>
              <a:cxnLst/>
              <a:rect l="l" t="t" r="r" b="b"/>
              <a:pathLst>
                <a:path w="552450" h="474980">
                  <a:moveTo>
                    <a:pt x="276112" y="474778"/>
                  </a:moveTo>
                  <a:lnTo>
                    <a:pt x="0" y="474778"/>
                  </a:lnTo>
                  <a:lnTo>
                    <a:pt x="0" y="0"/>
                  </a:lnTo>
                  <a:lnTo>
                    <a:pt x="276112" y="0"/>
                  </a:lnTo>
                  <a:lnTo>
                    <a:pt x="331892" y="5649"/>
                  </a:lnTo>
                  <a:lnTo>
                    <a:pt x="384883" y="19779"/>
                  </a:lnTo>
                  <a:lnTo>
                    <a:pt x="432297" y="42388"/>
                  </a:lnTo>
                  <a:lnTo>
                    <a:pt x="490866" y="87605"/>
                  </a:lnTo>
                  <a:lnTo>
                    <a:pt x="518756" y="124347"/>
                  </a:lnTo>
                  <a:lnTo>
                    <a:pt x="541068" y="166735"/>
                  </a:lnTo>
                  <a:lnTo>
                    <a:pt x="552224" y="211953"/>
                  </a:lnTo>
                  <a:lnTo>
                    <a:pt x="552224" y="262822"/>
                  </a:lnTo>
                  <a:lnTo>
                    <a:pt x="541068" y="308039"/>
                  </a:lnTo>
                  <a:lnTo>
                    <a:pt x="518756" y="350431"/>
                  </a:lnTo>
                  <a:lnTo>
                    <a:pt x="490866" y="387170"/>
                  </a:lnTo>
                  <a:lnTo>
                    <a:pt x="451820" y="421083"/>
                  </a:lnTo>
                  <a:lnTo>
                    <a:pt x="407196" y="446517"/>
                  </a:lnTo>
                  <a:lnTo>
                    <a:pt x="359782" y="463474"/>
                  </a:lnTo>
                  <a:lnTo>
                    <a:pt x="276112" y="4747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477676" y="1956210"/>
              <a:ext cx="552450" cy="474980"/>
            </a:xfrm>
            <a:custGeom>
              <a:avLst/>
              <a:gdLst/>
              <a:ahLst/>
              <a:cxnLst/>
              <a:rect l="l" t="t" r="r" b="b"/>
              <a:pathLst>
                <a:path w="552450" h="474980">
                  <a:moveTo>
                    <a:pt x="276112" y="474781"/>
                  </a:moveTo>
                  <a:lnTo>
                    <a:pt x="304002" y="471955"/>
                  </a:lnTo>
                  <a:lnTo>
                    <a:pt x="331892" y="469129"/>
                  </a:lnTo>
                  <a:lnTo>
                    <a:pt x="359782" y="463476"/>
                  </a:lnTo>
                  <a:lnTo>
                    <a:pt x="407196" y="446520"/>
                  </a:lnTo>
                  <a:lnTo>
                    <a:pt x="451820" y="421085"/>
                  </a:lnTo>
                  <a:lnTo>
                    <a:pt x="471343" y="404129"/>
                  </a:lnTo>
                  <a:lnTo>
                    <a:pt x="490866" y="387172"/>
                  </a:lnTo>
                  <a:lnTo>
                    <a:pt x="518756" y="350433"/>
                  </a:lnTo>
                  <a:lnTo>
                    <a:pt x="541068" y="308042"/>
                  </a:lnTo>
                  <a:lnTo>
                    <a:pt x="546646" y="285433"/>
                  </a:lnTo>
                  <a:lnTo>
                    <a:pt x="552224" y="262825"/>
                  </a:lnTo>
                  <a:lnTo>
                    <a:pt x="552224" y="248694"/>
                  </a:lnTo>
                  <a:lnTo>
                    <a:pt x="552224" y="237390"/>
                  </a:lnTo>
                  <a:lnTo>
                    <a:pt x="552224" y="226086"/>
                  </a:lnTo>
                  <a:lnTo>
                    <a:pt x="552224" y="211955"/>
                  </a:lnTo>
                  <a:lnTo>
                    <a:pt x="546646" y="189347"/>
                  </a:lnTo>
                  <a:lnTo>
                    <a:pt x="529912" y="144130"/>
                  </a:lnTo>
                  <a:lnTo>
                    <a:pt x="504811" y="104564"/>
                  </a:lnTo>
                  <a:lnTo>
                    <a:pt x="471343" y="70651"/>
                  </a:lnTo>
                  <a:lnTo>
                    <a:pt x="451820" y="53695"/>
                  </a:lnTo>
                  <a:lnTo>
                    <a:pt x="407196" y="28260"/>
                  </a:lnTo>
                  <a:lnTo>
                    <a:pt x="359782" y="11304"/>
                  </a:lnTo>
                  <a:lnTo>
                    <a:pt x="304002" y="2826"/>
                  </a:lnTo>
                  <a:lnTo>
                    <a:pt x="276112" y="0"/>
                  </a:lnTo>
                  <a:lnTo>
                    <a:pt x="0" y="0"/>
                  </a:lnTo>
                  <a:lnTo>
                    <a:pt x="0" y="474781"/>
                  </a:lnTo>
                  <a:lnTo>
                    <a:pt x="276112" y="474781"/>
                  </a:lnTo>
                </a:path>
              </a:pathLst>
            </a:custGeom>
            <a:ln w="309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81634" y="2058052"/>
              <a:ext cx="133961" cy="20902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294858" y="1419254"/>
              <a:ext cx="151130" cy="435609"/>
            </a:xfrm>
            <a:custGeom>
              <a:avLst/>
              <a:gdLst/>
              <a:ahLst/>
              <a:cxnLst/>
              <a:rect l="l" t="t" r="r" b="b"/>
              <a:pathLst>
                <a:path w="151129" h="435610">
                  <a:moveTo>
                    <a:pt x="150606" y="435216"/>
                  </a:moveTo>
                  <a:lnTo>
                    <a:pt x="0" y="435216"/>
                  </a:lnTo>
                  <a:lnTo>
                    <a:pt x="0" y="0"/>
                  </a:lnTo>
                  <a:lnTo>
                    <a:pt x="150606" y="0"/>
                  </a:lnTo>
                  <a:lnTo>
                    <a:pt x="150606" y="4352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294857" y="1419255"/>
              <a:ext cx="151130" cy="435609"/>
            </a:xfrm>
            <a:custGeom>
              <a:avLst/>
              <a:gdLst/>
              <a:ahLst/>
              <a:cxnLst/>
              <a:rect l="l" t="t" r="r" b="b"/>
              <a:pathLst>
                <a:path w="151129" h="435610">
                  <a:moveTo>
                    <a:pt x="150606" y="435216"/>
                  </a:moveTo>
                  <a:lnTo>
                    <a:pt x="150606" y="0"/>
                  </a:lnTo>
                  <a:lnTo>
                    <a:pt x="0" y="0"/>
                  </a:lnTo>
                  <a:lnTo>
                    <a:pt x="0" y="435216"/>
                  </a:lnTo>
                  <a:lnTo>
                    <a:pt x="150606" y="435216"/>
                  </a:lnTo>
                  <a:close/>
                </a:path>
              </a:pathLst>
            </a:custGeom>
            <a:ln w="363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653415" y="637349"/>
            <a:ext cx="50787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(2)</a:t>
            </a:r>
            <a:r>
              <a:rPr dirty="0" sz="2400" spc="-50" b="1">
                <a:solidFill>
                  <a:srgbClr val="000066"/>
                </a:solidFill>
                <a:latin typeface="新宋体"/>
                <a:cs typeface="新宋体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新宋体"/>
                <a:cs typeface="新宋体"/>
              </a:rPr>
              <a:t>上拉电</a:t>
            </a:r>
            <a:r>
              <a:rPr dirty="0" sz="2400" b="1">
                <a:solidFill>
                  <a:srgbClr val="FF0000"/>
                </a:solidFill>
                <a:latin typeface="新宋体"/>
                <a:cs typeface="新宋体"/>
              </a:rPr>
              <a:t>阻</a:t>
            </a: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对</a:t>
            </a: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OD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门动态性能的影响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2843" y="1267292"/>
            <a:ext cx="4772660" cy="1616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45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dirty="0" sz="2400" spc="-5" b="1">
                <a:solidFill>
                  <a:srgbClr val="FF0000"/>
                </a:solidFill>
                <a:latin typeface="新宋体"/>
                <a:cs typeface="新宋体"/>
              </a:rPr>
              <a:t>的值愈</a:t>
            </a:r>
            <a:r>
              <a:rPr dirty="0" sz="2400" b="1">
                <a:solidFill>
                  <a:srgbClr val="FF0000"/>
                </a:solidFill>
                <a:latin typeface="新宋体"/>
                <a:cs typeface="新宋体"/>
              </a:rPr>
              <a:t>小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，负载电容的</a:t>
            </a:r>
            <a:r>
              <a:rPr dirty="0" sz="2400" spc="5" b="1">
                <a:solidFill>
                  <a:srgbClr val="000066"/>
                </a:solidFill>
                <a:latin typeface="新宋体"/>
                <a:cs typeface="新宋体"/>
              </a:rPr>
              <a:t>充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电时间 </a:t>
            </a: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常数亦愈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小</a:t>
            </a:r>
            <a:r>
              <a:rPr dirty="0" sz="2400" spc="5" b="1">
                <a:solidFill>
                  <a:srgbClr val="000066"/>
                </a:solidFill>
                <a:latin typeface="新宋体"/>
                <a:cs typeface="新宋体"/>
              </a:rPr>
              <a:t>，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因而开关速度愈快</a:t>
            </a:r>
            <a:r>
              <a:rPr dirty="0" sz="2400" spc="-10" b="1">
                <a:solidFill>
                  <a:srgbClr val="000066"/>
                </a:solidFill>
                <a:latin typeface="宋体"/>
                <a:cs typeface="宋体"/>
              </a:rPr>
              <a:t>。 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但功耗大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,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且可能使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输出电流超过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允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7443" y="3098378"/>
            <a:ext cx="26631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8" sz="3600" spc="-7" b="1">
                <a:solidFill>
                  <a:srgbClr val="000066"/>
                </a:solidFill>
                <a:latin typeface="新宋体"/>
                <a:cs typeface="新宋体"/>
              </a:rPr>
              <a:t>许的最大</a:t>
            </a:r>
            <a:r>
              <a:rPr dirty="0" baseline="13888" sz="3600" b="1">
                <a:solidFill>
                  <a:srgbClr val="000066"/>
                </a:solidFill>
                <a:latin typeface="新宋体"/>
                <a:cs typeface="新宋体"/>
              </a:rPr>
              <a:t>值</a:t>
            </a:r>
            <a:r>
              <a:rPr dirty="0" baseline="13888" sz="3600" b="1" i="1">
                <a:solidFill>
                  <a:srgbClr val="000066"/>
                </a:solidFill>
                <a:latin typeface="Times New Roman"/>
                <a:cs typeface="Times New Roman"/>
              </a:rPr>
              <a:t>I</a:t>
            </a:r>
            <a:r>
              <a:rPr dirty="0" sz="1600" b="1">
                <a:solidFill>
                  <a:srgbClr val="000066"/>
                </a:solidFill>
                <a:latin typeface="Times New Roman"/>
                <a:cs typeface="Times New Roman"/>
              </a:rPr>
              <a:t>O</a:t>
            </a:r>
            <a:r>
              <a:rPr dirty="0" sz="1600" spc="-5" b="1">
                <a:solidFill>
                  <a:srgbClr val="000066"/>
                </a:solidFill>
                <a:latin typeface="Times New Roman"/>
                <a:cs typeface="Times New Roman"/>
              </a:rPr>
              <a:t>L</a:t>
            </a:r>
            <a:r>
              <a:rPr dirty="0" sz="1600" spc="5" b="1">
                <a:solidFill>
                  <a:srgbClr val="000066"/>
                </a:solidFill>
                <a:latin typeface="Times New Roman"/>
                <a:cs typeface="Times New Roman"/>
              </a:rPr>
              <a:t>(</a:t>
            </a:r>
            <a:r>
              <a:rPr dirty="0" sz="1600" spc="-5" b="1">
                <a:solidFill>
                  <a:srgbClr val="000066"/>
                </a:solidFill>
                <a:latin typeface="Times New Roman"/>
                <a:cs typeface="Times New Roman"/>
              </a:rPr>
              <a:t>m</a:t>
            </a:r>
            <a:r>
              <a:rPr dirty="0" sz="1600" b="1">
                <a:solidFill>
                  <a:srgbClr val="000066"/>
                </a:solidFill>
                <a:latin typeface="Times New Roman"/>
                <a:cs typeface="Times New Roman"/>
              </a:rPr>
              <a:t>ax</a:t>
            </a:r>
            <a:r>
              <a:rPr dirty="0" sz="1600" spc="-5" b="1">
                <a:solidFill>
                  <a:srgbClr val="000066"/>
                </a:solidFill>
                <a:latin typeface="新宋体"/>
                <a:cs typeface="新宋体"/>
              </a:rPr>
              <a:t>）</a:t>
            </a:r>
            <a:endParaRPr sz="1600">
              <a:latin typeface="新宋体"/>
              <a:cs typeface="新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217567" y="3006452"/>
            <a:ext cx="330200" cy="41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0" spc="-110" b="1" i="1">
                <a:solidFill>
                  <a:srgbClr val="000066"/>
                </a:solidFill>
                <a:latin typeface="黑体"/>
                <a:cs typeface="黑体"/>
              </a:rPr>
              <a:t>。</a:t>
            </a:r>
            <a:endParaRPr sz="2500">
              <a:latin typeface="黑体"/>
              <a:cs typeface="黑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06154" y="623162"/>
            <a:ext cx="21697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电路带电容负载</a:t>
            </a:r>
            <a:endParaRPr sz="2400">
              <a:latin typeface="新宋体"/>
              <a:cs typeface="新宋体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336543" y="1179449"/>
            <a:ext cx="708025" cy="3627754"/>
            <a:chOff x="7336543" y="1179449"/>
            <a:chExt cx="708025" cy="3627754"/>
          </a:xfrm>
        </p:grpSpPr>
        <p:sp>
          <p:nvSpPr>
            <p:cNvPr id="39" name="object 39"/>
            <p:cNvSpPr/>
            <p:nvPr/>
          </p:nvSpPr>
          <p:spPr>
            <a:xfrm>
              <a:off x="7480935" y="1192149"/>
              <a:ext cx="0" cy="993775"/>
            </a:xfrm>
            <a:custGeom>
              <a:avLst/>
              <a:gdLst/>
              <a:ahLst/>
              <a:cxnLst/>
              <a:rect l="l" t="t" r="r" b="b"/>
              <a:pathLst>
                <a:path w="0" h="993775">
                  <a:moveTo>
                    <a:pt x="0" y="0"/>
                  </a:moveTo>
                  <a:lnTo>
                    <a:pt x="0" y="993647"/>
                  </a:lnTo>
                </a:path>
              </a:pathLst>
            </a:custGeom>
            <a:ln w="25146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980807" y="2182749"/>
              <a:ext cx="0" cy="2120900"/>
            </a:xfrm>
            <a:custGeom>
              <a:avLst/>
              <a:gdLst/>
              <a:ahLst/>
              <a:cxnLst/>
              <a:rect l="l" t="t" r="r" b="b"/>
              <a:pathLst>
                <a:path w="0" h="2120900">
                  <a:moveTo>
                    <a:pt x="0" y="0"/>
                  </a:moveTo>
                  <a:lnTo>
                    <a:pt x="0" y="2120646"/>
                  </a:lnTo>
                </a:path>
              </a:pathLst>
            </a:custGeom>
            <a:ln w="25146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7917313" y="4290697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0"/>
                  </a:lnTo>
                  <a:lnTo>
                    <a:pt x="63500" y="1270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480935" y="2185797"/>
              <a:ext cx="500380" cy="0"/>
            </a:xfrm>
            <a:custGeom>
              <a:avLst/>
              <a:gdLst/>
              <a:ahLst/>
              <a:cxnLst/>
              <a:rect l="l" t="t" r="r" b="b"/>
              <a:pathLst>
                <a:path w="500379" h="0">
                  <a:moveTo>
                    <a:pt x="0" y="0"/>
                  </a:moveTo>
                  <a:lnTo>
                    <a:pt x="499872" y="0"/>
                  </a:lnTo>
                </a:path>
              </a:pathLst>
            </a:custGeom>
            <a:ln w="25146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8020050" y="2513838"/>
              <a:ext cx="0" cy="2278380"/>
            </a:xfrm>
            <a:custGeom>
              <a:avLst/>
              <a:gdLst/>
              <a:ahLst/>
              <a:cxnLst/>
              <a:rect l="l" t="t" r="r" b="b"/>
              <a:pathLst>
                <a:path w="0" h="2278379">
                  <a:moveTo>
                    <a:pt x="0" y="2278380"/>
                  </a:moveTo>
                  <a:lnTo>
                    <a:pt x="0" y="0"/>
                  </a:lnTo>
                </a:path>
              </a:pathLst>
            </a:custGeom>
            <a:ln w="28956">
              <a:solidFill>
                <a:srgbClr val="33CC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7408926" y="2513838"/>
              <a:ext cx="611505" cy="0"/>
            </a:xfrm>
            <a:custGeom>
              <a:avLst/>
              <a:gdLst/>
              <a:ahLst/>
              <a:cxnLst/>
              <a:rect l="l" t="t" r="r" b="b"/>
              <a:pathLst>
                <a:path w="611504" h="0">
                  <a:moveTo>
                    <a:pt x="611124" y="0"/>
                  </a:moveTo>
                  <a:lnTo>
                    <a:pt x="0" y="0"/>
                  </a:lnTo>
                </a:path>
              </a:pathLst>
            </a:custGeom>
            <a:ln w="28956">
              <a:solidFill>
                <a:srgbClr val="33CC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7408926" y="2519934"/>
              <a:ext cx="0" cy="920750"/>
            </a:xfrm>
            <a:custGeom>
              <a:avLst/>
              <a:gdLst/>
              <a:ahLst/>
              <a:cxnLst/>
              <a:rect l="l" t="t" r="r" b="b"/>
              <a:pathLst>
                <a:path w="0" h="920750">
                  <a:moveTo>
                    <a:pt x="0" y="0"/>
                  </a:moveTo>
                  <a:lnTo>
                    <a:pt x="0" y="920496"/>
                  </a:lnTo>
                </a:path>
              </a:pathLst>
            </a:custGeom>
            <a:ln w="28956">
              <a:solidFill>
                <a:srgbClr val="33CC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7336543" y="3425943"/>
              <a:ext cx="144780" cy="145415"/>
            </a:xfrm>
            <a:custGeom>
              <a:avLst/>
              <a:gdLst/>
              <a:ahLst/>
              <a:cxnLst/>
              <a:rect l="l" t="t" r="r" b="b"/>
              <a:pathLst>
                <a:path w="144779" h="145414">
                  <a:moveTo>
                    <a:pt x="144779" y="12"/>
                  </a:moveTo>
                  <a:lnTo>
                    <a:pt x="0" y="0"/>
                  </a:lnTo>
                  <a:lnTo>
                    <a:pt x="72377" y="144792"/>
                  </a:lnTo>
                  <a:lnTo>
                    <a:pt x="144779" y="12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7735062" y="2080260"/>
              <a:ext cx="213360" cy="478155"/>
            </a:xfrm>
            <a:custGeom>
              <a:avLst/>
              <a:gdLst/>
              <a:ahLst/>
              <a:cxnLst/>
              <a:rect l="l" t="t" r="r" b="b"/>
              <a:pathLst>
                <a:path w="213359" h="478155">
                  <a:moveTo>
                    <a:pt x="0" y="0"/>
                  </a:moveTo>
                  <a:lnTo>
                    <a:pt x="213359" y="0"/>
                  </a:lnTo>
                  <a:lnTo>
                    <a:pt x="213359" y="477774"/>
                  </a:lnTo>
                  <a:lnTo>
                    <a:pt x="0" y="477774"/>
                  </a:lnTo>
                  <a:lnTo>
                    <a:pt x="0" y="0"/>
                  </a:lnTo>
                  <a:close/>
                </a:path>
              </a:pathLst>
            </a:custGeom>
            <a:ln w="28956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8178165" y="1766697"/>
            <a:ext cx="224790" cy="459105"/>
          </a:xfrm>
          <a:prstGeom prst="rect">
            <a:avLst/>
          </a:prstGeom>
          <a:ln w="9905">
            <a:solidFill>
              <a:srgbClr val="FFFFFF"/>
            </a:solidFill>
          </a:ln>
        </p:spPr>
        <p:txBody>
          <a:bodyPr wrap="square" lIns="0" tIns="20955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65"/>
              </a:spcBef>
            </a:pPr>
            <a:r>
              <a:rPr dirty="0" sz="2800" spc="-10" b="1">
                <a:solidFill>
                  <a:srgbClr val="336699"/>
                </a:solidFill>
                <a:latin typeface="新宋体"/>
                <a:cs typeface="新宋体"/>
              </a:rPr>
              <a:t>1</a:t>
            </a:r>
            <a:endParaRPr sz="2800">
              <a:latin typeface="新宋体"/>
              <a:cs typeface="新宋体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740501" y="2089186"/>
            <a:ext cx="20383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33CCFF"/>
                </a:solidFill>
                <a:latin typeface="新宋体"/>
                <a:cs typeface="新宋体"/>
              </a:rPr>
              <a:t>0</a:t>
            </a:r>
            <a:endParaRPr sz="2800">
              <a:latin typeface="新宋体"/>
              <a:cs typeface="新宋体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062110" y="3013995"/>
            <a:ext cx="381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000099"/>
                </a:solidFill>
                <a:latin typeface="Times New Roman"/>
                <a:cs typeface="Times New Roman"/>
              </a:rPr>
              <a:t>C</a:t>
            </a:r>
            <a:r>
              <a:rPr dirty="0" baseline="-20833" sz="2400" spc="-7" b="1">
                <a:solidFill>
                  <a:srgbClr val="000099"/>
                </a:solidFill>
                <a:latin typeface="宋体"/>
                <a:cs typeface="宋体"/>
              </a:rPr>
              <a:t>L</a:t>
            </a:r>
            <a:endParaRPr baseline="-20833" sz="2400">
              <a:latin typeface="宋体"/>
              <a:cs typeface="宋体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542788" y="2123694"/>
            <a:ext cx="2461260" cy="4265930"/>
            <a:chOff x="5542788" y="2123694"/>
            <a:chExt cx="2461260" cy="4265930"/>
          </a:xfrm>
        </p:grpSpPr>
        <p:sp>
          <p:nvSpPr>
            <p:cNvPr id="52" name="object 52"/>
            <p:cNvSpPr/>
            <p:nvPr/>
          </p:nvSpPr>
          <p:spPr>
            <a:xfrm>
              <a:off x="7841361" y="2272665"/>
              <a:ext cx="0" cy="1080135"/>
            </a:xfrm>
            <a:custGeom>
              <a:avLst/>
              <a:gdLst/>
              <a:ahLst/>
              <a:cxnLst/>
              <a:rect l="l" t="t" r="r" b="b"/>
              <a:pathLst>
                <a:path w="0" h="1080135">
                  <a:moveTo>
                    <a:pt x="0" y="0"/>
                  </a:moveTo>
                  <a:lnTo>
                    <a:pt x="0" y="107975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7624572" y="3352038"/>
              <a:ext cx="360680" cy="0"/>
            </a:xfrm>
            <a:custGeom>
              <a:avLst/>
              <a:gdLst/>
              <a:ahLst/>
              <a:cxnLst/>
              <a:rect l="l" t="t" r="r" b="b"/>
              <a:pathLst>
                <a:path w="360679" h="0">
                  <a:moveTo>
                    <a:pt x="0" y="0"/>
                  </a:moveTo>
                  <a:lnTo>
                    <a:pt x="360426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7624572" y="3496818"/>
              <a:ext cx="360680" cy="0"/>
            </a:xfrm>
            <a:custGeom>
              <a:avLst/>
              <a:gdLst/>
              <a:ahLst/>
              <a:cxnLst/>
              <a:rect l="l" t="t" r="r" b="b"/>
              <a:pathLst>
                <a:path w="360679" h="0">
                  <a:moveTo>
                    <a:pt x="0" y="0"/>
                  </a:moveTo>
                  <a:lnTo>
                    <a:pt x="360426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7841361" y="3497199"/>
              <a:ext cx="0" cy="1079500"/>
            </a:xfrm>
            <a:custGeom>
              <a:avLst/>
              <a:gdLst/>
              <a:ahLst/>
              <a:cxnLst/>
              <a:rect l="l" t="t" r="r" b="b"/>
              <a:pathLst>
                <a:path w="0" h="1079500">
                  <a:moveTo>
                    <a:pt x="0" y="0"/>
                  </a:moveTo>
                  <a:lnTo>
                    <a:pt x="0" y="107899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7624572" y="4577333"/>
              <a:ext cx="360680" cy="0"/>
            </a:xfrm>
            <a:custGeom>
              <a:avLst/>
              <a:gdLst/>
              <a:ahLst/>
              <a:cxnLst/>
              <a:rect l="l" t="t" r="r" b="b"/>
              <a:pathLst>
                <a:path w="360679" h="0">
                  <a:moveTo>
                    <a:pt x="0" y="0"/>
                  </a:moveTo>
                  <a:lnTo>
                    <a:pt x="360426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63255" y="2123694"/>
              <a:ext cx="153924" cy="15392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42788" y="4577333"/>
              <a:ext cx="1732787" cy="1812035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464031" y="3534931"/>
            <a:ext cx="4735830" cy="1086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17780">
              <a:lnSpc>
                <a:spcPct val="145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dirty="0" sz="2400" spc="-5" b="1">
                <a:solidFill>
                  <a:srgbClr val="FF0000"/>
                </a:solidFill>
                <a:latin typeface="新宋体"/>
                <a:cs typeface="新宋体"/>
              </a:rPr>
              <a:t>的值大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，可保证输出电</a:t>
            </a:r>
            <a:r>
              <a:rPr dirty="0" sz="2400" spc="5" b="1">
                <a:solidFill>
                  <a:srgbClr val="000066"/>
                </a:solidFill>
                <a:latin typeface="新宋体"/>
                <a:cs typeface="新宋体"/>
              </a:rPr>
              <a:t>流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不能超 </a:t>
            </a: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过允许的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最</a:t>
            </a:r>
            <a:r>
              <a:rPr dirty="0" sz="2400" spc="5" b="1">
                <a:solidFill>
                  <a:srgbClr val="000066"/>
                </a:solidFill>
                <a:latin typeface="新宋体"/>
                <a:cs typeface="新宋体"/>
              </a:rPr>
              <a:t>大</a:t>
            </a: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值</a:t>
            </a:r>
            <a:r>
              <a:rPr dirty="0" sz="2400" b="1" i="1">
                <a:solidFill>
                  <a:srgbClr val="000066"/>
                </a:solidFill>
                <a:latin typeface="Times New Roman"/>
                <a:cs typeface="Times New Roman"/>
              </a:rPr>
              <a:t>I</a:t>
            </a:r>
            <a:r>
              <a:rPr dirty="0" baseline="-20833" sz="2400" b="1">
                <a:solidFill>
                  <a:srgbClr val="000066"/>
                </a:solidFill>
                <a:latin typeface="Times New Roman"/>
                <a:cs typeface="Times New Roman"/>
              </a:rPr>
              <a:t>OL(max</a:t>
            </a:r>
            <a:r>
              <a:rPr dirty="0" baseline="-20833" sz="2400" b="1">
                <a:solidFill>
                  <a:srgbClr val="000066"/>
                </a:solidFill>
                <a:latin typeface="新宋体"/>
                <a:cs typeface="新宋体"/>
              </a:rPr>
              <a:t>）</a:t>
            </a:r>
            <a:r>
              <a:rPr dirty="0" baseline="-20833" sz="2400" spc="7" b="1">
                <a:solidFill>
                  <a:srgbClr val="000066"/>
                </a:solidFill>
                <a:latin typeface="新宋体"/>
                <a:cs typeface="新宋体"/>
              </a:rPr>
              <a:t>、</a:t>
            </a: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功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耗小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。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02131" y="4595636"/>
            <a:ext cx="4925060" cy="1086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5000"/>
              </a:lnSpc>
              <a:spcBef>
                <a:spcPts val="100"/>
              </a:spcBef>
            </a:pP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但负载电容的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充电时间常数亦愈大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， </a:t>
            </a: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开关</a:t>
            </a:r>
            <a:r>
              <a:rPr dirty="0" sz="2400" spc="-5" b="1">
                <a:solidFill>
                  <a:srgbClr val="FF00FF"/>
                </a:solidFill>
                <a:latin typeface="新宋体"/>
                <a:cs typeface="新宋体"/>
              </a:rPr>
              <a:t>速度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因</a:t>
            </a:r>
            <a:r>
              <a:rPr dirty="0" sz="2400" spc="5" b="1">
                <a:solidFill>
                  <a:srgbClr val="FF00FF"/>
                </a:solidFill>
                <a:latin typeface="新宋体"/>
                <a:cs typeface="新宋体"/>
              </a:rPr>
              <a:t>而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愈慢</a:t>
            </a:r>
            <a:r>
              <a:rPr dirty="0" sz="2400" spc="-10" b="1">
                <a:solidFill>
                  <a:srgbClr val="000066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708655" y="5165099"/>
            <a:ext cx="26606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 i="1">
                <a:latin typeface="Times New Roman"/>
                <a:cs typeface="Times New Roman"/>
              </a:rPr>
              <a:t>I</a:t>
            </a:r>
            <a:r>
              <a:rPr dirty="0" sz="2000" spc="-5" b="1">
                <a:latin typeface="Times New Roman"/>
                <a:cs typeface="Times New Roman"/>
              </a:rPr>
              <a:t>p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2" name="object 6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303769" y="2128266"/>
            <a:ext cx="81533" cy="153924"/>
          </a:xfrm>
          <a:prstGeom prst="rect">
            <a:avLst/>
          </a:prstGeom>
        </p:spPr>
      </p:pic>
      <p:sp>
        <p:nvSpPr>
          <p:cNvPr id="63" name="object 63"/>
          <p:cNvSpPr txBox="1"/>
          <p:nvPr/>
        </p:nvSpPr>
        <p:spPr>
          <a:xfrm>
            <a:off x="7523982" y="1736487"/>
            <a:ext cx="5003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35" b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dirty="0" baseline="-20833" sz="1800" b="1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dirty="0" baseline="-20833" sz="1800" spc="-1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aseline="-42087" sz="2475" spc="-7" i="1">
                <a:latin typeface="Times New Roman"/>
                <a:cs typeface="Times New Roman"/>
              </a:rPr>
              <a:t>L</a:t>
            </a:r>
            <a:endParaRPr baseline="-42087" sz="2475">
              <a:latin typeface="Times New Roman"/>
              <a:cs typeface="Times New Roman"/>
            </a:endParaRPr>
          </a:p>
        </p:txBody>
      </p:sp>
      <p:pic>
        <p:nvPicPr>
          <p:cNvPr id="64" name="object 6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253221" y="1895855"/>
            <a:ext cx="150113" cy="332993"/>
          </a:xfrm>
          <a:prstGeom prst="rect">
            <a:avLst/>
          </a:prstGeom>
        </p:spPr>
      </p:pic>
      <p:grpSp>
        <p:nvGrpSpPr>
          <p:cNvPr id="65" name="object 65"/>
          <p:cNvGrpSpPr/>
          <p:nvPr/>
        </p:nvGrpSpPr>
        <p:grpSpPr>
          <a:xfrm>
            <a:off x="5864177" y="826589"/>
            <a:ext cx="2935605" cy="5343525"/>
            <a:chOff x="5864177" y="826589"/>
            <a:chExt cx="2935605" cy="5343525"/>
          </a:xfrm>
        </p:grpSpPr>
        <p:pic>
          <p:nvPicPr>
            <p:cNvPr id="66" name="object 6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68005" y="2205228"/>
              <a:ext cx="150113" cy="332993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79969" y="5398008"/>
              <a:ext cx="1419604" cy="771905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5891790" y="854202"/>
              <a:ext cx="2203450" cy="3286125"/>
            </a:xfrm>
            <a:custGeom>
              <a:avLst/>
              <a:gdLst/>
              <a:ahLst/>
              <a:cxnLst/>
              <a:rect l="l" t="t" r="r" b="b"/>
              <a:pathLst>
                <a:path w="2203450" h="3286125">
                  <a:moveTo>
                    <a:pt x="2202828" y="0"/>
                  </a:moveTo>
                  <a:lnTo>
                    <a:pt x="0" y="0"/>
                  </a:lnTo>
                  <a:lnTo>
                    <a:pt x="0" y="3285781"/>
                  </a:lnTo>
                  <a:lnTo>
                    <a:pt x="2202828" y="3285781"/>
                  </a:lnTo>
                  <a:lnTo>
                    <a:pt x="2202828" y="0"/>
                  </a:lnTo>
                  <a:close/>
                </a:path>
              </a:pathLst>
            </a:custGeom>
            <a:solidFill>
              <a:srgbClr val="FFFFFF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5891790" y="854202"/>
              <a:ext cx="2203450" cy="3286125"/>
            </a:xfrm>
            <a:custGeom>
              <a:avLst/>
              <a:gdLst/>
              <a:ahLst/>
              <a:cxnLst/>
              <a:rect l="l" t="t" r="r" b="b"/>
              <a:pathLst>
                <a:path w="2203450" h="3286125">
                  <a:moveTo>
                    <a:pt x="2202828" y="3285781"/>
                  </a:moveTo>
                  <a:lnTo>
                    <a:pt x="0" y="3285781"/>
                  </a:lnTo>
                  <a:lnTo>
                    <a:pt x="0" y="0"/>
                  </a:lnTo>
                  <a:lnTo>
                    <a:pt x="2202828" y="0"/>
                  </a:lnTo>
                  <a:lnTo>
                    <a:pt x="2202828" y="3285781"/>
                  </a:lnTo>
                  <a:close/>
                </a:path>
              </a:pathLst>
            </a:custGeom>
            <a:ln w="51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6581736" y="2444534"/>
              <a:ext cx="351790" cy="1507490"/>
            </a:xfrm>
            <a:custGeom>
              <a:avLst/>
              <a:gdLst/>
              <a:ahLst/>
              <a:cxnLst/>
              <a:rect l="l" t="t" r="r" b="b"/>
              <a:pathLst>
                <a:path w="351790" h="1507489">
                  <a:moveTo>
                    <a:pt x="351224" y="0"/>
                  </a:moveTo>
                  <a:lnTo>
                    <a:pt x="0" y="0"/>
                  </a:lnTo>
                  <a:lnTo>
                    <a:pt x="0" y="1507254"/>
                  </a:lnTo>
                  <a:lnTo>
                    <a:pt x="351224" y="1507254"/>
                  </a:lnTo>
                  <a:lnTo>
                    <a:pt x="351224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6581736" y="2444534"/>
              <a:ext cx="351790" cy="1507490"/>
            </a:xfrm>
            <a:custGeom>
              <a:avLst/>
              <a:gdLst/>
              <a:ahLst/>
              <a:cxnLst/>
              <a:rect l="l" t="t" r="r" b="b"/>
              <a:pathLst>
                <a:path w="351790" h="1507489">
                  <a:moveTo>
                    <a:pt x="351224" y="1507254"/>
                  </a:moveTo>
                  <a:lnTo>
                    <a:pt x="0" y="1507254"/>
                  </a:lnTo>
                  <a:lnTo>
                    <a:pt x="0" y="0"/>
                  </a:lnTo>
                  <a:lnTo>
                    <a:pt x="351224" y="0"/>
                  </a:lnTo>
                  <a:lnTo>
                    <a:pt x="351224" y="1507254"/>
                  </a:lnTo>
                  <a:close/>
                </a:path>
              </a:pathLst>
            </a:custGeom>
            <a:ln w="454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6075927" y="1717186"/>
              <a:ext cx="351790" cy="2235200"/>
            </a:xfrm>
            <a:custGeom>
              <a:avLst/>
              <a:gdLst/>
              <a:ahLst/>
              <a:cxnLst/>
              <a:rect l="l" t="t" r="r" b="b"/>
              <a:pathLst>
                <a:path w="351789" h="2235200">
                  <a:moveTo>
                    <a:pt x="351224" y="0"/>
                  </a:moveTo>
                  <a:lnTo>
                    <a:pt x="0" y="0"/>
                  </a:lnTo>
                  <a:lnTo>
                    <a:pt x="0" y="2234603"/>
                  </a:lnTo>
                  <a:lnTo>
                    <a:pt x="351224" y="2234603"/>
                  </a:lnTo>
                  <a:lnTo>
                    <a:pt x="351224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6075927" y="1717186"/>
              <a:ext cx="351790" cy="2235200"/>
            </a:xfrm>
            <a:custGeom>
              <a:avLst/>
              <a:gdLst/>
              <a:ahLst/>
              <a:cxnLst/>
              <a:rect l="l" t="t" r="r" b="b"/>
              <a:pathLst>
                <a:path w="351789" h="2235200">
                  <a:moveTo>
                    <a:pt x="351224" y="2234603"/>
                  </a:moveTo>
                  <a:lnTo>
                    <a:pt x="0" y="2234603"/>
                  </a:lnTo>
                  <a:lnTo>
                    <a:pt x="0" y="0"/>
                  </a:lnTo>
                  <a:lnTo>
                    <a:pt x="351224" y="0"/>
                  </a:lnTo>
                  <a:lnTo>
                    <a:pt x="351224" y="2234603"/>
                  </a:lnTo>
                  <a:close/>
                </a:path>
              </a:pathLst>
            </a:custGeom>
            <a:ln w="448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7087546" y="1196682"/>
              <a:ext cx="351790" cy="2755265"/>
            </a:xfrm>
            <a:custGeom>
              <a:avLst/>
              <a:gdLst/>
              <a:ahLst/>
              <a:cxnLst/>
              <a:rect l="l" t="t" r="r" b="b"/>
              <a:pathLst>
                <a:path w="351790" h="2755265">
                  <a:moveTo>
                    <a:pt x="351224" y="0"/>
                  </a:moveTo>
                  <a:lnTo>
                    <a:pt x="0" y="0"/>
                  </a:lnTo>
                  <a:lnTo>
                    <a:pt x="0" y="2755106"/>
                  </a:lnTo>
                  <a:lnTo>
                    <a:pt x="351224" y="2755106"/>
                  </a:lnTo>
                  <a:lnTo>
                    <a:pt x="351224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7087546" y="1196682"/>
              <a:ext cx="351790" cy="2755265"/>
            </a:xfrm>
            <a:custGeom>
              <a:avLst/>
              <a:gdLst/>
              <a:ahLst/>
              <a:cxnLst/>
              <a:rect l="l" t="t" r="r" b="b"/>
              <a:pathLst>
                <a:path w="351790" h="2755265">
                  <a:moveTo>
                    <a:pt x="351224" y="2755106"/>
                  </a:moveTo>
                  <a:lnTo>
                    <a:pt x="0" y="2755106"/>
                  </a:lnTo>
                  <a:lnTo>
                    <a:pt x="0" y="0"/>
                  </a:lnTo>
                  <a:lnTo>
                    <a:pt x="351224" y="0"/>
                  </a:lnTo>
                  <a:lnTo>
                    <a:pt x="351224" y="2755106"/>
                  </a:lnTo>
                  <a:close/>
                </a:path>
              </a:pathLst>
            </a:custGeom>
            <a:ln w="44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7593355" y="1949462"/>
              <a:ext cx="352425" cy="2002789"/>
            </a:xfrm>
            <a:custGeom>
              <a:avLst/>
              <a:gdLst/>
              <a:ahLst/>
              <a:cxnLst/>
              <a:rect l="l" t="t" r="r" b="b"/>
              <a:pathLst>
                <a:path w="352425" h="2002789">
                  <a:moveTo>
                    <a:pt x="352361" y="0"/>
                  </a:moveTo>
                  <a:lnTo>
                    <a:pt x="0" y="0"/>
                  </a:lnTo>
                  <a:lnTo>
                    <a:pt x="0" y="2002326"/>
                  </a:lnTo>
                  <a:lnTo>
                    <a:pt x="352361" y="2002326"/>
                  </a:lnTo>
                  <a:lnTo>
                    <a:pt x="352361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7593355" y="1949462"/>
              <a:ext cx="352425" cy="2002789"/>
            </a:xfrm>
            <a:custGeom>
              <a:avLst/>
              <a:gdLst/>
              <a:ahLst/>
              <a:cxnLst/>
              <a:rect l="l" t="t" r="r" b="b"/>
              <a:pathLst>
                <a:path w="352425" h="2002789">
                  <a:moveTo>
                    <a:pt x="352361" y="2002326"/>
                  </a:moveTo>
                  <a:lnTo>
                    <a:pt x="0" y="2002326"/>
                  </a:lnTo>
                  <a:lnTo>
                    <a:pt x="0" y="0"/>
                  </a:lnTo>
                  <a:lnTo>
                    <a:pt x="352361" y="0"/>
                  </a:lnTo>
                  <a:lnTo>
                    <a:pt x="352361" y="2002326"/>
                  </a:lnTo>
                  <a:close/>
                </a:path>
              </a:pathLst>
            </a:custGeom>
            <a:ln w="449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519221" y="2352979"/>
              <a:ext cx="352425" cy="1505585"/>
            </a:xfrm>
            <a:custGeom>
              <a:avLst/>
              <a:gdLst/>
              <a:ahLst/>
              <a:cxnLst/>
              <a:rect l="l" t="t" r="r" b="b"/>
              <a:pathLst>
                <a:path w="352425" h="1505585">
                  <a:moveTo>
                    <a:pt x="352361" y="0"/>
                  </a:moveTo>
                  <a:lnTo>
                    <a:pt x="0" y="0"/>
                  </a:lnTo>
                  <a:lnTo>
                    <a:pt x="0" y="1505559"/>
                  </a:lnTo>
                  <a:lnTo>
                    <a:pt x="352361" y="1505559"/>
                  </a:lnTo>
                  <a:lnTo>
                    <a:pt x="352361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519221" y="2352979"/>
              <a:ext cx="352425" cy="1505585"/>
            </a:xfrm>
            <a:custGeom>
              <a:avLst/>
              <a:gdLst/>
              <a:ahLst/>
              <a:cxnLst/>
              <a:rect l="l" t="t" r="r" b="b"/>
              <a:pathLst>
                <a:path w="352425" h="1505585">
                  <a:moveTo>
                    <a:pt x="352361" y="1505559"/>
                  </a:moveTo>
                  <a:lnTo>
                    <a:pt x="0" y="1505559"/>
                  </a:lnTo>
                  <a:lnTo>
                    <a:pt x="0" y="0"/>
                  </a:lnTo>
                  <a:lnTo>
                    <a:pt x="352361" y="0"/>
                  </a:lnTo>
                  <a:lnTo>
                    <a:pt x="352361" y="1505559"/>
                  </a:lnTo>
                  <a:close/>
                </a:path>
              </a:pathLst>
            </a:custGeom>
            <a:ln w="454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6013411" y="1625631"/>
              <a:ext cx="352425" cy="2233295"/>
            </a:xfrm>
            <a:custGeom>
              <a:avLst/>
              <a:gdLst/>
              <a:ahLst/>
              <a:cxnLst/>
              <a:rect l="l" t="t" r="r" b="b"/>
              <a:pathLst>
                <a:path w="352425" h="2233295">
                  <a:moveTo>
                    <a:pt x="352361" y="0"/>
                  </a:moveTo>
                  <a:lnTo>
                    <a:pt x="0" y="0"/>
                  </a:lnTo>
                  <a:lnTo>
                    <a:pt x="0" y="2232907"/>
                  </a:lnTo>
                  <a:lnTo>
                    <a:pt x="352361" y="2232907"/>
                  </a:lnTo>
                  <a:lnTo>
                    <a:pt x="352361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013411" y="1625631"/>
              <a:ext cx="352425" cy="2233295"/>
            </a:xfrm>
            <a:custGeom>
              <a:avLst/>
              <a:gdLst/>
              <a:ahLst/>
              <a:cxnLst/>
              <a:rect l="l" t="t" r="r" b="b"/>
              <a:pathLst>
                <a:path w="352425" h="2233295">
                  <a:moveTo>
                    <a:pt x="352361" y="2232907"/>
                  </a:moveTo>
                  <a:lnTo>
                    <a:pt x="0" y="2232907"/>
                  </a:lnTo>
                  <a:lnTo>
                    <a:pt x="0" y="0"/>
                  </a:lnTo>
                  <a:lnTo>
                    <a:pt x="352361" y="0"/>
                  </a:lnTo>
                  <a:lnTo>
                    <a:pt x="352361" y="2232907"/>
                  </a:lnTo>
                  <a:close/>
                </a:path>
              </a:pathLst>
            </a:custGeom>
            <a:ln w="44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7026167" y="1105128"/>
              <a:ext cx="351790" cy="2753995"/>
            </a:xfrm>
            <a:custGeom>
              <a:avLst/>
              <a:gdLst/>
              <a:ahLst/>
              <a:cxnLst/>
              <a:rect l="l" t="t" r="r" b="b"/>
              <a:pathLst>
                <a:path w="351790" h="2753995">
                  <a:moveTo>
                    <a:pt x="351224" y="0"/>
                  </a:moveTo>
                  <a:lnTo>
                    <a:pt x="0" y="0"/>
                  </a:lnTo>
                  <a:lnTo>
                    <a:pt x="0" y="2753410"/>
                  </a:lnTo>
                  <a:lnTo>
                    <a:pt x="351224" y="2753410"/>
                  </a:lnTo>
                  <a:lnTo>
                    <a:pt x="351224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7026167" y="1105128"/>
              <a:ext cx="351790" cy="2753995"/>
            </a:xfrm>
            <a:custGeom>
              <a:avLst/>
              <a:gdLst/>
              <a:ahLst/>
              <a:cxnLst/>
              <a:rect l="l" t="t" r="r" b="b"/>
              <a:pathLst>
                <a:path w="351790" h="2753995">
                  <a:moveTo>
                    <a:pt x="351224" y="2753410"/>
                  </a:moveTo>
                  <a:lnTo>
                    <a:pt x="0" y="2753410"/>
                  </a:lnTo>
                  <a:lnTo>
                    <a:pt x="0" y="0"/>
                  </a:lnTo>
                  <a:lnTo>
                    <a:pt x="351224" y="0"/>
                  </a:lnTo>
                  <a:lnTo>
                    <a:pt x="351224" y="2753410"/>
                  </a:lnTo>
                  <a:close/>
                </a:path>
              </a:pathLst>
            </a:custGeom>
            <a:ln w="44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7531976" y="1857908"/>
              <a:ext cx="351790" cy="2000885"/>
            </a:xfrm>
            <a:custGeom>
              <a:avLst/>
              <a:gdLst/>
              <a:ahLst/>
              <a:cxnLst/>
              <a:rect l="l" t="t" r="r" b="b"/>
              <a:pathLst>
                <a:path w="351790" h="2000885">
                  <a:moveTo>
                    <a:pt x="351224" y="0"/>
                  </a:moveTo>
                  <a:lnTo>
                    <a:pt x="0" y="0"/>
                  </a:lnTo>
                  <a:lnTo>
                    <a:pt x="0" y="2000630"/>
                  </a:lnTo>
                  <a:lnTo>
                    <a:pt x="351224" y="2000630"/>
                  </a:lnTo>
                  <a:lnTo>
                    <a:pt x="351224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7531976" y="1857908"/>
              <a:ext cx="351790" cy="2000885"/>
            </a:xfrm>
            <a:custGeom>
              <a:avLst/>
              <a:gdLst/>
              <a:ahLst/>
              <a:cxnLst/>
              <a:rect l="l" t="t" r="r" b="b"/>
              <a:pathLst>
                <a:path w="351790" h="2000885">
                  <a:moveTo>
                    <a:pt x="351224" y="2000630"/>
                  </a:moveTo>
                  <a:lnTo>
                    <a:pt x="0" y="2000630"/>
                  </a:lnTo>
                  <a:lnTo>
                    <a:pt x="0" y="0"/>
                  </a:lnTo>
                  <a:lnTo>
                    <a:pt x="351224" y="0"/>
                  </a:lnTo>
                  <a:lnTo>
                    <a:pt x="351224" y="2000630"/>
                  </a:lnTo>
                  <a:close/>
                </a:path>
              </a:pathLst>
            </a:custGeom>
            <a:ln w="449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zoom dir="ou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980" y="1052702"/>
              <a:ext cx="4655820" cy="109855"/>
            </a:xfrm>
            <a:custGeom>
              <a:avLst/>
              <a:gdLst/>
              <a:ahLst/>
              <a:cxnLst/>
              <a:rect l="l" t="t" r="r" b="b"/>
              <a:pathLst>
                <a:path w="4655820" h="109855">
                  <a:moveTo>
                    <a:pt x="465561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4655616" y="109727"/>
                  </a:lnTo>
                  <a:lnTo>
                    <a:pt x="4655616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09980" y="1052702"/>
              <a:ext cx="7958455" cy="0"/>
            </a:xfrm>
            <a:custGeom>
              <a:avLst/>
              <a:gdLst/>
              <a:ahLst/>
              <a:cxnLst/>
              <a:rect l="l" t="t" r="r" b="b"/>
              <a:pathLst>
                <a:path w="7958455" h="0">
                  <a:moveTo>
                    <a:pt x="0" y="0"/>
                  </a:moveTo>
                  <a:lnTo>
                    <a:pt x="7958328" y="0"/>
                  </a:lnTo>
                </a:path>
              </a:pathLst>
            </a:custGeom>
            <a:ln w="9906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09600" y="6308597"/>
              <a:ext cx="7924800" cy="0"/>
            </a:xfrm>
            <a:custGeom>
              <a:avLst/>
              <a:gdLst/>
              <a:ahLst/>
              <a:cxnLst/>
              <a:rect l="l" t="t" r="r" b="b"/>
              <a:pathLst>
                <a:path w="7924800" h="0">
                  <a:moveTo>
                    <a:pt x="0" y="0"/>
                  </a:moveTo>
                  <a:lnTo>
                    <a:pt x="7924800" y="0"/>
                  </a:lnTo>
                </a:path>
              </a:pathLst>
            </a:custGeom>
            <a:ln w="3175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164220" y="1309545"/>
            <a:ext cx="476884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9722" sz="3000" spc="-15" i="1">
                <a:latin typeface="Times New Roman"/>
                <a:cs typeface="Times New Roman"/>
              </a:rPr>
              <a:t>V</a:t>
            </a:r>
            <a:r>
              <a:rPr dirty="0" sz="1350" spc="-10">
                <a:latin typeface="Times New Roman"/>
                <a:cs typeface="Times New Roman"/>
              </a:rPr>
              <a:t>DD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50738" y="2563128"/>
            <a:ext cx="167005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i="1"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1182" y="3046848"/>
            <a:ext cx="180975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i="1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42319" y="1708103"/>
            <a:ext cx="351155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i="1">
                <a:latin typeface="Times New Roman"/>
                <a:cs typeface="Times New Roman"/>
              </a:rPr>
              <a:t>EN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75587" y="3438592"/>
            <a:ext cx="195580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i="1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695564" y="1516444"/>
            <a:ext cx="3676650" cy="2058035"/>
            <a:chOff x="1695564" y="1516444"/>
            <a:chExt cx="3676650" cy="2058035"/>
          </a:xfrm>
        </p:grpSpPr>
        <p:sp>
          <p:nvSpPr>
            <p:cNvPr id="13" name="object 13"/>
            <p:cNvSpPr/>
            <p:nvPr/>
          </p:nvSpPr>
          <p:spPr>
            <a:xfrm>
              <a:off x="4839465" y="1557291"/>
              <a:ext cx="0" cy="664845"/>
            </a:xfrm>
            <a:custGeom>
              <a:avLst/>
              <a:gdLst/>
              <a:ahLst/>
              <a:cxnLst/>
              <a:rect l="l" t="t" r="r" b="b"/>
              <a:pathLst>
                <a:path w="0" h="664844">
                  <a:moveTo>
                    <a:pt x="0" y="0"/>
                  </a:moveTo>
                  <a:lnTo>
                    <a:pt x="0" y="664262"/>
                  </a:lnTo>
                </a:path>
              </a:pathLst>
            </a:custGeom>
            <a:ln w="20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832683" y="2715493"/>
              <a:ext cx="529590" cy="0"/>
            </a:xfrm>
            <a:custGeom>
              <a:avLst/>
              <a:gdLst/>
              <a:ahLst/>
              <a:cxnLst/>
              <a:rect l="l" t="t" r="r" b="b"/>
              <a:pathLst>
                <a:path w="529589" h="0">
                  <a:moveTo>
                    <a:pt x="0" y="0"/>
                  </a:moveTo>
                  <a:lnTo>
                    <a:pt x="529019" y="0"/>
                  </a:lnTo>
                </a:path>
              </a:pathLst>
            </a:custGeom>
            <a:ln w="204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3877" y="3175399"/>
              <a:ext cx="108578" cy="10894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91959" y="1516444"/>
              <a:ext cx="108578" cy="10894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516916" y="2027385"/>
              <a:ext cx="868680" cy="0"/>
            </a:xfrm>
            <a:custGeom>
              <a:avLst/>
              <a:gdLst/>
              <a:ahLst/>
              <a:cxnLst/>
              <a:rect l="l" t="t" r="r" b="b"/>
              <a:pathLst>
                <a:path w="868679" h="0">
                  <a:moveTo>
                    <a:pt x="0" y="0"/>
                  </a:moveTo>
                  <a:lnTo>
                    <a:pt x="605503" y="0"/>
                  </a:lnTo>
                </a:path>
                <a:path w="868679" h="0">
                  <a:moveTo>
                    <a:pt x="818863" y="0"/>
                  </a:moveTo>
                  <a:lnTo>
                    <a:pt x="868134" y="0"/>
                  </a:lnTo>
                </a:path>
              </a:pathLst>
            </a:custGeom>
            <a:ln w="204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272364" y="3560300"/>
              <a:ext cx="868680" cy="0"/>
            </a:xfrm>
            <a:custGeom>
              <a:avLst/>
              <a:gdLst/>
              <a:ahLst/>
              <a:cxnLst/>
              <a:rect l="l" t="t" r="r" b="b"/>
              <a:pathLst>
                <a:path w="868680" h="0">
                  <a:moveTo>
                    <a:pt x="868134" y="0"/>
                  </a:moveTo>
                  <a:lnTo>
                    <a:pt x="0" y="0"/>
                  </a:lnTo>
                </a:path>
              </a:pathLst>
            </a:custGeom>
            <a:ln w="204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513525" y="3400195"/>
              <a:ext cx="871855" cy="0"/>
            </a:xfrm>
            <a:custGeom>
              <a:avLst/>
              <a:gdLst/>
              <a:ahLst/>
              <a:cxnLst/>
              <a:rect l="l" t="t" r="r" b="b"/>
              <a:pathLst>
                <a:path w="871854" h="0">
                  <a:moveTo>
                    <a:pt x="871525" y="0"/>
                  </a:moveTo>
                  <a:lnTo>
                    <a:pt x="0" y="0"/>
                  </a:lnTo>
                </a:path>
              </a:pathLst>
            </a:custGeom>
            <a:ln w="204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1291" y="1853684"/>
              <a:ext cx="108580" cy="10554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272364" y="1904752"/>
              <a:ext cx="0" cy="1659255"/>
            </a:xfrm>
            <a:custGeom>
              <a:avLst/>
              <a:gdLst/>
              <a:ahLst/>
              <a:cxnLst/>
              <a:rect l="l" t="t" r="r" b="b"/>
              <a:pathLst>
                <a:path w="0" h="1659254">
                  <a:moveTo>
                    <a:pt x="0" y="1658954"/>
                  </a:moveTo>
                  <a:lnTo>
                    <a:pt x="0" y="0"/>
                  </a:lnTo>
                </a:path>
              </a:pathLst>
            </a:custGeom>
            <a:ln w="20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706041" y="1904752"/>
              <a:ext cx="1410970" cy="0"/>
            </a:xfrm>
            <a:custGeom>
              <a:avLst/>
              <a:gdLst/>
              <a:ahLst/>
              <a:cxnLst/>
              <a:rect l="l" t="t" r="r" b="b"/>
              <a:pathLst>
                <a:path w="1410970" h="0">
                  <a:moveTo>
                    <a:pt x="1410719" y="0"/>
                  </a:moveTo>
                  <a:lnTo>
                    <a:pt x="0" y="0"/>
                  </a:lnTo>
                </a:path>
              </a:pathLst>
            </a:custGeom>
            <a:ln w="204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808166" y="2194303"/>
              <a:ext cx="285115" cy="0"/>
            </a:xfrm>
            <a:custGeom>
              <a:avLst/>
              <a:gdLst/>
              <a:ahLst/>
              <a:cxnLst/>
              <a:rect l="l" t="t" r="r" b="b"/>
              <a:pathLst>
                <a:path w="285114" h="0">
                  <a:moveTo>
                    <a:pt x="284856" y="0"/>
                  </a:moveTo>
                  <a:lnTo>
                    <a:pt x="0" y="0"/>
                  </a:lnTo>
                </a:path>
              </a:pathLst>
            </a:custGeom>
            <a:ln w="204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706041" y="3229871"/>
              <a:ext cx="1475740" cy="0"/>
            </a:xfrm>
            <a:custGeom>
              <a:avLst/>
              <a:gdLst/>
              <a:ahLst/>
              <a:cxnLst/>
              <a:rect l="l" t="t" r="r" b="b"/>
              <a:pathLst>
                <a:path w="1475739" h="0">
                  <a:moveTo>
                    <a:pt x="0" y="0"/>
                  </a:moveTo>
                  <a:lnTo>
                    <a:pt x="237058" y="0"/>
                  </a:lnTo>
                </a:path>
                <a:path w="1475739" h="0">
                  <a:moveTo>
                    <a:pt x="454228" y="0"/>
                  </a:moveTo>
                  <a:lnTo>
                    <a:pt x="1475150" y="0"/>
                  </a:lnTo>
                </a:path>
              </a:pathLst>
            </a:custGeom>
            <a:ln w="204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74613" y="1952473"/>
              <a:ext cx="162836" cy="1634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113370" y="1751461"/>
              <a:ext cx="671830" cy="568960"/>
            </a:xfrm>
            <a:custGeom>
              <a:avLst/>
              <a:gdLst/>
              <a:ahLst/>
              <a:cxnLst/>
              <a:rect l="l" t="t" r="r" b="b"/>
              <a:pathLst>
                <a:path w="671829" h="568960">
                  <a:moveTo>
                    <a:pt x="369635" y="568881"/>
                  </a:moveTo>
                  <a:lnTo>
                    <a:pt x="335724" y="568881"/>
                  </a:lnTo>
                  <a:lnTo>
                    <a:pt x="0" y="568881"/>
                  </a:lnTo>
                  <a:lnTo>
                    <a:pt x="0" y="0"/>
                  </a:lnTo>
                  <a:lnTo>
                    <a:pt x="369635" y="0"/>
                  </a:lnTo>
                  <a:lnTo>
                    <a:pt x="403547" y="3406"/>
                  </a:lnTo>
                  <a:lnTo>
                    <a:pt x="434067" y="13625"/>
                  </a:lnTo>
                  <a:lnTo>
                    <a:pt x="464587" y="20438"/>
                  </a:lnTo>
                  <a:lnTo>
                    <a:pt x="522237" y="47690"/>
                  </a:lnTo>
                  <a:lnTo>
                    <a:pt x="573104" y="81755"/>
                  </a:lnTo>
                  <a:lnTo>
                    <a:pt x="613798" y="126039"/>
                  </a:lnTo>
                  <a:lnTo>
                    <a:pt x="644318" y="173730"/>
                  </a:lnTo>
                  <a:lnTo>
                    <a:pt x="664665" y="228233"/>
                  </a:lnTo>
                  <a:lnTo>
                    <a:pt x="668056" y="255485"/>
                  </a:lnTo>
                  <a:lnTo>
                    <a:pt x="671448" y="269111"/>
                  </a:lnTo>
                  <a:lnTo>
                    <a:pt x="671448" y="299769"/>
                  </a:lnTo>
                  <a:lnTo>
                    <a:pt x="668056" y="313392"/>
                  </a:lnTo>
                  <a:lnTo>
                    <a:pt x="664665" y="340647"/>
                  </a:lnTo>
                  <a:lnTo>
                    <a:pt x="644318" y="395151"/>
                  </a:lnTo>
                  <a:lnTo>
                    <a:pt x="613798" y="442841"/>
                  </a:lnTo>
                  <a:lnTo>
                    <a:pt x="573104" y="487126"/>
                  </a:lnTo>
                  <a:lnTo>
                    <a:pt x="522237" y="521190"/>
                  </a:lnTo>
                  <a:lnTo>
                    <a:pt x="464587" y="548442"/>
                  </a:lnTo>
                  <a:lnTo>
                    <a:pt x="403547" y="565475"/>
                  </a:lnTo>
                  <a:lnTo>
                    <a:pt x="369635" y="568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113369" y="1751461"/>
              <a:ext cx="671830" cy="568960"/>
            </a:xfrm>
            <a:custGeom>
              <a:avLst/>
              <a:gdLst/>
              <a:ahLst/>
              <a:cxnLst/>
              <a:rect l="l" t="t" r="r" b="b"/>
              <a:pathLst>
                <a:path w="671829" h="568960">
                  <a:moveTo>
                    <a:pt x="335724" y="568881"/>
                  </a:moveTo>
                  <a:lnTo>
                    <a:pt x="369635" y="568881"/>
                  </a:lnTo>
                  <a:lnTo>
                    <a:pt x="403547" y="565475"/>
                  </a:lnTo>
                  <a:lnTo>
                    <a:pt x="464587" y="548442"/>
                  </a:lnTo>
                  <a:lnTo>
                    <a:pt x="522237" y="521190"/>
                  </a:lnTo>
                  <a:lnTo>
                    <a:pt x="573104" y="487126"/>
                  </a:lnTo>
                  <a:lnTo>
                    <a:pt x="613798" y="442841"/>
                  </a:lnTo>
                  <a:lnTo>
                    <a:pt x="644318" y="395151"/>
                  </a:lnTo>
                  <a:lnTo>
                    <a:pt x="654492" y="367899"/>
                  </a:lnTo>
                  <a:lnTo>
                    <a:pt x="664665" y="340647"/>
                  </a:lnTo>
                  <a:lnTo>
                    <a:pt x="668056" y="313395"/>
                  </a:lnTo>
                  <a:lnTo>
                    <a:pt x="671448" y="299769"/>
                  </a:lnTo>
                  <a:lnTo>
                    <a:pt x="671448" y="286144"/>
                  </a:lnTo>
                  <a:lnTo>
                    <a:pt x="671448" y="269111"/>
                  </a:lnTo>
                  <a:lnTo>
                    <a:pt x="668056" y="255485"/>
                  </a:lnTo>
                  <a:lnTo>
                    <a:pt x="664665" y="228233"/>
                  </a:lnTo>
                  <a:lnTo>
                    <a:pt x="654492" y="200982"/>
                  </a:lnTo>
                  <a:lnTo>
                    <a:pt x="644318" y="173730"/>
                  </a:lnTo>
                  <a:lnTo>
                    <a:pt x="630754" y="149884"/>
                  </a:lnTo>
                  <a:lnTo>
                    <a:pt x="593451" y="102194"/>
                  </a:lnTo>
                  <a:lnTo>
                    <a:pt x="549366" y="64723"/>
                  </a:lnTo>
                  <a:lnTo>
                    <a:pt x="495108" y="34064"/>
                  </a:lnTo>
                  <a:lnTo>
                    <a:pt x="434067" y="13625"/>
                  </a:lnTo>
                  <a:lnTo>
                    <a:pt x="403547" y="3406"/>
                  </a:lnTo>
                  <a:lnTo>
                    <a:pt x="369635" y="0"/>
                  </a:lnTo>
                  <a:lnTo>
                    <a:pt x="335724" y="0"/>
                  </a:lnTo>
                  <a:lnTo>
                    <a:pt x="0" y="0"/>
                  </a:lnTo>
                  <a:lnTo>
                    <a:pt x="0" y="568881"/>
                  </a:lnTo>
                  <a:lnTo>
                    <a:pt x="335724" y="568881"/>
                  </a:lnTo>
                </a:path>
              </a:pathLst>
            </a:custGeom>
            <a:ln w="37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804774" y="2190896"/>
              <a:ext cx="3810" cy="1022350"/>
            </a:xfrm>
            <a:custGeom>
              <a:avLst/>
              <a:gdLst/>
              <a:ahLst/>
              <a:cxnLst/>
              <a:rect l="l" t="t" r="r" b="b"/>
              <a:pathLst>
                <a:path w="3810" h="1022350">
                  <a:moveTo>
                    <a:pt x="0" y="0"/>
                  </a:moveTo>
                  <a:lnTo>
                    <a:pt x="3391" y="1021942"/>
                  </a:lnTo>
                </a:path>
              </a:pathLst>
            </a:custGeom>
            <a:ln w="20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551217" y="1557291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 h="0">
                  <a:moveTo>
                    <a:pt x="0" y="0"/>
                  </a:moveTo>
                  <a:lnTo>
                    <a:pt x="552757" y="0"/>
                  </a:lnTo>
                </a:path>
              </a:pathLst>
            </a:custGeom>
            <a:ln w="204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5158234" y="2158346"/>
            <a:ext cx="94615" cy="1892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65"/>
              </a:lnSpc>
            </a:pPr>
            <a:r>
              <a:rPr dirty="0" sz="1350" spc="-10">
                <a:latin typeface="Times New Roman"/>
                <a:cs typeface="Times New Roman"/>
              </a:rPr>
              <a:t>P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165017" y="3187101"/>
            <a:ext cx="122555" cy="1892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65"/>
              </a:lnSpc>
            </a:pPr>
            <a:r>
              <a:rPr dirty="0" sz="1350" spc="-15">
                <a:latin typeface="Times New Roman"/>
                <a:cs typeface="Times New Roman"/>
              </a:rPr>
              <a:t>N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972166" y="1913271"/>
            <a:ext cx="3039110" cy="2027555"/>
            <a:chOff x="1972166" y="1913271"/>
            <a:chExt cx="3039110" cy="2027555"/>
          </a:xfrm>
        </p:grpSpPr>
        <p:sp>
          <p:nvSpPr>
            <p:cNvPr id="33" name="object 33"/>
            <p:cNvSpPr/>
            <p:nvPr/>
          </p:nvSpPr>
          <p:spPr>
            <a:xfrm>
              <a:off x="4829292" y="2442975"/>
              <a:ext cx="3810" cy="572770"/>
            </a:xfrm>
            <a:custGeom>
              <a:avLst/>
              <a:gdLst/>
              <a:ahLst/>
              <a:cxnLst/>
              <a:rect l="l" t="t" r="r" b="b"/>
              <a:pathLst>
                <a:path w="3810" h="572769">
                  <a:moveTo>
                    <a:pt x="0" y="0"/>
                  </a:moveTo>
                  <a:lnTo>
                    <a:pt x="3391" y="572288"/>
                  </a:lnTo>
                </a:path>
              </a:pathLst>
            </a:custGeom>
            <a:ln w="20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829292" y="3209432"/>
              <a:ext cx="3810" cy="708660"/>
            </a:xfrm>
            <a:custGeom>
              <a:avLst/>
              <a:gdLst/>
              <a:ahLst/>
              <a:cxnLst/>
              <a:rect l="l" t="t" r="r" b="b"/>
              <a:pathLst>
                <a:path w="3810" h="708660">
                  <a:moveTo>
                    <a:pt x="0" y="708547"/>
                  </a:moveTo>
                  <a:lnTo>
                    <a:pt x="3391" y="0"/>
                  </a:lnTo>
                </a:path>
              </a:pathLst>
            </a:custGeom>
            <a:ln w="20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78394" y="2664427"/>
              <a:ext cx="98404" cy="9872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51250" y="2189194"/>
              <a:ext cx="169570" cy="7834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524088" y="2228367"/>
              <a:ext cx="302260" cy="3810"/>
            </a:xfrm>
            <a:custGeom>
              <a:avLst/>
              <a:gdLst/>
              <a:ahLst/>
              <a:cxnLst/>
              <a:rect l="l" t="t" r="r" b="b"/>
              <a:pathLst>
                <a:path w="302260" h="3810">
                  <a:moveTo>
                    <a:pt x="301812" y="0"/>
                  </a:moveTo>
                  <a:lnTo>
                    <a:pt x="0" y="3406"/>
                  </a:lnTo>
                </a:path>
              </a:pathLst>
            </a:custGeom>
            <a:ln w="204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524088" y="2446382"/>
              <a:ext cx="295275" cy="0"/>
            </a:xfrm>
            <a:custGeom>
              <a:avLst/>
              <a:gdLst/>
              <a:ahLst/>
              <a:cxnLst/>
              <a:rect l="l" t="t" r="r" b="b"/>
              <a:pathLst>
                <a:path w="295275" h="0">
                  <a:moveTo>
                    <a:pt x="295030" y="0"/>
                  </a:moveTo>
                  <a:lnTo>
                    <a:pt x="0" y="0"/>
                  </a:lnTo>
                </a:path>
              </a:pathLst>
            </a:custGeom>
            <a:ln w="204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520697" y="2368033"/>
              <a:ext cx="3810" cy="150495"/>
            </a:xfrm>
            <a:custGeom>
              <a:avLst/>
              <a:gdLst/>
              <a:ahLst/>
              <a:cxnLst/>
              <a:rect l="l" t="t" r="r" b="b"/>
              <a:pathLst>
                <a:path w="3810" h="150494">
                  <a:moveTo>
                    <a:pt x="3391" y="0"/>
                  </a:moveTo>
                  <a:lnTo>
                    <a:pt x="0" y="149884"/>
                  </a:lnTo>
                </a:path>
              </a:pathLst>
            </a:custGeom>
            <a:ln w="373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520697" y="2150018"/>
              <a:ext cx="3810" cy="153670"/>
            </a:xfrm>
            <a:custGeom>
              <a:avLst/>
              <a:gdLst/>
              <a:ahLst/>
              <a:cxnLst/>
              <a:rect l="l" t="t" r="r" b="b"/>
              <a:pathLst>
                <a:path w="3810" h="153669">
                  <a:moveTo>
                    <a:pt x="3391" y="0"/>
                  </a:moveTo>
                  <a:lnTo>
                    <a:pt x="0" y="153291"/>
                  </a:lnTo>
                </a:path>
              </a:pathLst>
            </a:custGeom>
            <a:ln w="373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520697" y="1932004"/>
              <a:ext cx="3810" cy="153670"/>
            </a:xfrm>
            <a:custGeom>
              <a:avLst/>
              <a:gdLst/>
              <a:ahLst/>
              <a:cxnLst/>
              <a:rect l="l" t="t" r="r" b="b"/>
              <a:pathLst>
                <a:path w="3810" h="153669">
                  <a:moveTo>
                    <a:pt x="3391" y="0"/>
                  </a:moveTo>
                  <a:lnTo>
                    <a:pt x="0" y="153291"/>
                  </a:lnTo>
                </a:path>
              </a:pathLst>
            </a:custGeom>
            <a:ln w="373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524088" y="2010353"/>
              <a:ext cx="305435" cy="3810"/>
            </a:xfrm>
            <a:custGeom>
              <a:avLst/>
              <a:gdLst/>
              <a:ahLst/>
              <a:cxnLst/>
              <a:rect l="l" t="t" r="r" b="b"/>
              <a:pathLst>
                <a:path w="305435" h="3810">
                  <a:moveTo>
                    <a:pt x="305203" y="3406"/>
                  </a:moveTo>
                  <a:lnTo>
                    <a:pt x="0" y="0"/>
                  </a:lnTo>
                </a:path>
              </a:pathLst>
            </a:custGeom>
            <a:ln w="204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85184" y="1952466"/>
              <a:ext cx="101780" cy="102148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391833" y="2027385"/>
              <a:ext cx="3810" cy="402590"/>
            </a:xfrm>
            <a:custGeom>
              <a:avLst/>
              <a:gdLst/>
              <a:ahLst/>
              <a:cxnLst/>
              <a:rect l="l" t="t" r="r" b="b"/>
              <a:pathLst>
                <a:path w="3810" h="402589">
                  <a:moveTo>
                    <a:pt x="0" y="0"/>
                  </a:moveTo>
                  <a:lnTo>
                    <a:pt x="3391" y="401964"/>
                  </a:lnTo>
                </a:path>
              </a:pathLst>
            </a:custGeom>
            <a:ln w="373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49515" y="3183885"/>
              <a:ext cx="169570" cy="7494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513915" y="3219652"/>
              <a:ext cx="305435" cy="3810"/>
            </a:xfrm>
            <a:custGeom>
              <a:avLst/>
              <a:gdLst/>
              <a:ahLst/>
              <a:cxnLst/>
              <a:rect l="l" t="t" r="r" b="b"/>
              <a:pathLst>
                <a:path w="305435" h="3810">
                  <a:moveTo>
                    <a:pt x="305203" y="0"/>
                  </a:moveTo>
                  <a:lnTo>
                    <a:pt x="0" y="3406"/>
                  </a:lnTo>
                </a:path>
              </a:pathLst>
            </a:custGeom>
            <a:ln w="204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517306" y="3437666"/>
              <a:ext cx="292100" cy="0"/>
            </a:xfrm>
            <a:custGeom>
              <a:avLst/>
              <a:gdLst/>
              <a:ahLst/>
              <a:cxnLst/>
              <a:rect l="l" t="t" r="r" b="b"/>
              <a:pathLst>
                <a:path w="292100" h="0">
                  <a:moveTo>
                    <a:pt x="291639" y="0"/>
                  </a:moveTo>
                  <a:lnTo>
                    <a:pt x="0" y="0"/>
                  </a:lnTo>
                </a:path>
              </a:pathLst>
            </a:custGeom>
            <a:ln w="204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513915" y="3352504"/>
              <a:ext cx="0" cy="150495"/>
            </a:xfrm>
            <a:custGeom>
              <a:avLst/>
              <a:gdLst/>
              <a:ahLst/>
              <a:cxnLst/>
              <a:rect l="l" t="t" r="r" b="b"/>
              <a:pathLst>
                <a:path w="0" h="150495">
                  <a:moveTo>
                    <a:pt x="0" y="0"/>
                  </a:moveTo>
                  <a:lnTo>
                    <a:pt x="0" y="149884"/>
                  </a:lnTo>
                </a:path>
              </a:pathLst>
            </a:custGeom>
            <a:ln w="373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513915" y="3141303"/>
              <a:ext cx="0" cy="153670"/>
            </a:xfrm>
            <a:custGeom>
              <a:avLst/>
              <a:gdLst/>
              <a:ahLst/>
              <a:cxnLst/>
              <a:rect l="l" t="t" r="r" b="b"/>
              <a:pathLst>
                <a:path w="0" h="153670">
                  <a:moveTo>
                    <a:pt x="0" y="0"/>
                  </a:moveTo>
                  <a:lnTo>
                    <a:pt x="0" y="153291"/>
                  </a:lnTo>
                </a:path>
              </a:pathLst>
            </a:custGeom>
            <a:ln w="373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513915" y="2923288"/>
              <a:ext cx="0" cy="153670"/>
            </a:xfrm>
            <a:custGeom>
              <a:avLst/>
              <a:gdLst/>
              <a:ahLst/>
              <a:cxnLst/>
              <a:rect l="l" t="t" r="r" b="b"/>
              <a:pathLst>
                <a:path w="0" h="153669">
                  <a:moveTo>
                    <a:pt x="0" y="0"/>
                  </a:moveTo>
                  <a:lnTo>
                    <a:pt x="0" y="153291"/>
                  </a:lnTo>
                </a:path>
              </a:pathLst>
            </a:custGeom>
            <a:ln w="373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517306" y="3005044"/>
              <a:ext cx="305435" cy="0"/>
            </a:xfrm>
            <a:custGeom>
              <a:avLst/>
              <a:gdLst/>
              <a:ahLst/>
              <a:cxnLst/>
              <a:rect l="l" t="t" r="r" b="b"/>
              <a:pathLst>
                <a:path w="305435" h="0">
                  <a:moveTo>
                    <a:pt x="305203" y="0"/>
                  </a:moveTo>
                  <a:lnTo>
                    <a:pt x="0" y="0"/>
                  </a:lnTo>
                </a:path>
              </a:pathLst>
            </a:custGeom>
            <a:ln w="204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68227" y="3389998"/>
              <a:ext cx="101782" cy="98743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4385051" y="3018670"/>
              <a:ext cx="0" cy="402590"/>
            </a:xfrm>
            <a:custGeom>
              <a:avLst/>
              <a:gdLst/>
              <a:ahLst/>
              <a:cxnLst/>
              <a:rect l="l" t="t" r="r" b="b"/>
              <a:pathLst>
                <a:path w="0" h="402589">
                  <a:moveTo>
                    <a:pt x="0" y="0"/>
                  </a:moveTo>
                  <a:lnTo>
                    <a:pt x="0" y="401964"/>
                  </a:lnTo>
                </a:path>
              </a:pathLst>
            </a:custGeom>
            <a:ln w="373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4669908" y="3917980"/>
              <a:ext cx="318770" cy="0"/>
            </a:xfrm>
            <a:custGeom>
              <a:avLst/>
              <a:gdLst/>
              <a:ahLst/>
              <a:cxnLst/>
              <a:rect l="l" t="t" r="r" b="b"/>
              <a:pathLst>
                <a:path w="318770" h="0">
                  <a:moveTo>
                    <a:pt x="0" y="0"/>
                  </a:moveTo>
                  <a:lnTo>
                    <a:pt x="318768" y="0"/>
                  </a:lnTo>
                </a:path>
              </a:pathLst>
            </a:custGeom>
            <a:ln w="442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021808" y="3107237"/>
              <a:ext cx="783590" cy="572770"/>
            </a:xfrm>
            <a:custGeom>
              <a:avLst/>
              <a:gdLst/>
              <a:ahLst/>
              <a:cxnLst/>
              <a:rect l="l" t="t" r="r" b="b"/>
              <a:pathLst>
                <a:path w="783589" h="572770">
                  <a:moveTo>
                    <a:pt x="434067" y="572288"/>
                  </a:moveTo>
                  <a:lnTo>
                    <a:pt x="0" y="572288"/>
                  </a:lnTo>
                  <a:lnTo>
                    <a:pt x="47476" y="504158"/>
                  </a:lnTo>
                  <a:lnTo>
                    <a:pt x="88169" y="432622"/>
                  </a:lnTo>
                  <a:lnTo>
                    <a:pt x="108516" y="364492"/>
                  </a:lnTo>
                  <a:lnTo>
                    <a:pt x="115299" y="286144"/>
                  </a:lnTo>
                  <a:lnTo>
                    <a:pt x="108516" y="218014"/>
                  </a:lnTo>
                  <a:lnTo>
                    <a:pt x="81387" y="139665"/>
                  </a:lnTo>
                  <a:lnTo>
                    <a:pt x="54258" y="78348"/>
                  </a:lnTo>
                  <a:lnTo>
                    <a:pt x="3391" y="0"/>
                  </a:lnTo>
                  <a:lnTo>
                    <a:pt x="434067" y="0"/>
                  </a:lnTo>
                  <a:lnTo>
                    <a:pt x="501890" y="23845"/>
                  </a:lnTo>
                  <a:lnTo>
                    <a:pt x="566318" y="54503"/>
                  </a:lnTo>
                  <a:lnTo>
                    <a:pt x="623971" y="98787"/>
                  </a:lnTo>
                  <a:lnTo>
                    <a:pt x="678230" y="153291"/>
                  </a:lnTo>
                  <a:lnTo>
                    <a:pt x="729097" y="211201"/>
                  </a:lnTo>
                  <a:lnTo>
                    <a:pt x="783356" y="289550"/>
                  </a:lnTo>
                  <a:lnTo>
                    <a:pt x="732488" y="364492"/>
                  </a:lnTo>
                  <a:lnTo>
                    <a:pt x="678230" y="425809"/>
                  </a:lnTo>
                  <a:lnTo>
                    <a:pt x="623971" y="476906"/>
                  </a:lnTo>
                  <a:lnTo>
                    <a:pt x="566318" y="521190"/>
                  </a:lnTo>
                  <a:lnTo>
                    <a:pt x="501890" y="551849"/>
                  </a:lnTo>
                  <a:lnTo>
                    <a:pt x="434067" y="5722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021808" y="3107238"/>
              <a:ext cx="783590" cy="572770"/>
            </a:xfrm>
            <a:custGeom>
              <a:avLst/>
              <a:gdLst/>
              <a:ahLst/>
              <a:cxnLst/>
              <a:rect l="l" t="t" r="r" b="b"/>
              <a:pathLst>
                <a:path w="783589" h="572770">
                  <a:moveTo>
                    <a:pt x="3391" y="0"/>
                  </a:moveTo>
                  <a:lnTo>
                    <a:pt x="54258" y="78348"/>
                  </a:lnTo>
                  <a:lnTo>
                    <a:pt x="81387" y="139665"/>
                  </a:lnTo>
                  <a:lnTo>
                    <a:pt x="108516" y="218014"/>
                  </a:lnTo>
                  <a:lnTo>
                    <a:pt x="115299" y="286144"/>
                  </a:lnTo>
                  <a:lnTo>
                    <a:pt x="108516" y="364492"/>
                  </a:lnTo>
                  <a:lnTo>
                    <a:pt x="88169" y="432622"/>
                  </a:lnTo>
                  <a:lnTo>
                    <a:pt x="47476" y="504158"/>
                  </a:lnTo>
                  <a:lnTo>
                    <a:pt x="0" y="572288"/>
                  </a:lnTo>
                  <a:lnTo>
                    <a:pt x="434067" y="572288"/>
                  </a:lnTo>
                  <a:lnTo>
                    <a:pt x="501890" y="551849"/>
                  </a:lnTo>
                  <a:lnTo>
                    <a:pt x="566322" y="521190"/>
                  </a:lnTo>
                  <a:lnTo>
                    <a:pt x="623971" y="476906"/>
                  </a:lnTo>
                  <a:lnTo>
                    <a:pt x="678230" y="425809"/>
                  </a:lnTo>
                  <a:lnTo>
                    <a:pt x="732488" y="364492"/>
                  </a:lnTo>
                  <a:lnTo>
                    <a:pt x="783356" y="289550"/>
                  </a:lnTo>
                  <a:lnTo>
                    <a:pt x="729097" y="211201"/>
                  </a:lnTo>
                  <a:lnTo>
                    <a:pt x="678230" y="153291"/>
                  </a:lnTo>
                  <a:lnTo>
                    <a:pt x="623971" y="98787"/>
                  </a:lnTo>
                  <a:lnTo>
                    <a:pt x="566322" y="54503"/>
                  </a:lnTo>
                  <a:lnTo>
                    <a:pt x="501890" y="23845"/>
                  </a:lnTo>
                  <a:lnTo>
                    <a:pt x="434067" y="0"/>
                  </a:lnTo>
                  <a:lnTo>
                    <a:pt x="3391" y="0"/>
                  </a:lnTo>
                  <a:close/>
                </a:path>
              </a:pathLst>
            </a:custGeom>
            <a:ln w="34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91570" y="3308252"/>
              <a:ext cx="162835" cy="166854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1990898" y="2327155"/>
              <a:ext cx="570230" cy="490855"/>
            </a:xfrm>
            <a:custGeom>
              <a:avLst/>
              <a:gdLst/>
              <a:ahLst/>
              <a:cxnLst/>
              <a:rect l="l" t="t" r="r" b="b"/>
              <a:pathLst>
                <a:path w="570230" h="490855">
                  <a:moveTo>
                    <a:pt x="284856" y="490532"/>
                  </a:moveTo>
                  <a:lnTo>
                    <a:pt x="0" y="0"/>
                  </a:lnTo>
                  <a:lnTo>
                    <a:pt x="569713" y="0"/>
                  </a:lnTo>
                  <a:lnTo>
                    <a:pt x="284856" y="4905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990898" y="2327155"/>
              <a:ext cx="570230" cy="490855"/>
            </a:xfrm>
            <a:custGeom>
              <a:avLst/>
              <a:gdLst/>
              <a:ahLst/>
              <a:cxnLst/>
              <a:rect l="l" t="t" r="r" b="b"/>
              <a:pathLst>
                <a:path w="570230" h="490855">
                  <a:moveTo>
                    <a:pt x="284856" y="490532"/>
                  </a:moveTo>
                  <a:lnTo>
                    <a:pt x="0" y="0"/>
                  </a:lnTo>
                  <a:lnTo>
                    <a:pt x="569713" y="0"/>
                  </a:lnTo>
                  <a:lnTo>
                    <a:pt x="284856" y="490532"/>
                  </a:lnTo>
                  <a:close/>
                </a:path>
              </a:pathLst>
            </a:custGeom>
            <a:ln w="37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97727" y="2807498"/>
              <a:ext cx="162838" cy="160044"/>
            </a:xfrm>
            <a:prstGeom prst="rect">
              <a:avLst/>
            </a:prstGeom>
          </p:spPr>
        </p:pic>
      </p:grpSp>
      <p:sp>
        <p:nvSpPr>
          <p:cNvPr id="61" name="object 61"/>
          <p:cNvSpPr txBox="1">
            <a:spLocks noGrp="1"/>
          </p:cNvSpPr>
          <p:nvPr>
            <p:ph type="title"/>
          </p:nvPr>
        </p:nvSpPr>
        <p:spPr>
          <a:xfrm>
            <a:off x="905827" y="637349"/>
            <a:ext cx="31750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0066"/>
                </a:solidFill>
                <a:latin typeface="Times New Roman"/>
                <a:cs typeface="Times New Roman"/>
              </a:rPr>
              <a:t>2.</a:t>
            </a:r>
            <a:r>
              <a:rPr dirty="0" sz="2400" spc="-5">
                <a:solidFill>
                  <a:srgbClr val="FF0000"/>
                </a:solidFill>
                <a:latin typeface="新宋体"/>
                <a:cs typeface="新宋体"/>
              </a:rPr>
              <a:t>三态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dirty="0" sz="2400" spc="-5">
                <a:solidFill>
                  <a:srgbClr val="000066"/>
                </a:solidFill>
                <a:latin typeface="新宋体"/>
                <a:cs typeface="新宋体"/>
              </a:rPr>
              <a:t>输</a:t>
            </a:r>
            <a:r>
              <a:rPr dirty="0" sz="2400">
                <a:solidFill>
                  <a:srgbClr val="000066"/>
                </a:solidFill>
                <a:latin typeface="新宋体"/>
                <a:cs typeface="新宋体"/>
              </a:rPr>
              <a:t>出门电路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636712" y="1925234"/>
            <a:ext cx="194310" cy="368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2400" b="1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925637" y="2825347"/>
            <a:ext cx="194310" cy="368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2400" b="1">
                <a:solidFill>
                  <a:srgbClr val="000066"/>
                </a:solidFill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636687" y="3437995"/>
            <a:ext cx="194310" cy="368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2400" b="1">
                <a:solidFill>
                  <a:srgbClr val="000066"/>
                </a:solidFill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140314" y="1709169"/>
            <a:ext cx="194310" cy="368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2400" b="1">
                <a:solidFill>
                  <a:srgbClr val="000066"/>
                </a:solidFill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127512" y="2861618"/>
            <a:ext cx="194310" cy="368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2400" b="1">
                <a:solidFill>
                  <a:srgbClr val="000066"/>
                </a:solidFill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graphicFrame>
        <p:nvGraphicFramePr>
          <p:cNvPr id="67" name="object 67"/>
          <p:cNvGraphicFramePr>
            <a:graphicFrameLocks noGrp="1"/>
          </p:cNvGraphicFramePr>
          <p:nvPr/>
        </p:nvGraphicFramePr>
        <p:xfrm>
          <a:off x="4243196" y="4063746"/>
          <a:ext cx="4428490" cy="1581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8770"/>
                <a:gridCol w="1229359"/>
                <a:gridCol w="1538604"/>
              </a:tblGrid>
              <a:tr h="495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2400" spc="5" b="1">
                          <a:solidFill>
                            <a:srgbClr val="000066"/>
                          </a:solidFill>
                          <a:latin typeface="新宋体"/>
                          <a:cs typeface="新宋体"/>
                        </a:rPr>
                        <a:t>使能</a:t>
                      </a:r>
                      <a:r>
                        <a:rPr dirty="0" sz="2400" spc="-5" i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EN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055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7147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2400" spc="5" b="1">
                          <a:solidFill>
                            <a:srgbClr val="000066"/>
                          </a:solidFill>
                          <a:latin typeface="新宋体"/>
                          <a:cs typeface="新宋体"/>
                        </a:rPr>
                        <a:t>输入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055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04139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2400" spc="5" b="1">
                          <a:solidFill>
                            <a:srgbClr val="000066"/>
                          </a:solidFill>
                          <a:latin typeface="新宋体"/>
                          <a:cs typeface="新宋体"/>
                        </a:rPr>
                        <a:t>输出</a:t>
                      </a:r>
                      <a:r>
                        <a:rPr dirty="0" sz="2400" i="1">
                          <a:latin typeface="Times New Roman"/>
                          <a:cs typeface="Times New Roman"/>
                        </a:rPr>
                        <a:t>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055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 marL="635">
                        <a:lnSpc>
                          <a:spcPts val="2745"/>
                        </a:lnSpc>
                      </a:pPr>
                      <a:r>
                        <a:rPr dirty="0" sz="2400" b="1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5"/>
                        </a:lnSpc>
                      </a:pPr>
                      <a:r>
                        <a:rPr dirty="0" sz="24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5"/>
                        </a:lnSpc>
                      </a:pPr>
                      <a:r>
                        <a:rPr dirty="0" sz="24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ctr" marL="635">
                        <a:lnSpc>
                          <a:spcPts val="2775"/>
                        </a:lnSpc>
                      </a:pPr>
                      <a:r>
                        <a:rPr dirty="0" sz="2400" b="1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75"/>
                        </a:lnSpc>
                      </a:pPr>
                      <a:r>
                        <a:rPr dirty="0" sz="24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75"/>
                        </a:lnSpc>
                      </a:pPr>
                      <a:r>
                        <a:rPr dirty="0" sz="24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algn="ctr" marR="29209">
                        <a:lnSpc>
                          <a:spcPts val="2730"/>
                        </a:lnSpc>
                      </a:pPr>
                      <a:r>
                        <a:rPr dirty="0" sz="2400" b="1">
                          <a:solidFill>
                            <a:srgbClr val="D50092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58775">
                        <a:lnSpc>
                          <a:spcPts val="2730"/>
                        </a:lnSpc>
                      </a:pPr>
                      <a:r>
                        <a:rPr dirty="0" sz="2400" b="1">
                          <a:solidFill>
                            <a:srgbClr val="D50092"/>
                          </a:solidFill>
                          <a:latin typeface="黑体"/>
                          <a:cs typeface="黑体"/>
                        </a:rPr>
                        <a:t>×</a:t>
                      </a:r>
                      <a:endParaRPr sz="2400">
                        <a:latin typeface="黑体"/>
                        <a:cs typeface="黑体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2730"/>
                        </a:lnSpc>
                      </a:pPr>
                      <a:r>
                        <a:rPr dirty="0" sz="2400" spc="10" b="1">
                          <a:solidFill>
                            <a:srgbClr val="D50092"/>
                          </a:solidFill>
                          <a:latin typeface="新宋体"/>
                          <a:cs typeface="新宋体"/>
                        </a:rPr>
                        <a:t>高阻</a:t>
                      </a:r>
                      <a:endParaRPr sz="2400">
                        <a:latin typeface="新宋体"/>
                        <a:cs typeface="新宋体"/>
                      </a:endParaRPr>
                    </a:p>
                  </a:txBody>
                  <a:tcPr marL="0" marR="0" marB="0" marT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68" name="object 68"/>
          <p:cNvGrpSpPr/>
          <p:nvPr/>
        </p:nvGrpSpPr>
        <p:grpSpPr>
          <a:xfrm>
            <a:off x="1619250" y="2132076"/>
            <a:ext cx="4519930" cy="1692910"/>
            <a:chOff x="1619250" y="2132076"/>
            <a:chExt cx="4519930" cy="1692910"/>
          </a:xfrm>
        </p:grpSpPr>
        <p:sp>
          <p:nvSpPr>
            <p:cNvPr id="69" name="object 69"/>
            <p:cNvSpPr/>
            <p:nvPr/>
          </p:nvSpPr>
          <p:spPr>
            <a:xfrm>
              <a:off x="5202174" y="2132075"/>
              <a:ext cx="936625" cy="1252855"/>
            </a:xfrm>
            <a:custGeom>
              <a:avLst/>
              <a:gdLst/>
              <a:ahLst/>
              <a:cxnLst/>
              <a:rect l="l" t="t" r="r" b="b"/>
              <a:pathLst>
                <a:path w="936625" h="1252854">
                  <a:moveTo>
                    <a:pt x="863346" y="0"/>
                  </a:moveTo>
                  <a:lnTo>
                    <a:pt x="0" y="0"/>
                  </a:lnTo>
                  <a:lnTo>
                    <a:pt x="0" y="387096"/>
                  </a:lnTo>
                  <a:lnTo>
                    <a:pt x="863346" y="387096"/>
                  </a:lnTo>
                  <a:lnTo>
                    <a:pt x="863346" y="0"/>
                  </a:lnTo>
                  <a:close/>
                </a:path>
                <a:path w="936625" h="1252854">
                  <a:moveTo>
                    <a:pt x="936498" y="864870"/>
                  </a:moveTo>
                  <a:lnTo>
                    <a:pt x="0" y="864870"/>
                  </a:lnTo>
                  <a:lnTo>
                    <a:pt x="0" y="1252740"/>
                  </a:lnTo>
                  <a:lnTo>
                    <a:pt x="936498" y="1252740"/>
                  </a:lnTo>
                  <a:lnTo>
                    <a:pt x="936498" y="8648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619250" y="3374898"/>
              <a:ext cx="215900" cy="449580"/>
            </a:xfrm>
            <a:custGeom>
              <a:avLst/>
              <a:gdLst/>
              <a:ahLst/>
              <a:cxnLst/>
              <a:rect l="l" t="t" r="r" b="b"/>
              <a:pathLst>
                <a:path w="215900" h="449579">
                  <a:moveTo>
                    <a:pt x="215645" y="0"/>
                  </a:moveTo>
                  <a:lnTo>
                    <a:pt x="0" y="0"/>
                  </a:lnTo>
                  <a:lnTo>
                    <a:pt x="0" y="449580"/>
                  </a:lnTo>
                  <a:lnTo>
                    <a:pt x="215645" y="449580"/>
                  </a:lnTo>
                  <a:lnTo>
                    <a:pt x="2156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1637249" y="3412380"/>
            <a:ext cx="178435" cy="394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5"/>
              </a:lnSpc>
            </a:pP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4122420" y="2779776"/>
            <a:ext cx="215265" cy="449580"/>
          </a:xfrm>
          <a:custGeom>
            <a:avLst/>
            <a:gdLst/>
            <a:ahLst/>
            <a:cxnLst/>
            <a:rect l="l" t="t" r="r" b="b"/>
            <a:pathLst>
              <a:path w="215264" h="449580">
                <a:moveTo>
                  <a:pt x="214884" y="0"/>
                </a:moveTo>
                <a:lnTo>
                  <a:pt x="0" y="0"/>
                </a:lnTo>
                <a:lnTo>
                  <a:pt x="0" y="449579"/>
                </a:lnTo>
                <a:lnTo>
                  <a:pt x="214884" y="449579"/>
                </a:lnTo>
                <a:lnTo>
                  <a:pt x="2148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4140738" y="2851222"/>
            <a:ext cx="178435" cy="356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800"/>
              </a:lnSpc>
            </a:pPr>
            <a:r>
              <a:rPr dirty="0" sz="2800" spc="-10" b="1">
                <a:solidFill>
                  <a:srgbClr val="000066"/>
                </a:solidFill>
                <a:latin typeface="新宋体"/>
                <a:cs typeface="新宋体"/>
              </a:rPr>
              <a:t>0</a:t>
            </a:r>
            <a:endParaRPr sz="2800">
              <a:latin typeface="新宋体"/>
              <a:cs typeface="新宋体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4122420" y="1629155"/>
            <a:ext cx="213360" cy="448945"/>
          </a:xfrm>
          <a:custGeom>
            <a:avLst/>
            <a:gdLst/>
            <a:ahLst/>
            <a:cxnLst/>
            <a:rect l="l" t="t" r="r" b="b"/>
            <a:pathLst>
              <a:path w="213360" h="448944">
                <a:moveTo>
                  <a:pt x="213360" y="0"/>
                </a:moveTo>
                <a:lnTo>
                  <a:pt x="0" y="0"/>
                </a:lnTo>
                <a:lnTo>
                  <a:pt x="0" y="448818"/>
                </a:lnTo>
                <a:lnTo>
                  <a:pt x="213360" y="448818"/>
                </a:lnTo>
                <a:lnTo>
                  <a:pt x="2133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4140738" y="1666130"/>
            <a:ext cx="178435" cy="394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5"/>
              </a:lnSpc>
            </a:pP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220238" y="3044004"/>
            <a:ext cx="612775" cy="304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400"/>
              </a:lnSpc>
            </a:pP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导</a:t>
            </a:r>
            <a:r>
              <a:rPr dirty="0" sz="2400" spc="-4825" b="1">
                <a:solidFill>
                  <a:srgbClr val="000066"/>
                </a:solidFill>
                <a:latin typeface="新宋体"/>
                <a:cs typeface="新宋体"/>
              </a:rPr>
              <a:t>通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截</a:t>
            </a:r>
            <a:r>
              <a:rPr dirty="0" sz="2400" spc="-2460" b="1">
                <a:solidFill>
                  <a:srgbClr val="000066"/>
                </a:solidFill>
                <a:latin typeface="新宋体"/>
                <a:cs typeface="新宋体"/>
              </a:rPr>
              <a:t>止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220238" y="2178817"/>
            <a:ext cx="612775" cy="304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400"/>
              </a:lnSpc>
            </a:pP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截</a:t>
            </a:r>
            <a:r>
              <a:rPr dirty="0" sz="2400" spc="-4825" b="1">
                <a:solidFill>
                  <a:srgbClr val="000066"/>
                </a:solidFill>
                <a:latin typeface="新宋体"/>
                <a:cs typeface="新宋体"/>
              </a:rPr>
              <a:t>止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导</a:t>
            </a:r>
            <a:r>
              <a:rPr dirty="0" sz="2400" spc="-2460" b="1">
                <a:solidFill>
                  <a:srgbClr val="000066"/>
                </a:solidFill>
                <a:latin typeface="新宋体"/>
                <a:cs typeface="新宋体"/>
              </a:rPr>
              <a:t>通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655826" y="1916429"/>
            <a:ext cx="187960" cy="387350"/>
          </a:xfrm>
          <a:prstGeom prst="rect">
            <a:avLst/>
          </a:prstGeom>
          <a:solidFill>
            <a:srgbClr val="000000">
              <a:alpha val="9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17145">
              <a:lnSpc>
                <a:spcPts val="2880"/>
              </a:lnSpc>
            </a:pPr>
            <a:r>
              <a:rPr dirty="0" sz="2400" b="1">
                <a:solidFill>
                  <a:srgbClr val="D50092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4122420" y="1601724"/>
            <a:ext cx="228600" cy="387350"/>
          </a:xfrm>
          <a:custGeom>
            <a:avLst/>
            <a:gdLst/>
            <a:ahLst/>
            <a:cxnLst/>
            <a:rect l="l" t="t" r="r" b="b"/>
            <a:pathLst>
              <a:path w="228600" h="387350">
                <a:moveTo>
                  <a:pt x="228600" y="0"/>
                </a:moveTo>
                <a:lnTo>
                  <a:pt x="0" y="0"/>
                </a:lnTo>
                <a:lnTo>
                  <a:pt x="0" y="387096"/>
                </a:lnTo>
                <a:lnTo>
                  <a:pt x="228600" y="387096"/>
                </a:lnTo>
                <a:lnTo>
                  <a:pt x="228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3919666" y="1498685"/>
            <a:ext cx="4527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 i="1">
                <a:latin typeface="Times New Roman"/>
                <a:cs typeface="Times New Roman"/>
              </a:rPr>
              <a:t>B</a:t>
            </a:r>
            <a:r>
              <a:rPr dirty="0" sz="2000" spc="-290" i="1">
                <a:latin typeface="Times New Roman"/>
                <a:cs typeface="Times New Roman"/>
              </a:rPr>
              <a:t> </a:t>
            </a:r>
            <a:r>
              <a:rPr dirty="0" baseline="-18518" sz="3600" b="1">
                <a:solidFill>
                  <a:srgbClr val="D50092"/>
                </a:solidFill>
                <a:latin typeface="Tahoma"/>
                <a:cs typeface="Tahoma"/>
              </a:rPr>
              <a:t>1</a:t>
            </a:r>
            <a:endParaRPr baseline="-18518" sz="3600">
              <a:latin typeface="Tahoma"/>
              <a:cs typeface="Tahoma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122420" y="2852927"/>
            <a:ext cx="228600" cy="387350"/>
          </a:xfrm>
          <a:custGeom>
            <a:avLst/>
            <a:gdLst/>
            <a:ahLst/>
            <a:cxnLst/>
            <a:rect l="l" t="t" r="r" b="b"/>
            <a:pathLst>
              <a:path w="228600" h="387350">
                <a:moveTo>
                  <a:pt x="228600" y="0"/>
                </a:moveTo>
                <a:lnTo>
                  <a:pt x="0" y="0"/>
                </a:lnTo>
                <a:lnTo>
                  <a:pt x="0" y="387096"/>
                </a:lnTo>
                <a:lnTo>
                  <a:pt x="228600" y="387096"/>
                </a:lnTo>
                <a:lnTo>
                  <a:pt x="228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4127500" y="2849308"/>
            <a:ext cx="219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D50092"/>
                </a:solidFill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5130546" y="2132076"/>
            <a:ext cx="792480" cy="387350"/>
          </a:xfrm>
          <a:custGeom>
            <a:avLst/>
            <a:gdLst/>
            <a:ahLst/>
            <a:cxnLst/>
            <a:rect l="l" t="t" r="r" b="b"/>
            <a:pathLst>
              <a:path w="792479" h="387350">
                <a:moveTo>
                  <a:pt x="792479" y="0"/>
                </a:moveTo>
                <a:lnTo>
                  <a:pt x="0" y="0"/>
                </a:lnTo>
                <a:lnTo>
                  <a:pt x="0" y="387096"/>
                </a:lnTo>
                <a:lnTo>
                  <a:pt x="792479" y="387096"/>
                </a:lnTo>
                <a:lnTo>
                  <a:pt x="7924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4967532" y="2123254"/>
            <a:ext cx="8324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38888" sz="3000" spc="-150">
                <a:latin typeface="Times New Roman"/>
                <a:cs typeface="Times New Roman"/>
              </a:rPr>
              <a:t>T</a:t>
            </a:r>
            <a:r>
              <a:rPr dirty="0" sz="2400" b="1">
                <a:solidFill>
                  <a:srgbClr val="D50092"/>
                </a:solidFill>
                <a:latin typeface="新宋体"/>
                <a:cs typeface="新宋体"/>
              </a:rPr>
              <a:t>截止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5202173" y="2996945"/>
            <a:ext cx="719455" cy="387985"/>
          </a:xfrm>
          <a:custGeom>
            <a:avLst/>
            <a:gdLst/>
            <a:ahLst/>
            <a:cxnLst/>
            <a:rect l="l" t="t" r="r" b="b"/>
            <a:pathLst>
              <a:path w="719454" h="387985">
                <a:moveTo>
                  <a:pt x="719327" y="0"/>
                </a:moveTo>
                <a:lnTo>
                  <a:pt x="0" y="0"/>
                </a:lnTo>
                <a:lnTo>
                  <a:pt x="0" y="387858"/>
                </a:lnTo>
                <a:lnTo>
                  <a:pt x="719327" y="387858"/>
                </a:lnTo>
                <a:lnTo>
                  <a:pt x="7193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4999715" y="2988442"/>
            <a:ext cx="8464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777" sz="3000">
                <a:latin typeface="Times New Roman"/>
                <a:cs typeface="Times New Roman"/>
              </a:rPr>
              <a:t>T</a:t>
            </a:r>
            <a:r>
              <a:rPr dirty="0" baseline="2777" sz="3000" spc="-135"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D50092"/>
                </a:solidFill>
                <a:latin typeface="新宋体"/>
                <a:cs typeface="新宋体"/>
              </a:rPr>
              <a:t>截止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1547622" y="3357371"/>
            <a:ext cx="361950" cy="449580"/>
          </a:xfrm>
          <a:custGeom>
            <a:avLst/>
            <a:gdLst/>
            <a:ahLst/>
            <a:cxnLst/>
            <a:rect l="l" t="t" r="r" b="b"/>
            <a:pathLst>
              <a:path w="361950" h="449579">
                <a:moveTo>
                  <a:pt x="361950" y="0"/>
                </a:moveTo>
                <a:lnTo>
                  <a:pt x="0" y="0"/>
                </a:lnTo>
                <a:lnTo>
                  <a:pt x="0" y="449580"/>
                </a:lnTo>
                <a:lnTo>
                  <a:pt x="361950" y="449580"/>
                </a:lnTo>
                <a:lnTo>
                  <a:pt x="361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1553113" y="3343470"/>
            <a:ext cx="28257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D50092"/>
                </a:solidFill>
                <a:latin typeface="Times New Roman"/>
                <a:cs typeface="Times New Roman"/>
              </a:rPr>
              <a:t>X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908048" y="2816351"/>
            <a:ext cx="252729" cy="424180"/>
          </a:xfrm>
          <a:prstGeom prst="rect">
            <a:avLst/>
          </a:prstGeom>
          <a:solidFill>
            <a:srgbClr val="000000">
              <a:alpha val="999"/>
            </a:srgbClr>
          </a:solidFill>
        </p:spPr>
        <p:txBody>
          <a:bodyPr wrap="square" lIns="0" tIns="45719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359"/>
              </a:spcBef>
            </a:pPr>
            <a:r>
              <a:rPr dirty="0" sz="2400" b="1">
                <a:solidFill>
                  <a:srgbClr val="D50092"/>
                </a:solidFill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195387" y="5848413"/>
            <a:ext cx="49269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逻辑功能：高电平有效的同相逻辑门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799137" y="2560615"/>
            <a:ext cx="152400" cy="337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620"/>
              </a:lnSpc>
            </a:pP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5707379" y="2492501"/>
            <a:ext cx="336550" cy="457200"/>
          </a:xfrm>
          <a:custGeom>
            <a:avLst/>
            <a:gdLst/>
            <a:ahLst/>
            <a:cxnLst/>
            <a:rect l="l" t="t" r="r" b="b"/>
            <a:pathLst>
              <a:path w="336550" h="457200">
                <a:moveTo>
                  <a:pt x="336041" y="0"/>
                </a:moveTo>
                <a:lnTo>
                  <a:pt x="0" y="0"/>
                </a:lnTo>
                <a:lnTo>
                  <a:pt x="0" y="457200"/>
                </a:lnTo>
                <a:lnTo>
                  <a:pt x="336041" y="457200"/>
                </a:lnTo>
                <a:lnTo>
                  <a:pt x="33604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5786437" y="2514727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242115" y="4137966"/>
            <a:ext cx="358140" cy="883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355" marR="5080" indent="-46990">
              <a:lnSpc>
                <a:spcPct val="134000"/>
              </a:lnSpc>
              <a:spcBef>
                <a:spcPts val="95"/>
              </a:spcBef>
            </a:pPr>
            <a:r>
              <a:rPr dirty="0" sz="2100" spc="15" i="1">
                <a:latin typeface="Times New Roman"/>
                <a:cs typeface="Times New Roman"/>
              </a:rPr>
              <a:t>E</a:t>
            </a:r>
            <a:r>
              <a:rPr dirty="0" sz="2100" spc="10" i="1">
                <a:latin typeface="Times New Roman"/>
                <a:cs typeface="Times New Roman"/>
              </a:rPr>
              <a:t>N </a:t>
            </a:r>
            <a:r>
              <a:rPr dirty="0" sz="2100" spc="5" i="1">
                <a:latin typeface="Times New Roman"/>
                <a:cs typeface="Times New Roman"/>
              </a:rPr>
              <a:t> </a:t>
            </a:r>
            <a:r>
              <a:rPr dirty="0" sz="2100" spc="10" i="1">
                <a:latin typeface="Times New Roman"/>
                <a:cs typeface="Times New Roman"/>
              </a:rPr>
              <a:t>A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3207976" y="4739925"/>
            <a:ext cx="163195" cy="3498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2100" spc="10" i="1">
                <a:latin typeface="Times New Roman"/>
                <a:cs typeface="Times New Roman"/>
              </a:rPr>
              <a:t>L</a:t>
            </a:r>
            <a:endParaRPr sz="2100">
              <a:latin typeface="Times New Roman"/>
              <a:cs typeface="Times New Roman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1130842" y="1177281"/>
            <a:ext cx="4620895" cy="4274185"/>
            <a:chOff x="1130842" y="1177281"/>
            <a:chExt cx="4620895" cy="4274185"/>
          </a:xfrm>
        </p:grpSpPr>
        <p:sp>
          <p:nvSpPr>
            <p:cNvPr id="97" name="object 97"/>
            <p:cNvSpPr/>
            <p:nvPr/>
          </p:nvSpPr>
          <p:spPr>
            <a:xfrm>
              <a:off x="2406537" y="4363334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0"/>
                  </a:moveTo>
                  <a:lnTo>
                    <a:pt x="0" y="609166"/>
                  </a:lnTo>
                </a:path>
              </a:pathLst>
            </a:custGeom>
            <a:ln w="215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1705728" y="4363334"/>
              <a:ext cx="694055" cy="0"/>
            </a:xfrm>
            <a:custGeom>
              <a:avLst/>
              <a:gdLst/>
              <a:ahLst/>
              <a:cxnLst/>
              <a:rect l="l" t="t" r="r" b="b"/>
              <a:pathLst>
                <a:path w="694055" h="0">
                  <a:moveTo>
                    <a:pt x="693621" y="0"/>
                  </a:moveTo>
                  <a:lnTo>
                    <a:pt x="0" y="0"/>
                  </a:lnTo>
                </a:path>
              </a:pathLst>
            </a:custGeom>
            <a:ln w="216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630256" y="5087846"/>
              <a:ext cx="1545590" cy="0"/>
            </a:xfrm>
            <a:custGeom>
              <a:avLst/>
              <a:gdLst/>
              <a:ahLst/>
              <a:cxnLst/>
              <a:rect l="l" t="t" r="r" b="b"/>
              <a:pathLst>
                <a:path w="1545589" h="0">
                  <a:moveTo>
                    <a:pt x="1545374" y="0"/>
                  </a:moveTo>
                  <a:lnTo>
                    <a:pt x="0" y="0"/>
                  </a:lnTo>
                </a:path>
              </a:pathLst>
            </a:custGeom>
            <a:ln w="216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2129808" y="4781461"/>
              <a:ext cx="517525" cy="605790"/>
            </a:xfrm>
            <a:custGeom>
              <a:avLst/>
              <a:gdLst/>
              <a:ahLst/>
              <a:cxnLst/>
              <a:rect l="l" t="t" r="r" b="b"/>
              <a:pathLst>
                <a:path w="517525" h="605789">
                  <a:moveTo>
                    <a:pt x="0" y="605558"/>
                  </a:moveTo>
                  <a:lnTo>
                    <a:pt x="0" y="0"/>
                  </a:lnTo>
                  <a:lnTo>
                    <a:pt x="517520" y="302781"/>
                  </a:lnTo>
                  <a:lnTo>
                    <a:pt x="0" y="6055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2129807" y="4781461"/>
              <a:ext cx="517525" cy="605790"/>
            </a:xfrm>
            <a:custGeom>
              <a:avLst/>
              <a:gdLst/>
              <a:ahLst/>
              <a:cxnLst/>
              <a:rect l="l" t="t" r="r" b="b"/>
              <a:pathLst>
                <a:path w="517525" h="605789">
                  <a:moveTo>
                    <a:pt x="517520" y="302781"/>
                  </a:moveTo>
                  <a:lnTo>
                    <a:pt x="0" y="605562"/>
                  </a:lnTo>
                  <a:lnTo>
                    <a:pt x="0" y="0"/>
                  </a:lnTo>
                  <a:lnTo>
                    <a:pt x="517520" y="302781"/>
                  </a:lnTo>
                  <a:close/>
                </a:path>
              </a:pathLst>
            </a:custGeom>
            <a:ln w="395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266354" y="5012173"/>
              <a:ext cx="197706" cy="198207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1249664" y="1213307"/>
              <a:ext cx="4465955" cy="2695575"/>
            </a:xfrm>
            <a:custGeom>
              <a:avLst/>
              <a:gdLst/>
              <a:ahLst/>
              <a:cxnLst/>
              <a:rect l="l" t="t" r="r" b="b"/>
              <a:pathLst>
                <a:path w="4465955" h="2695575">
                  <a:moveTo>
                    <a:pt x="4465648" y="0"/>
                  </a:moveTo>
                  <a:lnTo>
                    <a:pt x="0" y="0"/>
                  </a:lnTo>
                  <a:lnTo>
                    <a:pt x="0" y="2695079"/>
                  </a:lnTo>
                  <a:lnTo>
                    <a:pt x="4465648" y="2695079"/>
                  </a:lnTo>
                  <a:lnTo>
                    <a:pt x="4465648" y="0"/>
                  </a:lnTo>
                  <a:close/>
                </a:path>
              </a:pathLst>
            </a:custGeom>
            <a:solidFill>
              <a:srgbClr val="FFFFFF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1249664" y="1213307"/>
              <a:ext cx="4465955" cy="2695575"/>
            </a:xfrm>
            <a:custGeom>
              <a:avLst/>
              <a:gdLst/>
              <a:ahLst/>
              <a:cxnLst/>
              <a:rect l="l" t="t" r="r" b="b"/>
              <a:pathLst>
                <a:path w="4465955" h="2695575">
                  <a:moveTo>
                    <a:pt x="4465648" y="2695079"/>
                  </a:moveTo>
                  <a:lnTo>
                    <a:pt x="0" y="2695079"/>
                  </a:lnTo>
                  <a:lnTo>
                    <a:pt x="0" y="0"/>
                  </a:lnTo>
                  <a:lnTo>
                    <a:pt x="4465648" y="0"/>
                  </a:lnTo>
                  <a:lnTo>
                    <a:pt x="4465648" y="2695079"/>
                  </a:lnTo>
                  <a:close/>
                </a:path>
              </a:pathLst>
            </a:custGeom>
            <a:ln w="63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2648348" y="2517736"/>
              <a:ext cx="712470" cy="1236345"/>
            </a:xfrm>
            <a:custGeom>
              <a:avLst/>
              <a:gdLst/>
              <a:ahLst/>
              <a:cxnLst/>
              <a:rect l="l" t="t" r="r" b="b"/>
              <a:pathLst>
                <a:path w="712470" h="1236345">
                  <a:moveTo>
                    <a:pt x="712015" y="0"/>
                  </a:moveTo>
                  <a:lnTo>
                    <a:pt x="0" y="0"/>
                  </a:lnTo>
                  <a:lnTo>
                    <a:pt x="0" y="1236287"/>
                  </a:lnTo>
                  <a:lnTo>
                    <a:pt x="712015" y="1236287"/>
                  </a:lnTo>
                  <a:lnTo>
                    <a:pt x="71201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2648348" y="2517736"/>
              <a:ext cx="712470" cy="1236345"/>
            </a:xfrm>
            <a:custGeom>
              <a:avLst/>
              <a:gdLst/>
              <a:ahLst/>
              <a:cxnLst/>
              <a:rect l="l" t="t" r="r" b="b"/>
              <a:pathLst>
                <a:path w="712470" h="1236345">
                  <a:moveTo>
                    <a:pt x="712015" y="1236287"/>
                  </a:moveTo>
                  <a:lnTo>
                    <a:pt x="0" y="1236287"/>
                  </a:lnTo>
                  <a:lnTo>
                    <a:pt x="0" y="0"/>
                  </a:lnTo>
                  <a:lnTo>
                    <a:pt x="712015" y="0"/>
                  </a:lnTo>
                  <a:lnTo>
                    <a:pt x="712015" y="1236287"/>
                  </a:lnTo>
                  <a:close/>
                </a:path>
              </a:pathLst>
            </a:custGeom>
            <a:ln w="80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622954" y="1921148"/>
              <a:ext cx="712470" cy="1833245"/>
            </a:xfrm>
            <a:custGeom>
              <a:avLst/>
              <a:gdLst/>
              <a:ahLst/>
              <a:cxnLst/>
              <a:rect l="l" t="t" r="r" b="b"/>
              <a:pathLst>
                <a:path w="712469" h="1833245">
                  <a:moveTo>
                    <a:pt x="712015" y="0"/>
                  </a:moveTo>
                  <a:lnTo>
                    <a:pt x="0" y="0"/>
                  </a:lnTo>
                  <a:lnTo>
                    <a:pt x="0" y="1832876"/>
                  </a:lnTo>
                  <a:lnTo>
                    <a:pt x="712015" y="1832876"/>
                  </a:lnTo>
                  <a:lnTo>
                    <a:pt x="71201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622954" y="1921148"/>
              <a:ext cx="712470" cy="1833245"/>
            </a:xfrm>
            <a:custGeom>
              <a:avLst/>
              <a:gdLst/>
              <a:ahLst/>
              <a:cxnLst/>
              <a:rect l="l" t="t" r="r" b="b"/>
              <a:pathLst>
                <a:path w="712469" h="1833245">
                  <a:moveTo>
                    <a:pt x="712015" y="1832876"/>
                  </a:moveTo>
                  <a:lnTo>
                    <a:pt x="0" y="1832876"/>
                  </a:lnTo>
                  <a:lnTo>
                    <a:pt x="0" y="0"/>
                  </a:lnTo>
                  <a:lnTo>
                    <a:pt x="712015" y="0"/>
                  </a:lnTo>
                  <a:lnTo>
                    <a:pt x="712015" y="1832876"/>
                  </a:lnTo>
                  <a:close/>
                </a:path>
              </a:pathLst>
            </a:custGeom>
            <a:ln w="851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3673742" y="1494218"/>
              <a:ext cx="712470" cy="2259965"/>
            </a:xfrm>
            <a:custGeom>
              <a:avLst/>
              <a:gdLst/>
              <a:ahLst/>
              <a:cxnLst/>
              <a:rect l="l" t="t" r="r" b="b"/>
              <a:pathLst>
                <a:path w="712470" h="2259965">
                  <a:moveTo>
                    <a:pt x="712015" y="0"/>
                  </a:moveTo>
                  <a:lnTo>
                    <a:pt x="0" y="0"/>
                  </a:lnTo>
                  <a:lnTo>
                    <a:pt x="0" y="2259806"/>
                  </a:lnTo>
                  <a:lnTo>
                    <a:pt x="712015" y="2259806"/>
                  </a:lnTo>
                  <a:lnTo>
                    <a:pt x="71201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3673742" y="1494218"/>
              <a:ext cx="712470" cy="2259965"/>
            </a:xfrm>
            <a:custGeom>
              <a:avLst/>
              <a:gdLst/>
              <a:ahLst/>
              <a:cxnLst/>
              <a:rect l="l" t="t" r="r" b="b"/>
              <a:pathLst>
                <a:path w="712470" h="2259965">
                  <a:moveTo>
                    <a:pt x="712015" y="2259806"/>
                  </a:moveTo>
                  <a:lnTo>
                    <a:pt x="0" y="2259806"/>
                  </a:lnTo>
                  <a:lnTo>
                    <a:pt x="0" y="0"/>
                  </a:lnTo>
                  <a:lnTo>
                    <a:pt x="712015" y="0"/>
                  </a:lnTo>
                  <a:lnTo>
                    <a:pt x="712015" y="2259806"/>
                  </a:lnTo>
                  <a:close/>
                </a:path>
              </a:pathLst>
            </a:custGeom>
            <a:ln w="866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4699136" y="2111667"/>
              <a:ext cx="714375" cy="1642745"/>
            </a:xfrm>
            <a:custGeom>
              <a:avLst/>
              <a:gdLst/>
              <a:ahLst/>
              <a:cxnLst/>
              <a:rect l="l" t="t" r="r" b="b"/>
              <a:pathLst>
                <a:path w="714375" h="1642745">
                  <a:moveTo>
                    <a:pt x="714319" y="0"/>
                  </a:moveTo>
                  <a:lnTo>
                    <a:pt x="0" y="0"/>
                  </a:lnTo>
                  <a:lnTo>
                    <a:pt x="0" y="1642357"/>
                  </a:lnTo>
                  <a:lnTo>
                    <a:pt x="714319" y="1642357"/>
                  </a:lnTo>
                  <a:lnTo>
                    <a:pt x="714319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4699136" y="2111667"/>
              <a:ext cx="714375" cy="1642745"/>
            </a:xfrm>
            <a:custGeom>
              <a:avLst/>
              <a:gdLst/>
              <a:ahLst/>
              <a:cxnLst/>
              <a:rect l="l" t="t" r="r" b="b"/>
              <a:pathLst>
                <a:path w="714375" h="1642745">
                  <a:moveTo>
                    <a:pt x="714319" y="1642357"/>
                  </a:moveTo>
                  <a:lnTo>
                    <a:pt x="0" y="1642357"/>
                  </a:lnTo>
                  <a:lnTo>
                    <a:pt x="0" y="0"/>
                  </a:lnTo>
                  <a:lnTo>
                    <a:pt x="714319" y="0"/>
                  </a:lnTo>
                  <a:lnTo>
                    <a:pt x="714319" y="1642357"/>
                  </a:lnTo>
                  <a:close/>
                </a:path>
              </a:pathLst>
            </a:custGeom>
            <a:ln w="84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2521614" y="2442641"/>
              <a:ext cx="714375" cy="1235075"/>
            </a:xfrm>
            <a:custGeom>
              <a:avLst/>
              <a:gdLst/>
              <a:ahLst/>
              <a:cxnLst/>
              <a:rect l="l" t="t" r="r" b="b"/>
              <a:pathLst>
                <a:path w="714375" h="1235075">
                  <a:moveTo>
                    <a:pt x="714319" y="0"/>
                  </a:moveTo>
                  <a:lnTo>
                    <a:pt x="0" y="0"/>
                  </a:lnTo>
                  <a:lnTo>
                    <a:pt x="0" y="1234897"/>
                  </a:lnTo>
                  <a:lnTo>
                    <a:pt x="714319" y="1234897"/>
                  </a:lnTo>
                  <a:lnTo>
                    <a:pt x="714319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2521614" y="2442641"/>
              <a:ext cx="714375" cy="1235075"/>
            </a:xfrm>
            <a:custGeom>
              <a:avLst/>
              <a:gdLst/>
              <a:ahLst/>
              <a:cxnLst/>
              <a:rect l="l" t="t" r="r" b="b"/>
              <a:pathLst>
                <a:path w="714375" h="1235075">
                  <a:moveTo>
                    <a:pt x="714319" y="1234897"/>
                  </a:moveTo>
                  <a:lnTo>
                    <a:pt x="0" y="1234897"/>
                  </a:lnTo>
                  <a:lnTo>
                    <a:pt x="0" y="0"/>
                  </a:lnTo>
                  <a:lnTo>
                    <a:pt x="714319" y="0"/>
                  </a:lnTo>
                  <a:lnTo>
                    <a:pt x="714319" y="1234897"/>
                  </a:lnTo>
                  <a:close/>
                </a:path>
              </a:pathLst>
            </a:custGeom>
            <a:ln w="809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496220" y="1846053"/>
              <a:ext cx="714375" cy="1831975"/>
            </a:xfrm>
            <a:custGeom>
              <a:avLst/>
              <a:gdLst/>
              <a:ahLst/>
              <a:cxnLst/>
              <a:rect l="l" t="t" r="r" b="b"/>
              <a:pathLst>
                <a:path w="714375" h="1831975">
                  <a:moveTo>
                    <a:pt x="714319" y="0"/>
                  </a:moveTo>
                  <a:lnTo>
                    <a:pt x="0" y="0"/>
                  </a:lnTo>
                  <a:lnTo>
                    <a:pt x="0" y="1831486"/>
                  </a:lnTo>
                  <a:lnTo>
                    <a:pt x="714319" y="1831486"/>
                  </a:lnTo>
                  <a:lnTo>
                    <a:pt x="714319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496220" y="1846053"/>
              <a:ext cx="714375" cy="1831975"/>
            </a:xfrm>
            <a:custGeom>
              <a:avLst/>
              <a:gdLst/>
              <a:ahLst/>
              <a:cxnLst/>
              <a:rect l="l" t="t" r="r" b="b"/>
              <a:pathLst>
                <a:path w="714375" h="1831975">
                  <a:moveTo>
                    <a:pt x="714319" y="1831486"/>
                  </a:moveTo>
                  <a:lnTo>
                    <a:pt x="0" y="1831486"/>
                  </a:lnTo>
                  <a:lnTo>
                    <a:pt x="0" y="0"/>
                  </a:lnTo>
                  <a:lnTo>
                    <a:pt x="714319" y="0"/>
                  </a:lnTo>
                  <a:lnTo>
                    <a:pt x="714319" y="1831486"/>
                  </a:lnTo>
                  <a:close/>
                </a:path>
              </a:pathLst>
            </a:custGeom>
            <a:ln w="85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3549312" y="1419123"/>
              <a:ext cx="712470" cy="2258695"/>
            </a:xfrm>
            <a:custGeom>
              <a:avLst/>
              <a:gdLst/>
              <a:ahLst/>
              <a:cxnLst/>
              <a:rect l="l" t="t" r="r" b="b"/>
              <a:pathLst>
                <a:path w="712470" h="2258695">
                  <a:moveTo>
                    <a:pt x="712015" y="0"/>
                  </a:moveTo>
                  <a:lnTo>
                    <a:pt x="0" y="0"/>
                  </a:lnTo>
                  <a:lnTo>
                    <a:pt x="0" y="2258415"/>
                  </a:lnTo>
                  <a:lnTo>
                    <a:pt x="712015" y="2258415"/>
                  </a:lnTo>
                  <a:lnTo>
                    <a:pt x="71201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3549312" y="1419123"/>
              <a:ext cx="712470" cy="2258695"/>
            </a:xfrm>
            <a:custGeom>
              <a:avLst/>
              <a:gdLst/>
              <a:ahLst/>
              <a:cxnLst/>
              <a:rect l="l" t="t" r="r" b="b"/>
              <a:pathLst>
                <a:path w="712470" h="2258695">
                  <a:moveTo>
                    <a:pt x="712015" y="2258415"/>
                  </a:moveTo>
                  <a:lnTo>
                    <a:pt x="0" y="2258415"/>
                  </a:lnTo>
                  <a:lnTo>
                    <a:pt x="0" y="0"/>
                  </a:lnTo>
                  <a:lnTo>
                    <a:pt x="712015" y="0"/>
                  </a:lnTo>
                  <a:lnTo>
                    <a:pt x="712015" y="2258415"/>
                  </a:lnTo>
                  <a:close/>
                </a:path>
              </a:pathLst>
            </a:custGeom>
            <a:ln w="866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4574706" y="2036572"/>
              <a:ext cx="712470" cy="1641475"/>
            </a:xfrm>
            <a:custGeom>
              <a:avLst/>
              <a:gdLst/>
              <a:ahLst/>
              <a:cxnLst/>
              <a:rect l="l" t="t" r="r" b="b"/>
              <a:pathLst>
                <a:path w="712470" h="1641475">
                  <a:moveTo>
                    <a:pt x="712015" y="0"/>
                  </a:moveTo>
                  <a:lnTo>
                    <a:pt x="0" y="0"/>
                  </a:lnTo>
                  <a:lnTo>
                    <a:pt x="0" y="1640966"/>
                  </a:lnTo>
                  <a:lnTo>
                    <a:pt x="712015" y="1640966"/>
                  </a:lnTo>
                  <a:lnTo>
                    <a:pt x="71201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4574706" y="2036572"/>
              <a:ext cx="712470" cy="1641475"/>
            </a:xfrm>
            <a:custGeom>
              <a:avLst/>
              <a:gdLst/>
              <a:ahLst/>
              <a:cxnLst/>
              <a:rect l="l" t="t" r="r" b="b"/>
              <a:pathLst>
                <a:path w="712470" h="1641475">
                  <a:moveTo>
                    <a:pt x="712015" y="1640966"/>
                  </a:moveTo>
                  <a:lnTo>
                    <a:pt x="0" y="1640966"/>
                  </a:lnTo>
                  <a:lnTo>
                    <a:pt x="0" y="0"/>
                  </a:lnTo>
                  <a:lnTo>
                    <a:pt x="712015" y="0"/>
                  </a:lnTo>
                  <a:lnTo>
                    <a:pt x="712015" y="1640966"/>
                  </a:lnTo>
                  <a:close/>
                </a:path>
              </a:pathLst>
            </a:custGeom>
            <a:ln w="84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148866" y="4208659"/>
              <a:ext cx="2358390" cy="1224915"/>
            </a:xfrm>
            <a:custGeom>
              <a:avLst/>
              <a:gdLst/>
              <a:ahLst/>
              <a:cxnLst/>
              <a:rect l="l" t="t" r="r" b="b"/>
              <a:pathLst>
                <a:path w="2358390" h="1224914">
                  <a:moveTo>
                    <a:pt x="2358194" y="0"/>
                  </a:moveTo>
                  <a:lnTo>
                    <a:pt x="0" y="0"/>
                  </a:lnTo>
                  <a:lnTo>
                    <a:pt x="0" y="1224476"/>
                  </a:lnTo>
                  <a:lnTo>
                    <a:pt x="2358194" y="1224476"/>
                  </a:lnTo>
                  <a:lnTo>
                    <a:pt x="2358194" y="0"/>
                  </a:lnTo>
                  <a:close/>
                </a:path>
              </a:pathLst>
            </a:custGeom>
            <a:solidFill>
              <a:srgbClr val="FFFFFF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148866" y="4208659"/>
              <a:ext cx="2358390" cy="1224915"/>
            </a:xfrm>
            <a:custGeom>
              <a:avLst/>
              <a:gdLst/>
              <a:ahLst/>
              <a:cxnLst/>
              <a:rect l="l" t="t" r="r" b="b"/>
              <a:pathLst>
                <a:path w="2358390" h="1224914">
                  <a:moveTo>
                    <a:pt x="2358194" y="1224476"/>
                  </a:moveTo>
                  <a:lnTo>
                    <a:pt x="0" y="1224476"/>
                  </a:lnTo>
                  <a:lnTo>
                    <a:pt x="0" y="0"/>
                  </a:lnTo>
                  <a:lnTo>
                    <a:pt x="2358194" y="0"/>
                  </a:lnTo>
                  <a:lnTo>
                    <a:pt x="2358194" y="1224476"/>
                  </a:lnTo>
                  <a:close/>
                </a:path>
              </a:pathLst>
            </a:custGeom>
            <a:ln w="2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887475" y="4801311"/>
              <a:ext cx="376555" cy="561975"/>
            </a:xfrm>
            <a:custGeom>
              <a:avLst/>
              <a:gdLst/>
              <a:ahLst/>
              <a:cxnLst/>
              <a:rect l="l" t="t" r="r" b="b"/>
              <a:pathLst>
                <a:path w="376555" h="561975">
                  <a:moveTo>
                    <a:pt x="375997" y="0"/>
                  </a:moveTo>
                  <a:lnTo>
                    <a:pt x="0" y="0"/>
                  </a:lnTo>
                  <a:lnTo>
                    <a:pt x="0" y="561692"/>
                  </a:lnTo>
                  <a:lnTo>
                    <a:pt x="375997" y="561692"/>
                  </a:lnTo>
                  <a:lnTo>
                    <a:pt x="375997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887475" y="4801311"/>
              <a:ext cx="376555" cy="561975"/>
            </a:xfrm>
            <a:custGeom>
              <a:avLst/>
              <a:gdLst/>
              <a:ahLst/>
              <a:cxnLst/>
              <a:rect l="l" t="t" r="r" b="b"/>
              <a:pathLst>
                <a:path w="376555" h="561975">
                  <a:moveTo>
                    <a:pt x="375997" y="561692"/>
                  </a:moveTo>
                  <a:lnTo>
                    <a:pt x="0" y="561692"/>
                  </a:lnTo>
                  <a:lnTo>
                    <a:pt x="0" y="0"/>
                  </a:lnTo>
                  <a:lnTo>
                    <a:pt x="375997" y="0"/>
                  </a:lnTo>
                  <a:lnTo>
                    <a:pt x="375997" y="561692"/>
                  </a:lnTo>
                  <a:close/>
                </a:path>
              </a:pathLst>
            </a:custGeom>
            <a:ln w="403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345991" y="4530258"/>
              <a:ext cx="376555" cy="833119"/>
            </a:xfrm>
            <a:custGeom>
              <a:avLst/>
              <a:gdLst/>
              <a:ahLst/>
              <a:cxnLst/>
              <a:rect l="l" t="t" r="r" b="b"/>
              <a:pathLst>
                <a:path w="376555" h="833120">
                  <a:moveTo>
                    <a:pt x="375997" y="0"/>
                  </a:moveTo>
                  <a:lnTo>
                    <a:pt x="0" y="0"/>
                  </a:lnTo>
                  <a:lnTo>
                    <a:pt x="0" y="832745"/>
                  </a:lnTo>
                  <a:lnTo>
                    <a:pt x="375997" y="832745"/>
                  </a:lnTo>
                  <a:lnTo>
                    <a:pt x="375997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345991" y="4530258"/>
              <a:ext cx="376555" cy="833119"/>
            </a:xfrm>
            <a:custGeom>
              <a:avLst/>
              <a:gdLst/>
              <a:ahLst/>
              <a:cxnLst/>
              <a:rect l="l" t="t" r="r" b="b"/>
              <a:pathLst>
                <a:path w="376555" h="833120">
                  <a:moveTo>
                    <a:pt x="375997" y="832745"/>
                  </a:moveTo>
                  <a:lnTo>
                    <a:pt x="0" y="832745"/>
                  </a:lnTo>
                  <a:lnTo>
                    <a:pt x="0" y="0"/>
                  </a:lnTo>
                  <a:lnTo>
                    <a:pt x="375997" y="0"/>
                  </a:lnTo>
                  <a:lnTo>
                    <a:pt x="375997" y="832745"/>
                  </a:lnTo>
                  <a:close/>
                </a:path>
              </a:pathLst>
            </a:custGeom>
            <a:ln w="4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2428959" y="4336287"/>
              <a:ext cx="376555" cy="1026794"/>
            </a:xfrm>
            <a:custGeom>
              <a:avLst/>
              <a:gdLst/>
              <a:ahLst/>
              <a:cxnLst/>
              <a:rect l="l" t="t" r="r" b="b"/>
              <a:pathLst>
                <a:path w="376555" h="1026795">
                  <a:moveTo>
                    <a:pt x="375997" y="0"/>
                  </a:moveTo>
                  <a:lnTo>
                    <a:pt x="0" y="0"/>
                  </a:lnTo>
                  <a:lnTo>
                    <a:pt x="0" y="1026715"/>
                  </a:lnTo>
                  <a:lnTo>
                    <a:pt x="375997" y="1026715"/>
                  </a:lnTo>
                  <a:lnTo>
                    <a:pt x="375997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2428959" y="4336287"/>
              <a:ext cx="376555" cy="1026794"/>
            </a:xfrm>
            <a:custGeom>
              <a:avLst/>
              <a:gdLst/>
              <a:ahLst/>
              <a:cxnLst/>
              <a:rect l="l" t="t" r="r" b="b"/>
              <a:pathLst>
                <a:path w="376555" h="1026795">
                  <a:moveTo>
                    <a:pt x="375997" y="1026715"/>
                  </a:moveTo>
                  <a:lnTo>
                    <a:pt x="0" y="1026715"/>
                  </a:lnTo>
                  <a:lnTo>
                    <a:pt x="0" y="0"/>
                  </a:lnTo>
                  <a:lnTo>
                    <a:pt x="375997" y="0"/>
                  </a:lnTo>
                  <a:lnTo>
                    <a:pt x="375997" y="1026715"/>
                  </a:lnTo>
                  <a:close/>
                </a:path>
              </a:pathLst>
            </a:custGeom>
            <a:ln w="447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2970444" y="4616818"/>
              <a:ext cx="377825" cy="746760"/>
            </a:xfrm>
            <a:custGeom>
              <a:avLst/>
              <a:gdLst/>
              <a:ahLst/>
              <a:cxnLst/>
              <a:rect l="l" t="t" r="r" b="b"/>
              <a:pathLst>
                <a:path w="377825" h="746760">
                  <a:moveTo>
                    <a:pt x="377213" y="0"/>
                  </a:moveTo>
                  <a:lnTo>
                    <a:pt x="0" y="0"/>
                  </a:lnTo>
                  <a:lnTo>
                    <a:pt x="0" y="746185"/>
                  </a:lnTo>
                  <a:lnTo>
                    <a:pt x="377213" y="746185"/>
                  </a:lnTo>
                  <a:lnTo>
                    <a:pt x="377213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2970444" y="4616818"/>
              <a:ext cx="377825" cy="746760"/>
            </a:xfrm>
            <a:custGeom>
              <a:avLst/>
              <a:gdLst/>
              <a:ahLst/>
              <a:cxnLst/>
              <a:rect l="l" t="t" r="r" b="b"/>
              <a:pathLst>
                <a:path w="377825" h="746760">
                  <a:moveTo>
                    <a:pt x="377213" y="746185"/>
                  </a:moveTo>
                  <a:lnTo>
                    <a:pt x="0" y="746185"/>
                  </a:lnTo>
                  <a:lnTo>
                    <a:pt x="0" y="0"/>
                  </a:lnTo>
                  <a:lnTo>
                    <a:pt x="377213" y="0"/>
                  </a:lnTo>
                  <a:lnTo>
                    <a:pt x="377213" y="746185"/>
                  </a:lnTo>
                  <a:close/>
                </a:path>
              </a:pathLst>
            </a:custGeom>
            <a:ln w="42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20550" y="4767192"/>
              <a:ext cx="377825" cy="561340"/>
            </a:xfrm>
            <a:custGeom>
              <a:avLst/>
              <a:gdLst/>
              <a:ahLst/>
              <a:cxnLst/>
              <a:rect l="l" t="t" r="r" b="b"/>
              <a:pathLst>
                <a:path w="377825" h="561339">
                  <a:moveTo>
                    <a:pt x="377213" y="0"/>
                  </a:moveTo>
                  <a:lnTo>
                    <a:pt x="0" y="0"/>
                  </a:lnTo>
                  <a:lnTo>
                    <a:pt x="0" y="561060"/>
                  </a:lnTo>
                  <a:lnTo>
                    <a:pt x="377213" y="561060"/>
                  </a:lnTo>
                  <a:lnTo>
                    <a:pt x="377213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20550" y="4767192"/>
              <a:ext cx="377825" cy="561340"/>
            </a:xfrm>
            <a:custGeom>
              <a:avLst/>
              <a:gdLst/>
              <a:ahLst/>
              <a:cxnLst/>
              <a:rect l="l" t="t" r="r" b="b"/>
              <a:pathLst>
                <a:path w="377825" h="561339">
                  <a:moveTo>
                    <a:pt x="377213" y="561060"/>
                  </a:moveTo>
                  <a:lnTo>
                    <a:pt x="0" y="561060"/>
                  </a:lnTo>
                  <a:lnTo>
                    <a:pt x="0" y="0"/>
                  </a:lnTo>
                  <a:lnTo>
                    <a:pt x="377213" y="0"/>
                  </a:lnTo>
                  <a:lnTo>
                    <a:pt x="377213" y="561060"/>
                  </a:lnTo>
                  <a:close/>
                </a:path>
              </a:pathLst>
            </a:custGeom>
            <a:ln w="40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279066" y="4496139"/>
              <a:ext cx="377825" cy="832485"/>
            </a:xfrm>
            <a:custGeom>
              <a:avLst/>
              <a:gdLst/>
              <a:ahLst/>
              <a:cxnLst/>
              <a:rect l="l" t="t" r="r" b="b"/>
              <a:pathLst>
                <a:path w="377825" h="832485">
                  <a:moveTo>
                    <a:pt x="377213" y="0"/>
                  </a:moveTo>
                  <a:lnTo>
                    <a:pt x="0" y="0"/>
                  </a:lnTo>
                  <a:lnTo>
                    <a:pt x="0" y="832113"/>
                  </a:lnTo>
                  <a:lnTo>
                    <a:pt x="377213" y="832113"/>
                  </a:lnTo>
                  <a:lnTo>
                    <a:pt x="377213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279066" y="4496139"/>
              <a:ext cx="377825" cy="832485"/>
            </a:xfrm>
            <a:custGeom>
              <a:avLst/>
              <a:gdLst/>
              <a:ahLst/>
              <a:cxnLst/>
              <a:rect l="l" t="t" r="r" b="b"/>
              <a:pathLst>
                <a:path w="377825" h="832485">
                  <a:moveTo>
                    <a:pt x="377213" y="832113"/>
                  </a:moveTo>
                  <a:lnTo>
                    <a:pt x="0" y="832113"/>
                  </a:lnTo>
                  <a:lnTo>
                    <a:pt x="0" y="0"/>
                  </a:lnTo>
                  <a:lnTo>
                    <a:pt x="377213" y="0"/>
                  </a:lnTo>
                  <a:lnTo>
                    <a:pt x="377213" y="832113"/>
                  </a:lnTo>
                  <a:close/>
                </a:path>
              </a:pathLst>
            </a:custGeom>
            <a:ln w="435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2363251" y="4302169"/>
              <a:ext cx="376555" cy="1026160"/>
            </a:xfrm>
            <a:custGeom>
              <a:avLst/>
              <a:gdLst/>
              <a:ahLst/>
              <a:cxnLst/>
              <a:rect l="l" t="t" r="r" b="b"/>
              <a:pathLst>
                <a:path w="376555" h="1026160">
                  <a:moveTo>
                    <a:pt x="375997" y="0"/>
                  </a:moveTo>
                  <a:lnTo>
                    <a:pt x="0" y="0"/>
                  </a:lnTo>
                  <a:lnTo>
                    <a:pt x="0" y="1026083"/>
                  </a:lnTo>
                  <a:lnTo>
                    <a:pt x="375997" y="1026083"/>
                  </a:lnTo>
                  <a:lnTo>
                    <a:pt x="375997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2363251" y="4302169"/>
              <a:ext cx="376555" cy="1026160"/>
            </a:xfrm>
            <a:custGeom>
              <a:avLst/>
              <a:gdLst/>
              <a:ahLst/>
              <a:cxnLst/>
              <a:rect l="l" t="t" r="r" b="b"/>
              <a:pathLst>
                <a:path w="376555" h="1026160">
                  <a:moveTo>
                    <a:pt x="375997" y="1026083"/>
                  </a:moveTo>
                  <a:lnTo>
                    <a:pt x="0" y="1026083"/>
                  </a:lnTo>
                  <a:lnTo>
                    <a:pt x="0" y="0"/>
                  </a:lnTo>
                  <a:lnTo>
                    <a:pt x="375997" y="0"/>
                  </a:lnTo>
                  <a:lnTo>
                    <a:pt x="375997" y="1026083"/>
                  </a:lnTo>
                  <a:close/>
                </a:path>
              </a:pathLst>
            </a:custGeom>
            <a:ln w="447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904736" y="4582699"/>
              <a:ext cx="376555" cy="746125"/>
            </a:xfrm>
            <a:custGeom>
              <a:avLst/>
              <a:gdLst/>
              <a:ahLst/>
              <a:cxnLst/>
              <a:rect l="l" t="t" r="r" b="b"/>
              <a:pathLst>
                <a:path w="376554" h="746125">
                  <a:moveTo>
                    <a:pt x="375997" y="0"/>
                  </a:moveTo>
                  <a:lnTo>
                    <a:pt x="0" y="0"/>
                  </a:lnTo>
                  <a:lnTo>
                    <a:pt x="0" y="745553"/>
                  </a:lnTo>
                  <a:lnTo>
                    <a:pt x="375997" y="745553"/>
                  </a:lnTo>
                  <a:lnTo>
                    <a:pt x="375997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904736" y="4582699"/>
              <a:ext cx="376555" cy="746125"/>
            </a:xfrm>
            <a:custGeom>
              <a:avLst/>
              <a:gdLst/>
              <a:ahLst/>
              <a:cxnLst/>
              <a:rect l="l" t="t" r="r" b="b"/>
              <a:pathLst>
                <a:path w="376554" h="746125">
                  <a:moveTo>
                    <a:pt x="375997" y="745553"/>
                  </a:moveTo>
                  <a:lnTo>
                    <a:pt x="0" y="745553"/>
                  </a:lnTo>
                  <a:lnTo>
                    <a:pt x="0" y="0"/>
                  </a:lnTo>
                  <a:lnTo>
                    <a:pt x="375997" y="0"/>
                  </a:lnTo>
                  <a:lnTo>
                    <a:pt x="375997" y="745553"/>
                  </a:lnTo>
                  <a:close/>
                </a:path>
              </a:pathLst>
            </a:custGeom>
            <a:ln w="428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zoom dir="ou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52806" y="710183"/>
            <a:ext cx="3081655" cy="224154"/>
            <a:chOff x="352806" y="710183"/>
            <a:chExt cx="3081655" cy="224154"/>
          </a:xfrm>
        </p:grpSpPr>
        <p:sp>
          <p:nvSpPr>
            <p:cNvPr id="6" name="object 6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100"/>
              </a:spcBef>
            </a:pPr>
            <a:r>
              <a:rPr dirty="0" spc="-15"/>
              <a:t>第</a:t>
            </a:r>
            <a:r>
              <a:rPr dirty="0" spc="5">
                <a:latin typeface="Times New Roman"/>
                <a:cs typeface="Times New Roman"/>
              </a:rPr>
              <a:t>6</a:t>
            </a:r>
            <a:r>
              <a:rPr dirty="0" spc="-20"/>
              <a:t>章</a:t>
            </a:r>
            <a:r>
              <a:rPr dirty="0" spc="-75"/>
              <a:t> </a:t>
            </a:r>
            <a:r>
              <a:rPr dirty="0" spc="-10"/>
              <a:t>时</a:t>
            </a:r>
            <a:r>
              <a:rPr dirty="0" spc="-5"/>
              <a:t>序</a:t>
            </a:r>
            <a:r>
              <a:rPr dirty="0"/>
              <a:t>逻辑电路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62590" y="2841118"/>
            <a:ext cx="677989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71190" algn="l"/>
                <a:tab pos="4984750" algn="l"/>
              </a:tabLst>
            </a:pPr>
            <a:r>
              <a:rPr dirty="0" sz="5400" b="1">
                <a:solidFill>
                  <a:srgbClr val="CC0000"/>
                </a:solidFill>
                <a:latin typeface="Arial Narrow"/>
                <a:cs typeface="Arial Narrow"/>
              </a:rPr>
              <a:t>S</a:t>
            </a:r>
            <a:r>
              <a:rPr dirty="0" sz="5400" spc="-5" b="1">
                <a:solidFill>
                  <a:srgbClr val="CC0000"/>
                </a:solidFill>
                <a:latin typeface="Arial Narrow"/>
                <a:cs typeface="Arial Narrow"/>
              </a:rPr>
              <a:t>e</a:t>
            </a:r>
            <a:r>
              <a:rPr dirty="0" sz="5400" b="1">
                <a:solidFill>
                  <a:srgbClr val="CC0000"/>
                </a:solidFill>
                <a:latin typeface="Arial Narrow"/>
                <a:cs typeface="Arial Narrow"/>
              </a:rPr>
              <a:t>quential	Logic	Circuit</a:t>
            </a:r>
            <a:endParaRPr sz="5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1151382"/>
            <a:ext cx="9144000" cy="1096010"/>
            <a:chOff x="0" y="1151382"/>
            <a:chExt cx="9144000" cy="1096010"/>
          </a:xfrm>
        </p:grpSpPr>
        <p:sp>
          <p:nvSpPr>
            <p:cNvPr id="4" name="object 4"/>
            <p:cNvSpPr/>
            <p:nvPr/>
          </p:nvSpPr>
          <p:spPr>
            <a:xfrm>
              <a:off x="686180" y="2133981"/>
              <a:ext cx="4803775" cy="109855"/>
            </a:xfrm>
            <a:custGeom>
              <a:avLst/>
              <a:gdLst/>
              <a:ahLst/>
              <a:cxnLst/>
              <a:rect l="l" t="t" r="r" b="b"/>
              <a:pathLst>
                <a:path w="4803775" h="109855">
                  <a:moveTo>
                    <a:pt x="4803343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4803343" y="109727"/>
                  </a:lnTo>
                  <a:lnTo>
                    <a:pt x="4803343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86180" y="2133981"/>
              <a:ext cx="7772400" cy="0"/>
            </a:xfrm>
            <a:custGeom>
              <a:avLst/>
              <a:gdLst/>
              <a:ahLst/>
              <a:cxnLst/>
              <a:rect l="l" t="t" r="r" b="b"/>
              <a:pathLst>
                <a:path w="7772400" h="0">
                  <a:moveTo>
                    <a:pt x="0" y="0"/>
                  </a:moveTo>
                  <a:lnTo>
                    <a:pt x="7772400" y="0"/>
                  </a:lnTo>
                </a:path>
              </a:pathLst>
            </a:custGeom>
            <a:ln w="9906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3386"/>
              <a:ext cx="1401317" cy="10637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905" y="1151382"/>
              <a:ext cx="4985003" cy="106375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7497" y="1151382"/>
              <a:ext cx="4016502" cy="1063751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2330" y="1306799"/>
            <a:ext cx="9215120" cy="6045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77265" algn="l"/>
              </a:tabLst>
            </a:pPr>
            <a:r>
              <a:rPr dirty="0" sz="3800" spc="-5">
                <a:solidFill>
                  <a:srgbClr val="CC0000"/>
                </a:solidFill>
                <a:latin typeface="Times New Roman"/>
                <a:cs typeface="Times New Roman"/>
              </a:rPr>
              <a:t>6</a:t>
            </a:r>
            <a:r>
              <a:rPr dirty="0" sz="3800" spc="-10">
                <a:solidFill>
                  <a:srgbClr val="CC0000"/>
                </a:solidFill>
                <a:latin typeface="Times New Roman"/>
                <a:cs typeface="Times New Roman"/>
              </a:rPr>
              <a:t>.</a:t>
            </a:r>
            <a:r>
              <a:rPr dirty="0" sz="3800" spc="-5">
                <a:solidFill>
                  <a:srgbClr val="CC0000"/>
                </a:solidFill>
                <a:latin typeface="Times New Roman"/>
                <a:cs typeface="Times New Roman"/>
              </a:rPr>
              <a:t>3</a:t>
            </a:r>
            <a:r>
              <a:rPr dirty="0" sz="3800">
                <a:solidFill>
                  <a:srgbClr val="CC0000"/>
                </a:solidFill>
                <a:latin typeface="Times New Roman"/>
                <a:cs typeface="Times New Roman"/>
              </a:rPr>
              <a:t>	</a:t>
            </a:r>
            <a:r>
              <a:rPr dirty="0" sz="3800" spc="-5">
                <a:solidFill>
                  <a:srgbClr val="0000FF"/>
                </a:solidFill>
                <a:latin typeface="新宋体"/>
                <a:cs typeface="新宋体"/>
              </a:rPr>
              <a:t>同</a:t>
            </a:r>
            <a:r>
              <a:rPr dirty="0" sz="3800" spc="-10">
                <a:solidFill>
                  <a:srgbClr val="0000FF"/>
                </a:solidFill>
                <a:latin typeface="新宋体"/>
                <a:cs typeface="新宋体"/>
              </a:rPr>
              <a:t>步时序逻辑电路</a:t>
            </a:r>
            <a:r>
              <a:rPr dirty="0" sz="3800" spc="-5">
                <a:solidFill>
                  <a:srgbClr val="0000FF"/>
                </a:solidFill>
                <a:latin typeface="新宋体"/>
                <a:cs typeface="新宋体"/>
              </a:rPr>
              <a:t>的</a:t>
            </a:r>
            <a:r>
              <a:rPr dirty="0" sz="3800" spc="-10">
                <a:solidFill>
                  <a:srgbClr val="FF0000"/>
                </a:solidFill>
                <a:latin typeface="新宋体"/>
                <a:cs typeface="新宋体"/>
              </a:rPr>
              <a:t>设计（期末必考</a:t>
            </a:r>
            <a:r>
              <a:rPr dirty="0" sz="3800" spc="-20">
                <a:solidFill>
                  <a:srgbClr val="FF0000"/>
                </a:solidFill>
                <a:latin typeface="新宋体"/>
                <a:cs typeface="新宋体"/>
              </a:rPr>
              <a:t>）</a:t>
            </a:r>
            <a:endParaRPr sz="3800">
              <a:latin typeface="新宋体"/>
              <a:cs typeface="新宋体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9862" y="2705100"/>
            <a:ext cx="8164195" cy="1918970"/>
            <a:chOff x="419862" y="2705100"/>
            <a:chExt cx="8164195" cy="191897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5864" y="2733294"/>
              <a:ext cx="1645158" cy="95402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15618" y="2705100"/>
              <a:ext cx="7068311" cy="95402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9862" y="3669791"/>
              <a:ext cx="1645157" cy="95402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99615" y="3641597"/>
              <a:ext cx="5768340" cy="954023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74052" y="2842513"/>
            <a:ext cx="7625080" cy="1480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2" marL="1108075" indent="-108013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  <a:tabLst>
                <a:tab pos="1108075" algn="l"/>
                <a:tab pos="1108710" algn="l"/>
              </a:tabLst>
            </a:pPr>
            <a:r>
              <a:rPr dirty="0" sz="3400" spc="-5" b="1">
                <a:solidFill>
                  <a:srgbClr val="003366"/>
                </a:solidFill>
                <a:latin typeface="新宋体"/>
                <a:cs typeface="新宋体"/>
              </a:rPr>
              <a:t>设计同步时序逻辑电路的一</a:t>
            </a:r>
            <a:r>
              <a:rPr dirty="0" sz="3400" spc="-10" b="1">
                <a:solidFill>
                  <a:srgbClr val="003366"/>
                </a:solidFill>
                <a:latin typeface="新宋体"/>
                <a:cs typeface="新宋体"/>
              </a:rPr>
              <a:t>般</a:t>
            </a:r>
            <a:r>
              <a:rPr dirty="0" sz="3400" spc="-5" b="1">
                <a:solidFill>
                  <a:srgbClr val="003366"/>
                </a:solidFill>
                <a:latin typeface="新宋体"/>
                <a:cs typeface="新宋体"/>
              </a:rPr>
              <a:t>步骤</a:t>
            </a:r>
            <a:endParaRPr sz="3400">
              <a:latin typeface="新宋体"/>
              <a:cs typeface="新宋体"/>
            </a:endParaRPr>
          </a:p>
          <a:p>
            <a:pPr lvl="2" marL="1092200" indent="-1080135">
              <a:lnSpc>
                <a:spcPct val="100000"/>
              </a:lnSpc>
              <a:spcBef>
                <a:spcPts val="3295"/>
              </a:spcBef>
              <a:buFont typeface="Times New Roman"/>
              <a:buAutoNum type="arabicPeriod"/>
              <a:tabLst>
                <a:tab pos="1092200" algn="l"/>
                <a:tab pos="1092835" algn="l"/>
              </a:tabLst>
            </a:pPr>
            <a:r>
              <a:rPr dirty="0" sz="3400" spc="-5" b="1">
                <a:solidFill>
                  <a:srgbClr val="003366"/>
                </a:solidFill>
                <a:latin typeface="新宋体"/>
                <a:cs typeface="新宋体"/>
              </a:rPr>
              <a:t>同步时序逻辑电路设计举</a:t>
            </a:r>
            <a:r>
              <a:rPr dirty="0" sz="3400" spc="-15" b="1">
                <a:solidFill>
                  <a:srgbClr val="003366"/>
                </a:solidFill>
                <a:latin typeface="新宋体"/>
                <a:cs typeface="新宋体"/>
              </a:rPr>
              <a:t>例</a:t>
            </a:r>
            <a:endParaRPr sz="3400">
              <a:latin typeface="新宋体"/>
              <a:cs typeface="新宋体"/>
            </a:endParaRPr>
          </a:p>
        </p:txBody>
      </p:sp>
    </p:spTree>
  </p:cSld>
  <p:clrMapOvr>
    <a:masterClrMapping/>
  </p:clrMapOvr>
  <p:transition spd="fast">
    <p:cover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40614" y="0"/>
            <a:ext cx="5829300" cy="934719"/>
            <a:chOff x="340614" y="0"/>
            <a:chExt cx="5829300" cy="934719"/>
          </a:xfrm>
        </p:grpSpPr>
        <p:sp>
          <p:nvSpPr>
            <p:cNvPr id="6" name="object 6"/>
            <p:cNvSpPr/>
            <p:nvPr/>
          </p:nvSpPr>
          <p:spPr>
            <a:xfrm>
              <a:off x="357758" y="715137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57758" y="715137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0614" y="4572"/>
              <a:ext cx="1344929" cy="8976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3667" y="0"/>
              <a:ext cx="5016245" cy="875538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78774" y="107502"/>
            <a:ext cx="532447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25500" algn="l"/>
              </a:tabLst>
            </a:pPr>
            <a:r>
              <a:rPr dirty="0" sz="3200" spc="-5">
                <a:solidFill>
                  <a:srgbClr val="CC0000"/>
                </a:solidFill>
                <a:latin typeface="Times New Roman"/>
                <a:cs typeface="Times New Roman"/>
              </a:rPr>
              <a:t>6</a:t>
            </a:r>
            <a:r>
              <a:rPr dirty="0" sz="3200" spc="-10">
                <a:solidFill>
                  <a:srgbClr val="CC0000"/>
                </a:solidFill>
                <a:latin typeface="Times New Roman"/>
                <a:cs typeface="Times New Roman"/>
              </a:rPr>
              <a:t>.</a:t>
            </a:r>
            <a:r>
              <a:rPr dirty="0" sz="3200" spc="-5">
                <a:solidFill>
                  <a:srgbClr val="CC0000"/>
                </a:solidFill>
                <a:latin typeface="Times New Roman"/>
                <a:cs typeface="Times New Roman"/>
              </a:rPr>
              <a:t>3</a:t>
            </a:r>
            <a:r>
              <a:rPr dirty="0" sz="3200">
                <a:solidFill>
                  <a:srgbClr val="CC0000"/>
                </a:solidFill>
                <a:latin typeface="Times New Roman"/>
                <a:cs typeface="Times New Roman"/>
              </a:rPr>
              <a:t>	</a:t>
            </a:r>
            <a:r>
              <a:rPr dirty="0" sz="3200" spc="-5">
                <a:solidFill>
                  <a:srgbClr val="CC0000"/>
                </a:solidFill>
                <a:latin typeface="新宋体"/>
                <a:cs typeface="新宋体"/>
              </a:rPr>
              <a:t>同步时序逻辑电路的设计</a:t>
            </a:r>
            <a:endParaRPr sz="3200">
              <a:latin typeface="新宋体"/>
              <a:cs typeface="新宋体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7086" y="2747010"/>
            <a:ext cx="7664450" cy="924560"/>
            <a:chOff x="307086" y="2747010"/>
            <a:chExt cx="7664450" cy="92456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7086" y="2773680"/>
              <a:ext cx="1547621" cy="89763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22831" y="2747010"/>
              <a:ext cx="6648449" cy="897635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340030" y="4436517"/>
            <a:ext cx="8542655" cy="1558925"/>
            <a:chOff x="340030" y="4436517"/>
            <a:chExt cx="8542655" cy="1558925"/>
          </a:xfrm>
        </p:grpSpPr>
        <p:sp>
          <p:nvSpPr>
            <p:cNvPr id="15" name="object 15"/>
            <p:cNvSpPr/>
            <p:nvPr/>
          </p:nvSpPr>
          <p:spPr>
            <a:xfrm>
              <a:off x="355905" y="4452392"/>
              <a:ext cx="1234440" cy="1527175"/>
            </a:xfrm>
            <a:custGeom>
              <a:avLst/>
              <a:gdLst/>
              <a:ahLst/>
              <a:cxnLst/>
              <a:rect l="l" t="t" r="r" b="b"/>
              <a:pathLst>
                <a:path w="1234440" h="1527175">
                  <a:moveTo>
                    <a:pt x="0" y="0"/>
                  </a:moveTo>
                  <a:lnTo>
                    <a:pt x="0" y="1526613"/>
                  </a:lnTo>
                  <a:lnTo>
                    <a:pt x="1234129" y="1526613"/>
                  </a:lnTo>
                  <a:lnTo>
                    <a:pt x="1234129" y="0"/>
                  </a:lnTo>
                  <a:lnTo>
                    <a:pt x="0" y="0"/>
                  </a:lnTo>
                  <a:close/>
                </a:path>
              </a:pathLst>
            </a:custGeom>
            <a:ln w="31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942642" y="4452392"/>
              <a:ext cx="924560" cy="1485900"/>
            </a:xfrm>
            <a:custGeom>
              <a:avLst/>
              <a:gdLst/>
              <a:ahLst/>
              <a:cxnLst/>
              <a:rect l="l" t="t" r="r" b="b"/>
              <a:pathLst>
                <a:path w="924560" h="1485900">
                  <a:moveTo>
                    <a:pt x="0" y="0"/>
                  </a:moveTo>
                  <a:lnTo>
                    <a:pt x="0" y="1485903"/>
                  </a:lnTo>
                  <a:lnTo>
                    <a:pt x="924261" y="1485903"/>
                  </a:lnTo>
                  <a:lnTo>
                    <a:pt x="924261" y="0"/>
                  </a:lnTo>
                  <a:lnTo>
                    <a:pt x="0" y="0"/>
                  </a:lnTo>
                  <a:close/>
                </a:path>
              </a:pathLst>
            </a:custGeom>
            <a:ln w="316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702228" y="5215701"/>
              <a:ext cx="246379" cy="56515"/>
            </a:xfrm>
            <a:custGeom>
              <a:avLst/>
              <a:gdLst/>
              <a:ahLst/>
              <a:cxnLst/>
              <a:rect l="l" t="t" r="r" b="b"/>
              <a:pathLst>
                <a:path w="246380" h="56514">
                  <a:moveTo>
                    <a:pt x="0" y="55975"/>
                  </a:moveTo>
                  <a:lnTo>
                    <a:pt x="0" y="0"/>
                  </a:lnTo>
                  <a:lnTo>
                    <a:pt x="245757" y="30527"/>
                  </a:lnTo>
                  <a:lnTo>
                    <a:pt x="0" y="559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702228" y="5215698"/>
              <a:ext cx="246379" cy="56515"/>
            </a:xfrm>
            <a:custGeom>
              <a:avLst/>
              <a:gdLst/>
              <a:ahLst/>
              <a:cxnLst/>
              <a:rect l="l" t="t" r="r" b="b"/>
              <a:pathLst>
                <a:path w="246380" h="56514">
                  <a:moveTo>
                    <a:pt x="0" y="0"/>
                  </a:moveTo>
                  <a:lnTo>
                    <a:pt x="0" y="55975"/>
                  </a:lnTo>
                  <a:lnTo>
                    <a:pt x="245757" y="30532"/>
                  </a:lnTo>
                  <a:lnTo>
                    <a:pt x="0" y="0"/>
                  </a:lnTo>
                  <a:close/>
                </a:path>
              </a:pathLst>
            </a:custGeom>
            <a:ln w="5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541951" y="5246231"/>
              <a:ext cx="171450" cy="0"/>
            </a:xfrm>
            <a:custGeom>
              <a:avLst/>
              <a:gdLst/>
              <a:ahLst/>
              <a:cxnLst/>
              <a:rect l="l" t="t" r="r" b="b"/>
              <a:pathLst>
                <a:path w="171450" h="0">
                  <a:moveTo>
                    <a:pt x="170961" y="0"/>
                  </a:moveTo>
                  <a:lnTo>
                    <a:pt x="0" y="0"/>
                  </a:lnTo>
                </a:path>
              </a:pathLst>
            </a:custGeom>
            <a:ln w="152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246225" y="4452392"/>
              <a:ext cx="924560" cy="1496695"/>
            </a:xfrm>
            <a:custGeom>
              <a:avLst/>
              <a:gdLst/>
              <a:ahLst/>
              <a:cxnLst/>
              <a:rect l="l" t="t" r="r" b="b"/>
              <a:pathLst>
                <a:path w="924560" h="1496695">
                  <a:moveTo>
                    <a:pt x="0" y="0"/>
                  </a:moveTo>
                  <a:lnTo>
                    <a:pt x="0" y="1496081"/>
                  </a:lnTo>
                  <a:lnTo>
                    <a:pt x="924261" y="1496081"/>
                  </a:lnTo>
                  <a:lnTo>
                    <a:pt x="924261" y="0"/>
                  </a:lnTo>
                  <a:lnTo>
                    <a:pt x="0" y="0"/>
                  </a:lnTo>
                  <a:close/>
                </a:path>
              </a:pathLst>
            </a:custGeom>
            <a:ln w="3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005809" y="5215701"/>
              <a:ext cx="246379" cy="56515"/>
            </a:xfrm>
            <a:custGeom>
              <a:avLst/>
              <a:gdLst/>
              <a:ahLst/>
              <a:cxnLst/>
              <a:rect l="l" t="t" r="r" b="b"/>
              <a:pathLst>
                <a:path w="246379" h="56514">
                  <a:moveTo>
                    <a:pt x="0" y="55975"/>
                  </a:moveTo>
                  <a:lnTo>
                    <a:pt x="0" y="0"/>
                  </a:lnTo>
                  <a:lnTo>
                    <a:pt x="245757" y="30527"/>
                  </a:lnTo>
                  <a:lnTo>
                    <a:pt x="0" y="559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005810" y="5215698"/>
              <a:ext cx="246379" cy="56515"/>
            </a:xfrm>
            <a:custGeom>
              <a:avLst/>
              <a:gdLst/>
              <a:ahLst/>
              <a:cxnLst/>
              <a:rect l="l" t="t" r="r" b="b"/>
              <a:pathLst>
                <a:path w="246379" h="56514">
                  <a:moveTo>
                    <a:pt x="0" y="0"/>
                  </a:moveTo>
                  <a:lnTo>
                    <a:pt x="0" y="55975"/>
                  </a:lnTo>
                  <a:lnTo>
                    <a:pt x="245757" y="30532"/>
                  </a:lnTo>
                  <a:lnTo>
                    <a:pt x="0" y="0"/>
                  </a:lnTo>
                  <a:close/>
                </a:path>
              </a:pathLst>
            </a:custGeom>
            <a:ln w="5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845533" y="5246231"/>
              <a:ext cx="171450" cy="0"/>
            </a:xfrm>
            <a:custGeom>
              <a:avLst/>
              <a:gdLst/>
              <a:ahLst/>
              <a:cxnLst/>
              <a:rect l="l" t="t" r="r" b="b"/>
              <a:pathLst>
                <a:path w="171450" h="0">
                  <a:moveTo>
                    <a:pt x="170961" y="0"/>
                  </a:moveTo>
                  <a:lnTo>
                    <a:pt x="0" y="0"/>
                  </a:lnTo>
                </a:path>
              </a:pathLst>
            </a:custGeom>
            <a:ln w="152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325422" y="5215701"/>
              <a:ext cx="246379" cy="56515"/>
            </a:xfrm>
            <a:custGeom>
              <a:avLst/>
              <a:gdLst/>
              <a:ahLst/>
              <a:cxnLst/>
              <a:rect l="l" t="t" r="r" b="b"/>
              <a:pathLst>
                <a:path w="246379" h="56514">
                  <a:moveTo>
                    <a:pt x="0" y="55975"/>
                  </a:moveTo>
                  <a:lnTo>
                    <a:pt x="0" y="0"/>
                  </a:lnTo>
                  <a:lnTo>
                    <a:pt x="245757" y="30527"/>
                  </a:lnTo>
                  <a:lnTo>
                    <a:pt x="0" y="559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325420" y="5215698"/>
              <a:ext cx="246379" cy="56515"/>
            </a:xfrm>
            <a:custGeom>
              <a:avLst/>
              <a:gdLst/>
              <a:ahLst/>
              <a:cxnLst/>
              <a:rect l="l" t="t" r="r" b="b"/>
              <a:pathLst>
                <a:path w="246379" h="56514">
                  <a:moveTo>
                    <a:pt x="0" y="0"/>
                  </a:moveTo>
                  <a:lnTo>
                    <a:pt x="0" y="55975"/>
                  </a:lnTo>
                  <a:lnTo>
                    <a:pt x="245757" y="30532"/>
                  </a:lnTo>
                  <a:lnTo>
                    <a:pt x="0" y="0"/>
                  </a:lnTo>
                  <a:close/>
                </a:path>
              </a:pathLst>
            </a:custGeom>
            <a:ln w="5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181171" y="5246231"/>
              <a:ext cx="154940" cy="0"/>
            </a:xfrm>
            <a:custGeom>
              <a:avLst/>
              <a:gdLst/>
              <a:ahLst/>
              <a:cxnLst/>
              <a:rect l="l" t="t" r="r" b="b"/>
              <a:pathLst>
                <a:path w="154939" h="0">
                  <a:moveTo>
                    <a:pt x="154933" y="0"/>
                  </a:moveTo>
                  <a:lnTo>
                    <a:pt x="0" y="0"/>
                  </a:lnTo>
                </a:path>
              </a:pathLst>
            </a:custGeom>
            <a:ln w="152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565835" y="4452392"/>
              <a:ext cx="924560" cy="1491615"/>
            </a:xfrm>
            <a:custGeom>
              <a:avLst/>
              <a:gdLst/>
              <a:ahLst/>
              <a:cxnLst/>
              <a:rect l="l" t="t" r="r" b="b"/>
              <a:pathLst>
                <a:path w="924560" h="1491614">
                  <a:moveTo>
                    <a:pt x="0" y="0"/>
                  </a:moveTo>
                  <a:lnTo>
                    <a:pt x="0" y="1490992"/>
                  </a:lnTo>
                  <a:lnTo>
                    <a:pt x="924261" y="1490992"/>
                  </a:lnTo>
                  <a:lnTo>
                    <a:pt x="924261" y="0"/>
                  </a:lnTo>
                  <a:lnTo>
                    <a:pt x="0" y="0"/>
                  </a:lnTo>
                  <a:close/>
                </a:path>
              </a:pathLst>
            </a:custGeom>
            <a:ln w="316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645030" y="5215701"/>
              <a:ext cx="246379" cy="56515"/>
            </a:xfrm>
            <a:custGeom>
              <a:avLst/>
              <a:gdLst/>
              <a:ahLst/>
              <a:cxnLst/>
              <a:rect l="l" t="t" r="r" b="b"/>
              <a:pathLst>
                <a:path w="246379" h="56514">
                  <a:moveTo>
                    <a:pt x="0" y="55975"/>
                  </a:moveTo>
                  <a:lnTo>
                    <a:pt x="0" y="0"/>
                  </a:lnTo>
                  <a:lnTo>
                    <a:pt x="245757" y="30527"/>
                  </a:lnTo>
                  <a:lnTo>
                    <a:pt x="0" y="559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645030" y="5215698"/>
              <a:ext cx="246379" cy="56515"/>
            </a:xfrm>
            <a:custGeom>
              <a:avLst/>
              <a:gdLst/>
              <a:ahLst/>
              <a:cxnLst/>
              <a:rect l="l" t="t" r="r" b="b"/>
              <a:pathLst>
                <a:path w="246379" h="56514">
                  <a:moveTo>
                    <a:pt x="0" y="0"/>
                  </a:moveTo>
                  <a:lnTo>
                    <a:pt x="0" y="55975"/>
                  </a:lnTo>
                  <a:lnTo>
                    <a:pt x="245757" y="30532"/>
                  </a:lnTo>
                  <a:lnTo>
                    <a:pt x="0" y="0"/>
                  </a:lnTo>
                  <a:close/>
                </a:path>
              </a:pathLst>
            </a:custGeom>
            <a:ln w="5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490096" y="5246231"/>
              <a:ext cx="165735" cy="0"/>
            </a:xfrm>
            <a:custGeom>
              <a:avLst/>
              <a:gdLst/>
              <a:ahLst/>
              <a:cxnLst/>
              <a:rect l="l" t="t" r="r" b="b"/>
              <a:pathLst>
                <a:path w="165735" h="0">
                  <a:moveTo>
                    <a:pt x="165619" y="0"/>
                  </a:moveTo>
                  <a:lnTo>
                    <a:pt x="0" y="0"/>
                  </a:lnTo>
                </a:path>
              </a:pathLst>
            </a:custGeom>
            <a:ln w="152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5922843" y="4452392"/>
              <a:ext cx="1250315" cy="1491615"/>
            </a:xfrm>
            <a:custGeom>
              <a:avLst/>
              <a:gdLst/>
              <a:ahLst/>
              <a:cxnLst/>
              <a:rect l="l" t="t" r="r" b="b"/>
              <a:pathLst>
                <a:path w="1250315" h="1491614">
                  <a:moveTo>
                    <a:pt x="0" y="0"/>
                  </a:moveTo>
                  <a:lnTo>
                    <a:pt x="0" y="1490992"/>
                  </a:lnTo>
                  <a:lnTo>
                    <a:pt x="1250156" y="1490992"/>
                  </a:lnTo>
                  <a:lnTo>
                    <a:pt x="1250156" y="0"/>
                  </a:lnTo>
                  <a:lnTo>
                    <a:pt x="0" y="0"/>
                  </a:lnTo>
                  <a:close/>
                </a:path>
              </a:pathLst>
            </a:custGeom>
            <a:ln w="314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349302" y="5215701"/>
              <a:ext cx="246379" cy="56515"/>
            </a:xfrm>
            <a:custGeom>
              <a:avLst/>
              <a:gdLst/>
              <a:ahLst/>
              <a:cxnLst/>
              <a:rect l="l" t="t" r="r" b="b"/>
              <a:pathLst>
                <a:path w="246379" h="56514">
                  <a:moveTo>
                    <a:pt x="0" y="55975"/>
                  </a:moveTo>
                  <a:lnTo>
                    <a:pt x="0" y="0"/>
                  </a:lnTo>
                  <a:lnTo>
                    <a:pt x="245757" y="30527"/>
                  </a:lnTo>
                  <a:lnTo>
                    <a:pt x="0" y="559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349304" y="5215698"/>
              <a:ext cx="246379" cy="56515"/>
            </a:xfrm>
            <a:custGeom>
              <a:avLst/>
              <a:gdLst/>
              <a:ahLst/>
              <a:cxnLst/>
              <a:rect l="l" t="t" r="r" b="b"/>
              <a:pathLst>
                <a:path w="246379" h="56514">
                  <a:moveTo>
                    <a:pt x="0" y="0"/>
                  </a:moveTo>
                  <a:lnTo>
                    <a:pt x="0" y="55975"/>
                  </a:lnTo>
                  <a:lnTo>
                    <a:pt x="245757" y="30532"/>
                  </a:lnTo>
                  <a:lnTo>
                    <a:pt x="0" y="0"/>
                  </a:lnTo>
                  <a:close/>
                </a:path>
              </a:pathLst>
            </a:custGeom>
            <a:ln w="5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167657" y="5246231"/>
              <a:ext cx="187325" cy="0"/>
            </a:xfrm>
            <a:custGeom>
              <a:avLst/>
              <a:gdLst/>
              <a:ahLst/>
              <a:cxnLst/>
              <a:rect l="l" t="t" r="r" b="b"/>
              <a:pathLst>
                <a:path w="187325" h="0">
                  <a:moveTo>
                    <a:pt x="186989" y="0"/>
                  </a:moveTo>
                  <a:lnTo>
                    <a:pt x="0" y="0"/>
                  </a:lnTo>
                </a:path>
              </a:pathLst>
            </a:custGeom>
            <a:ln w="152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616431" y="4452392"/>
              <a:ext cx="1250315" cy="1491615"/>
            </a:xfrm>
            <a:custGeom>
              <a:avLst/>
              <a:gdLst/>
              <a:ahLst/>
              <a:cxnLst/>
              <a:rect l="l" t="t" r="r" b="b"/>
              <a:pathLst>
                <a:path w="1250315" h="1491614">
                  <a:moveTo>
                    <a:pt x="0" y="0"/>
                  </a:moveTo>
                  <a:lnTo>
                    <a:pt x="0" y="1490992"/>
                  </a:lnTo>
                  <a:lnTo>
                    <a:pt x="1250156" y="1490992"/>
                  </a:lnTo>
                  <a:lnTo>
                    <a:pt x="1250156" y="0"/>
                  </a:lnTo>
                  <a:lnTo>
                    <a:pt x="0" y="0"/>
                  </a:lnTo>
                  <a:close/>
                </a:path>
              </a:pathLst>
            </a:custGeom>
            <a:ln w="314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490714" y="4524888"/>
            <a:ext cx="1109345" cy="336550"/>
          </a:xfrm>
          <a:prstGeom prst="rect">
            <a:avLst/>
          </a:prstGeom>
          <a:solidFill>
            <a:srgbClr val="FFFFFF">
              <a:alpha val="999"/>
            </a:srgbClr>
          </a:solidFill>
        </p:spPr>
        <p:txBody>
          <a:bodyPr wrap="square" lIns="0" tIns="82550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650"/>
              </a:spcBef>
            </a:pPr>
            <a:r>
              <a:rPr dirty="0" sz="1500" spc="340" b="1">
                <a:latin typeface="宋体"/>
                <a:cs typeface="宋体"/>
              </a:rPr>
              <a:t>给定的逻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01974" y="4592353"/>
            <a:ext cx="260985" cy="2578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spc="340" b="1">
                <a:latin typeface="宋体"/>
                <a:cs typeface="宋体"/>
              </a:rPr>
              <a:t>由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1974" y="4824398"/>
            <a:ext cx="1188720" cy="7893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11300"/>
              </a:lnSpc>
              <a:spcBef>
                <a:spcPts val="95"/>
              </a:spcBef>
            </a:pPr>
            <a:r>
              <a:rPr dirty="0" sz="1500" spc="335" b="1">
                <a:latin typeface="宋体"/>
                <a:cs typeface="宋体"/>
              </a:rPr>
              <a:t>辑功能建立 原始状态图 和原始状态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01974" y="5610095"/>
            <a:ext cx="228600" cy="2578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spc="90" b="1">
                <a:latin typeface="宋体"/>
                <a:cs typeface="宋体"/>
              </a:rPr>
              <a:t>表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127617" y="4760279"/>
            <a:ext cx="506730" cy="2946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130" b="1">
                <a:latin typeface="宋体"/>
                <a:cs typeface="宋体"/>
              </a:rPr>
              <a:t>状态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127617" y="5091046"/>
            <a:ext cx="506730" cy="2946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130" b="1">
                <a:latin typeface="宋体"/>
                <a:cs typeface="宋体"/>
              </a:rPr>
              <a:t>化简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463255" y="4698197"/>
            <a:ext cx="506730" cy="6870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4000"/>
              </a:lnSpc>
              <a:spcBef>
                <a:spcPts val="95"/>
              </a:spcBef>
            </a:pPr>
            <a:r>
              <a:rPr dirty="0" sz="1750" spc="120" b="1">
                <a:latin typeface="宋体"/>
                <a:cs typeface="宋体"/>
              </a:rPr>
              <a:t>状态 分配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782865" y="4677843"/>
            <a:ext cx="506730" cy="10179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24000"/>
              </a:lnSpc>
              <a:spcBef>
                <a:spcPts val="95"/>
              </a:spcBef>
            </a:pPr>
            <a:r>
              <a:rPr dirty="0" sz="1750" spc="120" b="1">
                <a:latin typeface="宋体"/>
                <a:cs typeface="宋体"/>
              </a:rPr>
              <a:t>选择 触发 器类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332204" y="4597441"/>
            <a:ext cx="442595" cy="2578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spc="130" b="1">
                <a:latin typeface="宋体"/>
                <a:cs typeface="宋体"/>
              </a:rPr>
              <a:t>确定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016994" y="4851877"/>
            <a:ext cx="1067435" cy="2578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spc="130" b="1">
                <a:latin typeface="宋体"/>
                <a:cs typeface="宋体"/>
              </a:rPr>
              <a:t>激励方程组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433714" y="5106313"/>
            <a:ext cx="228600" cy="2578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spc="90" b="1">
                <a:latin typeface="宋体"/>
                <a:cs typeface="宋体"/>
              </a:rPr>
              <a:t>和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016994" y="5360748"/>
            <a:ext cx="1067435" cy="2578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spc="130" b="1">
                <a:latin typeface="宋体"/>
                <a:cs typeface="宋体"/>
              </a:rPr>
              <a:t>输出方程组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983053" y="4546554"/>
            <a:ext cx="506730" cy="2946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130" b="1">
                <a:latin typeface="宋体"/>
                <a:cs typeface="宋体"/>
              </a:rPr>
              <a:t>画出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860174" y="4877320"/>
            <a:ext cx="747395" cy="2946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130" b="1">
                <a:latin typeface="宋体"/>
                <a:cs typeface="宋体"/>
              </a:rPr>
              <a:t>逻辑图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860174" y="5208087"/>
            <a:ext cx="747395" cy="2946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130" b="1">
                <a:latin typeface="宋体"/>
                <a:cs typeface="宋体"/>
              </a:rPr>
              <a:t>并检查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860174" y="5538853"/>
            <a:ext cx="747395" cy="2946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130" b="1">
                <a:latin typeface="宋体"/>
                <a:cs typeface="宋体"/>
              </a:rPr>
              <a:t>自启动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45465" y="1270952"/>
            <a:ext cx="8061325" cy="286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5725" marR="5080" indent="358775">
              <a:lnSpc>
                <a:spcPct val="1562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同步时序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逻辑电</a:t>
            </a:r>
            <a:r>
              <a:rPr dirty="0" sz="2400" spc="5" b="1">
                <a:solidFill>
                  <a:srgbClr val="000066"/>
                </a:solidFill>
                <a:latin typeface="新宋体"/>
                <a:cs typeface="新宋体"/>
              </a:rPr>
              <a:t>路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的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设计是分析的逆过程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,</a:t>
            </a:r>
            <a:r>
              <a:rPr dirty="0" sz="2400" spc="5" b="1">
                <a:solidFill>
                  <a:srgbClr val="000066"/>
                </a:solidFill>
                <a:latin typeface="新宋体"/>
                <a:cs typeface="新宋体"/>
              </a:rPr>
              <a:t>其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任务是根据 </a:t>
            </a: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实际逻辑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问</a:t>
            </a:r>
            <a:r>
              <a:rPr dirty="0" sz="2400" spc="5" b="1">
                <a:solidFill>
                  <a:srgbClr val="000066"/>
                </a:solidFill>
                <a:latin typeface="新宋体"/>
                <a:cs typeface="新宋体"/>
              </a:rPr>
              <a:t>题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的要求，设计出能实现给</a:t>
            </a:r>
            <a:r>
              <a:rPr dirty="0" sz="2400" spc="5" b="1">
                <a:solidFill>
                  <a:srgbClr val="000066"/>
                </a:solidFill>
                <a:latin typeface="新宋体"/>
                <a:cs typeface="新宋体"/>
              </a:rPr>
              <a:t>定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逻辑功能的电路。</a:t>
            </a:r>
            <a:endParaRPr sz="2400">
              <a:latin typeface="新宋体"/>
              <a:cs typeface="新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800">
              <a:latin typeface="新宋体"/>
              <a:cs typeface="新宋体"/>
            </a:endParaRPr>
          </a:p>
          <a:p>
            <a:pPr marL="12700">
              <a:lnSpc>
                <a:spcPct val="100000"/>
              </a:lnSpc>
              <a:tabLst>
                <a:tab pos="1028065" algn="l"/>
              </a:tabLst>
            </a:pPr>
            <a:r>
              <a:rPr dirty="0" sz="3200" spc="-5" b="1">
                <a:solidFill>
                  <a:srgbClr val="CC0000"/>
                </a:solidFill>
                <a:latin typeface="Times New Roman"/>
                <a:cs typeface="Times New Roman"/>
              </a:rPr>
              <a:t>6.3.1	</a:t>
            </a:r>
            <a:r>
              <a:rPr dirty="0" sz="3200" spc="-5" b="1">
                <a:solidFill>
                  <a:srgbClr val="CC0000"/>
                </a:solidFill>
                <a:latin typeface="新宋体"/>
                <a:cs typeface="新宋体"/>
              </a:rPr>
              <a:t>设计同步时序逻辑电路的</a:t>
            </a:r>
            <a:r>
              <a:rPr dirty="0" sz="3200" b="1">
                <a:solidFill>
                  <a:srgbClr val="CC0000"/>
                </a:solidFill>
                <a:latin typeface="新宋体"/>
                <a:cs typeface="新宋体"/>
              </a:rPr>
              <a:t>一</a:t>
            </a:r>
            <a:r>
              <a:rPr dirty="0" sz="3200" spc="-5" b="1">
                <a:solidFill>
                  <a:srgbClr val="CC0000"/>
                </a:solidFill>
                <a:latin typeface="新宋体"/>
                <a:cs typeface="新宋体"/>
              </a:rPr>
              <a:t>般</a:t>
            </a:r>
            <a:r>
              <a:rPr dirty="0" sz="3200" b="1">
                <a:solidFill>
                  <a:srgbClr val="CC0000"/>
                </a:solidFill>
                <a:latin typeface="新宋体"/>
                <a:cs typeface="新宋体"/>
              </a:rPr>
              <a:t>步</a:t>
            </a:r>
            <a:r>
              <a:rPr dirty="0" sz="3200" spc="-15" b="1">
                <a:solidFill>
                  <a:srgbClr val="CC0000"/>
                </a:solidFill>
                <a:latin typeface="新宋体"/>
                <a:cs typeface="新宋体"/>
              </a:rPr>
              <a:t>骤</a:t>
            </a:r>
            <a:endParaRPr sz="3200">
              <a:latin typeface="新宋体"/>
              <a:cs typeface="新宋体"/>
            </a:endParaRPr>
          </a:p>
          <a:p>
            <a:pPr marL="230504">
              <a:lnSpc>
                <a:spcPct val="100000"/>
              </a:lnSpc>
              <a:spcBef>
                <a:spcPts val="2985"/>
              </a:spcBef>
            </a:pP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同步时序电路的设计过程</a:t>
            </a:r>
            <a:endParaRPr sz="2400">
              <a:latin typeface="新宋体"/>
              <a:cs typeface="新宋体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88357" y="4422531"/>
            <a:ext cx="8406130" cy="1971675"/>
            <a:chOff x="388357" y="4422531"/>
            <a:chExt cx="8406130" cy="1971675"/>
          </a:xfrm>
        </p:grpSpPr>
        <p:sp>
          <p:nvSpPr>
            <p:cNvPr id="54" name="object 54"/>
            <p:cNvSpPr/>
            <p:nvPr/>
          </p:nvSpPr>
          <p:spPr>
            <a:xfrm>
              <a:off x="439535" y="4473710"/>
              <a:ext cx="8303895" cy="1869439"/>
            </a:xfrm>
            <a:custGeom>
              <a:avLst/>
              <a:gdLst/>
              <a:ahLst/>
              <a:cxnLst/>
              <a:rect l="l" t="t" r="r" b="b"/>
              <a:pathLst>
                <a:path w="8303895" h="1869439">
                  <a:moveTo>
                    <a:pt x="8303675" y="0"/>
                  </a:moveTo>
                  <a:lnTo>
                    <a:pt x="0" y="0"/>
                  </a:lnTo>
                  <a:lnTo>
                    <a:pt x="0" y="1869019"/>
                  </a:lnTo>
                  <a:lnTo>
                    <a:pt x="8303675" y="1869019"/>
                  </a:lnTo>
                  <a:lnTo>
                    <a:pt x="8303675" y="0"/>
                  </a:lnTo>
                  <a:close/>
                </a:path>
              </a:pathLst>
            </a:custGeom>
            <a:solidFill>
              <a:srgbClr val="FFFFFF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439535" y="4473710"/>
              <a:ext cx="8303895" cy="1869439"/>
            </a:xfrm>
            <a:custGeom>
              <a:avLst/>
              <a:gdLst/>
              <a:ahLst/>
              <a:cxnLst/>
              <a:rect l="l" t="t" r="r" b="b"/>
              <a:pathLst>
                <a:path w="8303895" h="1869439">
                  <a:moveTo>
                    <a:pt x="8303675" y="1869019"/>
                  </a:moveTo>
                  <a:lnTo>
                    <a:pt x="0" y="1869019"/>
                  </a:lnTo>
                  <a:lnTo>
                    <a:pt x="0" y="0"/>
                  </a:lnTo>
                  <a:lnTo>
                    <a:pt x="8303675" y="0"/>
                  </a:lnTo>
                  <a:lnTo>
                    <a:pt x="8303675" y="1869019"/>
                  </a:lnTo>
                  <a:close/>
                </a:path>
              </a:pathLst>
            </a:custGeom>
            <a:ln w="438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040326" y="5378323"/>
              <a:ext cx="1323975" cy="857885"/>
            </a:xfrm>
            <a:custGeom>
              <a:avLst/>
              <a:gdLst/>
              <a:ahLst/>
              <a:cxnLst/>
              <a:rect l="l" t="t" r="r" b="b"/>
              <a:pathLst>
                <a:path w="1323975" h="857885">
                  <a:moveTo>
                    <a:pt x="1323960" y="0"/>
                  </a:moveTo>
                  <a:lnTo>
                    <a:pt x="0" y="0"/>
                  </a:lnTo>
                  <a:lnTo>
                    <a:pt x="0" y="857357"/>
                  </a:lnTo>
                  <a:lnTo>
                    <a:pt x="1323960" y="857357"/>
                  </a:lnTo>
                  <a:lnTo>
                    <a:pt x="1323960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040326" y="5378323"/>
              <a:ext cx="1323975" cy="857885"/>
            </a:xfrm>
            <a:custGeom>
              <a:avLst/>
              <a:gdLst/>
              <a:ahLst/>
              <a:cxnLst/>
              <a:rect l="l" t="t" r="r" b="b"/>
              <a:pathLst>
                <a:path w="1323975" h="857885">
                  <a:moveTo>
                    <a:pt x="1323960" y="857357"/>
                  </a:moveTo>
                  <a:lnTo>
                    <a:pt x="0" y="857357"/>
                  </a:lnTo>
                  <a:lnTo>
                    <a:pt x="0" y="0"/>
                  </a:lnTo>
                  <a:lnTo>
                    <a:pt x="1323960" y="0"/>
                  </a:lnTo>
                  <a:lnTo>
                    <a:pt x="1323960" y="857357"/>
                  </a:lnTo>
                  <a:close/>
                </a:path>
              </a:pathLst>
            </a:custGeom>
            <a:ln w="758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133651" y="4964592"/>
              <a:ext cx="1323975" cy="1271270"/>
            </a:xfrm>
            <a:custGeom>
              <a:avLst/>
              <a:gdLst/>
              <a:ahLst/>
              <a:cxnLst/>
              <a:rect l="l" t="t" r="r" b="b"/>
              <a:pathLst>
                <a:path w="1323975" h="1271270">
                  <a:moveTo>
                    <a:pt x="1323960" y="0"/>
                  </a:moveTo>
                  <a:lnTo>
                    <a:pt x="0" y="0"/>
                  </a:lnTo>
                  <a:lnTo>
                    <a:pt x="0" y="1271087"/>
                  </a:lnTo>
                  <a:lnTo>
                    <a:pt x="1323960" y="1271087"/>
                  </a:lnTo>
                  <a:lnTo>
                    <a:pt x="1323960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133651" y="4964592"/>
              <a:ext cx="1323975" cy="1271270"/>
            </a:xfrm>
            <a:custGeom>
              <a:avLst/>
              <a:gdLst/>
              <a:ahLst/>
              <a:cxnLst/>
              <a:rect l="l" t="t" r="r" b="b"/>
              <a:pathLst>
                <a:path w="1323975" h="1271270">
                  <a:moveTo>
                    <a:pt x="1323960" y="1271087"/>
                  </a:moveTo>
                  <a:lnTo>
                    <a:pt x="0" y="1271087"/>
                  </a:lnTo>
                  <a:lnTo>
                    <a:pt x="0" y="0"/>
                  </a:lnTo>
                  <a:lnTo>
                    <a:pt x="1323960" y="0"/>
                  </a:lnTo>
                  <a:lnTo>
                    <a:pt x="1323960" y="1271087"/>
                  </a:lnTo>
                  <a:close/>
                </a:path>
              </a:pathLst>
            </a:custGeom>
            <a:ln w="997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947000" y="4668520"/>
              <a:ext cx="1323975" cy="1567180"/>
            </a:xfrm>
            <a:custGeom>
              <a:avLst/>
              <a:gdLst/>
              <a:ahLst/>
              <a:cxnLst/>
              <a:rect l="l" t="t" r="r" b="b"/>
              <a:pathLst>
                <a:path w="1323975" h="1567179">
                  <a:moveTo>
                    <a:pt x="1323960" y="0"/>
                  </a:moveTo>
                  <a:lnTo>
                    <a:pt x="0" y="0"/>
                  </a:lnTo>
                  <a:lnTo>
                    <a:pt x="0" y="1567160"/>
                  </a:lnTo>
                  <a:lnTo>
                    <a:pt x="1323960" y="1567160"/>
                  </a:lnTo>
                  <a:lnTo>
                    <a:pt x="1323960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4947000" y="4668520"/>
              <a:ext cx="1323975" cy="1567180"/>
            </a:xfrm>
            <a:custGeom>
              <a:avLst/>
              <a:gdLst/>
              <a:ahLst/>
              <a:cxnLst/>
              <a:rect l="l" t="t" r="r" b="b"/>
              <a:pathLst>
                <a:path w="1323975" h="1567179">
                  <a:moveTo>
                    <a:pt x="1323960" y="1567160"/>
                  </a:moveTo>
                  <a:lnTo>
                    <a:pt x="0" y="1567160"/>
                  </a:lnTo>
                  <a:lnTo>
                    <a:pt x="0" y="0"/>
                  </a:lnTo>
                  <a:lnTo>
                    <a:pt x="1323960" y="0"/>
                  </a:lnTo>
                  <a:lnTo>
                    <a:pt x="1323960" y="1567160"/>
                  </a:lnTo>
                  <a:close/>
                </a:path>
              </a:pathLst>
            </a:custGeom>
            <a:ln w="113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6853675" y="5096716"/>
              <a:ext cx="1328420" cy="1139190"/>
            </a:xfrm>
            <a:custGeom>
              <a:avLst/>
              <a:gdLst/>
              <a:ahLst/>
              <a:cxnLst/>
              <a:rect l="l" t="t" r="r" b="b"/>
              <a:pathLst>
                <a:path w="1328420" h="1139189">
                  <a:moveTo>
                    <a:pt x="1328245" y="0"/>
                  </a:moveTo>
                  <a:lnTo>
                    <a:pt x="0" y="0"/>
                  </a:lnTo>
                  <a:lnTo>
                    <a:pt x="0" y="1138963"/>
                  </a:lnTo>
                  <a:lnTo>
                    <a:pt x="1328245" y="1138963"/>
                  </a:lnTo>
                  <a:lnTo>
                    <a:pt x="132824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6853675" y="5096716"/>
              <a:ext cx="1328420" cy="1139190"/>
            </a:xfrm>
            <a:custGeom>
              <a:avLst/>
              <a:gdLst/>
              <a:ahLst/>
              <a:cxnLst/>
              <a:rect l="l" t="t" r="r" b="b"/>
              <a:pathLst>
                <a:path w="1328420" h="1139189">
                  <a:moveTo>
                    <a:pt x="1328245" y="1138963"/>
                  </a:moveTo>
                  <a:lnTo>
                    <a:pt x="0" y="1138963"/>
                  </a:lnTo>
                  <a:lnTo>
                    <a:pt x="0" y="0"/>
                  </a:lnTo>
                  <a:lnTo>
                    <a:pt x="1328245" y="0"/>
                  </a:lnTo>
                  <a:lnTo>
                    <a:pt x="1328245" y="1138963"/>
                  </a:lnTo>
                  <a:close/>
                </a:path>
              </a:pathLst>
            </a:custGeom>
            <a:ln w="924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804669" y="5326245"/>
              <a:ext cx="1328420" cy="856615"/>
            </a:xfrm>
            <a:custGeom>
              <a:avLst/>
              <a:gdLst/>
              <a:ahLst/>
              <a:cxnLst/>
              <a:rect l="l" t="t" r="r" b="b"/>
              <a:pathLst>
                <a:path w="1328420" h="856614">
                  <a:moveTo>
                    <a:pt x="1328245" y="0"/>
                  </a:moveTo>
                  <a:lnTo>
                    <a:pt x="0" y="0"/>
                  </a:lnTo>
                  <a:lnTo>
                    <a:pt x="0" y="856392"/>
                  </a:lnTo>
                  <a:lnTo>
                    <a:pt x="1328245" y="856392"/>
                  </a:lnTo>
                  <a:lnTo>
                    <a:pt x="132824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2804669" y="5326245"/>
              <a:ext cx="1328420" cy="856615"/>
            </a:xfrm>
            <a:custGeom>
              <a:avLst/>
              <a:gdLst/>
              <a:ahLst/>
              <a:cxnLst/>
              <a:rect l="l" t="t" r="r" b="b"/>
              <a:pathLst>
                <a:path w="1328420" h="856614">
                  <a:moveTo>
                    <a:pt x="1328245" y="856392"/>
                  </a:moveTo>
                  <a:lnTo>
                    <a:pt x="0" y="856392"/>
                  </a:lnTo>
                  <a:lnTo>
                    <a:pt x="0" y="0"/>
                  </a:lnTo>
                  <a:lnTo>
                    <a:pt x="1328245" y="0"/>
                  </a:lnTo>
                  <a:lnTo>
                    <a:pt x="1328245" y="856392"/>
                  </a:lnTo>
                  <a:close/>
                </a:path>
              </a:pathLst>
            </a:custGeom>
            <a:ln w="75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897994" y="4912514"/>
              <a:ext cx="1328420" cy="1270635"/>
            </a:xfrm>
            <a:custGeom>
              <a:avLst/>
              <a:gdLst/>
              <a:ahLst/>
              <a:cxnLst/>
              <a:rect l="l" t="t" r="r" b="b"/>
              <a:pathLst>
                <a:path w="1328420" h="1270635">
                  <a:moveTo>
                    <a:pt x="1328245" y="0"/>
                  </a:moveTo>
                  <a:lnTo>
                    <a:pt x="0" y="0"/>
                  </a:lnTo>
                  <a:lnTo>
                    <a:pt x="0" y="1270123"/>
                  </a:lnTo>
                  <a:lnTo>
                    <a:pt x="1328245" y="1270123"/>
                  </a:lnTo>
                  <a:lnTo>
                    <a:pt x="132824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897994" y="4912514"/>
              <a:ext cx="1328420" cy="1270635"/>
            </a:xfrm>
            <a:custGeom>
              <a:avLst/>
              <a:gdLst/>
              <a:ahLst/>
              <a:cxnLst/>
              <a:rect l="l" t="t" r="r" b="b"/>
              <a:pathLst>
                <a:path w="1328420" h="1270635">
                  <a:moveTo>
                    <a:pt x="1328245" y="1270123"/>
                  </a:moveTo>
                  <a:lnTo>
                    <a:pt x="0" y="1270123"/>
                  </a:lnTo>
                  <a:lnTo>
                    <a:pt x="0" y="0"/>
                  </a:lnTo>
                  <a:lnTo>
                    <a:pt x="1328245" y="0"/>
                  </a:lnTo>
                  <a:lnTo>
                    <a:pt x="1328245" y="1270123"/>
                  </a:lnTo>
                  <a:close/>
                </a:path>
              </a:pathLst>
            </a:custGeom>
            <a:ln w="994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4715628" y="4616442"/>
              <a:ext cx="1323975" cy="1566545"/>
            </a:xfrm>
            <a:custGeom>
              <a:avLst/>
              <a:gdLst/>
              <a:ahLst/>
              <a:cxnLst/>
              <a:rect l="l" t="t" r="r" b="b"/>
              <a:pathLst>
                <a:path w="1323975" h="1566545">
                  <a:moveTo>
                    <a:pt x="1323960" y="0"/>
                  </a:moveTo>
                  <a:lnTo>
                    <a:pt x="0" y="0"/>
                  </a:lnTo>
                  <a:lnTo>
                    <a:pt x="0" y="1566195"/>
                  </a:lnTo>
                  <a:lnTo>
                    <a:pt x="1323960" y="1566195"/>
                  </a:lnTo>
                  <a:lnTo>
                    <a:pt x="1323960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4715628" y="4616442"/>
              <a:ext cx="1323975" cy="1566545"/>
            </a:xfrm>
            <a:custGeom>
              <a:avLst/>
              <a:gdLst/>
              <a:ahLst/>
              <a:cxnLst/>
              <a:rect l="l" t="t" r="r" b="b"/>
              <a:pathLst>
                <a:path w="1323975" h="1566545">
                  <a:moveTo>
                    <a:pt x="1323960" y="1566195"/>
                  </a:moveTo>
                  <a:lnTo>
                    <a:pt x="0" y="1566195"/>
                  </a:lnTo>
                  <a:lnTo>
                    <a:pt x="0" y="0"/>
                  </a:lnTo>
                  <a:lnTo>
                    <a:pt x="1323960" y="0"/>
                  </a:lnTo>
                  <a:lnTo>
                    <a:pt x="1323960" y="1566195"/>
                  </a:lnTo>
                  <a:close/>
                </a:path>
              </a:pathLst>
            </a:custGeom>
            <a:ln w="113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6622303" y="5044638"/>
              <a:ext cx="1323975" cy="1138555"/>
            </a:xfrm>
            <a:custGeom>
              <a:avLst/>
              <a:gdLst/>
              <a:ahLst/>
              <a:cxnLst/>
              <a:rect l="l" t="t" r="r" b="b"/>
              <a:pathLst>
                <a:path w="1323975" h="1138554">
                  <a:moveTo>
                    <a:pt x="1323960" y="0"/>
                  </a:moveTo>
                  <a:lnTo>
                    <a:pt x="0" y="0"/>
                  </a:lnTo>
                  <a:lnTo>
                    <a:pt x="0" y="1137999"/>
                  </a:lnTo>
                  <a:lnTo>
                    <a:pt x="1323960" y="1137999"/>
                  </a:lnTo>
                  <a:lnTo>
                    <a:pt x="1323960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6622303" y="5044638"/>
              <a:ext cx="1323975" cy="1138555"/>
            </a:xfrm>
            <a:custGeom>
              <a:avLst/>
              <a:gdLst/>
              <a:ahLst/>
              <a:cxnLst/>
              <a:rect l="l" t="t" r="r" b="b"/>
              <a:pathLst>
                <a:path w="1323975" h="1138554">
                  <a:moveTo>
                    <a:pt x="1323960" y="1137999"/>
                  </a:moveTo>
                  <a:lnTo>
                    <a:pt x="0" y="1137999"/>
                  </a:lnTo>
                  <a:lnTo>
                    <a:pt x="0" y="0"/>
                  </a:lnTo>
                  <a:lnTo>
                    <a:pt x="1323960" y="0"/>
                  </a:lnTo>
                  <a:lnTo>
                    <a:pt x="1323960" y="1137999"/>
                  </a:lnTo>
                  <a:close/>
                </a:path>
              </a:pathLst>
            </a:custGeom>
            <a:ln w="926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0252" y="786002"/>
            <a:ext cx="8219440" cy="1905"/>
          </a:xfrm>
          <a:custGeom>
            <a:avLst/>
            <a:gdLst/>
            <a:ahLst/>
            <a:cxnLst/>
            <a:rect l="l" t="t" r="r" b="b"/>
            <a:pathLst>
              <a:path w="8219440" h="1904">
                <a:moveTo>
                  <a:pt x="0" y="0"/>
                </a:moveTo>
                <a:lnTo>
                  <a:pt x="8218932" y="1524"/>
                </a:lnTo>
              </a:path>
            </a:pathLst>
          </a:custGeom>
          <a:ln w="101346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574" y="333756"/>
            <a:ext cx="230504" cy="3527425"/>
          </a:xfrm>
          <a:custGeom>
            <a:avLst/>
            <a:gdLst/>
            <a:ahLst/>
            <a:cxnLst/>
            <a:rect l="l" t="t" r="r" b="b"/>
            <a:pathLst>
              <a:path w="230504" h="3527425">
                <a:moveTo>
                  <a:pt x="230124" y="0"/>
                </a:moveTo>
                <a:lnTo>
                  <a:pt x="0" y="0"/>
                </a:lnTo>
                <a:lnTo>
                  <a:pt x="0" y="3527298"/>
                </a:lnTo>
                <a:lnTo>
                  <a:pt x="230124" y="3527298"/>
                </a:lnTo>
                <a:lnTo>
                  <a:pt x="23012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2806" y="710183"/>
            <a:ext cx="3081655" cy="224154"/>
            <a:chOff x="352806" y="710183"/>
            <a:chExt cx="3081655" cy="224154"/>
          </a:xfrm>
        </p:grpSpPr>
        <p:sp>
          <p:nvSpPr>
            <p:cNvPr id="8" name="object 8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998158" y="5067300"/>
            <a:ext cx="3983354" cy="853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540"/>
              </a:lnSpc>
            </a:pP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下有相同的输</a:t>
            </a:r>
            <a:r>
              <a:rPr dirty="0" sz="2400" spc="5" b="1">
                <a:solidFill>
                  <a:srgbClr val="000066"/>
                </a:solidFill>
                <a:latin typeface="新宋体"/>
                <a:cs typeface="新宋体"/>
              </a:rPr>
              <a:t>出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，并转换到同</a:t>
            </a:r>
            <a:endParaRPr sz="2400">
              <a:latin typeface="新宋体"/>
              <a:cs typeface="新宋体"/>
            </a:endParaRPr>
          </a:p>
          <a:p>
            <a:pPr>
              <a:lnSpc>
                <a:spcPts val="2740"/>
              </a:lnSpc>
              <a:spcBef>
                <a:spcPts val="1440"/>
              </a:spcBef>
            </a:pP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态称为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等价状</a:t>
            </a:r>
            <a:r>
              <a:rPr dirty="0" sz="2400" spc="5" b="1">
                <a:solidFill>
                  <a:srgbClr val="FF00FF"/>
                </a:solidFill>
                <a:latin typeface="新宋体"/>
                <a:cs typeface="新宋体"/>
              </a:rPr>
              <a:t>态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。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9565" y="206927"/>
            <a:ext cx="8753475" cy="5744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5780" indent="-407670">
              <a:lnSpc>
                <a:spcPct val="100000"/>
              </a:lnSpc>
              <a:spcBef>
                <a:spcPts val="100"/>
              </a:spcBef>
              <a:buSzPct val="95833"/>
              <a:buFont typeface="Times New Roman"/>
              <a:buAutoNum type="arabicParenBoth"/>
              <a:tabLst>
                <a:tab pos="526415" algn="l"/>
              </a:tabLst>
            </a:pP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根据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给定的逻辑功能建立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原</a:t>
            </a:r>
            <a:r>
              <a:rPr dirty="0" sz="2400" spc="5" b="1">
                <a:solidFill>
                  <a:srgbClr val="FF00FF"/>
                </a:solidFill>
                <a:latin typeface="新宋体"/>
                <a:cs typeface="新宋体"/>
              </a:rPr>
              <a:t>始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状态图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和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原始状态表</a:t>
            </a:r>
            <a:endParaRPr sz="2400">
              <a:latin typeface="新宋体"/>
              <a:cs typeface="新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000066"/>
              </a:buClr>
              <a:buFont typeface="Times New Roman"/>
              <a:buAutoNum type="arabicParenBoth"/>
            </a:pPr>
            <a:endParaRPr sz="3200">
              <a:latin typeface="新宋体"/>
              <a:cs typeface="新宋体"/>
            </a:endParaRPr>
          </a:p>
          <a:p>
            <a:pPr marL="12700" marR="5080" indent="457200">
              <a:lnSpc>
                <a:spcPct val="135000"/>
              </a:lnSpc>
            </a:pP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①明确电路的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输入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条件和相应的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输出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要求，分别确定输入变量 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和输出变量的数目和符号。</a:t>
            </a:r>
            <a:endParaRPr sz="2400">
              <a:latin typeface="新宋体"/>
              <a:cs typeface="新宋体"/>
            </a:endParaRPr>
          </a:p>
          <a:p>
            <a:pPr marL="325120">
              <a:lnSpc>
                <a:spcPct val="100000"/>
              </a:lnSpc>
              <a:spcBef>
                <a:spcPts val="1710"/>
              </a:spcBef>
            </a:pPr>
            <a:r>
              <a:rPr dirty="0" sz="2400" spc="-5" b="1">
                <a:solidFill>
                  <a:srgbClr val="000066"/>
                </a:solidFill>
                <a:latin typeface="宋体"/>
                <a:cs typeface="宋体"/>
              </a:rPr>
              <a:t>②</a:t>
            </a:r>
            <a:r>
              <a:rPr dirty="0" sz="2400" spc="-5" b="1">
                <a:solidFill>
                  <a:srgbClr val="FF00FF"/>
                </a:solidFill>
                <a:latin typeface="新宋体"/>
                <a:cs typeface="新宋体"/>
              </a:rPr>
              <a:t>找出所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有</a:t>
            </a:r>
            <a:r>
              <a:rPr dirty="0" sz="2400" spc="5" b="1">
                <a:solidFill>
                  <a:srgbClr val="FF00FF"/>
                </a:solidFill>
                <a:latin typeface="新宋体"/>
                <a:cs typeface="新宋体"/>
              </a:rPr>
              <a:t>可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能的状态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和状态转换之间</a:t>
            </a:r>
            <a:r>
              <a:rPr dirty="0" sz="2400" spc="5" b="1">
                <a:solidFill>
                  <a:srgbClr val="000066"/>
                </a:solidFill>
                <a:latin typeface="新宋体"/>
                <a:cs typeface="新宋体"/>
              </a:rPr>
              <a:t>的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关系。</a:t>
            </a:r>
            <a:endParaRPr sz="2400">
              <a:latin typeface="新宋体"/>
              <a:cs typeface="新宋体"/>
            </a:endParaRPr>
          </a:p>
          <a:p>
            <a:pPr marL="325120">
              <a:lnSpc>
                <a:spcPct val="100000"/>
              </a:lnSpc>
              <a:spcBef>
                <a:spcPts val="1005"/>
              </a:spcBef>
            </a:pPr>
            <a:r>
              <a:rPr dirty="0" sz="2400" spc="-5" b="1">
                <a:solidFill>
                  <a:srgbClr val="000066"/>
                </a:solidFill>
                <a:latin typeface="宋体"/>
                <a:cs typeface="宋体"/>
              </a:rPr>
              <a:t>③</a:t>
            </a: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根据原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始</a:t>
            </a:r>
            <a:r>
              <a:rPr dirty="0" sz="2400" spc="5" b="1">
                <a:solidFill>
                  <a:srgbClr val="000066"/>
                </a:solidFill>
                <a:latin typeface="新宋体"/>
                <a:cs typeface="新宋体"/>
              </a:rPr>
              <a:t>状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态图建立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原始状态表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。</a:t>
            </a:r>
            <a:endParaRPr sz="2400">
              <a:latin typeface="新宋体"/>
              <a:cs typeface="新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>
              <a:latin typeface="新宋体"/>
              <a:cs typeface="新宋体"/>
            </a:endParaRPr>
          </a:p>
          <a:p>
            <a:pPr marL="441325" indent="-356235">
              <a:lnSpc>
                <a:spcPct val="100000"/>
              </a:lnSpc>
              <a:buClr>
                <a:srgbClr val="000066"/>
              </a:buClr>
              <a:buSzPct val="95833"/>
              <a:buFont typeface="Times New Roman"/>
              <a:buAutoNum type="arabicParenBoth" startAt="2"/>
              <a:tabLst>
                <a:tab pos="441959" algn="l"/>
              </a:tabLst>
            </a:pPr>
            <a:r>
              <a:rPr dirty="0" sz="2400" spc="-5" b="1">
                <a:solidFill>
                  <a:srgbClr val="FF00FF"/>
                </a:solidFill>
                <a:latin typeface="新宋体"/>
                <a:cs typeface="新宋体"/>
              </a:rPr>
              <a:t>状态化简</a:t>
            </a: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-</a:t>
            </a:r>
            <a:r>
              <a:rPr dirty="0" sz="2400" spc="-5" b="1">
                <a:solidFill>
                  <a:srgbClr val="000066"/>
                </a:solidFill>
                <a:latin typeface="Times New Roman"/>
                <a:cs typeface="Times New Roman"/>
              </a:rPr>
              <a:t>--</a:t>
            </a: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--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求出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最简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状态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图</a:t>
            </a:r>
            <a:r>
              <a:rPr dirty="0" sz="2400" spc="-575" b="1">
                <a:solidFill>
                  <a:srgbClr val="000066"/>
                </a:solidFill>
                <a:latin typeface="新宋体"/>
                <a:cs typeface="新宋体"/>
              </a:rPr>
              <a:t> </a:t>
            </a:r>
            <a:r>
              <a:rPr dirty="0" sz="2400">
                <a:solidFill>
                  <a:srgbClr val="000066"/>
                </a:solidFill>
                <a:latin typeface="新宋体"/>
                <a:cs typeface="新宋体"/>
              </a:rPr>
              <a:t>；</a:t>
            </a:r>
            <a:endParaRPr sz="2400">
              <a:latin typeface="新宋体"/>
              <a:cs typeface="新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000">
              <a:latin typeface="新宋体"/>
              <a:cs typeface="新宋体"/>
            </a:endParaRPr>
          </a:p>
          <a:p>
            <a:pPr marL="445770">
              <a:lnSpc>
                <a:spcPct val="100000"/>
              </a:lnSpc>
            </a:pPr>
            <a:r>
              <a:rPr dirty="0" sz="2400" spc="-5" b="1">
                <a:solidFill>
                  <a:srgbClr val="FF00FF"/>
                </a:solidFill>
                <a:latin typeface="新宋体"/>
                <a:cs typeface="新宋体"/>
              </a:rPr>
              <a:t>合并等价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状</a:t>
            </a:r>
            <a:r>
              <a:rPr dirty="0" sz="2400" spc="5" b="1">
                <a:solidFill>
                  <a:srgbClr val="FF00FF"/>
                </a:solidFill>
                <a:latin typeface="新宋体"/>
                <a:cs typeface="新宋体"/>
              </a:rPr>
              <a:t>态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，消去多余状态的过程称</a:t>
            </a:r>
            <a:r>
              <a:rPr dirty="0" sz="2400" spc="5" b="1">
                <a:solidFill>
                  <a:srgbClr val="000066"/>
                </a:solidFill>
                <a:latin typeface="新宋体"/>
                <a:cs typeface="新宋体"/>
              </a:rPr>
              <a:t>为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状态化简</a:t>
            </a:r>
            <a:endParaRPr sz="2400">
              <a:latin typeface="新宋体"/>
              <a:cs typeface="新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00">
              <a:latin typeface="新宋体"/>
              <a:cs typeface="新宋体"/>
            </a:endParaRPr>
          </a:p>
          <a:p>
            <a:pPr marL="300990" marR="5076825">
              <a:lnSpc>
                <a:spcPct val="150000"/>
              </a:lnSpc>
            </a:pPr>
            <a:r>
              <a:rPr dirty="0" sz="2400" spc="-5" b="1">
                <a:solidFill>
                  <a:srgbClr val="FF00FF"/>
                </a:solidFill>
                <a:latin typeface="新宋体"/>
                <a:cs typeface="新宋体"/>
              </a:rPr>
              <a:t>等价状态</a:t>
            </a:r>
            <a:r>
              <a:rPr dirty="0" sz="2400" b="1">
                <a:solidFill>
                  <a:srgbClr val="336699"/>
                </a:solidFill>
                <a:latin typeface="新宋体"/>
                <a:cs typeface="新宋体"/>
              </a:rPr>
              <a:t>：</a:t>
            </a:r>
            <a:r>
              <a:rPr dirty="0" sz="2400" spc="5" b="1">
                <a:solidFill>
                  <a:srgbClr val="000066"/>
                </a:solidFill>
                <a:latin typeface="新宋体"/>
                <a:cs typeface="新宋体"/>
              </a:rPr>
              <a:t>在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相同的输入 </a:t>
            </a: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一个次态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，</a:t>
            </a:r>
            <a:r>
              <a:rPr dirty="0" sz="2400" spc="5" b="1">
                <a:solidFill>
                  <a:srgbClr val="000066"/>
                </a:solidFill>
                <a:latin typeface="新宋体"/>
                <a:cs typeface="新宋体"/>
              </a:rPr>
              <a:t>这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样的两个状</a:t>
            </a:r>
            <a:endParaRPr sz="2400">
              <a:latin typeface="新宋体"/>
              <a:cs typeface="新宋体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212335" y="4707635"/>
            <a:ext cx="4608195" cy="1818639"/>
            <a:chOff x="4212335" y="4707635"/>
            <a:chExt cx="4608195" cy="1818639"/>
          </a:xfrm>
        </p:grpSpPr>
        <p:sp>
          <p:nvSpPr>
            <p:cNvPr id="13" name="object 13"/>
            <p:cNvSpPr/>
            <p:nvPr/>
          </p:nvSpPr>
          <p:spPr>
            <a:xfrm>
              <a:off x="4212335" y="4707635"/>
              <a:ext cx="4608195" cy="1818639"/>
            </a:xfrm>
            <a:custGeom>
              <a:avLst/>
              <a:gdLst/>
              <a:ahLst/>
              <a:cxnLst/>
              <a:rect l="l" t="t" r="r" b="b"/>
              <a:pathLst>
                <a:path w="4608195" h="1818640">
                  <a:moveTo>
                    <a:pt x="4607814" y="0"/>
                  </a:moveTo>
                  <a:lnTo>
                    <a:pt x="0" y="0"/>
                  </a:lnTo>
                  <a:lnTo>
                    <a:pt x="0" y="1818132"/>
                  </a:lnTo>
                  <a:lnTo>
                    <a:pt x="4607814" y="1818132"/>
                  </a:lnTo>
                  <a:lnTo>
                    <a:pt x="46078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842513" y="5778437"/>
              <a:ext cx="1607820" cy="0"/>
            </a:xfrm>
            <a:custGeom>
              <a:avLst/>
              <a:gdLst/>
              <a:ahLst/>
              <a:cxnLst/>
              <a:rect l="l" t="t" r="r" b="b"/>
              <a:pathLst>
                <a:path w="1607820" h="0">
                  <a:moveTo>
                    <a:pt x="0" y="0"/>
                  </a:moveTo>
                  <a:lnTo>
                    <a:pt x="358447" y="0"/>
                  </a:lnTo>
                </a:path>
                <a:path w="1607820" h="0">
                  <a:moveTo>
                    <a:pt x="1254577" y="0"/>
                  </a:moveTo>
                  <a:lnTo>
                    <a:pt x="1607242" y="0"/>
                  </a:lnTo>
                </a:path>
              </a:pathLst>
            </a:custGeom>
            <a:ln w="167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415068" y="5756129"/>
              <a:ext cx="185420" cy="45085"/>
            </a:xfrm>
            <a:custGeom>
              <a:avLst/>
              <a:gdLst/>
              <a:ahLst/>
              <a:cxnLst/>
              <a:rect l="l" t="t" r="r" b="b"/>
              <a:pathLst>
                <a:path w="185420" h="45085">
                  <a:moveTo>
                    <a:pt x="0" y="44616"/>
                  </a:moveTo>
                  <a:lnTo>
                    <a:pt x="0" y="0"/>
                  </a:lnTo>
                  <a:lnTo>
                    <a:pt x="185006" y="22308"/>
                  </a:lnTo>
                  <a:lnTo>
                    <a:pt x="0" y="446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415068" y="5756129"/>
              <a:ext cx="185420" cy="45085"/>
            </a:xfrm>
            <a:custGeom>
              <a:avLst/>
              <a:gdLst/>
              <a:ahLst/>
              <a:cxnLst/>
              <a:rect l="l" t="t" r="r" b="b"/>
              <a:pathLst>
                <a:path w="185420" h="45085">
                  <a:moveTo>
                    <a:pt x="185006" y="22308"/>
                  </a:moveTo>
                  <a:lnTo>
                    <a:pt x="0" y="44616"/>
                  </a:lnTo>
                  <a:lnTo>
                    <a:pt x="0" y="0"/>
                  </a:lnTo>
                  <a:lnTo>
                    <a:pt x="185006" y="22308"/>
                  </a:lnTo>
                  <a:close/>
                </a:path>
              </a:pathLst>
            </a:custGeom>
            <a:ln w="55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472501" y="5270922"/>
              <a:ext cx="601345" cy="0"/>
            </a:xfrm>
            <a:custGeom>
              <a:avLst/>
              <a:gdLst/>
              <a:ahLst/>
              <a:cxnLst/>
              <a:rect l="l" t="t" r="r" b="b"/>
              <a:pathLst>
                <a:path w="601345" h="0">
                  <a:moveTo>
                    <a:pt x="0" y="0"/>
                  </a:moveTo>
                  <a:lnTo>
                    <a:pt x="601270" y="0"/>
                  </a:lnTo>
                </a:path>
              </a:pathLst>
            </a:custGeom>
            <a:ln w="167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021738" y="5248615"/>
              <a:ext cx="185420" cy="45085"/>
            </a:xfrm>
            <a:custGeom>
              <a:avLst/>
              <a:gdLst/>
              <a:ahLst/>
              <a:cxnLst/>
              <a:rect l="l" t="t" r="r" b="b"/>
              <a:pathLst>
                <a:path w="185420" h="45085">
                  <a:moveTo>
                    <a:pt x="0" y="44616"/>
                  </a:moveTo>
                  <a:lnTo>
                    <a:pt x="0" y="0"/>
                  </a:lnTo>
                  <a:lnTo>
                    <a:pt x="185006" y="22308"/>
                  </a:lnTo>
                  <a:lnTo>
                    <a:pt x="0" y="446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021738" y="5248614"/>
              <a:ext cx="185420" cy="45085"/>
            </a:xfrm>
            <a:custGeom>
              <a:avLst/>
              <a:gdLst/>
              <a:ahLst/>
              <a:cxnLst/>
              <a:rect l="l" t="t" r="r" b="b"/>
              <a:pathLst>
                <a:path w="185420" h="45085">
                  <a:moveTo>
                    <a:pt x="185006" y="22308"/>
                  </a:moveTo>
                  <a:lnTo>
                    <a:pt x="0" y="44616"/>
                  </a:lnTo>
                  <a:lnTo>
                    <a:pt x="0" y="0"/>
                  </a:lnTo>
                  <a:lnTo>
                    <a:pt x="185006" y="22308"/>
                  </a:lnTo>
                  <a:close/>
                </a:path>
              </a:pathLst>
            </a:custGeom>
            <a:ln w="55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200963" y="4975336"/>
              <a:ext cx="896619" cy="1093470"/>
            </a:xfrm>
            <a:custGeom>
              <a:avLst/>
              <a:gdLst/>
              <a:ahLst/>
              <a:cxnLst/>
              <a:rect l="l" t="t" r="r" b="b"/>
              <a:pathLst>
                <a:path w="896620" h="1093470">
                  <a:moveTo>
                    <a:pt x="0" y="0"/>
                  </a:moveTo>
                  <a:lnTo>
                    <a:pt x="0" y="1093109"/>
                  </a:lnTo>
                  <a:lnTo>
                    <a:pt x="896124" y="1093109"/>
                  </a:lnTo>
                  <a:lnTo>
                    <a:pt x="896124" y="0"/>
                  </a:lnTo>
                  <a:lnTo>
                    <a:pt x="0" y="0"/>
                  </a:lnTo>
                  <a:close/>
                </a:path>
              </a:pathLst>
            </a:custGeom>
            <a:ln w="341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108651" y="5098032"/>
              <a:ext cx="2278380" cy="0"/>
            </a:xfrm>
            <a:custGeom>
              <a:avLst/>
              <a:gdLst/>
              <a:ahLst/>
              <a:cxnLst/>
              <a:rect l="l" t="t" r="r" b="b"/>
              <a:pathLst>
                <a:path w="2278379" h="0">
                  <a:moveTo>
                    <a:pt x="0" y="0"/>
                  </a:moveTo>
                  <a:lnTo>
                    <a:pt x="2277890" y="0"/>
                  </a:lnTo>
                </a:path>
              </a:pathLst>
            </a:custGeom>
            <a:ln w="167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340290" y="5070145"/>
              <a:ext cx="185420" cy="45085"/>
            </a:xfrm>
            <a:custGeom>
              <a:avLst/>
              <a:gdLst/>
              <a:ahLst/>
              <a:cxnLst/>
              <a:rect l="l" t="t" r="r" b="b"/>
              <a:pathLst>
                <a:path w="185420" h="45085">
                  <a:moveTo>
                    <a:pt x="0" y="44616"/>
                  </a:moveTo>
                  <a:lnTo>
                    <a:pt x="0" y="0"/>
                  </a:lnTo>
                  <a:lnTo>
                    <a:pt x="185006" y="27885"/>
                  </a:lnTo>
                  <a:lnTo>
                    <a:pt x="0" y="446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340290" y="5070147"/>
              <a:ext cx="185420" cy="45085"/>
            </a:xfrm>
            <a:custGeom>
              <a:avLst/>
              <a:gdLst/>
              <a:ahLst/>
              <a:cxnLst/>
              <a:rect l="l" t="t" r="r" b="b"/>
              <a:pathLst>
                <a:path w="185420" h="45085">
                  <a:moveTo>
                    <a:pt x="185006" y="27885"/>
                  </a:moveTo>
                  <a:lnTo>
                    <a:pt x="0" y="44616"/>
                  </a:lnTo>
                  <a:lnTo>
                    <a:pt x="0" y="0"/>
                  </a:lnTo>
                  <a:lnTo>
                    <a:pt x="185006" y="27885"/>
                  </a:lnTo>
                  <a:close/>
                </a:path>
              </a:pathLst>
            </a:custGeom>
            <a:ln w="55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605856" y="5477275"/>
              <a:ext cx="1503680" cy="596900"/>
            </a:xfrm>
            <a:custGeom>
              <a:avLst/>
              <a:gdLst/>
              <a:ahLst/>
              <a:cxnLst/>
              <a:rect l="l" t="t" r="r" b="b"/>
              <a:pathLst>
                <a:path w="1503679" h="596900">
                  <a:moveTo>
                    <a:pt x="0" y="0"/>
                  </a:moveTo>
                  <a:lnTo>
                    <a:pt x="0" y="596748"/>
                  </a:lnTo>
                  <a:lnTo>
                    <a:pt x="1503176" y="596748"/>
                  </a:lnTo>
                  <a:lnTo>
                    <a:pt x="1503176" y="0"/>
                  </a:lnTo>
                  <a:lnTo>
                    <a:pt x="0" y="0"/>
                  </a:lnTo>
                  <a:close/>
                </a:path>
              </a:pathLst>
            </a:custGeom>
            <a:ln w="33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415449" y="5778437"/>
              <a:ext cx="0" cy="669290"/>
            </a:xfrm>
            <a:custGeom>
              <a:avLst/>
              <a:gdLst/>
              <a:ahLst/>
              <a:cxnLst/>
              <a:rect l="l" t="t" r="r" b="b"/>
              <a:pathLst>
                <a:path w="0" h="669289">
                  <a:moveTo>
                    <a:pt x="0" y="0"/>
                  </a:moveTo>
                  <a:lnTo>
                    <a:pt x="0" y="669251"/>
                  </a:lnTo>
                </a:path>
              </a:pathLst>
            </a:custGeom>
            <a:ln w="17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842514" y="6447688"/>
              <a:ext cx="3573145" cy="0"/>
            </a:xfrm>
            <a:custGeom>
              <a:avLst/>
              <a:gdLst/>
              <a:ahLst/>
              <a:cxnLst/>
              <a:rect l="l" t="t" r="r" b="b"/>
              <a:pathLst>
                <a:path w="3573145" h="0">
                  <a:moveTo>
                    <a:pt x="3572934" y="0"/>
                  </a:moveTo>
                  <a:lnTo>
                    <a:pt x="0" y="0"/>
                  </a:lnTo>
                </a:path>
              </a:pathLst>
            </a:custGeom>
            <a:ln w="167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021738" y="5756129"/>
              <a:ext cx="179705" cy="45085"/>
            </a:xfrm>
            <a:custGeom>
              <a:avLst/>
              <a:gdLst/>
              <a:ahLst/>
              <a:cxnLst/>
              <a:rect l="l" t="t" r="r" b="b"/>
              <a:pathLst>
                <a:path w="179704" h="45085">
                  <a:moveTo>
                    <a:pt x="0" y="44616"/>
                  </a:moveTo>
                  <a:lnTo>
                    <a:pt x="0" y="0"/>
                  </a:lnTo>
                  <a:lnTo>
                    <a:pt x="179224" y="22308"/>
                  </a:lnTo>
                  <a:lnTo>
                    <a:pt x="0" y="446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021738" y="5756129"/>
              <a:ext cx="179705" cy="45085"/>
            </a:xfrm>
            <a:custGeom>
              <a:avLst/>
              <a:gdLst/>
              <a:ahLst/>
              <a:cxnLst/>
              <a:rect l="l" t="t" r="r" b="b"/>
              <a:pathLst>
                <a:path w="179704" h="45085">
                  <a:moveTo>
                    <a:pt x="179224" y="22308"/>
                  </a:moveTo>
                  <a:lnTo>
                    <a:pt x="0" y="44616"/>
                  </a:lnTo>
                  <a:lnTo>
                    <a:pt x="0" y="0"/>
                  </a:lnTo>
                  <a:lnTo>
                    <a:pt x="179224" y="22308"/>
                  </a:lnTo>
                  <a:close/>
                </a:path>
              </a:pathLst>
            </a:custGeom>
            <a:ln w="55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842513" y="5778437"/>
              <a:ext cx="0" cy="669290"/>
            </a:xfrm>
            <a:custGeom>
              <a:avLst/>
              <a:gdLst/>
              <a:ahLst/>
              <a:cxnLst/>
              <a:rect l="l" t="t" r="r" b="b"/>
              <a:pathLst>
                <a:path w="0" h="669289">
                  <a:moveTo>
                    <a:pt x="0" y="669251"/>
                  </a:moveTo>
                  <a:lnTo>
                    <a:pt x="0" y="0"/>
                  </a:lnTo>
                </a:path>
              </a:pathLst>
            </a:custGeom>
            <a:ln w="17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732666" y="5226305"/>
              <a:ext cx="81280" cy="95250"/>
            </a:xfrm>
            <a:custGeom>
              <a:avLst/>
              <a:gdLst/>
              <a:ahLst/>
              <a:cxnLst/>
              <a:rect l="l" t="t" r="r" b="b"/>
              <a:pathLst>
                <a:path w="81279" h="95250">
                  <a:moveTo>
                    <a:pt x="80940" y="0"/>
                  </a:moveTo>
                  <a:lnTo>
                    <a:pt x="0" y="94810"/>
                  </a:lnTo>
                </a:path>
              </a:pathLst>
            </a:custGeom>
            <a:ln w="170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253187" y="5728243"/>
              <a:ext cx="81280" cy="95250"/>
            </a:xfrm>
            <a:custGeom>
              <a:avLst/>
              <a:gdLst/>
              <a:ahLst/>
              <a:cxnLst/>
              <a:rect l="l" t="t" r="r" b="b"/>
              <a:pathLst>
                <a:path w="81279" h="95250">
                  <a:moveTo>
                    <a:pt x="80940" y="0"/>
                  </a:moveTo>
                  <a:lnTo>
                    <a:pt x="0" y="94810"/>
                  </a:lnTo>
                </a:path>
              </a:pathLst>
            </a:custGeom>
            <a:ln w="170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108841" y="5053415"/>
              <a:ext cx="86995" cy="95250"/>
            </a:xfrm>
            <a:custGeom>
              <a:avLst/>
              <a:gdLst/>
              <a:ahLst/>
              <a:cxnLst/>
              <a:rect l="l" t="t" r="r" b="b"/>
              <a:pathLst>
                <a:path w="86995" h="95250">
                  <a:moveTo>
                    <a:pt x="86721" y="0"/>
                  </a:moveTo>
                  <a:lnTo>
                    <a:pt x="0" y="94810"/>
                  </a:lnTo>
                </a:path>
              </a:pathLst>
            </a:custGeom>
            <a:ln w="170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640544" y="6403072"/>
              <a:ext cx="81280" cy="95250"/>
            </a:xfrm>
            <a:custGeom>
              <a:avLst/>
              <a:gdLst/>
              <a:ahLst/>
              <a:cxnLst/>
              <a:rect l="l" t="t" r="r" b="b"/>
              <a:pathLst>
                <a:path w="81279" h="95250">
                  <a:moveTo>
                    <a:pt x="80940" y="0"/>
                  </a:moveTo>
                  <a:lnTo>
                    <a:pt x="0" y="94810"/>
                  </a:lnTo>
                </a:path>
              </a:pathLst>
            </a:custGeom>
            <a:ln w="170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/>
          <p:cNvGrpSpPr/>
          <p:nvPr/>
        </p:nvGrpSpPr>
        <p:grpSpPr>
          <a:xfrm>
            <a:off x="4274169" y="4742464"/>
            <a:ext cx="4465955" cy="1761489"/>
            <a:chOff x="4274169" y="4742464"/>
            <a:chExt cx="4465955" cy="1761489"/>
          </a:xfrm>
        </p:grpSpPr>
        <p:sp>
          <p:nvSpPr>
            <p:cNvPr id="35" name="object 35"/>
            <p:cNvSpPr/>
            <p:nvPr/>
          </p:nvSpPr>
          <p:spPr>
            <a:xfrm>
              <a:off x="4274169" y="4742464"/>
              <a:ext cx="4465955" cy="1761489"/>
            </a:xfrm>
            <a:custGeom>
              <a:avLst/>
              <a:gdLst/>
              <a:ahLst/>
              <a:cxnLst/>
              <a:rect l="l" t="t" r="r" b="b"/>
              <a:pathLst>
                <a:path w="4465955" h="1761490">
                  <a:moveTo>
                    <a:pt x="4465648" y="0"/>
                  </a:moveTo>
                  <a:lnTo>
                    <a:pt x="0" y="0"/>
                  </a:lnTo>
                  <a:lnTo>
                    <a:pt x="0" y="1761339"/>
                  </a:lnTo>
                  <a:lnTo>
                    <a:pt x="4465648" y="1761339"/>
                  </a:lnTo>
                  <a:lnTo>
                    <a:pt x="4465648" y="0"/>
                  </a:lnTo>
                  <a:close/>
                </a:path>
              </a:pathLst>
            </a:custGeom>
            <a:solidFill>
              <a:srgbClr val="FFFFFF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672853" y="5594959"/>
              <a:ext cx="712470" cy="808355"/>
            </a:xfrm>
            <a:custGeom>
              <a:avLst/>
              <a:gdLst/>
              <a:ahLst/>
              <a:cxnLst/>
              <a:rect l="l" t="t" r="r" b="b"/>
              <a:pathLst>
                <a:path w="712470" h="808354">
                  <a:moveTo>
                    <a:pt x="712015" y="0"/>
                  </a:moveTo>
                  <a:lnTo>
                    <a:pt x="0" y="0"/>
                  </a:lnTo>
                  <a:lnTo>
                    <a:pt x="0" y="807962"/>
                  </a:lnTo>
                  <a:lnTo>
                    <a:pt x="712015" y="807962"/>
                  </a:lnTo>
                  <a:lnTo>
                    <a:pt x="71201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672853" y="5594959"/>
              <a:ext cx="712470" cy="808355"/>
            </a:xfrm>
            <a:custGeom>
              <a:avLst/>
              <a:gdLst/>
              <a:ahLst/>
              <a:cxnLst/>
              <a:rect l="l" t="t" r="r" b="b"/>
              <a:pathLst>
                <a:path w="712470" h="808354">
                  <a:moveTo>
                    <a:pt x="712015" y="807962"/>
                  </a:moveTo>
                  <a:lnTo>
                    <a:pt x="0" y="807962"/>
                  </a:lnTo>
                  <a:lnTo>
                    <a:pt x="0" y="0"/>
                  </a:lnTo>
                  <a:lnTo>
                    <a:pt x="712015" y="0"/>
                  </a:lnTo>
                  <a:lnTo>
                    <a:pt x="712015" y="807962"/>
                  </a:lnTo>
                  <a:close/>
                </a:path>
              </a:pathLst>
            </a:custGeom>
            <a:ln w="660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647459" y="5205065"/>
              <a:ext cx="712470" cy="1198245"/>
            </a:xfrm>
            <a:custGeom>
              <a:avLst/>
              <a:gdLst/>
              <a:ahLst/>
              <a:cxnLst/>
              <a:rect l="l" t="t" r="r" b="b"/>
              <a:pathLst>
                <a:path w="712470" h="1198245">
                  <a:moveTo>
                    <a:pt x="712015" y="0"/>
                  </a:moveTo>
                  <a:lnTo>
                    <a:pt x="0" y="0"/>
                  </a:lnTo>
                  <a:lnTo>
                    <a:pt x="0" y="1197856"/>
                  </a:lnTo>
                  <a:lnTo>
                    <a:pt x="712015" y="1197856"/>
                  </a:lnTo>
                  <a:lnTo>
                    <a:pt x="71201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647459" y="5205065"/>
              <a:ext cx="712470" cy="1198245"/>
            </a:xfrm>
            <a:custGeom>
              <a:avLst/>
              <a:gdLst/>
              <a:ahLst/>
              <a:cxnLst/>
              <a:rect l="l" t="t" r="r" b="b"/>
              <a:pathLst>
                <a:path w="712470" h="1198245">
                  <a:moveTo>
                    <a:pt x="712015" y="1197856"/>
                  </a:moveTo>
                  <a:lnTo>
                    <a:pt x="0" y="1197856"/>
                  </a:lnTo>
                  <a:lnTo>
                    <a:pt x="0" y="0"/>
                  </a:lnTo>
                  <a:lnTo>
                    <a:pt x="712015" y="0"/>
                  </a:lnTo>
                  <a:lnTo>
                    <a:pt x="712015" y="1197856"/>
                  </a:lnTo>
                  <a:close/>
                </a:path>
              </a:pathLst>
            </a:custGeom>
            <a:ln w="756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698247" y="4926050"/>
              <a:ext cx="712470" cy="1477010"/>
            </a:xfrm>
            <a:custGeom>
              <a:avLst/>
              <a:gdLst/>
              <a:ahLst/>
              <a:cxnLst/>
              <a:rect l="l" t="t" r="r" b="b"/>
              <a:pathLst>
                <a:path w="712470" h="1477010">
                  <a:moveTo>
                    <a:pt x="712015" y="0"/>
                  </a:moveTo>
                  <a:lnTo>
                    <a:pt x="0" y="0"/>
                  </a:lnTo>
                  <a:lnTo>
                    <a:pt x="0" y="1476871"/>
                  </a:lnTo>
                  <a:lnTo>
                    <a:pt x="712015" y="1476871"/>
                  </a:lnTo>
                  <a:lnTo>
                    <a:pt x="71201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698247" y="4926050"/>
              <a:ext cx="712470" cy="1477010"/>
            </a:xfrm>
            <a:custGeom>
              <a:avLst/>
              <a:gdLst/>
              <a:ahLst/>
              <a:cxnLst/>
              <a:rect l="l" t="t" r="r" b="b"/>
              <a:pathLst>
                <a:path w="712470" h="1477010">
                  <a:moveTo>
                    <a:pt x="712015" y="1476871"/>
                  </a:moveTo>
                  <a:lnTo>
                    <a:pt x="0" y="1476871"/>
                  </a:lnTo>
                  <a:lnTo>
                    <a:pt x="0" y="0"/>
                  </a:lnTo>
                  <a:lnTo>
                    <a:pt x="712015" y="0"/>
                  </a:lnTo>
                  <a:lnTo>
                    <a:pt x="712015" y="1476871"/>
                  </a:lnTo>
                  <a:close/>
                </a:path>
              </a:pathLst>
            </a:custGeom>
            <a:ln w="796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723641" y="5329577"/>
              <a:ext cx="714375" cy="1073785"/>
            </a:xfrm>
            <a:custGeom>
              <a:avLst/>
              <a:gdLst/>
              <a:ahLst/>
              <a:cxnLst/>
              <a:rect l="l" t="t" r="r" b="b"/>
              <a:pathLst>
                <a:path w="714375" h="1073785">
                  <a:moveTo>
                    <a:pt x="714319" y="0"/>
                  </a:moveTo>
                  <a:lnTo>
                    <a:pt x="0" y="0"/>
                  </a:lnTo>
                  <a:lnTo>
                    <a:pt x="0" y="1073344"/>
                  </a:lnTo>
                  <a:lnTo>
                    <a:pt x="714319" y="1073344"/>
                  </a:lnTo>
                  <a:lnTo>
                    <a:pt x="714319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7723641" y="5329577"/>
              <a:ext cx="714375" cy="1073785"/>
            </a:xfrm>
            <a:custGeom>
              <a:avLst/>
              <a:gdLst/>
              <a:ahLst/>
              <a:cxnLst/>
              <a:rect l="l" t="t" r="r" b="b"/>
              <a:pathLst>
                <a:path w="714375" h="1073785">
                  <a:moveTo>
                    <a:pt x="714319" y="1073344"/>
                  </a:moveTo>
                  <a:lnTo>
                    <a:pt x="0" y="1073344"/>
                  </a:lnTo>
                  <a:lnTo>
                    <a:pt x="0" y="0"/>
                  </a:lnTo>
                  <a:lnTo>
                    <a:pt x="714319" y="0"/>
                  </a:lnTo>
                  <a:lnTo>
                    <a:pt x="714319" y="1073344"/>
                  </a:lnTo>
                  <a:close/>
                </a:path>
              </a:pathLst>
            </a:custGeom>
            <a:ln w="73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546119" y="5545881"/>
              <a:ext cx="714375" cy="807085"/>
            </a:xfrm>
            <a:custGeom>
              <a:avLst/>
              <a:gdLst/>
              <a:ahLst/>
              <a:cxnLst/>
              <a:rect l="l" t="t" r="r" b="b"/>
              <a:pathLst>
                <a:path w="714375" h="807085">
                  <a:moveTo>
                    <a:pt x="714319" y="0"/>
                  </a:moveTo>
                  <a:lnTo>
                    <a:pt x="0" y="0"/>
                  </a:lnTo>
                  <a:lnTo>
                    <a:pt x="0" y="807053"/>
                  </a:lnTo>
                  <a:lnTo>
                    <a:pt x="714319" y="807053"/>
                  </a:lnTo>
                  <a:lnTo>
                    <a:pt x="714319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546119" y="5545881"/>
              <a:ext cx="714375" cy="807085"/>
            </a:xfrm>
            <a:custGeom>
              <a:avLst/>
              <a:gdLst/>
              <a:ahLst/>
              <a:cxnLst/>
              <a:rect l="l" t="t" r="r" b="b"/>
              <a:pathLst>
                <a:path w="714375" h="807085">
                  <a:moveTo>
                    <a:pt x="714319" y="807053"/>
                  </a:moveTo>
                  <a:lnTo>
                    <a:pt x="0" y="807053"/>
                  </a:lnTo>
                  <a:lnTo>
                    <a:pt x="0" y="0"/>
                  </a:lnTo>
                  <a:lnTo>
                    <a:pt x="714319" y="0"/>
                  </a:lnTo>
                  <a:lnTo>
                    <a:pt x="714319" y="807053"/>
                  </a:lnTo>
                  <a:close/>
                </a:path>
              </a:pathLst>
            </a:custGeom>
            <a:ln w="659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520725" y="5155987"/>
              <a:ext cx="714375" cy="1196975"/>
            </a:xfrm>
            <a:custGeom>
              <a:avLst/>
              <a:gdLst/>
              <a:ahLst/>
              <a:cxnLst/>
              <a:rect l="l" t="t" r="r" b="b"/>
              <a:pathLst>
                <a:path w="714375" h="1196975">
                  <a:moveTo>
                    <a:pt x="714319" y="0"/>
                  </a:moveTo>
                  <a:lnTo>
                    <a:pt x="0" y="0"/>
                  </a:lnTo>
                  <a:lnTo>
                    <a:pt x="0" y="1196947"/>
                  </a:lnTo>
                  <a:lnTo>
                    <a:pt x="714319" y="1196947"/>
                  </a:lnTo>
                  <a:lnTo>
                    <a:pt x="714319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520725" y="5155987"/>
              <a:ext cx="714375" cy="1196975"/>
            </a:xfrm>
            <a:custGeom>
              <a:avLst/>
              <a:gdLst/>
              <a:ahLst/>
              <a:cxnLst/>
              <a:rect l="l" t="t" r="r" b="b"/>
              <a:pathLst>
                <a:path w="714375" h="1196975">
                  <a:moveTo>
                    <a:pt x="714319" y="1196947"/>
                  </a:moveTo>
                  <a:lnTo>
                    <a:pt x="0" y="1196947"/>
                  </a:lnTo>
                  <a:lnTo>
                    <a:pt x="0" y="0"/>
                  </a:lnTo>
                  <a:lnTo>
                    <a:pt x="714319" y="0"/>
                  </a:lnTo>
                  <a:lnTo>
                    <a:pt x="714319" y="1196947"/>
                  </a:lnTo>
                  <a:close/>
                </a:path>
              </a:pathLst>
            </a:custGeom>
            <a:ln w="755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573817" y="4876972"/>
              <a:ext cx="712470" cy="1476375"/>
            </a:xfrm>
            <a:custGeom>
              <a:avLst/>
              <a:gdLst/>
              <a:ahLst/>
              <a:cxnLst/>
              <a:rect l="l" t="t" r="r" b="b"/>
              <a:pathLst>
                <a:path w="712470" h="1476375">
                  <a:moveTo>
                    <a:pt x="712015" y="0"/>
                  </a:moveTo>
                  <a:lnTo>
                    <a:pt x="0" y="0"/>
                  </a:lnTo>
                  <a:lnTo>
                    <a:pt x="0" y="1475962"/>
                  </a:lnTo>
                  <a:lnTo>
                    <a:pt x="712015" y="1475962"/>
                  </a:lnTo>
                  <a:lnTo>
                    <a:pt x="71201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573817" y="4876972"/>
              <a:ext cx="712470" cy="1476375"/>
            </a:xfrm>
            <a:custGeom>
              <a:avLst/>
              <a:gdLst/>
              <a:ahLst/>
              <a:cxnLst/>
              <a:rect l="l" t="t" r="r" b="b"/>
              <a:pathLst>
                <a:path w="712470" h="1476375">
                  <a:moveTo>
                    <a:pt x="712015" y="1475962"/>
                  </a:moveTo>
                  <a:lnTo>
                    <a:pt x="0" y="1475962"/>
                  </a:lnTo>
                  <a:lnTo>
                    <a:pt x="0" y="0"/>
                  </a:lnTo>
                  <a:lnTo>
                    <a:pt x="712015" y="0"/>
                  </a:lnTo>
                  <a:lnTo>
                    <a:pt x="712015" y="1475962"/>
                  </a:lnTo>
                  <a:close/>
                </a:path>
              </a:pathLst>
            </a:custGeom>
            <a:ln w="79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7599211" y="5280499"/>
              <a:ext cx="712470" cy="1072515"/>
            </a:xfrm>
            <a:custGeom>
              <a:avLst/>
              <a:gdLst/>
              <a:ahLst/>
              <a:cxnLst/>
              <a:rect l="l" t="t" r="r" b="b"/>
              <a:pathLst>
                <a:path w="712470" h="1072514">
                  <a:moveTo>
                    <a:pt x="712015" y="0"/>
                  </a:moveTo>
                  <a:lnTo>
                    <a:pt x="0" y="0"/>
                  </a:lnTo>
                  <a:lnTo>
                    <a:pt x="0" y="1072435"/>
                  </a:lnTo>
                  <a:lnTo>
                    <a:pt x="712015" y="1072435"/>
                  </a:lnTo>
                  <a:lnTo>
                    <a:pt x="71201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7599211" y="5280499"/>
              <a:ext cx="712470" cy="1072515"/>
            </a:xfrm>
            <a:custGeom>
              <a:avLst/>
              <a:gdLst/>
              <a:ahLst/>
              <a:cxnLst/>
              <a:rect l="l" t="t" r="r" b="b"/>
              <a:pathLst>
                <a:path w="712470" h="1072514">
                  <a:moveTo>
                    <a:pt x="712015" y="1072435"/>
                  </a:moveTo>
                  <a:lnTo>
                    <a:pt x="0" y="1072435"/>
                  </a:lnTo>
                  <a:lnTo>
                    <a:pt x="0" y="0"/>
                  </a:lnTo>
                  <a:lnTo>
                    <a:pt x="712015" y="0"/>
                  </a:lnTo>
                  <a:lnTo>
                    <a:pt x="712015" y="1072435"/>
                  </a:lnTo>
                  <a:close/>
                </a:path>
              </a:pathLst>
            </a:custGeom>
            <a:ln w="732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4222636" y="4704433"/>
          <a:ext cx="4631055" cy="1767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1470"/>
                <a:gridCol w="526415"/>
                <a:gridCol w="950594"/>
                <a:gridCol w="300989"/>
                <a:gridCol w="235585"/>
                <a:gridCol w="248919"/>
                <a:gridCol w="1654810"/>
                <a:gridCol w="258444"/>
                <a:gridCol w="86360"/>
              </a:tblGrid>
              <a:tr h="1767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62230">
                        <a:lnSpc>
                          <a:spcPct val="100000"/>
                        </a:lnSpc>
                      </a:pPr>
                      <a:r>
                        <a:rPr dirty="0" sz="1900" b="1" i="1">
                          <a:latin typeface="Times New Roman"/>
                          <a:cs typeface="Times New Roman"/>
                        </a:rPr>
                        <a:t>I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">
                    <a:lnL w="76200">
                      <a:solidFill>
                        <a:srgbClr val="FFFFFF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170180">
                        <a:lnSpc>
                          <a:spcPct val="100000"/>
                        </a:lnSpc>
                      </a:pPr>
                      <a:r>
                        <a:rPr dirty="0" sz="1900" b="1" i="1">
                          <a:latin typeface="Times New Roman"/>
                          <a:cs typeface="Times New Roman"/>
                        </a:rPr>
                        <a:t>i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285115" marR="147955">
                        <a:lnSpc>
                          <a:spcPct val="123300"/>
                        </a:lnSpc>
                      </a:pPr>
                      <a:r>
                        <a:rPr dirty="0" sz="1900" b="1">
                          <a:latin typeface="宋体"/>
                          <a:cs typeface="宋体"/>
                        </a:rPr>
                        <a:t>组合 电路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B="0" marT="3175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850">
                        <a:latin typeface="Times New Roman"/>
                        <a:cs typeface="Times New Roman"/>
                      </a:endParaRPr>
                    </a:p>
                    <a:p>
                      <a:pPr marL="155575">
                        <a:lnSpc>
                          <a:spcPct val="100000"/>
                        </a:lnSpc>
                      </a:pPr>
                      <a:r>
                        <a:rPr dirty="0" sz="1900" b="1" i="1">
                          <a:latin typeface="Times New Roman"/>
                          <a:cs typeface="Times New Roman"/>
                        </a:rPr>
                        <a:t>k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L="17145">
                        <a:lnSpc>
                          <a:spcPct val="100000"/>
                        </a:lnSpc>
                      </a:pPr>
                      <a:r>
                        <a:rPr dirty="0" sz="1900" b="1" i="1">
                          <a:latin typeface="Times New Roman"/>
                          <a:cs typeface="Times New Roman"/>
                        </a:rPr>
                        <a:t>E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  <a:spcBef>
                          <a:spcPts val="1655"/>
                        </a:spcBef>
                      </a:pPr>
                      <a:r>
                        <a:rPr dirty="0" sz="1900" b="1" i="1">
                          <a:latin typeface="Times New Roman"/>
                          <a:cs typeface="Times New Roman"/>
                        </a:rPr>
                        <a:t>m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900" b="1" i="1">
                          <a:latin typeface="Times New Roman"/>
                          <a:cs typeface="Times New Roman"/>
                        </a:rPr>
                        <a:t>j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1905">
                        <a:lnSpc>
                          <a:spcPct val="100000"/>
                        </a:lnSpc>
                        <a:tabLst>
                          <a:tab pos="1262380" algn="l"/>
                        </a:tabLst>
                      </a:pPr>
                      <a:r>
                        <a:rPr dirty="0" sz="1900" spc="95" b="1">
                          <a:latin typeface="宋体"/>
                          <a:cs typeface="宋体"/>
                        </a:rPr>
                        <a:t>存储电路	</a:t>
                      </a:r>
                      <a:r>
                        <a:rPr dirty="0" u="sng" baseline="21929" sz="2850" spc="82" b="1" i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S</a:t>
                      </a:r>
                      <a:endParaRPr baseline="21929" sz="2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655"/>
                        </a:spcBef>
                      </a:pPr>
                      <a:r>
                        <a:rPr dirty="0" sz="1900" b="1" i="1">
                          <a:latin typeface="Times New Roman"/>
                          <a:cs typeface="Times New Roman"/>
                        </a:rPr>
                        <a:t>O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0185"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CC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52806" y="710183"/>
            <a:ext cx="3081655" cy="224154"/>
            <a:chOff x="352806" y="710183"/>
            <a:chExt cx="3081655" cy="224154"/>
          </a:xfrm>
        </p:grpSpPr>
        <p:sp>
          <p:nvSpPr>
            <p:cNvPr id="6" name="object 6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20077" y="1377124"/>
            <a:ext cx="374713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000066"/>
                </a:solidFill>
                <a:latin typeface="Times New Roman"/>
                <a:cs typeface="Times New Roman"/>
              </a:rPr>
              <a:t>(3)</a:t>
            </a:r>
            <a:r>
              <a:rPr dirty="0" sz="2400" spc="-5">
                <a:solidFill>
                  <a:srgbClr val="FF00FF"/>
                </a:solidFill>
                <a:latin typeface="新宋体"/>
                <a:cs typeface="新宋体"/>
              </a:rPr>
              <a:t>状态编</a:t>
            </a:r>
            <a:r>
              <a:rPr dirty="0" sz="2400">
                <a:solidFill>
                  <a:srgbClr val="FF00FF"/>
                </a:solidFill>
                <a:latin typeface="新宋体"/>
                <a:cs typeface="新宋体"/>
              </a:rPr>
              <a:t>码</a:t>
            </a:r>
            <a:r>
              <a:rPr dirty="0" sz="2400">
                <a:solidFill>
                  <a:srgbClr val="000066"/>
                </a:solidFill>
                <a:latin typeface="新宋体"/>
                <a:cs typeface="新宋体"/>
              </a:rPr>
              <a:t>（状态分配</a:t>
            </a:r>
            <a:r>
              <a:rPr dirty="0" sz="2400" spc="-5">
                <a:solidFill>
                  <a:srgbClr val="000066"/>
                </a:solidFill>
                <a:latin typeface="新宋体"/>
                <a:cs typeface="新宋体"/>
              </a:rPr>
              <a:t>）；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2827" y="2001011"/>
            <a:ext cx="4924425" cy="1110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给每个</a:t>
            </a:r>
            <a:r>
              <a:rPr dirty="0" sz="2400" spc="-5" b="1">
                <a:solidFill>
                  <a:srgbClr val="FF0000"/>
                </a:solidFill>
                <a:latin typeface="新宋体"/>
                <a:cs typeface="新宋体"/>
              </a:rPr>
              <a:t>状</a:t>
            </a:r>
            <a:r>
              <a:rPr dirty="0" sz="2400" b="1">
                <a:solidFill>
                  <a:srgbClr val="FF0000"/>
                </a:solidFill>
                <a:latin typeface="新宋体"/>
                <a:cs typeface="新宋体"/>
              </a:rPr>
              <a:t>态</a:t>
            </a:r>
            <a:r>
              <a:rPr dirty="0" sz="2400" spc="5" b="1">
                <a:solidFill>
                  <a:srgbClr val="000066"/>
                </a:solidFill>
                <a:latin typeface="新宋体"/>
                <a:cs typeface="新宋体"/>
              </a:rPr>
              <a:t>赋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以</a:t>
            </a:r>
            <a:r>
              <a:rPr dirty="0" sz="2400" b="1">
                <a:solidFill>
                  <a:srgbClr val="FF0000"/>
                </a:solidFill>
                <a:latin typeface="新宋体"/>
                <a:cs typeface="新宋体"/>
              </a:rPr>
              <a:t>二进制代码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的过程。</a:t>
            </a:r>
            <a:endParaRPr sz="2400">
              <a:latin typeface="新宋体"/>
              <a:cs typeface="新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50">
              <a:latin typeface="新宋体"/>
              <a:cs typeface="新宋体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根据状态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数</a:t>
            </a:r>
            <a:r>
              <a:rPr dirty="0" sz="2400" spc="5" b="1">
                <a:solidFill>
                  <a:srgbClr val="000066"/>
                </a:solidFill>
                <a:latin typeface="新宋体"/>
                <a:cs typeface="新宋体"/>
              </a:rPr>
              <a:t>确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定触发器的个数，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5465" y="4185411"/>
            <a:ext cx="5053330" cy="1743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8300" indent="-356235">
              <a:lnSpc>
                <a:spcPct val="100000"/>
              </a:lnSpc>
              <a:spcBef>
                <a:spcPts val="100"/>
              </a:spcBef>
              <a:buSzPct val="95833"/>
              <a:buFont typeface="Times New Roman"/>
              <a:buAutoNum type="arabicParenBoth" startAt="4"/>
              <a:tabLst>
                <a:tab pos="368935" algn="l"/>
              </a:tabLst>
            </a:pP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选择</a:t>
            </a:r>
            <a:r>
              <a:rPr dirty="0" sz="2400" spc="-5" b="1">
                <a:solidFill>
                  <a:srgbClr val="FF00FF"/>
                </a:solidFill>
                <a:latin typeface="新宋体"/>
                <a:cs typeface="新宋体"/>
              </a:rPr>
              <a:t>触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发器的类型</a:t>
            </a:r>
            <a:endParaRPr sz="2400">
              <a:latin typeface="新宋体"/>
              <a:cs typeface="新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0066"/>
              </a:buClr>
              <a:buFont typeface="Times New Roman"/>
              <a:buAutoNum type="arabicParenBoth" startAt="4"/>
            </a:pPr>
            <a:endParaRPr sz="1950">
              <a:latin typeface="新宋体"/>
              <a:cs typeface="新宋体"/>
            </a:endParaRPr>
          </a:p>
          <a:p>
            <a:pPr marL="369570" indent="-356235">
              <a:lnSpc>
                <a:spcPct val="100000"/>
              </a:lnSpc>
              <a:spcBef>
                <a:spcPts val="5"/>
              </a:spcBef>
              <a:buSzPct val="95833"/>
              <a:buFont typeface="Times New Roman"/>
              <a:buAutoNum type="arabicParenBoth" startAt="4"/>
              <a:tabLst>
                <a:tab pos="370205" algn="l"/>
              </a:tabLst>
            </a:pP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求出电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路的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激励方程</a:t>
            </a:r>
            <a:r>
              <a:rPr dirty="0" sz="2400" spc="5" b="1">
                <a:solidFill>
                  <a:srgbClr val="000066"/>
                </a:solidFill>
                <a:latin typeface="新宋体"/>
                <a:cs typeface="新宋体"/>
              </a:rPr>
              <a:t>和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输出方</a:t>
            </a:r>
            <a:r>
              <a:rPr dirty="0" sz="2400" spc="-10" b="1">
                <a:solidFill>
                  <a:srgbClr val="FF00FF"/>
                </a:solidFill>
                <a:latin typeface="新宋体"/>
                <a:cs typeface="新宋体"/>
              </a:rPr>
              <a:t>程</a:t>
            </a:r>
            <a:r>
              <a:rPr dirty="0" sz="2400" spc="-575" b="1">
                <a:solidFill>
                  <a:srgbClr val="FF00FF"/>
                </a:solidFill>
                <a:latin typeface="新宋体"/>
                <a:cs typeface="新宋体"/>
              </a:rPr>
              <a:t> </a:t>
            </a:r>
            <a:r>
              <a:rPr dirty="0" sz="2400">
                <a:solidFill>
                  <a:srgbClr val="000066"/>
                </a:solidFill>
                <a:latin typeface="新宋体"/>
                <a:cs typeface="新宋体"/>
              </a:rPr>
              <a:t>；</a:t>
            </a:r>
            <a:endParaRPr sz="2400">
              <a:latin typeface="新宋体"/>
              <a:cs typeface="新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00066"/>
              </a:buClr>
              <a:buFont typeface="Times New Roman"/>
              <a:buAutoNum type="arabicParenBoth" startAt="4"/>
            </a:pPr>
            <a:endParaRPr sz="1850">
              <a:latin typeface="新宋体"/>
              <a:cs typeface="新宋体"/>
            </a:endParaRPr>
          </a:p>
          <a:p>
            <a:pPr marL="369570" indent="-356235">
              <a:lnSpc>
                <a:spcPct val="100000"/>
              </a:lnSpc>
              <a:buSzPct val="95833"/>
              <a:buFont typeface="Times New Roman"/>
              <a:buAutoNum type="arabicParenBoth" startAt="4"/>
              <a:tabLst>
                <a:tab pos="370205" algn="l"/>
              </a:tabLst>
            </a:pP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画出逻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辑图并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检查自</a:t>
            </a:r>
            <a:r>
              <a:rPr dirty="0" sz="2400" spc="5" b="1">
                <a:solidFill>
                  <a:srgbClr val="FF00FF"/>
                </a:solidFill>
                <a:latin typeface="新宋体"/>
                <a:cs typeface="新宋体"/>
              </a:rPr>
              <a:t>启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动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能力。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10877" y="3383724"/>
            <a:ext cx="41535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（</a:t>
            </a:r>
            <a:r>
              <a:rPr dirty="0" sz="2400" spc="-5" b="1">
                <a:solidFill>
                  <a:srgbClr val="000066"/>
                </a:solidFill>
                <a:latin typeface="Times New Roman"/>
                <a:cs typeface="Times New Roman"/>
              </a:rPr>
              <a:t>M:</a:t>
            </a: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状态数</a:t>
            </a:r>
            <a:r>
              <a:rPr dirty="0" sz="2400" spc="-5" b="1">
                <a:solidFill>
                  <a:srgbClr val="000066"/>
                </a:solidFill>
                <a:latin typeface="Times New Roman"/>
                <a:cs typeface="Times New Roman"/>
              </a:rPr>
              <a:t>;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n:</a:t>
            </a:r>
            <a:r>
              <a:rPr dirty="0" sz="2400" b="1">
                <a:solidFill>
                  <a:srgbClr val="FF0000"/>
                </a:solidFill>
                <a:latin typeface="新宋体"/>
                <a:cs typeface="新宋体"/>
              </a:rPr>
              <a:t>触</a:t>
            </a:r>
            <a:r>
              <a:rPr dirty="0" sz="2400" spc="5" b="1">
                <a:solidFill>
                  <a:srgbClr val="FF0000"/>
                </a:solidFill>
                <a:latin typeface="新宋体"/>
                <a:cs typeface="新宋体"/>
              </a:rPr>
              <a:t>发</a:t>
            </a:r>
            <a:r>
              <a:rPr dirty="0" sz="2400" b="1">
                <a:solidFill>
                  <a:srgbClr val="FF0000"/>
                </a:solidFill>
                <a:latin typeface="新宋体"/>
                <a:cs typeface="新宋体"/>
              </a:rPr>
              <a:t>器的个数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）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69352" y="3348704"/>
            <a:ext cx="160909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2</a:t>
            </a:r>
            <a:r>
              <a:rPr dirty="0" baseline="25525" sz="2775" b="1" i="1">
                <a:solidFill>
                  <a:srgbClr val="000066"/>
                </a:solidFill>
                <a:latin typeface="Times New Roman"/>
                <a:cs typeface="Times New Roman"/>
              </a:rPr>
              <a:t>n</a:t>
            </a:r>
            <a:r>
              <a:rPr dirty="0" baseline="25525" sz="2775" b="1">
                <a:solidFill>
                  <a:srgbClr val="000066"/>
                </a:solidFill>
                <a:latin typeface="Times New Roman"/>
                <a:cs typeface="Times New Roman"/>
              </a:rPr>
              <a:t>-1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&lt;</a:t>
            </a:r>
            <a:r>
              <a:rPr dirty="0" sz="2800" b="1" i="1">
                <a:solidFill>
                  <a:srgbClr val="000066"/>
                </a:solidFill>
                <a:latin typeface="Times New Roman"/>
                <a:cs typeface="Times New Roman"/>
              </a:rPr>
              <a:t>M≤2</a:t>
            </a:r>
            <a:r>
              <a:rPr dirty="0" baseline="25525" sz="2775" b="1" i="1">
                <a:solidFill>
                  <a:srgbClr val="000066"/>
                </a:solidFill>
                <a:latin typeface="Times New Roman"/>
                <a:cs typeface="Times New Roman"/>
              </a:rPr>
              <a:t>n</a:t>
            </a:r>
            <a:endParaRPr baseline="25525" sz="2775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3115310"/>
          </a:xfrm>
          <a:custGeom>
            <a:avLst/>
            <a:gdLst/>
            <a:ahLst/>
            <a:cxnLst/>
            <a:rect l="l" t="t" r="r" b="b"/>
            <a:pathLst>
              <a:path w="9144000" h="3115310">
                <a:moveTo>
                  <a:pt x="0" y="3115055"/>
                </a:moveTo>
                <a:lnTo>
                  <a:pt x="9144000" y="3115055"/>
                </a:lnTo>
                <a:lnTo>
                  <a:pt x="9144000" y="0"/>
                </a:lnTo>
                <a:lnTo>
                  <a:pt x="0" y="0"/>
                </a:lnTo>
                <a:lnTo>
                  <a:pt x="0" y="3115055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3173793"/>
            <a:ext cx="9144000" cy="3684270"/>
          </a:xfrm>
          <a:custGeom>
            <a:avLst/>
            <a:gdLst/>
            <a:ahLst/>
            <a:cxnLst/>
            <a:rect l="l" t="t" r="r" b="b"/>
            <a:pathLst>
              <a:path w="9144000" h="3684270">
                <a:moveTo>
                  <a:pt x="0" y="3684206"/>
                </a:moveTo>
                <a:lnTo>
                  <a:pt x="9144000" y="3684206"/>
                </a:lnTo>
                <a:lnTo>
                  <a:pt x="9144000" y="0"/>
                </a:lnTo>
                <a:lnTo>
                  <a:pt x="0" y="0"/>
                </a:lnTo>
                <a:lnTo>
                  <a:pt x="0" y="3684206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0" y="3173793"/>
            <a:ext cx="250825" cy="3684270"/>
            <a:chOff x="0" y="3173793"/>
            <a:chExt cx="250825" cy="3684270"/>
          </a:xfrm>
        </p:grpSpPr>
        <p:sp>
          <p:nvSpPr>
            <p:cNvPr id="5" name="object 5"/>
            <p:cNvSpPr/>
            <p:nvPr/>
          </p:nvSpPr>
          <p:spPr>
            <a:xfrm>
              <a:off x="0" y="4292345"/>
              <a:ext cx="250825" cy="2566035"/>
            </a:xfrm>
            <a:custGeom>
              <a:avLst/>
              <a:gdLst/>
              <a:ahLst/>
              <a:cxnLst/>
              <a:rect l="l" t="t" r="r" b="b"/>
              <a:pathLst>
                <a:path w="250825" h="2566034">
                  <a:moveTo>
                    <a:pt x="0" y="2565654"/>
                  </a:moveTo>
                  <a:lnTo>
                    <a:pt x="250697" y="2565654"/>
                  </a:lnTo>
                  <a:lnTo>
                    <a:pt x="250697" y="0"/>
                  </a:lnTo>
                  <a:lnTo>
                    <a:pt x="0" y="0"/>
                  </a:lnTo>
                  <a:lnTo>
                    <a:pt x="0" y="2565654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173793"/>
              <a:ext cx="250825" cy="1118870"/>
            </a:xfrm>
            <a:custGeom>
              <a:avLst/>
              <a:gdLst/>
              <a:ahLst/>
              <a:cxnLst/>
              <a:rect l="l" t="t" r="r" b="b"/>
              <a:pathLst>
                <a:path w="250825" h="1118870">
                  <a:moveTo>
                    <a:pt x="0" y="1118552"/>
                  </a:moveTo>
                  <a:lnTo>
                    <a:pt x="250697" y="1118552"/>
                  </a:lnTo>
                  <a:lnTo>
                    <a:pt x="250697" y="0"/>
                  </a:lnTo>
                  <a:lnTo>
                    <a:pt x="0" y="0"/>
                  </a:lnTo>
                  <a:lnTo>
                    <a:pt x="0" y="1118552"/>
                  </a:lnTo>
                  <a:close/>
                </a:path>
              </a:pathLst>
            </a:custGeom>
            <a:solidFill>
              <a:srgbClr val="6666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0" y="0"/>
            <a:ext cx="250825" cy="3115310"/>
          </a:xfrm>
          <a:custGeom>
            <a:avLst/>
            <a:gdLst/>
            <a:ahLst/>
            <a:cxnLst/>
            <a:rect l="l" t="t" r="r" b="b"/>
            <a:pathLst>
              <a:path w="250825" h="3115310">
                <a:moveTo>
                  <a:pt x="0" y="3115055"/>
                </a:moveTo>
                <a:lnTo>
                  <a:pt x="250697" y="3115055"/>
                </a:lnTo>
                <a:lnTo>
                  <a:pt x="250697" y="0"/>
                </a:lnTo>
                <a:lnTo>
                  <a:pt x="0" y="0"/>
                </a:lnTo>
                <a:lnTo>
                  <a:pt x="0" y="3115055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0252" y="786002"/>
            <a:ext cx="8219440" cy="1905"/>
          </a:xfrm>
          <a:custGeom>
            <a:avLst/>
            <a:gdLst/>
            <a:ahLst/>
            <a:cxnLst/>
            <a:rect l="l" t="t" r="r" b="b"/>
            <a:pathLst>
              <a:path w="8219440" h="1904">
                <a:moveTo>
                  <a:pt x="0" y="0"/>
                </a:moveTo>
                <a:lnTo>
                  <a:pt x="8218932" y="1524"/>
                </a:lnTo>
              </a:path>
            </a:pathLst>
          </a:custGeom>
          <a:ln w="101346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574" y="333756"/>
            <a:ext cx="230504" cy="2781300"/>
          </a:xfrm>
          <a:custGeom>
            <a:avLst/>
            <a:gdLst/>
            <a:ahLst/>
            <a:cxnLst/>
            <a:rect l="l" t="t" r="r" b="b"/>
            <a:pathLst>
              <a:path w="230504" h="2781300">
                <a:moveTo>
                  <a:pt x="0" y="2781300"/>
                </a:moveTo>
                <a:lnTo>
                  <a:pt x="230124" y="2781300"/>
                </a:lnTo>
                <a:lnTo>
                  <a:pt x="230124" y="0"/>
                </a:lnTo>
                <a:lnTo>
                  <a:pt x="0" y="0"/>
                </a:lnTo>
                <a:lnTo>
                  <a:pt x="0" y="27813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574" y="3173793"/>
            <a:ext cx="230504" cy="687705"/>
          </a:xfrm>
          <a:custGeom>
            <a:avLst/>
            <a:gdLst/>
            <a:ahLst/>
            <a:cxnLst/>
            <a:rect l="l" t="t" r="r" b="b"/>
            <a:pathLst>
              <a:path w="230504" h="687704">
                <a:moveTo>
                  <a:pt x="0" y="687260"/>
                </a:moveTo>
                <a:lnTo>
                  <a:pt x="230124" y="687260"/>
                </a:lnTo>
                <a:lnTo>
                  <a:pt x="230124" y="0"/>
                </a:lnTo>
                <a:lnTo>
                  <a:pt x="0" y="0"/>
                </a:lnTo>
                <a:lnTo>
                  <a:pt x="0" y="68726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27823" y="4807089"/>
            <a:ext cx="1744345" cy="9886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40"/>
              </a:lnSpc>
              <a:tabLst>
                <a:tab pos="1597660" algn="l"/>
              </a:tabLst>
            </a:pPr>
            <a:r>
              <a:rPr dirty="0" sz="1950" spc="-175">
                <a:latin typeface="Times New Roman"/>
                <a:cs typeface="Times New Roman"/>
              </a:rPr>
              <a:t>1</a:t>
            </a:r>
            <a:r>
              <a:rPr dirty="0" sz="1950" spc="-265">
                <a:latin typeface="Times New Roman"/>
                <a:cs typeface="Times New Roman"/>
              </a:rPr>
              <a:t>D</a:t>
            </a:r>
            <a:r>
              <a:rPr dirty="0" sz="1950">
                <a:latin typeface="Times New Roman"/>
                <a:cs typeface="Times New Roman"/>
              </a:rPr>
              <a:t>	</a:t>
            </a:r>
            <a:r>
              <a:rPr dirty="0" baseline="-7122" sz="2925" spc="-397" i="1">
                <a:latin typeface="Times New Roman"/>
                <a:cs typeface="Times New Roman"/>
              </a:rPr>
              <a:t>Q</a:t>
            </a:r>
            <a:endParaRPr baseline="-7122" sz="292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  <a:tabLst>
                <a:tab pos="1597660" algn="l"/>
              </a:tabLst>
            </a:pPr>
            <a:r>
              <a:rPr dirty="0" sz="1950" spc="-215">
                <a:latin typeface="Times New Roman"/>
                <a:cs typeface="Times New Roman"/>
              </a:rPr>
              <a:t>C1</a:t>
            </a:r>
            <a:r>
              <a:rPr dirty="0" sz="1950" spc="-215">
                <a:latin typeface="Times New Roman"/>
                <a:cs typeface="Times New Roman"/>
              </a:rPr>
              <a:t>	</a:t>
            </a:r>
            <a:r>
              <a:rPr dirty="0" baseline="-17094" sz="2925" spc="-397" i="1">
                <a:latin typeface="Times New Roman"/>
                <a:cs typeface="Times New Roman"/>
              </a:rPr>
              <a:t>Q</a:t>
            </a:r>
            <a:endParaRPr baseline="-17094" sz="2925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28344" y="3905808"/>
            <a:ext cx="4032885" cy="1681480"/>
            <a:chOff x="928344" y="3905808"/>
            <a:chExt cx="4032885" cy="1681480"/>
          </a:xfrm>
        </p:grpSpPr>
        <p:sp>
          <p:nvSpPr>
            <p:cNvPr id="16" name="object 16"/>
            <p:cNvSpPr/>
            <p:nvPr/>
          </p:nvSpPr>
          <p:spPr>
            <a:xfrm>
              <a:off x="940409" y="5179502"/>
              <a:ext cx="1138555" cy="0"/>
            </a:xfrm>
            <a:custGeom>
              <a:avLst/>
              <a:gdLst/>
              <a:ahLst/>
              <a:cxnLst/>
              <a:rect l="l" t="t" r="r" b="b"/>
              <a:pathLst>
                <a:path w="1138555" h="0">
                  <a:moveTo>
                    <a:pt x="0" y="0"/>
                  </a:moveTo>
                  <a:lnTo>
                    <a:pt x="1137980" y="0"/>
                  </a:lnTo>
                </a:path>
              </a:pathLst>
            </a:custGeom>
            <a:ln w="237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54024" y="4681053"/>
              <a:ext cx="1124585" cy="0"/>
            </a:xfrm>
            <a:custGeom>
              <a:avLst/>
              <a:gdLst/>
              <a:ahLst/>
              <a:cxnLst/>
              <a:rect l="l" t="t" r="r" b="b"/>
              <a:pathLst>
                <a:path w="1124585" h="0">
                  <a:moveTo>
                    <a:pt x="0" y="0"/>
                  </a:moveTo>
                  <a:lnTo>
                    <a:pt x="1124365" y="0"/>
                  </a:lnTo>
                </a:path>
              </a:pathLst>
            </a:custGeom>
            <a:ln w="237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816271" y="3917556"/>
              <a:ext cx="3133090" cy="1645920"/>
            </a:xfrm>
            <a:custGeom>
              <a:avLst/>
              <a:gdLst/>
              <a:ahLst/>
              <a:cxnLst/>
              <a:rect l="l" t="t" r="r" b="b"/>
              <a:pathLst>
                <a:path w="3133090" h="1645920">
                  <a:moveTo>
                    <a:pt x="249332" y="443065"/>
                  </a:moveTo>
                  <a:lnTo>
                    <a:pt x="0" y="443065"/>
                  </a:lnTo>
                  <a:lnTo>
                    <a:pt x="0" y="0"/>
                  </a:lnTo>
                  <a:lnTo>
                    <a:pt x="3132643" y="0"/>
                  </a:lnTo>
                  <a:lnTo>
                    <a:pt x="3132643" y="1645672"/>
                  </a:lnTo>
                </a:path>
              </a:pathLst>
            </a:custGeom>
            <a:ln w="22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369278" y="4530727"/>
              <a:ext cx="447675" cy="257175"/>
            </a:xfrm>
            <a:custGeom>
              <a:avLst/>
              <a:gdLst/>
              <a:ahLst/>
              <a:cxnLst/>
              <a:rect l="l" t="t" r="r" b="b"/>
              <a:pathLst>
                <a:path w="447675" h="257175">
                  <a:moveTo>
                    <a:pt x="0" y="0"/>
                  </a:moveTo>
                  <a:lnTo>
                    <a:pt x="214170" y="0"/>
                  </a:lnTo>
                  <a:lnTo>
                    <a:pt x="214170" y="257136"/>
                  </a:lnTo>
                  <a:lnTo>
                    <a:pt x="447520" y="257136"/>
                  </a:lnTo>
                </a:path>
              </a:pathLst>
            </a:custGeom>
            <a:ln w="226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369278" y="5060824"/>
              <a:ext cx="447675" cy="257175"/>
            </a:xfrm>
            <a:custGeom>
              <a:avLst/>
              <a:gdLst/>
              <a:ahLst/>
              <a:cxnLst/>
              <a:rect l="l" t="t" r="r" b="b"/>
              <a:pathLst>
                <a:path w="447675" h="257175">
                  <a:moveTo>
                    <a:pt x="0" y="257136"/>
                  </a:moveTo>
                  <a:lnTo>
                    <a:pt x="214170" y="257136"/>
                  </a:lnTo>
                  <a:lnTo>
                    <a:pt x="214170" y="0"/>
                  </a:lnTo>
                  <a:lnTo>
                    <a:pt x="447520" y="0"/>
                  </a:lnTo>
                </a:path>
              </a:pathLst>
            </a:custGeom>
            <a:ln w="226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120473" y="4942146"/>
              <a:ext cx="471805" cy="633095"/>
            </a:xfrm>
            <a:custGeom>
              <a:avLst/>
              <a:gdLst/>
              <a:ahLst/>
              <a:cxnLst/>
              <a:rect l="l" t="t" r="r" b="b"/>
              <a:pathLst>
                <a:path w="471804" h="633095">
                  <a:moveTo>
                    <a:pt x="0" y="0"/>
                  </a:moveTo>
                  <a:lnTo>
                    <a:pt x="471213" y="0"/>
                  </a:lnTo>
                </a:path>
                <a:path w="471804" h="633095">
                  <a:moveTo>
                    <a:pt x="319657" y="632951"/>
                  </a:moveTo>
                  <a:lnTo>
                    <a:pt x="471213" y="632951"/>
                  </a:lnTo>
                </a:path>
              </a:pathLst>
            </a:custGeom>
            <a:ln w="237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-28194" y="357378"/>
            <a:ext cx="9201150" cy="2816860"/>
            <a:chOff x="-28194" y="357378"/>
            <a:chExt cx="9201150" cy="2816860"/>
          </a:xfrm>
        </p:grpSpPr>
        <p:sp>
          <p:nvSpPr>
            <p:cNvPr id="23" name="object 23"/>
            <p:cNvSpPr/>
            <p:nvPr/>
          </p:nvSpPr>
          <p:spPr>
            <a:xfrm>
              <a:off x="380" y="3143630"/>
              <a:ext cx="9144000" cy="1905"/>
            </a:xfrm>
            <a:custGeom>
              <a:avLst/>
              <a:gdLst/>
              <a:ahLst/>
              <a:cxnLst/>
              <a:rect l="l" t="t" r="r" b="b"/>
              <a:pathLst>
                <a:path w="9144000" h="1905">
                  <a:moveTo>
                    <a:pt x="9144000" y="1587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57758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57758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7378" y="357378"/>
              <a:ext cx="5285993" cy="250012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57758" y="898779"/>
              <a:ext cx="2844165" cy="1728470"/>
            </a:xfrm>
            <a:custGeom>
              <a:avLst/>
              <a:gdLst/>
              <a:ahLst/>
              <a:cxnLst/>
              <a:rect l="l" t="t" r="r" b="b"/>
              <a:pathLst>
                <a:path w="2844165" h="1728470">
                  <a:moveTo>
                    <a:pt x="2843783" y="0"/>
                  </a:moveTo>
                  <a:lnTo>
                    <a:pt x="0" y="0"/>
                  </a:lnTo>
                  <a:lnTo>
                    <a:pt x="0" y="1728216"/>
                  </a:lnTo>
                  <a:lnTo>
                    <a:pt x="2843783" y="1728216"/>
                  </a:lnTo>
                  <a:lnTo>
                    <a:pt x="28437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3139739" y="5400203"/>
            <a:ext cx="283210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235" i="1">
                <a:latin typeface="Times New Roman"/>
                <a:cs typeface="Times New Roman"/>
              </a:rPr>
              <a:t>CP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829057" y="4950057"/>
            <a:ext cx="2893060" cy="1076325"/>
          </a:xfrm>
          <a:custGeom>
            <a:avLst/>
            <a:gdLst/>
            <a:ahLst/>
            <a:cxnLst/>
            <a:rect l="l" t="t" r="r" b="b"/>
            <a:pathLst>
              <a:path w="2893060" h="1076325">
                <a:moveTo>
                  <a:pt x="249332" y="522184"/>
                </a:moveTo>
                <a:lnTo>
                  <a:pt x="3196" y="522184"/>
                </a:lnTo>
                <a:lnTo>
                  <a:pt x="0" y="1076016"/>
                </a:lnTo>
                <a:lnTo>
                  <a:pt x="2892900" y="1076016"/>
                </a:lnTo>
                <a:lnTo>
                  <a:pt x="2892900" y="0"/>
                </a:lnTo>
              </a:path>
            </a:pathLst>
          </a:custGeom>
          <a:ln w="2318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48615" y="4534128"/>
            <a:ext cx="89535" cy="2762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40"/>
              </a:lnSpc>
            </a:pPr>
            <a:r>
              <a:rPr dirty="0" sz="1950" spc="-165" i="1">
                <a:latin typeface="Times New Roman"/>
                <a:cs typeface="Times New Roman"/>
              </a:rPr>
              <a:t>J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26239" y="5048402"/>
            <a:ext cx="134620" cy="2762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40"/>
              </a:lnSpc>
            </a:pPr>
            <a:r>
              <a:rPr dirty="0" sz="1950" spc="-245" i="1">
                <a:latin typeface="Times New Roman"/>
                <a:cs typeface="Times New Roman"/>
              </a:rPr>
              <a:t>K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30351" y="3628511"/>
            <a:ext cx="3056255" cy="2600960"/>
            <a:chOff x="530351" y="3628511"/>
            <a:chExt cx="3056255" cy="2600960"/>
          </a:xfrm>
        </p:grpSpPr>
        <p:sp>
          <p:nvSpPr>
            <p:cNvPr id="33" name="object 33"/>
            <p:cNvSpPr/>
            <p:nvPr/>
          </p:nvSpPr>
          <p:spPr>
            <a:xfrm>
              <a:off x="1202528" y="4914455"/>
              <a:ext cx="396875" cy="510540"/>
            </a:xfrm>
            <a:custGeom>
              <a:avLst/>
              <a:gdLst/>
              <a:ahLst/>
              <a:cxnLst/>
              <a:rect l="l" t="t" r="r" b="b"/>
              <a:pathLst>
                <a:path w="396875" h="510539">
                  <a:moveTo>
                    <a:pt x="0" y="510316"/>
                  </a:moveTo>
                  <a:lnTo>
                    <a:pt x="0" y="0"/>
                  </a:lnTo>
                  <a:lnTo>
                    <a:pt x="396375" y="257136"/>
                  </a:lnTo>
                  <a:lnTo>
                    <a:pt x="0" y="5103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202528" y="4914454"/>
              <a:ext cx="396875" cy="510540"/>
            </a:xfrm>
            <a:custGeom>
              <a:avLst/>
              <a:gdLst/>
              <a:ahLst/>
              <a:cxnLst/>
              <a:rect l="l" t="t" r="r" b="b"/>
              <a:pathLst>
                <a:path w="396875" h="510539">
                  <a:moveTo>
                    <a:pt x="396375" y="257136"/>
                  </a:moveTo>
                  <a:lnTo>
                    <a:pt x="0" y="510316"/>
                  </a:lnTo>
                  <a:lnTo>
                    <a:pt x="0" y="0"/>
                  </a:lnTo>
                  <a:lnTo>
                    <a:pt x="396375" y="257136"/>
                  </a:lnTo>
                  <a:close/>
                </a:path>
              </a:pathLst>
            </a:custGeom>
            <a:ln w="383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8866" y="5105699"/>
              <a:ext cx="124826" cy="13573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982492" y="4293369"/>
              <a:ext cx="476884" cy="467359"/>
            </a:xfrm>
            <a:custGeom>
              <a:avLst/>
              <a:gdLst/>
              <a:ahLst/>
              <a:cxnLst/>
              <a:rect l="l" t="t" r="r" b="b"/>
              <a:pathLst>
                <a:path w="476885" h="467360">
                  <a:moveTo>
                    <a:pt x="239746" y="466801"/>
                  </a:moveTo>
                  <a:lnTo>
                    <a:pt x="0" y="466801"/>
                  </a:lnTo>
                  <a:lnTo>
                    <a:pt x="0" y="0"/>
                  </a:lnTo>
                  <a:lnTo>
                    <a:pt x="239746" y="0"/>
                  </a:lnTo>
                  <a:lnTo>
                    <a:pt x="262119" y="3955"/>
                  </a:lnTo>
                  <a:lnTo>
                    <a:pt x="287691" y="3955"/>
                  </a:lnTo>
                  <a:lnTo>
                    <a:pt x="332443" y="19779"/>
                  </a:lnTo>
                  <a:lnTo>
                    <a:pt x="351623" y="27691"/>
                  </a:lnTo>
                  <a:lnTo>
                    <a:pt x="370802" y="39559"/>
                  </a:lnTo>
                  <a:lnTo>
                    <a:pt x="389982" y="55383"/>
                  </a:lnTo>
                  <a:lnTo>
                    <a:pt x="405964" y="67251"/>
                  </a:lnTo>
                  <a:lnTo>
                    <a:pt x="421947" y="87034"/>
                  </a:lnTo>
                  <a:lnTo>
                    <a:pt x="437930" y="102854"/>
                  </a:lnTo>
                  <a:lnTo>
                    <a:pt x="457110" y="142414"/>
                  </a:lnTo>
                  <a:lnTo>
                    <a:pt x="466699" y="166149"/>
                  </a:lnTo>
                  <a:lnTo>
                    <a:pt x="473093" y="185933"/>
                  </a:lnTo>
                  <a:lnTo>
                    <a:pt x="476289" y="209665"/>
                  </a:lnTo>
                  <a:lnTo>
                    <a:pt x="476289" y="257140"/>
                  </a:lnTo>
                  <a:lnTo>
                    <a:pt x="466699" y="300655"/>
                  </a:lnTo>
                  <a:lnTo>
                    <a:pt x="437930" y="363950"/>
                  </a:lnTo>
                  <a:lnTo>
                    <a:pt x="421947" y="379770"/>
                  </a:lnTo>
                  <a:lnTo>
                    <a:pt x="405964" y="399554"/>
                  </a:lnTo>
                  <a:lnTo>
                    <a:pt x="389982" y="411418"/>
                  </a:lnTo>
                  <a:lnTo>
                    <a:pt x="370802" y="427242"/>
                  </a:lnTo>
                  <a:lnTo>
                    <a:pt x="351623" y="439113"/>
                  </a:lnTo>
                  <a:lnTo>
                    <a:pt x="332443" y="447021"/>
                  </a:lnTo>
                  <a:lnTo>
                    <a:pt x="287691" y="462845"/>
                  </a:lnTo>
                  <a:lnTo>
                    <a:pt x="262119" y="462845"/>
                  </a:lnTo>
                  <a:lnTo>
                    <a:pt x="239746" y="4668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982492" y="4293371"/>
              <a:ext cx="476884" cy="467359"/>
            </a:xfrm>
            <a:custGeom>
              <a:avLst/>
              <a:gdLst/>
              <a:ahLst/>
              <a:cxnLst/>
              <a:rect l="l" t="t" r="r" b="b"/>
              <a:pathLst>
                <a:path w="476885" h="467360">
                  <a:moveTo>
                    <a:pt x="239743" y="466801"/>
                  </a:moveTo>
                  <a:lnTo>
                    <a:pt x="262119" y="462845"/>
                  </a:lnTo>
                  <a:lnTo>
                    <a:pt x="287691" y="462845"/>
                  </a:lnTo>
                  <a:lnTo>
                    <a:pt x="310067" y="454933"/>
                  </a:lnTo>
                  <a:lnTo>
                    <a:pt x="332443" y="447021"/>
                  </a:lnTo>
                  <a:lnTo>
                    <a:pt x="351623" y="439109"/>
                  </a:lnTo>
                  <a:lnTo>
                    <a:pt x="370802" y="427242"/>
                  </a:lnTo>
                  <a:lnTo>
                    <a:pt x="389982" y="411418"/>
                  </a:lnTo>
                  <a:lnTo>
                    <a:pt x="405964" y="399550"/>
                  </a:lnTo>
                  <a:lnTo>
                    <a:pt x="421947" y="379770"/>
                  </a:lnTo>
                  <a:lnTo>
                    <a:pt x="437930" y="363946"/>
                  </a:lnTo>
                  <a:lnTo>
                    <a:pt x="447520" y="344167"/>
                  </a:lnTo>
                  <a:lnTo>
                    <a:pt x="457110" y="324387"/>
                  </a:lnTo>
                  <a:lnTo>
                    <a:pt x="466699" y="300651"/>
                  </a:lnTo>
                  <a:lnTo>
                    <a:pt x="473093" y="280872"/>
                  </a:lnTo>
                  <a:lnTo>
                    <a:pt x="476289" y="257136"/>
                  </a:lnTo>
                  <a:lnTo>
                    <a:pt x="476289" y="233400"/>
                  </a:lnTo>
                  <a:lnTo>
                    <a:pt x="476289" y="209665"/>
                  </a:lnTo>
                  <a:lnTo>
                    <a:pt x="473093" y="185929"/>
                  </a:lnTo>
                  <a:lnTo>
                    <a:pt x="466699" y="166149"/>
                  </a:lnTo>
                  <a:lnTo>
                    <a:pt x="457110" y="142414"/>
                  </a:lnTo>
                  <a:lnTo>
                    <a:pt x="447520" y="122634"/>
                  </a:lnTo>
                  <a:lnTo>
                    <a:pt x="437930" y="102854"/>
                  </a:lnTo>
                  <a:lnTo>
                    <a:pt x="421947" y="87030"/>
                  </a:lnTo>
                  <a:lnTo>
                    <a:pt x="405964" y="67251"/>
                  </a:lnTo>
                  <a:lnTo>
                    <a:pt x="389982" y="55383"/>
                  </a:lnTo>
                  <a:lnTo>
                    <a:pt x="370802" y="39559"/>
                  </a:lnTo>
                  <a:lnTo>
                    <a:pt x="351623" y="27691"/>
                  </a:lnTo>
                  <a:lnTo>
                    <a:pt x="332443" y="19779"/>
                  </a:lnTo>
                  <a:lnTo>
                    <a:pt x="310067" y="11867"/>
                  </a:lnTo>
                  <a:lnTo>
                    <a:pt x="287691" y="3955"/>
                  </a:lnTo>
                  <a:lnTo>
                    <a:pt x="262119" y="3955"/>
                  </a:lnTo>
                  <a:lnTo>
                    <a:pt x="239743" y="0"/>
                  </a:lnTo>
                  <a:lnTo>
                    <a:pt x="0" y="0"/>
                  </a:lnTo>
                  <a:lnTo>
                    <a:pt x="0" y="466801"/>
                  </a:lnTo>
                  <a:lnTo>
                    <a:pt x="239743" y="466801"/>
                  </a:lnTo>
                </a:path>
              </a:pathLst>
            </a:custGeom>
            <a:ln w="39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976099" y="5084561"/>
              <a:ext cx="480059" cy="467359"/>
            </a:xfrm>
            <a:custGeom>
              <a:avLst/>
              <a:gdLst/>
              <a:ahLst/>
              <a:cxnLst/>
              <a:rect l="l" t="t" r="r" b="b"/>
              <a:pathLst>
                <a:path w="480060" h="467360">
                  <a:moveTo>
                    <a:pt x="239743" y="466801"/>
                  </a:moveTo>
                  <a:lnTo>
                    <a:pt x="0" y="466801"/>
                  </a:lnTo>
                  <a:lnTo>
                    <a:pt x="0" y="0"/>
                  </a:lnTo>
                  <a:lnTo>
                    <a:pt x="239743" y="0"/>
                  </a:lnTo>
                  <a:lnTo>
                    <a:pt x="265315" y="3955"/>
                  </a:lnTo>
                  <a:lnTo>
                    <a:pt x="287691" y="3955"/>
                  </a:lnTo>
                  <a:lnTo>
                    <a:pt x="354819" y="27687"/>
                  </a:lnTo>
                  <a:lnTo>
                    <a:pt x="373999" y="39559"/>
                  </a:lnTo>
                  <a:lnTo>
                    <a:pt x="393178" y="55383"/>
                  </a:lnTo>
                  <a:lnTo>
                    <a:pt x="409161" y="67247"/>
                  </a:lnTo>
                  <a:lnTo>
                    <a:pt x="437930" y="102850"/>
                  </a:lnTo>
                  <a:lnTo>
                    <a:pt x="450717" y="122634"/>
                  </a:lnTo>
                  <a:lnTo>
                    <a:pt x="460306" y="142414"/>
                  </a:lnTo>
                  <a:lnTo>
                    <a:pt x="466699" y="166149"/>
                  </a:lnTo>
                  <a:lnTo>
                    <a:pt x="473093" y="185929"/>
                  </a:lnTo>
                  <a:lnTo>
                    <a:pt x="479486" y="233400"/>
                  </a:lnTo>
                  <a:lnTo>
                    <a:pt x="473093" y="280868"/>
                  </a:lnTo>
                  <a:lnTo>
                    <a:pt x="466699" y="300651"/>
                  </a:lnTo>
                  <a:lnTo>
                    <a:pt x="460306" y="324387"/>
                  </a:lnTo>
                  <a:lnTo>
                    <a:pt x="450717" y="344167"/>
                  </a:lnTo>
                  <a:lnTo>
                    <a:pt x="437930" y="363946"/>
                  </a:lnTo>
                  <a:lnTo>
                    <a:pt x="409161" y="399550"/>
                  </a:lnTo>
                  <a:lnTo>
                    <a:pt x="393178" y="411418"/>
                  </a:lnTo>
                  <a:lnTo>
                    <a:pt x="373999" y="427242"/>
                  </a:lnTo>
                  <a:lnTo>
                    <a:pt x="354819" y="439109"/>
                  </a:lnTo>
                  <a:lnTo>
                    <a:pt x="287691" y="462845"/>
                  </a:lnTo>
                  <a:lnTo>
                    <a:pt x="265315" y="462845"/>
                  </a:lnTo>
                  <a:lnTo>
                    <a:pt x="239743" y="4668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976099" y="5084560"/>
              <a:ext cx="480059" cy="467359"/>
            </a:xfrm>
            <a:custGeom>
              <a:avLst/>
              <a:gdLst/>
              <a:ahLst/>
              <a:cxnLst/>
              <a:rect l="l" t="t" r="r" b="b"/>
              <a:pathLst>
                <a:path w="480060" h="467360">
                  <a:moveTo>
                    <a:pt x="239743" y="466801"/>
                  </a:moveTo>
                  <a:lnTo>
                    <a:pt x="265315" y="462845"/>
                  </a:lnTo>
                  <a:lnTo>
                    <a:pt x="287691" y="462845"/>
                  </a:lnTo>
                  <a:lnTo>
                    <a:pt x="310067" y="454933"/>
                  </a:lnTo>
                  <a:lnTo>
                    <a:pt x="332443" y="447021"/>
                  </a:lnTo>
                  <a:lnTo>
                    <a:pt x="354819" y="439109"/>
                  </a:lnTo>
                  <a:lnTo>
                    <a:pt x="373999" y="427242"/>
                  </a:lnTo>
                  <a:lnTo>
                    <a:pt x="393178" y="411418"/>
                  </a:lnTo>
                  <a:lnTo>
                    <a:pt x="409161" y="399550"/>
                  </a:lnTo>
                  <a:lnTo>
                    <a:pt x="425144" y="379770"/>
                  </a:lnTo>
                  <a:lnTo>
                    <a:pt x="437930" y="363946"/>
                  </a:lnTo>
                  <a:lnTo>
                    <a:pt x="450717" y="344167"/>
                  </a:lnTo>
                  <a:lnTo>
                    <a:pt x="460306" y="324387"/>
                  </a:lnTo>
                  <a:lnTo>
                    <a:pt x="466699" y="300651"/>
                  </a:lnTo>
                  <a:lnTo>
                    <a:pt x="473093" y="280872"/>
                  </a:lnTo>
                  <a:lnTo>
                    <a:pt x="476289" y="257136"/>
                  </a:lnTo>
                  <a:lnTo>
                    <a:pt x="479486" y="233400"/>
                  </a:lnTo>
                  <a:lnTo>
                    <a:pt x="476289" y="209665"/>
                  </a:lnTo>
                  <a:lnTo>
                    <a:pt x="473093" y="185929"/>
                  </a:lnTo>
                  <a:lnTo>
                    <a:pt x="466699" y="166149"/>
                  </a:lnTo>
                  <a:lnTo>
                    <a:pt x="460306" y="142414"/>
                  </a:lnTo>
                  <a:lnTo>
                    <a:pt x="450717" y="122634"/>
                  </a:lnTo>
                  <a:lnTo>
                    <a:pt x="437930" y="102854"/>
                  </a:lnTo>
                  <a:lnTo>
                    <a:pt x="425144" y="87030"/>
                  </a:lnTo>
                  <a:lnTo>
                    <a:pt x="409161" y="67251"/>
                  </a:lnTo>
                  <a:lnTo>
                    <a:pt x="393178" y="55383"/>
                  </a:lnTo>
                  <a:lnTo>
                    <a:pt x="373999" y="39559"/>
                  </a:lnTo>
                  <a:lnTo>
                    <a:pt x="354819" y="27691"/>
                  </a:lnTo>
                  <a:lnTo>
                    <a:pt x="332443" y="19779"/>
                  </a:lnTo>
                  <a:lnTo>
                    <a:pt x="310067" y="11867"/>
                  </a:lnTo>
                  <a:lnTo>
                    <a:pt x="287691" y="3955"/>
                  </a:lnTo>
                  <a:lnTo>
                    <a:pt x="265315" y="3955"/>
                  </a:lnTo>
                  <a:lnTo>
                    <a:pt x="239743" y="0"/>
                  </a:lnTo>
                  <a:lnTo>
                    <a:pt x="0" y="0"/>
                  </a:lnTo>
                  <a:lnTo>
                    <a:pt x="0" y="466801"/>
                  </a:lnTo>
                  <a:lnTo>
                    <a:pt x="239743" y="466801"/>
                  </a:lnTo>
                </a:path>
              </a:pathLst>
            </a:custGeom>
            <a:ln w="394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778440" y="4700833"/>
              <a:ext cx="546735" cy="467359"/>
            </a:xfrm>
            <a:custGeom>
              <a:avLst/>
              <a:gdLst/>
              <a:ahLst/>
              <a:cxnLst/>
              <a:rect l="l" t="t" r="r" b="b"/>
              <a:pathLst>
                <a:path w="546735" h="467360">
                  <a:moveTo>
                    <a:pt x="303674" y="466801"/>
                  </a:moveTo>
                  <a:lnTo>
                    <a:pt x="0" y="466801"/>
                  </a:lnTo>
                  <a:lnTo>
                    <a:pt x="31965" y="411418"/>
                  </a:lnTo>
                  <a:lnTo>
                    <a:pt x="60734" y="352079"/>
                  </a:lnTo>
                  <a:lnTo>
                    <a:pt x="76714" y="296695"/>
                  </a:lnTo>
                  <a:lnTo>
                    <a:pt x="79914" y="233400"/>
                  </a:lnTo>
                  <a:lnTo>
                    <a:pt x="76714" y="178017"/>
                  </a:lnTo>
                  <a:lnTo>
                    <a:pt x="57538" y="114722"/>
                  </a:lnTo>
                  <a:lnTo>
                    <a:pt x="38358" y="63295"/>
                  </a:lnTo>
                  <a:lnTo>
                    <a:pt x="3196" y="0"/>
                  </a:lnTo>
                  <a:lnTo>
                    <a:pt x="303674" y="0"/>
                  </a:lnTo>
                  <a:lnTo>
                    <a:pt x="351623" y="19779"/>
                  </a:lnTo>
                  <a:lnTo>
                    <a:pt x="396375" y="43515"/>
                  </a:lnTo>
                  <a:lnTo>
                    <a:pt x="437930" y="83074"/>
                  </a:lnTo>
                  <a:lnTo>
                    <a:pt x="473093" y="122634"/>
                  </a:lnTo>
                  <a:lnTo>
                    <a:pt x="508252" y="174061"/>
                  </a:lnTo>
                  <a:lnTo>
                    <a:pt x="546614" y="237352"/>
                  </a:lnTo>
                  <a:lnTo>
                    <a:pt x="511451" y="296695"/>
                  </a:lnTo>
                  <a:lnTo>
                    <a:pt x="473093" y="348123"/>
                  </a:lnTo>
                  <a:lnTo>
                    <a:pt x="437930" y="391638"/>
                  </a:lnTo>
                  <a:lnTo>
                    <a:pt x="396375" y="427242"/>
                  </a:lnTo>
                  <a:lnTo>
                    <a:pt x="351623" y="450973"/>
                  </a:lnTo>
                  <a:lnTo>
                    <a:pt x="303674" y="4668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778440" y="4700833"/>
              <a:ext cx="546735" cy="467359"/>
            </a:xfrm>
            <a:custGeom>
              <a:avLst/>
              <a:gdLst/>
              <a:ahLst/>
              <a:cxnLst/>
              <a:rect l="l" t="t" r="r" b="b"/>
              <a:pathLst>
                <a:path w="546735" h="467360">
                  <a:moveTo>
                    <a:pt x="3196" y="0"/>
                  </a:moveTo>
                  <a:lnTo>
                    <a:pt x="38358" y="63295"/>
                  </a:lnTo>
                  <a:lnTo>
                    <a:pt x="57538" y="114722"/>
                  </a:lnTo>
                  <a:lnTo>
                    <a:pt x="76717" y="178017"/>
                  </a:lnTo>
                  <a:lnTo>
                    <a:pt x="79914" y="233400"/>
                  </a:lnTo>
                  <a:lnTo>
                    <a:pt x="76717" y="296695"/>
                  </a:lnTo>
                  <a:lnTo>
                    <a:pt x="60734" y="352079"/>
                  </a:lnTo>
                  <a:lnTo>
                    <a:pt x="31965" y="411418"/>
                  </a:lnTo>
                  <a:lnTo>
                    <a:pt x="0" y="466801"/>
                  </a:lnTo>
                  <a:lnTo>
                    <a:pt x="303674" y="466801"/>
                  </a:lnTo>
                  <a:lnTo>
                    <a:pt x="351623" y="450977"/>
                  </a:lnTo>
                  <a:lnTo>
                    <a:pt x="396375" y="427242"/>
                  </a:lnTo>
                  <a:lnTo>
                    <a:pt x="437930" y="391638"/>
                  </a:lnTo>
                  <a:lnTo>
                    <a:pt x="473093" y="348123"/>
                  </a:lnTo>
                  <a:lnTo>
                    <a:pt x="511451" y="296695"/>
                  </a:lnTo>
                  <a:lnTo>
                    <a:pt x="546614" y="237356"/>
                  </a:lnTo>
                  <a:lnTo>
                    <a:pt x="508255" y="174061"/>
                  </a:lnTo>
                  <a:lnTo>
                    <a:pt x="473093" y="122634"/>
                  </a:lnTo>
                  <a:lnTo>
                    <a:pt x="437930" y="83074"/>
                  </a:lnTo>
                  <a:lnTo>
                    <a:pt x="396375" y="43515"/>
                  </a:lnTo>
                  <a:lnTo>
                    <a:pt x="351623" y="19779"/>
                  </a:lnTo>
                  <a:lnTo>
                    <a:pt x="303674" y="0"/>
                  </a:lnTo>
                  <a:lnTo>
                    <a:pt x="3196" y="0"/>
                  </a:lnTo>
                  <a:close/>
                </a:path>
              </a:pathLst>
            </a:custGeom>
            <a:ln w="363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072133" y="3643116"/>
              <a:ext cx="2499360" cy="2571750"/>
            </a:xfrm>
            <a:custGeom>
              <a:avLst/>
              <a:gdLst/>
              <a:ahLst/>
              <a:cxnLst/>
              <a:rect l="l" t="t" r="r" b="b"/>
              <a:pathLst>
                <a:path w="2499360" h="2571750">
                  <a:moveTo>
                    <a:pt x="0" y="416572"/>
                  </a:moveTo>
                  <a:lnTo>
                    <a:pt x="2802" y="367992"/>
                  </a:lnTo>
                  <a:lnTo>
                    <a:pt x="11001" y="321058"/>
                  </a:lnTo>
                  <a:lnTo>
                    <a:pt x="24284" y="276082"/>
                  </a:lnTo>
                  <a:lnTo>
                    <a:pt x="42339" y="233377"/>
                  </a:lnTo>
                  <a:lnTo>
                    <a:pt x="64853" y="193255"/>
                  </a:lnTo>
                  <a:lnTo>
                    <a:pt x="91514" y="156030"/>
                  </a:lnTo>
                  <a:lnTo>
                    <a:pt x="122008" y="122013"/>
                  </a:lnTo>
                  <a:lnTo>
                    <a:pt x="156025" y="91518"/>
                  </a:lnTo>
                  <a:lnTo>
                    <a:pt x="193250" y="64856"/>
                  </a:lnTo>
                  <a:lnTo>
                    <a:pt x="233371" y="42342"/>
                  </a:lnTo>
                  <a:lnTo>
                    <a:pt x="276077" y="24286"/>
                  </a:lnTo>
                  <a:lnTo>
                    <a:pt x="321054" y="11002"/>
                  </a:lnTo>
                  <a:lnTo>
                    <a:pt x="367990" y="2802"/>
                  </a:lnTo>
                  <a:lnTo>
                    <a:pt x="416572" y="0"/>
                  </a:lnTo>
                  <a:lnTo>
                    <a:pt x="2082787" y="0"/>
                  </a:lnTo>
                  <a:lnTo>
                    <a:pt x="2131369" y="2802"/>
                  </a:lnTo>
                  <a:lnTo>
                    <a:pt x="2178305" y="11002"/>
                  </a:lnTo>
                  <a:lnTo>
                    <a:pt x="2223282" y="24286"/>
                  </a:lnTo>
                  <a:lnTo>
                    <a:pt x="2265988" y="42342"/>
                  </a:lnTo>
                  <a:lnTo>
                    <a:pt x="2306109" y="64856"/>
                  </a:lnTo>
                  <a:lnTo>
                    <a:pt x="2343334" y="91518"/>
                  </a:lnTo>
                  <a:lnTo>
                    <a:pt x="2377351" y="122013"/>
                  </a:lnTo>
                  <a:lnTo>
                    <a:pt x="2407845" y="156030"/>
                  </a:lnTo>
                  <a:lnTo>
                    <a:pt x="2434506" y="193255"/>
                  </a:lnTo>
                  <a:lnTo>
                    <a:pt x="2457020" y="233377"/>
                  </a:lnTo>
                  <a:lnTo>
                    <a:pt x="2475075" y="276082"/>
                  </a:lnTo>
                  <a:lnTo>
                    <a:pt x="2488358" y="321058"/>
                  </a:lnTo>
                  <a:lnTo>
                    <a:pt x="2496557" y="367992"/>
                  </a:lnTo>
                  <a:lnTo>
                    <a:pt x="2499360" y="416572"/>
                  </a:lnTo>
                  <a:lnTo>
                    <a:pt x="2499360" y="2155190"/>
                  </a:lnTo>
                  <a:lnTo>
                    <a:pt x="2496557" y="2203769"/>
                  </a:lnTo>
                  <a:lnTo>
                    <a:pt x="2488358" y="2250703"/>
                  </a:lnTo>
                  <a:lnTo>
                    <a:pt x="2475075" y="2295678"/>
                  </a:lnTo>
                  <a:lnTo>
                    <a:pt x="2457020" y="2338382"/>
                  </a:lnTo>
                  <a:lnTo>
                    <a:pt x="2434506" y="2378503"/>
                  </a:lnTo>
                  <a:lnTo>
                    <a:pt x="2407845" y="2415727"/>
                  </a:lnTo>
                  <a:lnTo>
                    <a:pt x="2377351" y="2449742"/>
                  </a:lnTo>
                  <a:lnTo>
                    <a:pt x="2343334" y="2480236"/>
                  </a:lnTo>
                  <a:lnTo>
                    <a:pt x="2306109" y="2506896"/>
                  </a:lnTo>
                  <a:lnTo>
                    <a:pt x="2265988" y="2529410"/>
                  </a:lnTo>
                  <a:lnTo>
                    <a:pt x="2223282" y="2547465"/>
                  </a:lnTo>
                  <a:lnTo>
                    <a:pt x="2178305" y="2560748"/>
                  </a:lnTo>
                  <a:lnTo>
                    <a:pt x="2131369" y="2568947"/>
                  </a:lnTo>
                  <a:lnTo>
                    <a:pt x="2082787" y="2571750"/>
                  </a:lnTo>
                  <a:lnTo>
                    <a:pt x="416572" y="2571750"/>
                  </a:lnTo>
                  <a:lnTo>
                    <a:pt x="367990" y="2568947"/>
                  </a:lnTo>
                  <a:lnTo>
                    <a:pt x="321054" y="2560748"/>
                  </a:lnTo>
                  <a:lnTo>
                    <a:pt x="276077" y="2547465"/>
                  </a:lnTo>
                  <a:lnTo>
                    <a:pt x="233371" y="2529410"/>
                  </a:lnTo>
                  <a:lnTo>
                    <a:pt x="193250" y="2506896"/>
                  </a:lnTo>
                  <a:lnTo>
                    <a:pt x="156025" y="2480236"/>
                  </a:lnTo>
                  <a:lnTo>
                    <a:pt x="122008" y="2449742"/>
                  </a:lnTo>
                  <a:lnTo>
                    <a:pt x="91514" y="2415727"/>
                  </a:lnTo>
                  <a:lnTo>
                    <a:pt x="64853" y="2378503"/>
                  </a:lnTo>
                  <a:lnTo>
                    <a:pt x="42339" y="2338382"/>
                  </a:lnTo>
                  <a:lnTo>
                    <a:pt x="24284" y="2295678"/>
                  </a:lnTo>
                  <a:lnTo>
                    <a:pt x="11001" y="2250703"/>
                  </a:lnTo>
                  <a:lnTo>
                    <a:pt x="2802" y="2203769"/>
                  </a:lnTo>
                  <a:lnTo>
                    <a:pt x="0" y="2155190"/>
                  </a:lnTo>
                  <a:lnTo>
                    <a:pt x="0" y="416572"/>
                  </a:lnTo>
                  <a:close/>
                </a:path>
              </a:pathLst>
            </a:custGeom>
            <a:ln w="28956">
              <a:solidFill>
                <a:srgbClr val="CC3399"/>
              </a:solidFill>
              <a:prstDash val="lgDash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30351" y="4422647"/>
              <a:ext cx="424180" cy="462280"/>
            </a:xfrm>
            <a:custGeom>
              <a:avLst/>
              <a:gdLst/>
              <a:ahLst/>
              <a:cxnLst/>
              <a:rect l="l" t="t" r="r" b="b"/>
              <a:pathLst>
                <a:path w="424180" h="462279">
                  <a:moveTo>
                    <a:pt x="423672" y="0"/>
                  </a:moveTo>
                  <a:lnTo>
                    <a:pt x="0" y="0"/>
                  </a:lnTo>
                  <a:lnTo>
                    <a:pt x="0" y="461772"/>
                  </a:lnTo>
                  <a:lnTo>
                    <a:pt x="423672" y="461772"/>
                  </a:lnTo>
                  <a:lnTo>
                    <a:pt x="423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530351" y="4422647"/>
            <a:ext cx="424180" cy="44450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75"/>
              </a:spcBef>
            </a:pP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30351" y="3723004"/>
            <a:ext cx="5255895" cy="2522220"/>
            <a:chOff x="530351" y="3723004"/>
            <a:chExt cx="5255895" cy="2522220"/>
          </a:xfrm>
        </p:grpSpPr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0351" y="4994147"/>
              <a:ext cx="371093" cy="38099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591687" y="3728084"/>
              <a:ext cx="2189480" cy="2512060"/>
            </a:xfrm>
            <a:custGeom>
              <a:avLst/>
              <a:gdLst/>
              <a:ahLst/>
              <a:cxnLst/>
              <a:rect l="l" t="t" r="r" b="b"/>
              <a:pathLst>
                <a:path w="2189479" h="2512060">
                  <a:moveTo>
                    <a:pt x="2189226" y="0"/>
                  </a:moveTo>
                  <a:lnTo>
                    <a:pt x="0" y="0"/>
                  </a:lnTo>
                  <a:lnTo>
                    <a:pt x="0" y="2511552"/>
                  </a:lnTo>
                  <a:lnTo>
                    <a:pt x="2189226" y="2511552"/>
                  </a:lnTo>
                  <a:lnTo>
                    <a:pt x="21892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591687" y="3728084"/>
              <a:ext cx="2189480" cy="2512060"/>
            </a:xfrm>
            <a:custGeom>
              <a:avLst/>
              <a:gdLst/>
              <a:ahLst/>
              <a:cxnLst/>
              <a:rect l="l" t="t" r="r" b="b"/>
              <a:pathLst>
                <a:path w="2189479" h="2512060">
                  <a:moveTo>
                    <a:pt x="0" y="0"/>
                  </a:moveTo>
                  <a:lnTo>
                    <a:pt x="2189226" y="0"/>
                  </a:lnTo>
                  <a:lnTo>
                    <a:pt x="2189226" y="2511552"/>
                  </a:lnTo>
                  <a:lnTo>
                    <a:pt x="0" y="2511552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370490" y="3387534"/>
            <a:ext cx="7137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宋体"/>
                <a:cs typeface="宋体"/>
              </a:rPr>
              <a:t>例如：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153985" y="4059204"/>
            <a:ext cx="433070" cy="871219"/>
          </a:xfrm>
          <a:prstGeom prst="rect">
            <a:avLst/>
          </a:prstGeom>
          <a:solidFill>
            <a:srgbClr val="000000">
              <a:alpha val="999"/>
            </a:srgbClr>
          </a:solidFill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Times New Roman"/>
              <a:cs typeface="Times New Roman"/>
            </a:endParaRPr>
          </a:p>
          <a:p>
            <a:pPr marL="74295">
              <a:lnSpc>
                <a:spcPct val="100000"/>
              </a:lnSpc>
            </a:pP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title"/>
          </p:nvPr>
        </p:nvSpPr>
        <p:spPr>
          <a:xfrm>
            <a:off x="6072759" y="929258"/>
            <a:ext cx="2786380" cy="1384935"/>
          </a:xfrm>
          <a:prstGeom prst="rect"/>
          <a:solidFill>
            <a:srgbClr val="B7EBFF"/>
          </a:solidFill>
        </p:spPr>
        <p:txBody>
          <a:bodyPr wrap="square" lIns="0" tIns="55880" rIns="0" bIns="0" rtlCol="0" vert="horz">
            <a:spAutoFit/>
          </a:bodyPr>
          <a:lstStyle/>
          <a:p>
            <a:pPr algn="just" marL="90805" marR="186055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solidFill>
                  <a:srgbClr val="FF0000"/>
                </a:solidFill>
                <a:latin typeface="新宋体"/>
                <a:cs typeface="新宋体"/>
              </a:rPr>
              <a:t>时序电路的设计 最终要转换为组 合电路的设计。</a:t>
            </a:r>
            <a:endParaRPr sz="2800">
              <a:latin typeface="新宋体"/>
              <a:cs typeface="新宋体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2839085" y="4978234"/>
            <a:ext cx="2286000" cy="1713230"/>
            <a:chOff x="2839085" y="4978234"/>
            <a:chExt cx="2286000" cy="1713230"/>
          </a:xfrm>
        </p:grpSpPr>
        <p:sp>
          <p:nvSpPr>
            <p:cNvPr id="53" name="object 53"/>
            <p:cNvSpPr/>
            <p:nvPr/>
          </p:nvSpPr>
          <p:spPr>
            <a:xfrm>
              <a:off x="2844165" y="4983314"/>
              <a:ext cx="2275840" cy="1703070"/>
            </a:xfrm>
            <a:custGeom>
              <a:avLst/>
              <a:gdLst/>
              <a:ahLst/>
              <a:cxnLst/>
              <a:rect l="l" t="t" r="r" b="b"/>
              <a:pathLst>
                <a:path w="2275840" h="1703070">
                  <a:moveTo>
                    <a:pt x="556475" y="0"/>
                  </a:moveTo>
                  <a:lnTo>
                    <a:pt x="379222" y="1283754"/>
                  </a:lnTo>
                  <a:lnTo>
                    <a:pt x="0" y="1283754"/>
                  </a:lnTo>
                  <a:lnTo>
                    <a:pt x="0" y="1702854"/>
                  </a:lnTo>
                  <a:lnTo>
                    <a:pt x="2275332" y="1702854"/>
                  </a:lnTo>
                  <a:lnTo>
                    <a:pt x="2275332" y="1283754"/>
                  </a:lnTo>
                  <a:lnTo>
                    <a:pt x="948055" y="1283754"/>
                  </a:lnTo>
                  <a:lnTo>
                    <a:pt x="556475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844165" y="4983314"/>
              <a:ext cx="2275840" cy="1703070"/>
            </a:xfrm>
            <a:custGeom>
              <a:avLst/>
              <a:gdLst/>
              <a:ahLst/>
              <a:cxnLst/>
              <a:rect l="l" t="t" r="r" b="b"/>
              <a:pathLst>
                <a:path w="2275840" h="1703070">
                  <a:moveTo>
                    <a:pt x="0" y="1283754"/>
                  </a:moveTo>
                  <a:lnTo>
                    <a:pt x="379222" y="1283754"/>
                  </a:lnTo>
                  <a:lnTo>
                    <a:pt x="556475" y="0"/>
                  </a:lnTo>
                  <a:lnTo>
                    <a:pt x="948055" y="1283754"/>
                  </a:lnTo>
                  <a:lnTo>
                    <a:pt x="2275332" y="1283754"/>
                  </a:lnTo>
                  <a:lnTo>
                    <a:pt x="2275332" y="1353604"/>
                  </a:lnTo>
                  <a:lnTo>
                    <a:pt x="2275332" y="1458379"/>
                  </a:lnTo>
                  <a:lnTo>
                    <a:pt x="2275332" y="1702854"/>
                  </a:lnTo>
                  <a:lnTo>
                    <a:pt x="948055" y="1702854"/>
                  </a:lnTo>
                  <a:lnTo>
                    <a:pt x="379222" y="1702854"/>
                  </a:lnTo>
                  <a:lnTo>
                    <a:pt x="0" y="1702854"/>
                  </a:lnTo>
                  <a:lnTo>
                    <a:pt x="0" y="1458379"/>
                  </a:lnTo>
                  <a:lnTo>
                    <a:pt x="0" y="1353604"/>
                  </a:lnTo>
                  <a:lnTo>
                    <a:pt x="0" y="1283754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2948666" y="6294252"/>
            <a:ext cx="206692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解的组</a:t>
            </a: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电路</a:t>
            </a:r>
            <a:endParaRPr sz="2000">
              <a:latin typeface="宋体"/>
              <a:cs typeface="宋体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75309" y="3900260"/>
            <a:ext cx="4883150" cy="2150745"/>
            <a:chOff x="675309" y="3900260"/>
            <a:chExt cx="4883150" cy="2150745"/>
          </a:xfrm>
        </p:grpSpPr>
        <p:sp>
          <p:nvSpPr>
            <p:cNvPr id="57" name="object 57"/>
            <p:cNvSpPr/>
            <p:nvPr/>
          </p:nvSpPr>
          <p:spPr>
            <a:xfrm>
              <a:off x="709995" y="3934947"/>
              <a:ext cx="4813300" cy="2081530"/>
            </a:xfrm>
            <a:custGeom>
              <a:avLst/>
              <a:gdLst/>
              <a:ahLst/>
              <a:cxnLst/>
              <a:rect l="l" t="t" r="r" b="b"/>
              <a:pathLst>
                <a:path w="4813300" h="2081529">
                  <a:moveTo>
                    <a:pt x="4813301" y="0"/>
                  </a:moveTo>
                  <a:lnTo>
                    <a:pt x="0" y="0"/>
                  </a:lnTo>
                  <a:lnTo>
                    <a:pt x="0" y="2081304"/>
                  </a:lnTo>
                  <a:lnTo>
                    <a:pt x="4813301" y="2081304"/>
                  </a:lnTo>
                  <a:lnTo>
                    <a:pt x="4813301" y="0"/>
                  </a:lnTo>
                  <a:close/>
                </a:path>
              </a:pathLst>
            </a:custGeom>
            <a:solidFill>
              <a:srgbClr val="FFFFFF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709995" y="3934947"/>
              <a:ext cx="4813300" cy="2081530"/>
            </a:xfrm>
            <a:custGeom>
              <a:avLst/>
              <a:gdLst/>
              <a:ahLst/>
              <a:cxnLst/>
              <a:rect l="l" t="t" r="r" b="b"/>
              <a:pathLst>
                <a:path w="4813300" h="2081529">
                  <a:moveTo>
                    <a:pt x="4813301" y="2081304"/>
                  </a:moveTo>
                  <a:lnTo>
                    <a:pt x="0" y="2081304"/>
                  </a:lnTo>
                  <a:lnTo>
                    <a:pt x="0" y="0"/>
                  </a:lnTo>
                  <a:lnTo>
                    <a:pt x="4813301" y="0"/>
                  </a:lnTo>
                  <a:lnTo>
                    <a:pt x="4813301" y="2081304"/>
                  </a:lnTo>
                  <a:close/>
                </a:path>
              </a:pathLst>
            </a:custGeom>
            <a:ln w="505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217567" y="4942307"/>
              <a:ext cx="767715" cy="955040"/>
            </a:xfrm>
            <a:custGeom>
              <a:avLst/>
              <a:gdLst/>
              <a:ahLst/>
              <a:cxnLst/>
              <a:rect l="l" t="t" r="r" b="b"/>
              <a:pathLst>
                <a:path w="767714" h="955039">
                  <a:moveTo>
                    <a:pt x="767445" y="0"/>
                  </a:moveTo>
                  <a:lnTo>
                    <a:pt x="0" y="0"/>
                  </a:lnTo>
                  <a:lnTo>
                    <a:pt x="0" y="954736"/>
                  </a:lnTo>
                  <a:lnTo>
                    <a:pt x="767445" y="954736"/>
                  </a:lnTo>
                  <a:lnTo>
                    <a:pt x="76744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217567" y="4942307"/>
              <a:ext cx="767715" cy="955040"/>
            </a:xfrm>
            <a:custGeom>
              <a:avLst/>
              <a:gdLst/>
              <a:ahLst/>
              <a:cxnLst/>
              <a:rect l="l" t="t" r="r" b="b"/>
              <a:pathLst>
                <a:path w="767714" h="955039">
                  <a:moveTo>
                    <a:pt x="767445" y="954736"/>
                  </a:moveTo>
                  <a:lnTo>
                    <a:pt x="0" y="954736"/>
                  </a:lnTo>
                  <a:lnTo>
                    <a:pt x="0" y="0"/>
                  </a:lnTo>
                  <a:lnTo>
                    <a:pt x="767445" y="0"/>
                  </a:lnTo>
                  <a:lnTo>
                    <a:pt x="767445" y="954736"/>
                  </a:lnTo>
                  <a:close/>
                </a:path>
              </a:pathLst>
            </a:custGeom>
            <a:ln w="752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1112346" y="4481584"/>
              <a:ext cx="767715" cy="1416050"/>
            </a:xfrm>
            <a:custGeom>
              <a:avLst/>
              <a:gdLst/>
              <a:ahLst/>
              <a:cxnLst/>
              <a:rect l="l" t="t" r="r" b="b"/>
              <a:pathLst>
                <a:path w="767714" h="1416050">
                  <a:moveTo>
                    <a:pt x="767445" y="0"/>
                  </a:moveTo>
                  <a:lnTo>
                    <a:pt x="0" y="0"/>
                  </a:lnTo>
                  <a:lnTo>
                    <a:pt x="0" y="1415458"/>
                  </a:lnTo>
                  <a:lnTo>
                    <a:pt x="767445" y="1415458"/>
                  </a:lnTo>
                  <a:lnTo>
                    <a:pt x="76744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112346" y="4481584"/>
              <a:ext cx="767715" cy="1416050"/>
            </a:xfrm>
            <a:custGeom>
              <a:avLst/>
              <a:gdLst/>
              <a:ahLst/>
              <a:cxnLst/>
              <a:rect l="l" t="t" r="r" b="b"/>
              <a:pathLst>
                <a:path w="767714" h="1416050">
                  <a:moveTo>
                    <a:pt x="767445" y="1415458"/>
                  </a:moveTo>
                  <a:lnTo>
                    <a:pt x="0" y="1415458"/>
                  </a:lnTo>
                  <a:lnTo>
                    <a:pt x="0" y="0"/>
                  </a:lnTo>
                  <a:lnTo>
                    <a:pt x="767445" y="0"/>
                  </a:lnTo>
                  <a:lnTo>
                    <a:pt x="767445" y="1415458"/>
                  </a:lnTo>
                  <a:close/>
                </a:path>
              </a:pathLst>
            </a:custGeom>
            <a:ln w="843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322789" y="4151884"/>
              <a:ext cx="767715" cy="1745614"/>
            </a:xfrm>
            <a:custGeom>
              <a:avLst/>
              <a:gdLst/>
              <a:ahLst/>
              <a:cxnLst/>
              <a:rect l="l" t="t" r="r" b="b"/>
              <a:pathLst>
                <a:path w="767714" h="1745614">
                  <a:moveTo>
                    <a:pt x="767445" y="0"/>
                  </a:moveTo>
                  <a:lnTo>
                    <a:pt x="0" y="0"/>
                  </a:lnTo>
                  <a:lnTo>
                    <a:pt x="0" y="1745159"/>
                  </a:lnTo>
                  <a:lnTo>
                    <a:pt x="767445" y="1745159"/>
                  </a:lnTo>
                  <a:lnTo>
                    <a:pt x="76744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322789" y="4151884"/>
              <a:ext cx="767715" cy="1745614"/>
            </a:xfrm>
            <a:custGeom>
              <a:avLst/>
              <a:gdLst/>
              <a:ahLst/>
              <a:cxnLst/>
              <a:rect l="l" t="t" r="r" b="b"/>
              <a:pathLst>
                <a:path w="767714" h="1745614">
                  <a:moveTo>
                    <a:pt x="767445" y="1745159"/>
                  </a:moveTo>
                  <a:lnTo>
                    <a:pt x="0" y="1745159"/>
                  </a:lnTo>
                  <a:lnTo>
                    <a:pt x="0" y="0"/>
                  </a:lnTo>
                  <a:lnTo>
                    <a:pt x="767445" y="0"/>
                  </a:lnTo>
                  <a:lnTo>
                    <a:pt x="767445" y="1745159"/>
                  </a:lnTo>
                  <a:close/>
                </a:path>
              </a:pathLst>
            </a:custGeom>
            <a:ln w="87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4428010" y="4628715"/>
              <a:ext cx="770255" cy="1268730"/>
            </a:xfrm>
            <a:custGeom>
              <a:avLst/>
              <a:gdLst/>
              <a:ahLst/>
              <a:cxnLst/>
              <a:rect l="l" t="t" r="r" b="b"/>
              <a:pathLst>
                <a:path w="770254" h="1268729">
                  <a:moveTo>
                    <a:pt x="769929" y="0"/>
                  </a:moveTo>
                  <a:lnTo>
                    <a:pt x="0" y="0"/>
                  </a:lnTo>
                  <a:lnTo>
                    <a:pt x="0" y="1268328"/>
                  </a:lnTo>
                  <a:lnTo>
                    <a:pt x="769929" y="1268328"/>
                  </a:lnTo>
                  <a:lnTo>
                    <a:pt x="769929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4428010" y="4628715"/>
              <a:ext cx="770255" cy="1268730"/>
            </a:xfrm>
            <a:custGeom>
              <a:avLst/>
              <a:gdLst/>
              <a:ahLst/>
              <a:cxnLst/>
              <a:rect l="l" t="t" r="r" b="b"/>
              <a:pathLst>
                <a:path w="770254" h="1268729">
                  <a:moveTo>
                    <a:pt x="769929" y="1268328"/>
                  </a:moveTo>
                  <a:lnTo>
                    <a:pt x="0" y="1268328"/>
                  </a:lnTo>
                  <a:lnTo>
                    <a:pt x="0" y="0"/>
                  </a:lnTo>
                  <a:lnTo>
                    <a:pt x="769929" y="0"/>
                  </a:lnTo>
                  <a:lnTo>
                    <a:pt x="769929" y="1268328"/>
                  </a:lnTo>
                  <a:close/>
                </a:path>
              </a:pathLst>
            </a:custGeom>
            <a:ln w="82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2080967" y="4884314"/>
              <a:ext cx="770255" cy="953769"/>
            </a:xfrm>
            <a:custGeom>
              <a:avLst/>
              <a:gdLst/>
              <a:ahLst/>
              <a:cxnLst/>
              <a:rect l="l" t="t" r="r" b="b"/>
              <a:pathLst>
                <a:path w="770255" h="953770">
                  <a:moveTo>
                    <a:pt x="769929" y="0"/>
                  </a:moveTo>
                  <a:lnTo>
                    <a:pt x="0" y="0"/>
                  </a:lnTo>
                  <a:lnTo>
                    <a:pt x="0" y="953662"/>
                  </a:lnTo>
                  <a:lnTo>
                    <a:pt x="769929" y="953662"/>
                  </a:lnTo>
                  <a:lnTo>
                    <a:pt x="769929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2080967" y="4884314"/>
              <a:ext cx="770255" cy="953769"/>
            </a:xfrm>
            <a:custGeom>
              <a:avLst/>
              <a:gdLst/>
              <a:ahLst/>
              <a:cxnLst/>
              <a:rect l="l" t="t" r="r" b="b"/>
              <a:pathLst>
                <a:path w="770255" h="953770">
                  <a:moveTo>
                    <a:pt x="769929" y="953662"/>
                  </a:moveTo>
                  <a:lnTo>
                    <a:pt x="0" y="953662"/>
                  </a:lnTo>
                  <a:lnTo>
                    <a:pt x="0" y="0"/>
                  </a:lnTo>
                  <a:lnTo>
                    <a:pt x="769929" y="0"/>
                  </a:lnTo>
                  <a:lnTo>
                    <a:pt x="769929" y="953662"/>
                  </a:lnTo>
                  <a:close/>
                </a:path>
              </a:pathLst>
            </a:custGeom>
            <a:ln w="751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975745" y="4423591"/>
              <a:ext cx="770255" cy="1414780"/>
            </a:xfrm>
            <a:custGeom>
              <a:avLst/>
              <a:gdLst/>
              <a:ahLst/>
              <a:cxnLst/>
              <a:rect l="l" t="t" r="r" b="b"/>
              <a:pathLst>
                <a:path w="770255" h="1414779">
                  <a:moveTo>
                    <a:pt x="769929" y="0"/>
                  </a:moveTo>
                  <a:lnTo>
                    <a:pt x="0" y="0"/>
                  </a:lnTo>
                  <a:lnTo>
                    <a:pt x="0" y="1414384"/>
                  </a:lnTo>
                  <a:lnTo>
                    <a:pt x="769929" y="1414384"/>
                  </a:lnTo>
                  <a:lnTo>
                    <a:pt x="769929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975745" y="4423591"/>
              <a:ext cx="770255" cy="1414780"/>
            </a:xfrm>
            <a:custGeom>
              <a:avLst/>
              <a:gdLst/>
              <a:ahLst/>
              <a:cxnLst/>
              <a:rect l="l" t="t" r="r" b="b"/>
              <a:pathLst>
                <a:path w="770255" h="1414779">
                  <a:moveTo>
                    <a:pt x="769929" y="1414384"/>
                  </a:moveTo>
                  <a:lnTo>
                    <a:pt x="0" y="1414384"/>
                  </a:lnTo>
                  <a:lnTo>
                    <a:pt x="0" y="0"/>
                  </a:lnTo>
                  <a:lnTo>
                    <a:pt x="769929" y="0"/>
                  </a:lnTo>
                  <a:lnTo>
                    <a:pt x="769929" y="1414384"/>
                  </a:lnTo>
                  <a:close/>
                </a:path>
              </a:pathLst>
            </a:custGeom>
            <a:ln w="842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188672" y="4093891"/>
              <a:ext cx="767715" cy="1744345"/>
            </a:xfrm>
            <a:custGeom>
              <a:avLst/>
              <a:gdLst/>
              <a:ahLst/>
              <a:cxnLst/>
              <a:rect l="l" t="t" r="r" b="b"/>
              <a:pathLst>
                <a:path w="767714" h="1744345">
                  <a:moveTo>
                    <a:pt x="767445" y="0"/>
                  </a:moveTo>
                  <a:lnTo>
                    <a:pt x="0" y="0"/>
                  </a:lnTo>
                  <a:lnTo>
                    <a:pt x="0" y="1744085"/>
                  </a:lnTo>
                  <a:lnTo>
                    <a:pt x="767445" y="1744085"/>
                  </a:lnTo>
                  <a:lnTo>
                    <a:pt x="76744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188672" y="4093891"/>
              <a:ext cx="767715" cy="1744345"/>
            </a:xfrm>
            <a:custGeom>
              <a:avLst/>
              <a:gdLst/>
              <a:ahLst/>
              <a:cxnLst/>
              <a:rect l="l" t="t" r="r" b="b"/>
              <a:pathLst>
                <a:path w="767714" h="1744345">
                  <a:moveTo>
                    <a:pt x="767445" y="1744085"/>
                  </a:moveTo>
                  <a:lnTo>
                    <a:pt x="0" y="1744085"/>
                  </a:lnTo>
                  <a:lnTo>
                    <a:pt x="0" y="0"/>
                  </a:lnTo>
                  <a:lnTo>
                    <a:pt x="767445" y="0"/>
                  </a:lnTo>
                  <a:lnTo>
                    <a:pt x="767445" y="1744085"/>
                  </a:lnTo>
                  <a:close/>
                </a:path>
              </a:pathLst>
            </a:custGeom>
            <a:ln w="879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4293893" y="4570722"/>
              <a:ext cx="767715" cy="1267460"/>
            </a:xfrm>
            <a:custGeom>
              <a:avLst/>
              <a:gdLst/>
              <a:ahLst/>
              <a:cxnLst/>
              <a:rect l="l" t="t" r="r" b="b"/>
              <a:pathLst>
                <a:path w="767714" h="1267460">
                  <a:moveTo>
                    <a:pt x="767445" y="0"/>
                  </a:moveTo>
                  <a:lnTo>
                    <a:pt x="0" y="0"/>
                  </a:lnTo>
                  <a:lnTo>
                    <a:pt x="0" y="1267254"/>
                  </a:lnTo>
                  <a:lnTo>
                    <a:pt x="767445" y="1267254"/>
                  </a:lnTo>
                  <a:lnTo>
                    <a:pt x="76744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4293893" y="4570722"/>
              <a:ext cx="767715" cy="1267460"/>
            </a:xfrm>
            <a:custGeom>
              <a:avLst/>
              <a:gdLst/>
              <a:ahLst/>
              <a:cxnLst/>
              <a:rect l="l" t="t" r="r" b="b"/>
              <a:pathLst>
                <a:path w="767714" h="1267460">
                  <a:moveTo>
                    <a:pt x="767445" y="1267254"/>
                  </a:moveTo>
                  <a:lnTo>
                    <a:pt x="0" y="1267254"/>
                  </a:lnTo>
                  <a:lnTo>
                    <a:pt x="0" y="0"/>
                  </a:lnTo>
                  <a:lnTo>
                    <a:pt x="767445" y="0"/>
                  </a:lnTo>
                  <a:lnTo>
                    <a:pt x="767445" y="1267254"/>
                  </a:lnTo>
                  <a:close/>
                </a:path>
              </a:pathLst>
            </a:custGeom>
            <a:ln w="821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2044064"/>
          </a:xfrm>
          <a:custGeom>
            <a:avLst/>
            <a:gdLst/>
            <a:ahLst/>
            <a:cxnLst/>
            <a:rect l="l" t="t" r="r" b="b"/>
            <a:pathLst>
              <a:path w="9144000" h="2044064">
                <a:moveTo>
                  <a:pt x="0" y="2043684"/>
                </a:moveTo>
                <a:lnTo>
                  <a:pt x="9144000" y="2043684"/>
                </a:lnTo>
                <a:lnTo>
                  <a:pt x="9144000" y="0"/>
                </a:lnTo>
                <a:lnTo>
                  <a:pt x="0" y="0"/>
                </a:lnTo>
                <a:lnTo>
                  <a:pt x="0" y="2043684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2102421"/>
            <a:ext cx="9144000" cy="4756150"/>
          </a:xfrm>
          <a:custGeom>
            <a:avLst/>
            <a:gdLst/>
            <a:ahLst/>
            <a:cxnLst/>
            <a:rect l="l" t="t" r="r" b="b"/>
            <a:pathLst>
              <a:path w="9144000" h="4756150">
                <a:moveTo>
                  <a:pt x="0" y="4755578"/>
                </a:moveTo>
                <a:lnTo>
                  <a:pt x="9144000" y="4755578"/>
                </a:lnTo>
                <a:lnTo>
                  <a:pt x="9144000" y="0"/>
                </a:lnTo>
                <a:lnTo>
                  <a:pt x="0" y="0"/>
                </a:lnTo>
                <a:lnTo>
                  <a:pt x="0" y="4755578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0" y="2102421"/>
            <a:ext cx="250825" cy="4756150"/>
            <a:chOff x="0" y="2102421"/>
            <a:chExt cx="250825" cy="4756150"/>
          </a:xfrm>
        </p:grpSpPr>
        <p:sp>
          <p:nvSpPr>
            <p:cNvPr id="5" name="object 5"/>
            <p:cNvSpPr/>
            <p:nvPr/>
          </p:nvSpPr>
          <p:spPr>
            <a:xfrm>
              <a:off x="0" y="4292345"/>
              <a:ext cx="250825" cy="2566035"/>
            </a:xfrm>
            <a:custGeom>
              <a:avLst/>
              <a:gdLst/>
              <a:ahLst/>
              <a:cxnLst/>
              <a:rect l="l" t="t" r="r" b="b"/>
              <a:pathLst>
                <a:path w="250825" h="2566034">
                  <a:moveTo>
                    <a:pt x="0" y="2565654"/>
                  </a:moveTo>
                  <a:lnTo>
                    <a:pt x="250697" y="2565654"/>
                  </a:lnTo>
                  <a:lnTo>
                    <a:pt x="250697" y="0"/>
                  </a:lnTo>
                  <a:lnTo>
                    <a:pt x="0" y="0"/>
                  </a:lnTo>
                  <a:lnTo>
                    <a:pt x="0" y="2565654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2102421"/>
              <a:ext cx="250825" cy="2190115"/>
            </a:xfrm>
            <a:custGeom>
              <a:avLst/>
              <a:gdLst/>
              <a:ahLst/>
              <a:cxnLst/>
              <a:rect l="l" t="t" r="r" b="b"/>
              <a:pathLst>
                <a:path w="250825" h="2190115">
                  <a:moveTo>
                    <a:pt x="0" y="2189924"/>
                  </a:moveTo>
                  <a:lnTo>
                    <a:pt x="250697" y="2189924"/>
                  </a:lnTo>
                  <a:lnTo>
                    <a:pt x="250697" y="0"/>
                  </a:lnTo>
                  <a:lnTo>
                    <a:pt x="0" y="0"/>
                  </a:lnTo>
                  <a:lnTo>
                    <a:pt x="0" y="2189924"/>
                  </a:lnTo>
                  <a:close/>
                </a:path>
              </a:pathLst>
            </a:custGeom>
            <a:solidFill>
              <a:srgbClr val="6666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0" y="0"/>
            <a:ext cx="250825" cy="2044064"/>
          </a:xfrm>
          <a:custGeom>
            <a:avLst/>
            <a:gdLst/>
            <a:ahLst/>
            <a:cxnLst/>
            <a:rect l="l" t="t" r="r" b="b"/>
            <a:pathLst>
              <a:path w="250825" h="2044064">
                <a:moveTo>
                  <a:pt x="0" y="2043684"/>
                </a:moveTo>
                <a:lnTo>
                  <a:pt x="250697" y="2043684"/>
                </a:lnTo>
                <a:lnTo>
                  <a:pt x="250697" y="0"/>
                </a:lnTo>
                <a:lnTo>
                  <a:pt x="0" y="0"/>
                </a:lnTo>
                <a:lnTo>
                  <a:pt x="0" y="2043684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0252" y="786002"/>
            <a:ext cx="8219440" cy="1905"/>
          </a:xfrm>
          <a:custGeom>
            <a:avLst/>
            <a:gdLst/>
            <a:ahLst/>
            <a:cxnLst/>
            <a:rect l="l" t="t" r="r" b="b"/>
            <a:pathLst>
              <a:path w="8219440" h="1904">
                <a:moveTo>
                  <a:pt x="0" y="0"/>
                </a:moveTo>
                <a:lnTo>
                  <a:pt x="8218932" y="1524"/>
                </a:lnTo>
              </a:path>
            </a:pathLst>
          </a:custGeom>
          <a:ln w="101346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574" y="333756"/>
            <a:ext cx="230504" cy="1710055"/>
          </a:xfrm>
          <a:custGeom>
            <a:avLst/>
            <a:gdLst/>
            <a:ahLst/>
            <a:cxnLst/>
            <a:rect l="l" t="t" r="r" b="b"/>
            <a:pathLst>
              <a:path w="230504" h="1710055">
                <a:moveTo>
                  <a:pt x="0" y="1709928"/>
                </a:moveTo>
                <a:lnTo>
                  <a:pt x="230124" y="1709928"/>
                </a:lnTo>
                <a:lnTo>
                  <a:pt x="230124" y="0"/>
                </a:lnTo>
                <a:lnTo>
                  <a:pt x="0" y="0"/>
                </a:lnTo>
                <a:lnTo>
                  <a:pt x="0" y="1709928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574" y="2102421"/>
            <a:ext cx="230504" cy="1758950"/>
          </a:xfrm>
          <a:custGeom>
            <a:avLst/>
            <a:gdLst/>
            <a:ahLst/>
            <a:cxnLst/>
            <a:rect l="l" t="t" r="r" b="b"/>
            <a:pathLst>
              <a:path w="230504" h="1758950">
                <a:moveTo>
                  <a:pt x="0" y="1758632"/>
                </a:moveTo>
                <a:lnTo>
                  <a:pt x="230124" y="1758632"/>
                </a:lnTo>
                <a:lnTo>
                  <a:pt x="230124" y="0"/>
                </a:lnTo>
                <a:lnTo>
                  <a:pt x="0" y="0"/>
                </a:lnTo>
                <a:lnTo>
                  <a:pt x="0" y="1758632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8634" y="1588006"/>
            <a:ext cx="203835" cy="4070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endParaRPr sz="1600">
              <a:latin typeface="宋体"/>
              <a:cs typeface="宋体"/>
            </a:endParaRPr>
          </a:p>
          <a:p>
            <a:pPr>
              <a:lnSpc>
                <a:spcPts val="176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934" y="1982214"/>
            <a:ext cx="229235" cy="63627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-28194" y="0"/>
            <a:ext cx="9201150" cy="5781040"/>
            <a:chOff x="-28194" y="0"/>
            <a:chExt cx="9201150" cy="5781040"/>
          </a:xfrm>
        </p:grpSpPr>
        <p:sp>
          <p:nvSpPr>
            <p:cNvPr id="16" name="object 16"/>
            <p:cNvSpPr/>
            <p:nvPr/>
          </p:nvSpPr>
          <p:spPr>
            <a:xfrm>
              <a:off x="357758" y="715137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57758" y="715137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867149" cy="199110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80" y="2072258"/>
              <a:ext cx="9144000" cy="1905"/>
            </a:xfrm>
            <a:custGeom>
              <a:avLst/>
              <a:gdLst/>
              <a:ahLst/>
              <a:cxnLst/>
              <a:rect l="l" t="t" r="r" b="b"/>
              <a:pathLst>
                <a:path w="9144000" h="1905">
                  <a:moveTo>
                    <a:pt x="9144000" y="1587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1878" y="2060448"/>
              <a:ext cx="6902195" cy="364388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072502" y="2275713"/>
              <a:ext cx="1143000" cy="1499870"/>
            </a:xfrm>
            <a:custGeom>
              <a:avLst/>
              <a:gdLst/>
              <a:ahLst/>
              <a:cxnLst/>
              <a:rect l="l" t="t" r="r" b="b"/>
              <a:pathLst>
                <a:path w="1143000" h="1499870">
                  <a:moveTo>
                    <a:pt x="1143000" y="0"/>
                  </a:moveTo>
                  <a:lnTo>
                    <a:pt x="0" y="0"/>
                  </a:lnTo>
                  <a:lnTo>
                    <a:pt x="0" y="1499615"/>
                  </a:lnTo>
                  <a:lnTo>
                    <a:pt x="1143000" y="1499615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072502" y="2275713"/>
              <a:ext cx="1143000" cy="1499870"/>
            </a:xfrm>
            <a:custGeom>
              <a:avLst/>
              <a:gdLst/>
              <a:ahLst/>
              <a:cxnLst/>
              <a:rect l="l" t="t" r="r" b="b"/>
              <a:pathLst>
                <a:path w="1143000" h="1499870">
                  <a:moveTo>
                    <a:pt x="0" y="0"/>
                  </a:moveTo>
                  <a:lnTo>
                    <a:pt x="1143000" y="0"/>
                  </a:lnTo>
                  <a:lnTo>
                    <a:pt x="1143000" y="1499615"/>
                  </a:lnTo>
                  <a:lnTo>
                    <a:pt x="0" y="1499615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072502" y="4275963"/>
              <a:ext cx="1286510" cy="1499870"/>
            </a:xfrm>
            <a:custGeom>
              <a:avLst/>
              <a:gdLst/>
              <a:ahLst/>
              <a:cxnLst/>
              <a:rect l="l" t="t" r="r" b="b"/>
              <a:pathLst>
                <a:path w="1286509" h="1499870">
                  <a:moveTo>
                    <a:pt x="1286255" y="0"/>
                  </a:moveTo>
                  <a:lnTo>
                    <a:pt x="0" y="0"/>
                  </a:lnTo>
                  <a:lnTo>
                    <a:pt x="0" y="1499616"/>
                  </a:lnTo>
                  <a:lnTo>
                    <a:pt x="1286255" y="1499616"/>
                  </a:lnTo>
                  <a:lnTo>
                    <a:pt x="128625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072502" y="4275963"/>
              <a:ext cx="1286510" cy="1499870"/>
            </a:xfrm>
            <a:custGeom>
              <a:avLst/>
              <a:gdLst/>
              <a:ahLst/>
              <a:cxnLst/>
              <a:rect l="l" t="t" r="r" b="b"/>
              <a:pathLst>
                <a:path w="1286509" h="1499870">
                  <a:moveTo>
                    <a:pt x="0" y="0"/>
                  </a:moveTo>
                  <a:lnTo>
                    <a:pt x="1286255" y="0"/>
                  </a:lnTo>
                  <a:lnTo>
                    <a:pt x="1286255" y="1499616"/>
                  </a:lnTo>
                  <a:lnTo>
                    <a:pt x="0" y="1499616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430136" y="2918079"/>
              <a:ext cx="642620" cy="857250"/>
            </a:xfrm>
            <a:custGeom>
              <a:avLst/>
              <a:gdLst/>
              <a:ahLst/>
              <a:cxnLst/>
              <a:rect l="l" t="t" r="r" b="b"/>
              <a:pathLst>
                <a:path w="642620" h="857250">
                  <a:moveTo>
                    <a:pt x="642365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642365" y="857250"/>
                  </a:lnTo>
                  <a:lnTo>
                    <a:pt x="64236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430136" y="2918079"/>
              <a:ext cx="642620" cy="857250"/>
            </a:xfrm>
            <a:custGeom>
              <a:avLst/>
              <a:gdLst/>
              <a:ahLst/>
              <a:cxnLst/>
              <a:rect l="l" t="t" r="r" b="b"/>
              <a:pathLst>
                <a:path w="642620" h="857250">
                  <a:moveTo>
                    <a:pt x="0" y="0"/>
                  </a:moveTo>
                  <a:lnTo>
                    <a:pt x="642365" y="0"/>
                  </a:lnTo>
                  <a:lnTo>
                    <a:pt x="642365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143886" y="5489828"/>
              <a:ext cx="4714875" cy="285750"/>
            </a:xfrm>
            <a:custGeom>
              <a:avLst/>
              <a:gdLst/>
              <a:ahLst/>
              <a:cxnLst/>
              <a:rect l="l" t="t" r="r" b="b"/>
              <a:pathLst>
                <a:path w="4714875" h="285750">
                  <a:moveTo>
                    <a:pt x="4714494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714494" y="285750"/>
                  </a:lnTo>
                  <a:lnTo>
                    <a:pt x="471449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143886" y="5489828"/>
              <a:ext cx="4714875" cy="285750"/>
            </a:xfrm>
            <a:custGeom>
              <a:avLst/>
              <a:gdLst/>
              <a:ahLst/>
              <a:cxnLst/>
              <a:rect l="l" t="t" r="r" b="b"/>
              <a:pathLst>
                <a:path w="4714875" h="285750">
                  <a:moveTo>
                    <a:pt x="0" y="0"/>
                  </a:moveTo>
                  <a:lnTo>
                    <a:pt x="4714494" y="0"/>
                  </a:lnTo>
                  <a:lnTo>
                    <a:pt x="4714494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501002" y="4204334"/>
              <a:ext cx="285750" cy="357505"/>
            </a:xfrm>
            <a:custGeom>
              <a:avLst/>
              <a:gdLst/>
              <a:ahLst/>
              <a:cxnLst/>
              <a:rect l="l" t="t" r="r" b="b"/>
              <a:pathLst>
                <a:path w="285750" h="357504">
                  <a:moveTo>
                    <a:pt x="285750" y="0"/>
                  </a:moveTo>
                  <a:lnTo>
                    <a:pt x="0" y="0"/>
                  </a:lnTo>
                  <a:lnTo>
                    <a:pt x="0" y="357377"/>
                  </a:lnTo>
                  <a:lnTo>
                    <a:pt x="285750" y="357377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501002" y="4204334"/>
              <a:ext cx="285750" cy="357505"/>
            </a:xfrm>
            <a:custGeom>
              <a:avLst/>
              <a:gdLst/>
              <a:ahLst/>
              <a:cxnLst/>
              <a:rect l="l" t="t" r="r" b="b"/>
              <a:pathLst>
                <a:path w="285750" h="357504">
                  <a:moveTo>
                    <a:pt x="0" y="0"/>
                  </a:moveTo>
                  <a:lnTo>
                    <a:pt x="285750" y="0"/>
                  </a:lnTo>
                  <a:lnTo>
                    <a:pt x="285750" y="357377"/>
                  </a:lnTo>
                  <a:lnTo>
                    <a:pt x="0" y="357377"/>
                  </a:lnTo>
                  <a:lnTo>
                    <a:pt x="0" y="0"/>
                  </a:lnTo>
                  <a:close/>
                </a:path>
              </a:pathLst>
            </a:custGeom>
            <a:ln w="99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430136" y="4775834"/>
              <a:ext cx="642620" cy="857250"/>
            </a:xfrm>
            <a:custGeom>
              <a:avLst/>
              <a:gdLst/>
              <a:ahLst/>
              <a:cxnLst/>
              <a:rect l="l" t="t" r="r" b="b"/>
              <a:pathLst>
                <a:path w="642620" h="857250">
                  <a:moveTo>
                    <a:pt x="642365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642365" y="857250"/>
                  </a:lnTo>
                  <a:lnTo>
                    <a:pt x="64236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430136" y="4775834"/>
              <a:ext cx="642620" cy="857250"/>
            </a:xfrm>
            <a:custGeom>
              <a:avLst/>
              <a:gdLst/>
              <a:ahLst/>
              <a:cxnLst/>
              <a:rect l="l" t="t" r="r" b="b"/>
              <a:pathLst>
                <a:path w="642620" h="857250">
                  <a:moveTo>
                    <a:pt x="0" y="0"/>
                  </a:moveTo>
                  <a:lnTo>
                    <a:pt x="642365" y="0"/>
                  </a:lnTo>
                  <a:lnTo>
                    <a:pt x="642365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644259" y="3918584"/>
              <a:ext cx="285750" cy="214629"/>
            </a:xfrm>
            <a:custGeom>
              <a:avLst/>
              <a:gdLst/>
              <a:ahLst/>
              <a:cxnLst/>
              <a:rect l="l" t="t" r="r" b="b"/>
              <a:pathLst>
                <a:path w="285750" h="214629">
                  <a:moveTo>
                    <a:pt x="285750" y="0"/>
                  </a:moveTo>
                  <a:lnTo>
                    <a:pt x="0" y="0"/>
                  </a:lnTo>
                  <a:lnTo>
                    <a:pt x="0" y="214122"/>
                  </a:lnTo>
                  <a:lnTo>
                    <a:pt x="285750" y="214122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644259" y="3918584"/>
              <a:ext cx="285750" cy="214629"/>
            </a:xfrm>
            <a:custGeom>
              <a:avLst/>
              <a:gdLst/>
              <a:ahLst/>
              <a:cxnLst/>
              <a:rect l="l" t="t" r="r" b="b"/>
              <a:pathLst>
                <a:path w="285750" h="214629">
                  <a:moveTo>
                    <a:pt x="0" y="0"/>
                  </a:moveTo>
                  <a:lnTo>
                    <a:pt x="285750" y="0"/>
                  </a:lnTo>
                  <a:lnTo>
                    <a:pt x="285750" y="214122"/>
                  </a:lnTo>
                  <a:lnTo>
                    <a:pt x="0" y="214122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571880" y="6072759"/>
            <a:ext cx="7499350" cy="400050"/>
          </a:xfrm>
          <a:prstGeom prst="rect">
            <a:avLst/>
          </a:prstGeom>
          <a:solidFill>
            <a:srgbClr val="FF99FF"/>
          </a:solidFill>
        </p:spPr>
        <p:txBody>
          <a:bodyPr wrap="square" lIns="0" tIns="3937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10"/>
              </a:spcBef>
            </a:pPr>
            <a:r>
              <a:rPr dirty="0" sz="2000" b="1">
                <a:solidFill>
                  <a:srgbClr val="0000FF"/>
                </a:solidFill>
                <a:latin typeface="新宋体"/>
                <a:cs typeface="新宋体"/>
              </a:rPr>
              <a:t>可以看出：</a:t>
            </a:r>
            <a:r>
              <a:rPr dirty="0" sz="2000" spc="-10" b="1" i="1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dirty="0" baseline="-21367" sz="1950" spc="22" b="1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sz="2000" spc="-10" b="1">
                <a:solidFill>
                  <a:srgbClr val="0000FF"/>
                </a:solidFill>
                <a:latin typeface="新宋体"/>
                <a:cs typeface="新宋体"/>
              </a:rPr>
              <a:t>、</a:t>
            </a:r>
            <a:r>
              <a:rPr dirty="0" sz="2000" spc="-475" b="1">
                <a:solidFill>
                  <a:srgbClr val="0000FF"/>
                </a:solidFill>
                <a:latin typeface="新宋体"/>
                <a:cs typeface="新宋体"/>
              </a:rPr>
              <a:t> </a:t>
            </a:r>
            <a:r>
              <a:rPr dirty="0" sz="2000" spc="-10" b="1" i="1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dirty="0" baseline="-21367" sz="1950" spc="22" b="1">
                <a:solidFill>
                  <a:srgbClr val="0000FF"/>
                </a:solidFill>
                <a:latin typeface="Times New Roman"/>
                <a:cs typeface="Times New Roman"/>
              </a:rPr>
              <a:t>0</a:t>
            </a:r>
            <a:r>
              <a:rPr dirty="0" sz="2000" b="1">
                <a:solidFill>
                  <a:srgbClr val="0000FF"/>
                </a:solidFill>
                <a:latin typeface="新宋体"/>
                <a:cs typeface="新宋体"/>
              </a:rPr>
              <a:t>是触发器现态</a:t>
            </a:r>
            <a:r>
              <a:rPr dirty="0" sz="2000" spc="-5" b="1">
                <a:solidFill>
                  <a:srgbClr val="0000FF"/>
                </a:solidFill>
                <a:latin typeface="新宋体"/>
                <a:cs typeface="新宋体"/>
              </a:rPr>
              <a:t>Q1</a:t>
            </a:r>
            <a:r>
              <a:rPr dirty="0" sz="2000" spc="5" b="1">
                <a:solidFill>
                  <a:srgbClr val="0000FF"/>
                </a:solidFill>
                <a:latin typeface="新宋体"/>
                <a:cs typeface="新宋体"/>
              </a:rPr>
              <a:t>和</a:t>
            </a:r>
            <a:r>
              <a:rPr dirty="0" sz="2000" spc="5" b="1">
                <a:solidFill>
                  <a:srgbClr val="0000FF"/>
                </a:solidFill>
                <a:latin typeface="新宋体"/>
                <a:cs typeface="新宋体"/>
              </a:rPr>
              <a:t>Q</a:t>
            </a:r>
            <a:r>
              <a:rPr dirty="0" sz="2000" spc="-5" b="1">
                <a:solidFill>
                  <a:srgbClr val="0000FF"/>
                </a:solidFill>
                <a:latin typeface="新宋体"/>
                <a:cs typeface="新宋体"/>
              </a:rPr>
              <a:t>0</a:t>
            </a:r>
            <a:r>
              <a:rPr dirty="0" sz="2000" spc="5" b="1">
                <a:solidFill>
                  <a:srgbClr val="0000FF"/>
                </a:solidFill>
                <a:latin typeface="新宋体"/>
                <a:cs typeface="新宋体"/>
              </a:rPr>
              <a:t>的</a:t>
            </a:r>
            <a:r>
              <a:rPr dirty="0" sz="2000" b="1">
                <a:solidFill>
                  <a:srgbClr val="0000FF"/>
                </a:solidFill>
                <a:latin typeface="新宋体"/>
                <a:cs typeface="新宋体"/>
              </a:rPr>
              <a:t>函</a:t>
            </a:r>
            <a:r>
              <a:rPr dirty="0" sz="2000" spc="5" b="1">
                <a:solidFill>
                  <a:srgbClr val="0000FF"/>
                </a:solidFill>
                <a:latin typeface="新宋体"/>
                <a:cs typeface="新宋体"/>
              </a:rPr>
              <a:t>数</a:t>
            </a:r>
            <a:r>
              <a:rPr dirty="0" sz="2000" b="1">
                <a:solidFill>
                  <a:srgbClr val="0000FF"/>
                </a:solidFill>
                <a:latin typeface="新宋体"/>
                <a:cs typeface="新宋体"/>
              </a:rPr>
              <a:t>。这</a:t>
            </a:r>
            <a:r>
              <a:rPr dirty="0" sz="2000" spc="5" b="1">
                <a:solidFill>
                  <a:srgbClr val="0000FF"/>
                </a:solidFill>
                <a:latin typeface="新宋体"/>
                <a:cs typeface="新宋体"/>
              </a:rPr>
              <a:t>个</a:t>
            </a:r>
            <a:r>
              <a:rPr dirty="0" sz="2000" b="1">
                <a:solidFill>
                  <a:srgbClr val="0000FF"/>
                </a:solidFill>
                <a:latin typeface="新宋体"/>
                <a:cs typeface="新宋体"/>
              </a:rPr>
              <a:t>很</a:t>
            </a:r>
            <a:r>
              <a:rPr dirty="0" sz="2000" spc="5" b="1">
                <a:solidFill>
                  <a:srgbClr val="0000FF"/>
                </a:solidFill>
                <a:latin typeface="新宋体"/>
                <a:cs typeface="新宋体"/>
              </a:rPr>
              <a:t>关</a:t>
            </a:r>
            <a:r>
              <a:rPr dirty="0" sz="2000" b="1">
                <a:solidFill>
                  <a:srgbClr val="0000FF"/>
                </a:solidFill>
                <a:latin typeface="新宋体"/>
                <a:cs typeface="新宋体"/>
              </a:rPr>
              <a:t>键。</a:t>
            </a:r>
            <a:endParaRPr sz="2000">
              <a:latin typeface="新宋体"/>
              <a:cs typeface="新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4490" y="3244659"/>
            <a:ext cx="15373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宋体"/>
                <a:cs typeface="宋体"/>
              </a:rPr>
              <a:t>如果将</a:t>
            </a:r>
            <a:r>
              <a:rPr dirty="0" sz="1800" b="1">
                <a:latin typeface="Arial Narrow"/>
                <a:cs typeface="Arial Narrow"/>
              </a:rPr>
              <a:t>D</a:t>
            </a:r>
            <a:r>
              <a:rPr dirty="0" sz="1800" spc="-5" b="1">
                <a:latin typeface="宋体"/>
                <a:cs typeface="宋体"/>
              </a:rPr>
              <a:t>触</a:t>
            </a:r>
            <a:r>
              <a:rPr dirty="0" sz="1800" b="1">
                <a:latin typeface="宋体"/>
                <a:cs typeface="宋体"/>
              </a:rPr>
              <a:t>发</a:t>
            </a:r>
            <a:r>
              <a:rPr dirty="0" sz="1800" spc="-10" b="1">
                <a:latin typeface="宋体"/>
                <a:cs typeface="宋体"/>
              </a:rPr>
              <a:t>器 </a:t>
            </a:r>
            <a:r>
              <a:rPr dirty="0" sz="1800" spc="-5" b="1">
                <a:latin typeface="宋体"/>
                <a:cs typeface="宋体"/>
              </a:rPr>
              <a:t>隐藏起来。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4490" y="4067619"/>
            <a:ext cx="1675764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宋体"/>
                <a:cs typeface="宋体"/>
              </a:rPr>
              <a:t>再来看看</a:t>
            </a:r>
            <a:r>
              <a:rPr dirty="0" sz="1800" spc="-5" b="1">
                <a:latin typeface="Arial Narrow"/>
                <a:cs typeface="Arial Narrow"/>
              </a:rPr>
              <a:t>D1</a:t>
            </a:r>
            <a:r>
              <a:rPr dirty="0" sz="1800" spc="-5" b="1">
                <a:latin typeface="宋体"/>
                <a:cs typeface="宋体"/>
              </a:rPr>
              <a:t>，</a:t>
            </a:r>
            <a:r>
              <a:rPr dirty="0" sz="1800" spc="-5" b="1">
                <a:latin typeface="Arial Narrow"/>
                <a:cs typeface="Arial Narrow"/>
              </a:rPr>
              <a:t>D0 </a:t>
            </a:r>
            <a:r>
              <a:rPr dirty="0" sz="1800" spc="-400" b="1">
                <a:latin typeface="Arial Narrow"/>
                <a:cs typeface="Arial Narrow"/>
              </a:rPr>
              <a:t> </a:t>
            </a:r>
            <a:r>
              <a:rPr dirty="0" sz="1800" spc="-5" b="1">
                <a:latin typeface="宋体"/>
                <a:cs typeface="宋体"/>
              </a:rPr>
              <a:t>与</a:t>
            </a:r>
            <a:r>
              <a:rPr dirty="0" sz="1800" spc="-5" b="1">
                <a:latin typeface="Arial Narrow"/>
                <a:cs typeface="Arial Narrow"/>
              </a:rPr>
              <a:t>Q</a:t>
            </a:r>
            <a:r>
              <a:rPr dirty="0" sz="1800" b="1">
                <a:latin typeface="Arial Narrow"/>
                <a:cs typeface="Arial Narrow"/>
              </a:rPr>
              <a:t>1</a:t>
            </a:r>
            <a:r>
              <a:rPr dirty="0" sz="1800" spc="-5" b="1">
                <a:latin typeface="宋体"/>
                <a:cs typeface="宋体"/>
              </a:rPr>
              <a:t>，</a:t>
            </a:r>
            <a:r>
              <a:rPr dirty="0" sz="1800" spc="-5" b="1">
                <a:latin typeface="Arial Narrow"/>
                <a:cs typeface="Arial Narrow"/>
              </a:rPr>
              <a:t>Q</a:t>
            </a:r>
            <a:r>
              <a:rPr dirty="0" sz="1800" spc="5" b="1">
                <a:latin typeface="Arial Narrow"/>
                <a:cs typeface="Arial Narrow"/>
              </a:rPr>
              <a:t>0</a:t>
            </a:r>
            <a:r>
              <a:rPr dirty="0" sz="1800" b="1">
                <a:latin typeface="宋体"/>
                <a:cs typeface="宋体"/>
              </a:rPr>
              <a:t>之间的 </a:t>
            </a:r>
            <a:r>
              <a:rPr dirty="0" sz="1800" spc="-5" b="1">
                <a:latin typeface="宋体"/>
                <a:cs typeface="宋体"/>
              </a:rPr>
              <a:t>关系式。</a:t>
            </a:r>
            <a:endParaRPr sz="1800">
              <a:latin typeface="宋体"/>
              <a:cs typeface="宋体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138933" y="857630"/>
            <a:ext cx="6648450" cy="4923155"/>
            <a:chOff x="2138933" y="857630"/>
            <a:chExt cx="6648450" cy="4923155"/>
          </a:xfrm>
        </p:grpSpPr>
        <p:sp>
          <p:nvSpPr>
            <p:cNvPr id="39" name="object 39"/>
            <p:cNvSpPr/>
            <p:nvPr/>
          </p:nvSpPr>
          <p:spPr>
            <a:xfrm>
              <a:off x="2143886" y="5275707"/>
              <a:ext cx="775970" cy="500380"/>
            </a:xfrm>
            <a:custGeom>
              <a:avLst/>
              <a:gdLst/>
              <a:ahLst/>
              <a:cxnLst/>
              <a:rect l="l" t="t" r="r" b="b"/>
              <a:pathLst>
                <a:path w="775969" h="500379">
                  <a:moveTo>
                    <a:pt x="775715" y="0"/>
                  </a:moveTo>
                  <a:lnTo>
                    <a:pt x="0" y="0"/>
                  </a:lnTo>
                  <a:lnTo>
                    <a:pt x="0" y="499872"/>
                  </a:lnTo>
                  <a:lnTo>
                    <a:pt x="775715" y="499872"/>
                  </a:lnTo>
                  <a:lnTo>
                    <a:pt x="77571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143886" y="5275707"/>
              <a:ext cx="775970" cy="500380"/>
            </a:xfrm>
            <a:custGeom>
              <a:avLst/>
              <a:gdLst/>
              <a:ahLst/>
              <a:cxnLst/>
              <a:rect l="l" t="t" r="r" b="b"/>
              <a:pathLst>
                <a:path w="775969" h="500379">
                  <a:moveTo>
                    <a:pt x="0" y="0"/>
                  </a:moveTo>
                  <a:lnTo>
                    <a:pt x="775715" y="0"/>
                  </a:lnTo>
                  <a:lnTo>
                    <a:pt x="775715" y="499872"/>
                  </a:lnTo>
                  <a:lnTo>
                    <a:pt x="0" y="499872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7929752" y="5204078"/>
              <a:ext cx="776605" cy="501015"/>
            </a:xfrm>
            <a:custGeom>
              <a:avLst/>
              <a:gdLst/>
              <a:ahLst/>
              <a:cxnLst/>
              <a:rect l="l" t="t" r="r" b="b"/>
              <a:pathLst>
                <a:path w="776604" h="501014">
                  <a:moveTo>
                    <a:pt x="776477" y="0"/>
                  </a:moveTo>
                  <a:lnTo>
                    <a:pt x="0" y="0"/>
                  </a:lnTo>
                  <a:lnTo>
                    <a:pt x="0" y="500634"/>
                  </a:lnTo>
                  <a:lnTo>
                    <a:pt x="776477" y="500634"/>
                  </a:lnTo>
                  <a:lnTo>
                    <a:pt x="77647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929752" y="5204078"/>
              <a:ext cx="776605" cy="501015"/>
            </a:xfrm>
            <a:custGeom>
              <a:avLst/>
              <a:gdLst/>
              <a:ahLst/>
              <a:cxnLst/>
              <a:rect l="l" t="t" r="r" b="b"/>
              <a:pathLst>
                <a:path w="776604" h="501014">
                  <a:moveTo>
                    <a:pt x="0" y="0"/>
                  </a:moveTo>
                  <a:lnTo>
                    <a:pt x="776477" y="0"/>
                  </a:lnTo>
                  <a:lnTo>
                    <a:pt x="776477" y="500634"/>
                  </a:lnTo>
                  <a:lnTo>
                    <a:pt x="0" y="500634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86122" y="4191000"/>
              <a:ext cx="357377" cy="40309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97324" y="4489703"/>
              <a:ext cx="332231" cy="35737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215002" y="857630"/>
              <a:ext cx="4572000" cy="1016000"/>
            </a:xfrm>
            <a:custGeom>
              <a:avLst/>
              <a:gdLst/>
              <a:ahLst/>
              <a:cxnLst/>
              <a:rect l="l" t="t" r="r" b="b"/>
              <a:pathLst>
                <a:path w="4572000" h="1016000">
                  <a:moveTo>
                    <a:pt x="4572000" y="0"/>
                  </a:moveTo>
                  <a:lnTo>
                    <a:pt x="0" y="0"/>
                  </a:lnTo>
                  <a:lnTo>
                    <a:pt x="0" y="1015746"/>
                  </a:lnTo>
                  <a:lnTo>
                    <a:pt x="4572000" y="1015746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B7EB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3500296" y="2792203"/>
            <a:ext cx="427990" cy="882650"/>
          </a:xfrm>
          <a:prstGeom prst="rect">
            <a:avLst/>
          </a:prstGeom>
        </p:spPr>
        <p:txBody>
          <a:bodyPr wrap="square" lIns="0" tIns="167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dirty="0" sz="1800" spc="-5" b="1">
                <a:latin typeface="Arial Narrow"/>
                <a:cs typeface="Arial Narrow"/>
              </a:rPr>
              <a:t>Q0</a:t>
            </a:r>
            <a:endParaRPr sz="1800">
              <a:latin typeface="Arial Narrow"/>
              <a:cs typeface="Arial Narrow"/>
            </a:endParaRPr>
          </a:p>
          <a:p>
            <a:pPr marL="165100">
              <a:lnSpc>
                <a:spcPct val="100000"/>
              </a:lnSpc>
              <a:spcBef>
                <a:spcPts val="1215"/>
              </a:spcBef>
            </a:pPr>
            <a:r>
              <a:rPr dirty="0" sz="1800" spc="-5" b="1">
                <a:latin typeface="Arial Narrow"/>
                <a:cs typeface="Arial Narrow"/>
              </a:rPr>
              <a:t>Q1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xfrm>
            <a:off x="4293549" y="898634"/>
            <a:ext cx="4370070" cy="939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000">
                <a:solidFill>
                  <a:srgbClr val="FF0000"/>
                </a:solidFill>
                <a:latin typeface="新宋体"/>
                <a:cs typeface="新宋体"/>
              </a:rPr>
              <a:t>时序电路的设计最终要转换</a:t>
            </a:r>
            <a:r>
              <a:rPr dirty="0" sz="2000" spc="5">
                <a:solidFill>
                  <a:srgbClr val="FF0000"/>
                </a:solidFill>
                <a:latin typeface="新宋体"/>
                <a:cs typeface="新宋体"/>
              </a:rPr>
              <a:t>为</a:t>
            </a:r>
            <a:r>
              <a:rPr dirty="0" sz="2000">
                <a:solidFill>
                  <a:srgbClr val="FF0000"/>
                </a:solidFill>
                <a:latin typeface="新宋体"/>
                <a:cs typeface="新宋体"/>
              </a:rPr>
              <a:t>组</a:t>
            </a:r>
            <a:r>
              <a:rPr dirty="0" sz="2000" spc="5">
                <a:solidFill>
                  <a:srgbClr val="FF0000"/>
                </a:solidFill>
                <a:latin typeface="新宋体"/>
                <a:cs typeface="新宋体"/>
              </a:rPr>
              <a:t>合</a:t>
            </a:r>
            <a:r>
              <a:rPr dirty="0" sz="2000">
                <a:solidFill>
                  <a:srgbClr val="FF0000"/>
                </a:solidFill>
                <a:latin typeface="新宋体"/>
                <a:cs typeface="新宋体"/>
              </a:rPr>
              <a:t>电路 的设计。例如此处如果知</a:t>
            </a:r>
            <a:r>
              <a:rPr dirty="0" sz="2000" spc="5">
                <a:solidFill>
                  <a:srgbClr val="FF0000"/>
                </a:solidFill>
                <a:latin typeface="新宋体"/>
                <a:cs typeface="新宋体"/>
              </a:rPr>
              <a:t>道</a:t>
            </a:r>
            <a:r>
              <a:rPr dirty="0" sz="2000" spc="5">
                <a:solidFill>
                  <a:srgbClr val="FF0000"/>
                </a:solidFill>
                <a:latin typeface="新宋体"/>
                <a:cs typeface="新宋体"/>
              </a:rPr>
              <a:t>D</a:t>
            </a:r>
            <a:r>
              <a:rPr dirty="0" sz="2000" spc="-5">
                <a:solidFill>
                  <a:srgbClr val="FF0000"/>
                </a:solidFill>
                <a:latin typeface="新宋体"/>
                <a:cs typeface="新宋体"/>
              </a:rPr>
              <a:t>1</a:t>
            </a:r>
            <a:r>
              <a:rPr dirty="0" sz="2000" spc="5">
                <a:solidFill>
                  <a:srgbClr val="FF0000"/>
                </a:solidFill>
                <a:latin typeface="新宋体"/>
                <a:cs typeface="新宋体"/>
              </a:rPr>
              <a:t>和</a:t>
            </a:r>
            <a:r>
              <a:rPr dirty="0" sz="2000" spc="-5">
                <a:solidFill>
                  <a:srgbClr val="FF0000"/>
                </a:solidFill>
                <a:latin typeface="新宋体"/>
                <a:cs typeface="新宋体"/>
              </a:rPr>
              <a:t>D</a:t>
            </a:r>
            <a:r>
              <a:rPr dirty="0" sz="2000" spc="5">
                <a:solidFill>
                  <a:srgbClr val="FF0000"/>
                </a:solidFill>
                <a:latin typeface="新宋体"/>
                <a:cs typeface="新宋体"/>
              </a:rPr>
              <a:t>0</a:t>
            </a:r>
            <a:r>
              <a:rPr dirty="0" sz="2000">
                <a:solidFill>
                  <a:srgbClr val="FF0000"/>
                </a:solidFill>
                <a:latin typeface="新宋体"/>
                <a:cs typeface="新宋体"/>
              </a:rPr>
              <a:t>的表 </a:t>
            </a:r>
            <a:r>
              <a:rPr dirty="0" sz="2000">
                <a:solidFill>
                  <a:srgbClr val="FF0000"/>
                </a:solidFill>
                <a:latin typeface="新宋体"/>
                <a:cs typeface="新宋体"/>
              </a:rPr>
              <a:t>达式，就可以画出整个的时</a:t>
            </a:r>
            <a:r>
              <a:rPr dirty="0" sz="2000" spc="5">
                <a:solidFill>
                  <a:srgbClr val="FF0000"/>
                </a:solidFill>
                <a:latin typeface="新宋体"/>
                <a:cs typeface="新宋体"/>
              </a:rPr>
              <a:t>序</a:t>
            </a:r>
            <a:r>
              <a:rPr dirty="0" sz="2000">
                <a:solidFill>
                  <a:srgbClr val="FF0000"/>
                </a:solidFill>
                <a:latin typeface="新宋体"/>
                <a:cs typeface="新宋体"/>
              </a:rPr>
              <a:t>电</a:t>
            </a:r>
            <a:r>
              <a:rPr dirty="0" sz="2000" spc="5">
                <a:solidFill>
                  <a:srgbClr val="FF0000"/>
                </a:solidFill>
                <a:latin typeface="新宋体"/>
                <a:cs typeface="新宋体"/>
              </a:rPr>
              <a:t>路</a:t>
            </a:r>
            <a:r>
              <a:rPr dirty="0" sz="2000" spc="-10">
                <a:solidFill>
                  <a:srgbClr val="FF0000"/>
                </a:solidFill>
                <a:latin typeface="新宋体"/>
                <a:cs typeface="新宋体"/>
              </a:rPr>
              <a:t>。</a:t>
            </a:r>
            <a:endParaRPr sz="2000">
              <a:latin typeface="新宋体"/>
              <a:cs typeface="新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40614" y="0"/>
            <a:ext cx="6440170" cy="934719"/>
            <a:chOff x="340614" y="0"/>
            <a:chExt cx="6440170" cy="934719"/>
          </a:xfrm>
        </p:grpSpPr>
        <p:sp>
          <p:nvSpPr>
            <p:cNvPr id="6" name="object 6"/>
            <p:cNvSpPr/>
            <p:nvPr/>
          </p:nvSpPr>
          <p:spPr>
            <a:xfrm>
              <a:off x="357758" y="715137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57758" y="715137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0614" y="0"/>
              <a:ext cx="1547621" cy="88315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6359" y="0"/>
              <a:ext cx="5423915" cy="85648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02590" y="1296955"/>
            <a:ext cx="815720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3570" algn="l"/>
              </a:tabLst>
            </a:pP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例</a:t>
            </a: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1	</a:t>
            </a: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用</a:t>
            </a:r>
            <a:r>
              <a:rPr dirty="0" sz="2400" b="1">
                <a:solidFill>
                  <a:srgbClr val="FF00FF"/>
                </a:solidFill>
                <a:latin typeface="Times New Roman"/>
                <a:cs typeface="Times New Roman"/>
              </a:rPr>
              <a:t>D</a:t>
            </a:r>
            <a:r>
              <a:rPr dirty="0" sz="2400" spc="-5" b="1">
                <a:solidFill>
                  <a:srgbClr val="FF00FF"/>
                </a:solidFill>
                <a:latin typeface="新宋体"/>
                <a:cs typeface="新宋体"/>
              </a:rPr>
              <a:t>触发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器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设计一</a:t>
            </a: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个</a:t>
            </a: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8421</a:t>
            </a:r>
            <a:r>
              <a:rPr dirty="0" sz="2400" spc="-45" b="1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BCD</a:t>
            </a: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码同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步</a:t>
            </a:r>
            <a:r>
              <a:rPr dirty="0" sz="2400" b="1">
                <a:solidFill>
                  <a:srgbClr val="0000FF"/>
                </a:solidFill>
                <a:latin typeface="新宋体"/>
                <a:cs typeface="新宋体"/>
              </a:rPr>
              <a:t>十进制</a:t>
            </a:r>
            <a:r>
              <a:rPr dirty="0" sz="2400" spc="-5" b="1">
                <a:solidFill>
                  <a:srgbClr val="FF00FF"/>
                </a:solidFill>
                <a:latin typeface="新宋体"/>
                <a:cs typeface="新宋体"/>
              </a:rPr>
              <a:t>加</a:t>
            </a:r>
            <a:r>
              <a:rPr dirty="0" sz="2400" spc="5" b="1">
                <a:solidFill>
                  <a:srgbClr val="FF00FF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计数器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。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78774" y="88436"/>
            <a:ext cx="593471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28065" algn="l"/>
              </a:tabLst>
            </a:pPr>
            <a:r>
              <a:rPr dirty="0" sz="3200" spc="-5">
                <a:solidFill>
                  <a:srgbClr val="CC0000"/>
                </a:solidFill>
                <a:latin typeface="Times New Roman"/>
                <a:cs typeface="Times New Roman"/>
              </a:rPr>
              <a:t>6</a:t>
            </a:r>
            <a:r>
              <a:rPr dirty="0" sz="3200" spc="-10">
                <a:solidFill>
                  <a:srgbClr val="CC0000"/>
                </a:solidFill>
                <a:latin typeface="Times New Roman"/>
                <a:cs typeface="Times New Roman"/>
              </a:rPr>
              <a:t>.</a:t>
            </a:r>
            <a:r>
              <a:rPr dirty="0" sz="3200" spc="-5">
                <a:solidFill>
                  <a:srgbClr val="CC0000"/>
                </a:solidFill>
                <a:latin typeface="Times New Roman"/>
                <a:cs typeface="Times New Roman"/>
              </a:rPr>
              <a:t>3</a:t>
            </a:r>
            <a:r>
              <a:rPr dirty="0" sz="3200" spc="-10">
                <a:solidFill>
                  <a:srgbClr val="CC0000"/>
                </a:solidFill>
                <a:latin typeface="Times New Roman"/>
                <a:cs typeface="Times New Roman"/>
              </a:rPr>
              <a:t>.</a:t>
            </a:r>
            <a:r>
              <a:rPr dirty="0" sz="3200" spc="-5">
                <a:solidFill>
                  <a:srgbClr val="CC0000"/>
                </a:solidFill>
                <a:latin typeface="Times New Roman"/>
                <a:cs typeface="Times New Roman"/>
              </a:rPr>
              <a:t>2</a:t>
            </a:r>
            <a:r>
              <a:rPr dirty="0" sz="3200">
                <a:solidFill>
                  <a:srgbClr val="CC0000"/>
                </a:solidFill>
                <a:latin typeface="Times New Roman"/>
                <a:cs typeface="Times New Roman"/>
              </a:rPr>
              <a:t>	</a:t>
            </a:r>
            <a:r>
              <a:rPr dirty="0" sz="3200" spc="-5">
                <a:solidFill>
                  <a:srgbClr val="CC0000"/>
                </a:solidFill>
                <a:latin typeface="新宋体"/>
                <a:cs typeface="新宋体"/>
              </a:rPr>
              <a:t>同步时序逻辑电路设计举例</a:t>
            </a:r>
            <a:endParaRPr sz="3200">
              <a:latin typeface="新宋体"/>
              <a:cs typeface="新宋体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67600" y="2922175"/>
            <a:ext cx="5198745" cy="3369310"/>
            <a:chOff x="1067600" y="2922175"/>
            <a:chExt cx="5198745" cy="3369310"/>
          </a:xfrm>
        </p:grpSpPr>
        <p:sp>
          <p:nvSpPr>
            <p:cNvPr id="13" name="object 13"/>
            <p:cNvSpPr/>
            <p:nvPr/>
          </p:nvSpPr>
          <p:spPr>
            <a:xfrm>
              <a:off x="1086650" y="2941225"/>
              <a:ext cx="923290" cy="797560"/>
            </a:xfrm>
            <a:custGeom>
              <a:avLst/>
              <a:gdLst/>
              <a:ahLst/>
              <a:cxnLst/>
              <a:rect l="l" t="t" r="r" b="b"/>
              <a:pathLst>
                <a:path w="923289" h="797560">
                  <a:moveTo>
                    <a:pt x="460907" y="0"/>
                  </a:moveTo>
                  <a:lnTo>
                    <a:pt x="410670" y="2334"/>
                  </a:lnTo>
                  <a:lnTo>
                    <a:pt x="362003" y="9177"/>
                  </a:lnTo>
                  <a:lnTo>
                    <a:pt x="315189" y="20285"/>
                  </a:lnTo>
                  <a:lnTo>
                    <a:pt x="270506" y="35416"/>
                  </a:lnTo>
                  <a:lnTo>
                    <a:pt x="228237" y="54327"/>
                  </a:lnTo>
                  <a:lnTo>
                    <a:pt x="188661" y="76777"/>
                  </a:lnTo>
                  <a:lnTo>
                    <a:pt x="152059" y="102523"/>
                  </a:lnTo>
                  <a:lnTo>
                    <a:pt x="118712" y="131322"/>
                  </a:lnTo>
                  <a:lnTo>
                    <a:pt x="88901" y="162933"/>
                  </a:lnTo>
                  <a:lnTo>
                    <a:pt x="62906" y="197111"/>
                  </a:lnTo>
                  <a:lnTo>
                    <a:pt x="41008" y="233617"/>
                  </a:lnTo>
                  <a:lnTo>
                    <a:pt x="23488" y="272206"/>
                  </a:lnTo>
                  <a:lnTo>
                    <a:pt x="10626" y="312636"/>
                  </a:lnTo>
                  <a:lnTo>
                    <a:pt x="2703" y="354665"/>
                  </a:lnTo>
                  <a:lnTo>
                    <a:pt x="0" y="398052"/>
                  </a:lnTo>
                  <a:lnTo>
                    <a:pt x="2703" y="441643"/>
                  </a:lnTo>
                  <a:lnTo>
                    <a:pt x="10626" y="483851"/>
                  </a:lnTo>
                  <a:lnTo>
                    <a:pt x="23488" y="524434"/>
                  </a:lnTo>
                  <a:lnTo>
                    <a:pt x="41008" y="563153"/>
                  </a:lnTo>
                  <a:lnTo>
                    <a:pt x="62906" y="599766"/>
                  </a:lnTo>
                  <a:lnTo>
                    <a:pt x="88901" y="634033"/>
                  </a:lnTo>
                  <a:lnTo>
                    <a:pt x="118712" y="665714"/>
                  </a:lnTo>
                  <a:lnTo>
                    <a:pt x="152059" y="694568"/>
                  </a:lnTo>
                  <a:lnTo>
                    <a:pt x="188661" y="720355"/>
                  </a:lnTo>
                  <a:lnTo>
                    <a:pt x="228237" y="742835"/>
                  </a:lnTo>
                  <a:lnTo>
                    <a:pt x="270506" y="761766"/>
                  </a:lnTo>
                  <a:lnTo>
                    <a:pt x="315189" y="776909"/>
                  </a:lnTo>
                  <a:lnTo>
                    <a:pt x="362003" y="788023"/>
                  </a:lnTo>
                  <a:lnTo>
                    <a:pt x="410670" y="794868"/>
                  </a:lnTo>
                  <a:lnTo>
                    <a:pt x="460907" y="797203"/>
                  </a:lnTo>
                  <a:lnTo>
                    <a:pt x="511382" y="794868"/>
                  </a:lnTo>
                  <a:lnTo>
                    <a:pt x="560255" y="788023"/>
                  </a:lnTo>
                  <a:lnTo>
                    <a:pt x="607246" y="776909"/>
                  </a:lnTo>
                  <a:lnTo>
                    <a:pt x="652078" y="761766"/>
                  </a:lnTo>
                  <a:lnTo>
                    <a:pt x="694473" y="742835"/>
                  </a:lnTo>
                  <a:lnTo>
                    <a:pt x="734151" y="720355"/>
                  </a:lnTo>
                  <a:lnTo>
                    <a:pt x="770835" y="694568"/>
                  </a:lnTo>
                  <a:lnTo>
                    <a:pt x="804245" y="665714"/>
                  </a:lnTo>
                  <a:lnTo>
                    <a:pt x="834104" y="634033"/>
                  </a:lnTo>
                  <a:lnTo>
                    <a:pt x="860133" y="599766"/>
                  </a:lnTo>
                  <a:lnTo>
                    <a:pt x="882054" y="563153"/>
                  </a:lnTo>
                  <a:lnTo>
                    <a:pt x="899589" y="524434"/>
                  </a:lnTo>
                  <a:lnTo>
                    <a:pt x="912458" y="483851"/>
                  </a:lnTo>
                  <a:lnTo>
                    <a:pt x="920384" y="441643"/>
                  </a:lnTo>
                  <a:lnTo>
                    <a:pt x="923087" y="398052"/>
                  </a:lnTo>
                  <a:lnTo>
                    <a:pt x="920384" y="354665"/>
                  </a:lnTo>
                  <a:lnTo>
                    <a:pt x="912458" y="312636"/>
                  </a:lnTo>
                  <a:lnTo>
                    <a:pt x="899589" y="272206"/>
                  </a:lnTo>
                  <a:lnTo>
                    <a:pt x="882054" y="233617"/>
                  </a:lnTo>
                  <a:lnTo>
                    <a:pt x="860133" y="197111"/>
                  </a:lnTo>
                  <a:lnTo>
                    <a:pt x="834104" y="162933"/>
                  </a:lnTo>
                  <a:lnTo>
                    <a:pt x="804245" y="131322"/>
                  </a:lnTo>
                  <a:lnTo>
                    <a:pt x="770835" y="102523"/>
                  </a:lnTo>
                  <a:lnTo>
                    <a:pt x="734151" y="76777"/>
                  </a:lnTo>
                  <a:lnTo>
                    <a:pt x="694473" y="54327"/>
                  </a:lnTo>
                  <a:lnTo>
                    <a:pt x="652078" y="35416"/>
                  </a:lnTo>
                  <a:lnTo>
                    <a:pt x="607246" y="20285"/>
                  </a:lnTo>
                  <a:lnTo>
                    <a:pt x="560255" y="9177"/>
                  </a:lnTo>
                  <a:lnTo>
                    <a:pt x="511382" y="2334"/>
                  </a:lnTo>
                  <a:lnTo>
                    <a:pt x="460907" y="0"/>
                  </a:lnTo>
                </a:path>
              </a:pathLst>
            </a:custGeom>
            <a:ln w="37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492290" y="2958818"/>
              <a:ext cx="923290" cy="797560"/>
            </a:xfrm>
            <a:custGeom>
              <a:avLst/>
              <a:gdLst/>
              <a:ahLst/>
              <a:cxnLst/>
              <a:rect l="l" t="t" r="r" b="b"/>
              <a:pathLst>
                <a:path w="923289" h="797560">
                  <a:moveTo>
                    <a:pt x="460907" y="0"/>
                  </a:moveTo>
                  <a:lnTo>
                    <a:pt x="410670" y="2334"/>
                  </a:lnTo>
                  <a:lnTo>
                    <a:pt x="362003" y="9177"/>
                  </a:lnTo>
                  <a:lnTo>
                    <a:pt x="315189" y="20285"/>
                  </a:lnTo>
                  <a:lnTo>
                    <a:pt x="270506" y="35416"/>
                  </a:lnTo>
                  <a:lnTo>
                    <a:pt x="228237" y="54327"/>
                  </a:lnTo>
                  <a:lnTo>
                    <a:pt x="188661" y="76777"/>
                  </a:lnTo>
                  <a:lnTo>
                    <a:pt x="152059" y="102523"/>
                  </a:lnTo>
                  <a:lnTo>
                    <a:pt x="118712" y="131322"/>
                  </a:lnTo>
                  <a:lnTo>
                    <a:pt x="88901" y="162933"/>
                  </a:lnTo>
                  <a:lnTo>
                    <a:pt x="62906" y="197111"/>
                  </a:lnTo>
                  <a:lnTo>
                    <a:pt x="41008" y="233617"/>
                  </a:lnTo>
                  <a:lnTo>
                    <a:pt x="23488" y="272206"/>
                  </a:lnTo>
                  <a:lnTo>
                    <a:pt x="10626" y="312636"/>
                  </a:lnTo>
                  <a:lnTo>
                    <a:pt x="2703" y="354665"/>
                  </a:lnTo>
                  <a:lnTo>
                    <a:pt x="0" y="398052"/>
                  </a:lnTo>
                  <a:lnTo>
                    <a:pt x="2703" y="441643"/>
                  </a:lnTo>
                  <a:lnTo>
                    <a:pt x="10626" y="483851"/>
                  </a:lnTo>
                  <a:lnTo>
                    <a:pt x="23488" y="524434"/>
                  </a:lnTo>
                  <a:lnTo>
                    <a:pt x="41008" y="563153"/>
                  </a:lnTo>
                  <a:lnTo>
                    <a:pt x="62906" y="599766"/>
                  </a:lnTo>
                  <a:lnTo>
                    <a:pt x="88901" y="634033"/>
                  </a:lnTo>
                  <a:lnTo>
                    <a:pt x="118712" y="665714"/>
                  </a:lnTo>
                  <a:lnTo>
                    <a:pt x="152059" y="694568"/>
                  </a:lnTo>
                  <a:lnTo>
                    <a:pt x="188661" y="720355"/>
                  </a:lnTo>
                  <a:lnTo>
                    <a:pt x="228237" y="742835"/>
                  </a:lnTo>
                  <a:lnTo>
                    <a:pt x="270506" y="761766"/>
                  </a:lnTo>
                  <a:lnTo>
                    <a:pt x="315189" y="776909"/>
                  </a:lnTo>
                  <a:lnTo>
                    <a:pt x="362003" y="788023"/>
                  </a:lnTo>
                  <a:lnTo>
                    <a:pt x="410670" y="794868"/>
                  </a:lnTo>
                  <a:lnTo>
                    <a:pt x="460907" y="797203"/>
                  </a:lnTo>
                  <a:lnTo>
                    <a:pt x="511382" y="794868"/>
                  </a:lnTo>
                  <a:lnTo>
                    <a:pt x="560255" y="788023"/>
                  </a:lnTo>
                  <a:lnTo>
                    <a:pt x="607246" y="776909"/>
                  </a:lnTo>
                  <a:lnTo>
                    <a:pt x="652078" y="761766"/>
                  </a:lnTo>
                  <a:lnTo>
                    <a:pt x="694473" y="742835"/>
                  </a:lnTo>
                  <a:lnTo>
                    <a:pt x="734151" y="720355"/>
                  </a:lnTo>
                  <a:lnTo>
                    <a:pt x="770835" y="694568"/>
                  </a:lnTo>
                  <a:lnTo>
                    <a:pt x="804245" y="665714"/>
                  </a:lnTo>
                  <a:lnTo>
                    <a:pt x="834104" y="634033"/>
                  </a:lnTo>
                  <a:lnTo>
                    <a:pt x="860133" y="599766"/>
                  </a:lnTo>
                  <a:lnTo>
                    <a:pt x="882054" y="563153"/>
                  </a:lnTo>
                  <a:lnTo>
                    <a:pt x="899589" y="524434"/>
                  </a:lnTo>
                  <a:lnTo>
                    <a:pt x="912458" y="483851"/>
                  </a:lnTo>
                  <a:lnTo>
                    <a:pt x="920384" y="441643"/>
                  </a:lnTo>
                  <a:lnTo>
                    <a:pt x="923087" y="398052"/>
                  </a:lnTo>
                  <a:lnTo>
                    <a:pt x="920384" y="354665"/>
                  </a:lnTo>
                  <a:lnTo>
                    <a:pt x="912458" y="312636"/>
                  </a:lnTo>
                  <a:lnTo>
                    <a:pt x="899589" y="272206"/>
                  </a:lnTo>
                  <a:lnTo>
                    <a:pt x="882054" y="233617"/>
                  </a:lnTo>
                  <a:lnTo>
                    <a:pt x="860133" y="197111"/>
                  </a:lnTo>
                  <a:lnTo>
                    <a:pt x="834104" y="162933"/>
                  </a:lnTo>
                  <a:lnTo>
                    <a:pt x="804245" y="131322"/>
                  </a:lnTo>
                  <a:lnTo>
                    <a:pt x="770835" y="102523"/>
                  </a:lnTo>
                  <a:lnTo>
                    <a:pt x="734151" y="76777"/>
                  </a:lnTo>
                  <a:lnTo>
                    <a:pt x="694473" y="54327"/>
                  </a:lnTo>
                  <a:lnTo>
                    <a:pt x="652078" y="35416"/>
                  </a:lnTo>
                  <a:lnTo>
                    <a:pt x="607246" y="20285"/>
                  </a:lnTo>
                  <a:lnTo>
                    <a:pt x="560255" y="9177"/>
                  </a:lnTo>
                  <a:lnTo>
                    <a:pt x="511382" y="2334"/>
                  </a:lnTo>
                  <a:lnTo>
                    <a:pt x="460907" y="0"/>
                  </a:lnTo>
                </a:path>
              </a:pathLst>
            </a:custGeom>
            <a:ln w="37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199448" y="3304089"/>
              <a:ext cx="302260" cy="64135"/>
            </a:xfrm>
            <a:custGeom>
              <a:avLst/>
              <a:gdLst/>
              <a:ahLst/>
              <a:cxnLst/>
              <a:rect l="l" t="t" r="r" b="b"/>
              <a:pathLst>
                <a:path w="302260" h="64135">
                  <a:moveTo>
                    <a:pt x="0" y="63776"/>
                  </a:moveTo>
                  <a:lnTo>
                    <a:pt x="0" y="0"/>
                  </a:lnTo>
                  <a:lnTo>
                    <a:pt x="301754" y="32988"/>
                  </a:lnTo>
                  <a:lnTo>
                    <a:pt x="0" y="637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199448" y="3304090"/>
              <a:ext cx="302260" cy="64135"/>
            </a:xfrm>
            <a:custGeom>
              <a:avLst/>
              <a:gdLst/>
              <a:ahLst/>
              <a:cxnLst/>
              <a:rect l="l" t="t" r="r" b="b"/>
              <a:pathLst>
                <a:path w="302260" h="64135">
                  <a:moveTo>
                    <a:pt x="0" y="0"/>
                  </a:moveTo>
                  <a:lnTo>
                    <a:pt x="0" y="63776"/>
                  </a:lnTo>
                  <a:lnTo>
                    <a:pt x="301754" y="32987"/>
                  </a:lnTo>
                  <a:lnTo>
                    <a:pt x="0" y="0"/>
                  </a:lnTo>
                  <a:close/>
                </a:path>
              </a:pathLst>
            </a:custGeom>
            <a:ln w="177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016104" y="3338177"/>
              <a:ext cx="225425" cy="1270"/>
            </a:xfrm>
            <a:custGeom>
              <a:avLst/>
              <a:gdLst/>
              <a:ahLst/>
              <a:cxnLst/>
              <a:rect l="l" t="t" r="r" b="b"/>
              <a:pathLst>
                <a:path w="225425" h="1270">
                  <a:moveTo>
                    <a:pt x="225360" y="0"/>
                  </a:moveTo>
                  <a:lnTo>
                    <a:pt x="0" y="1099"/>
                  </a:lnTo>
                </a:path>
              </a:pathLst>
            </a:custGeom>
            <a:ln w="175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501721" y="3737330"/>
              <a:ext cx="74295" cy="260985"/>
            </a:xfrm>
            <a:custGeom>
              <a:avLst/>
              <a:gdLst/>
              <a:ahLst/>
              <a:cxnLst/>
              <a:rect l="l" t="t" r="r" b="b"/>
              <a:pathLst>
                <a:path w="74294" h="260985">
                  <a:moveTo>
                    <a:pt x="73847" y="260602"/>
                  </a:moveTo>
                  <a:lnTo>
                    <a:pt x="0" y="260602"/>
                  </a:lnTo>
                  <a:lnTo>
                    <a:pt x="38196" y="0"/>
                  </a:lnTo>
                  <a:lnTo>
                    <a:pt x="73847" y="2606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501721" y="3737329"/>
              <a:ext cx="74295" cy="260985"/>
            </a:xfrm>
            <a:custGeom>
              <a:avLst/>
              <a:gdLst/>
              <a:ahLst/>
              <a:cxnLst/>
              <a:rect l="l" t="t" r="r" b="b"/>
              <a:pathLst>
                <a:path w="74294" h="260985">
                  <a:moveTo>
                    <a:pt x="0" y="260603"/>
                  </a:moveTo>
                  <a:lnTo>
                    <a:pt x="73847" y="260603"/>
                  </a:lnTo>
                  <a:lnTo>
                    <a:pt x="38196" y="0"/>
                  </a:lnTo>
                  <a:lnTo>
                    <a:pt x="0" y="260603"/>
                  </a:lnTo>
                  <a:close/>
                </a:path>
              </a:pathLst>
            </a:custGeom>
            <a:ln w="201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86650" y="4190360"/>
              <a:ext cx="923290" cy="797560"/>
            </a:xfrm>
            <a:custGeom>
              <a:avLst/>
              <a:gdLst/>
              <a:ahLst/>
              <a:cxnLst/>
              <a:rect l="l" t="t" r="r" b="b"/>
              <a:pathLst>
                <a:path w="923289" h="797560">
                  <a:moveTo>
                    <a:pt x="460907" y="0"/>
                  </a:moveTo>
                  <a:lnTo>
                    <a:pt x="410670" y="2334"/>
                  </a:lnTo>
                  <a:lnTo>
                    <a:pt x="362003" y="9177"/>
                  </a:lnTo>
                  <a:lnTo>
                    <a:pt x="315189" y="20285"/>
                  </a:lnTo>
                  <a:lnTo>
                    <a:pt x="270506" y="35416"/>
                  </a:lnTo>
                  <a:lnTo>
                    <a:pt x="228237" y="54327"/>
                  </a:lnTo>
                  <a:lnTo>
                    <a:pt x="188661" y="76777"/>
                  </a:lnTo>
                  <a:lnTo>
                    <a:pt x="152059" y="102523"/>
                  </a:lnTo>
                  <a:lnTo>
                    <a:pt x="118712" y="131322"/>
                  </a:lnTo>
                  <a:lnTo>
                    <a:pt x="88901" y="162933"/>
                  </a:lnTo>
                  <a:lnTo>
                    <a:pt x="62906" y="197111"/>
                  </a:lnTo>
                  <a:lnTo>
                    <a:pt x="41008" y="233617"/>
                  </a:lnTo>
                  <a:lnTo>
                    <a:pt x="23488" y="272206"/>
                  </a:lnTo>
                  <a:lnTo>
                    <a:pt x="10626" y="312636"/>
                  </a:lnTo>
                  <a:lnTo>
                    <a:pt x="2703" y="354665"/>
                  </a:lnTo>
                  <a:lnTo>
                    <a:pt x="0" y="398052"/>
                  </a:lnTo>
                  <a:lnTo>
                    <a:pt x="2703" y="441643"/>
                  </a:lnTo>
                  <a:lnTo>
                    <a:pt x="10626" y="483851"/>
                  </a:lnTo>
                  <a:lnTo>
                    <a:pt x="23488" y="524434"/>
                  </a:lnTo>
                  <a:lnTo>
                    <a:pt x="41008" y="563153"/>
                  </a:lnTo>
                  <a:lnTo>
                    <a:pt x="62906" y="599766"/>
                  </a:lnTo>
                  <a:lnTo>
                    <a:pt x="88901" y="634033"/>
                  </a:lnTo>
                  <a:lnTo>
                    <a:pt x="118712" y="665714"/>
                  </a:lnTo>
                  <a:lnTo>
                    <a:pt x="152059" y="694568"/>
                  </a:lnTo>
                  <a:lnTo>
                    <a:pt x="188661" y="720355"/>
                  </a:lnTo>
                  <a:lnTo>
                    <a:pt x="228237" y="742835"/>
                  </a:lnTo>
                  <a:lnTo>
                    <a:pt x="270506" y="761766"/>
                  </a:lnTo>
                  <a:lnTo>
                    <a:pt x="315189" y="776909"/>
                  </a:lnTo>
                  <a:lnTo>
                    <a:pt x="362003" y="788023"/>
                  </a:lnTo>
                  <a:lnTo>
                    <a:pt x="410670" y="794868"/>
                  </a:lnTo>
                  <a:lnTo>
                    <a:pt x="460907" y="797203"/>
                  </a:lnTo>
                  <a:lnTo>
                    <a:pt x="511382" y="794868"/>
                  </a:lnTo>
                  <a:lnTo>
                    <a:pt x="560255" y="788023"/>
                  </a:lnTo>
                  <a:lnTo>
                    <a:pt x="607246" y="776909"/>
                  </a:lnTo>
                  <a:lnTo>
                    <a:pt x="652078" y="761766"/>
                  </a:lnTo>
                  <a:lnTo>
                    <a:pt x="694473" y="742835"/>
                  </a:lnTo>
                  <a:lnTo>
                    <a:pt x="734151" y="720355"/>
                  </a:lnTo>
                  <a:lnTo>
                    <a:pt x="770835" y="694568"/>
                  </a:lnTo>
                  <a:lnTo>
                    <a:pt x="804245" y="665714"/>
                  </a:lnTo>
                  <a:lnTo>
                    <a:pt x="834104" y="634033"/>
                  </a:lnTo>
                  <a:lnTo>
                    <a:pt x="860133" y="599766"/>
                  </a:lnTo>
                  <a:lnTo>
                    <a:pt x="882054" y="563153"/>
                  </a:lnTo>
                  <a:lnTo>
                    <a:pt x="899589" y="524434"/>
                  </a:lnTo>
                  <a:lnTo>
                    <a:pt x="912458" y="483851"/>
                  </a:lnTo>
                  <a:lnTo>
                    <a:pt x="920384" y="441643"/>
                  </a:lnTo>
                  <a:lnTo>
                    <a:pt x="923087" y="398052"/>
                  </a:lnTo>
                  <a:lnTo>
                    <a:pt x="920384" y="354665"/>
                  </a:lnTo>
                  <a:lnTo>
                    <a:pt x="912458" y="312636"/>
                  </a:lnTo>
                  <a:lnTo>
                    <a:pt x="899589" y="272206"/>
                  </a:lnTo>
                  <a:lnTo>
                    <a:pt x="882054" y="233617"/>
                  </a:lnTo>
                  <a:lnTo>
                    <a:pt x="860133" y="197111"/>
                  </a:lnTo>
                  <a:lnTo>
                    <a:pt x="834104" y="162933"/>
                  </a:lnTo>
                  <a:lnTo>
                    <a:pt x="804245" y="131322"/>
                  </a:lnTo>
                  <a:lnTo>
                    <a:pt x="770835" y="102523"/>
                  </a:lnTo>
                  <a:lnTo>
                    <a:pt x="734151" y="76777"/>
                  </a:lnTo>
                  <a:lnTo>
                    <a:pt x="694473" y="54327"/>
                  </a:lnTo>
                  <a:lnTo>
                    <a:pt x="652078" y="35416"/>
                  </a:lnTo>
                  <a:lnTo>
                    <a:pt x="607246" y="20285"/>
                  </a:lnTo>
                  <a:lnTo>
                    <a:pt x="560255" y="9177"/>
                  </a:lnTo>
                  <a:lnTo>
                    <a:pt x="511382" y="2334"/>
                  </a:lnTo>
                  <a:lnTo>
                    <a:pt x="460907" y="0"/>
                  </a:lnTo>
                </a:path>
              </a:pathLst>
            </a:custGeom>
            <a:ln w="37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543738" y="3962745"/>
              <a:ext cx="1270" cy="217804"/>
            </a:xfrm>
            <a:custGeom>
              <a:avLst/>
              <a:gdLst/>
              <a:ahLst/>
              <a:cxnLst/>
              <a:rect l="l" t="t" r="r" b="b"/>
              <a:pathLst>
                <a:path w="1269" h="217804">
                  <a:moveTo>
                    <a:pt x="0" y="0"/>
                  </a:moveTo>
                  <a:lnTo>
                    <a:pt x="1273" y="217719"/>
                  </a:lnTo>
                </a:path>
              </a:pathLst>
            </a:custGeom>
            <a:ln w="203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501721" y="5004058"/>
              <a:ext cx="74295" cy="260985"/>
            </a:xfrm>
            <a:custGeom>
              <a:avLst/>
              <a:gdLst/>
              <a:ahLst/>
              <a:cxnLst/>
              <a:rect l="l" t="t" r="r" b="b"/>
              <a:pathLst>
                <a:path w="74294" h="260985">
                  <a:moveTo>
                    <a:pt x="73847" y="260603"/>
                  </a:moveTo>
                  <a:lnTo>
                    <a:pt x="0" y="260603"/>
                  </a:lnTo>
                  <a:lnTo>
                    <a:pt x="38196" y="0"/>
                  </a:lnTo>
                  <a:lnTo>
                    <a:pt x="73847" y="2606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501721" y="5004058"/>
              <a:ext cx="74295" cy="260985"/>
            </a:xfrm>
            <a:custGeom>
              <a:avLst/>
              <a:gdLst/>
              <a:ahLst/>
              <a:cxnLst/>
              <a:rect l="l" t="t" r="r" b="b"/>
              <a:pathLst>
                <a:path w="74294" h="260985">
                  <a:moveTo>
                    <a:pt x="0" y="260603"/>
                  </a:moveTo>
                  <a:lnTo>
                    <a:pt x="73847" y="260603"/>
                  </a:lnTo>
                  <a:lnTo>
                    <a:pt x="38196" y="0"/>
                  </a:lnTo>
                  <a:lnTo>
                    <a:pt x="0" y="260603"/>
                  </a:lnTo>
                  <a:close/>
                </a:path>
              </a:pathLst>
            </a:custGeom>
            <a:ln w="201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86650" y="5457090"/>
              <a:ext cx="923290" cy="797560"/>
            </a:xfrm>
            <a:custGeom>
              <a:avLst/>
              <a:gdLst/>
              <a:ahLst/>
              <a:cxnLst/>
              <a:rect l="l" t="t" r="r" b="b"/>
              <a:pathLst>
                <a:path w="923289" h="797560">
                  <a:moveTo>
                    <a:pt x="460907" y="0"/>
                  </a:moveTo>
                  <a:lnTo>
                    <a:pt x="410670" y="2334"/>
                  </a:lnTo>
                  <a:lnTo>
                    <a:pt x="362003" y="9177"/>
                  </a:lnTo>
                  <a:lnTo>
                    <a:pt x="315189" y="20285"/>
                  </a:lnTo>
                  <a:lnTo>
                    <a:pt x="270506" y="35416"/>
                  </a:lnTo>
                  <a:lnTo>
                    <a:pt x="228237" y="54327"/>
                  </a:lnTo>
                  <a:lnTo>
                    <a:pt x="188661" y="76777"/>
                  </a:lnTo>
                  <a:lnTo>
                    <a:pt x="152059" y="102523"/>
                  </a:lnTo>
                  <a:lnTo>
                    <a:pt x="118712" y="131322"/>
                  </a:lnTo>
                  <a:lnTo>
                    <a:pt x="88901" y="162933"/>
                  </a:lnTo>
                  <a:lnTo>
                    <a:pt x="62906" y="197111"/>
                  </a:lnTo>
                  <a:lnTo>
                    <a:pt x="41008" y="233617"/>
                  </a:lnTo>
                  <a:lnTo>
                    <a:pt x="23488" y="272206"/>
                  </a:lnTo>
                  <a:lnTo>
                    <a:pt x="10626" y="312636"/>
                  </a:lnTo>
                  <a:lnTo>
                    <a:pt x="2703" y="354665"/>
                  </a:lnTo>
                  <a:lnTo>
                    <a:pt x="0" y="398052"/>
                  </a:lnTo>
                  <a:lnTo>
                    <a:pt x="2703" y="441643"/>
                  </a:lnTo>
                  <a:lnTo>
                    <a:pt x="10626" y="483851"/>
                  </a:lnTo>
                  <a:lnTo>
                    <a:pt x="23488" y="524434"/>
                  </a:lnTo>
                  <a:lnTo>
                    <a:pt x="41008" y="563153"/>
                  </a:lnTo>
                  <a:lnTo>
                    <a:pt x="62906" y="599766"/>
                  </a:lnTo>
                  <a:lnTo>
                    <a:pt x="88901" y="634033"/>
                  </a:lnTo>
                  <a:lnTo>
                    <a:pt x="118712" y="665714"/>
                  </a:lnTo>
                  <a:lnTo>
                    <a:pt x="152059" y="694568"/>
                  </a:lnTo>
                  <a:lnTo>
                    <a:pt x="188661" y="720355"/>
                  </a:lnTo>
                  <a:lnTo>
                    <a:pt x="228237" y="742835"/>
                  </a:lnTo>
                  <a:lnTo>
                    <a:pt x="270506" y="761766"/>
                  </a:lnTo>
                  <a:lnTo>
                    <a:pt x="315189" y="776909"/>
                  </a:lnTo>
                  <a:lnTo>
                    <a:pt x="362003" y="788023"/>
                  </a:lnTo>
                  <a:lnTo>
                    <a:pt x="410670" y="794868"/>
                  </a:lnTo>
                  <a:lnTo>
                    <a:pt x="460907" y="797203"/>
                  </a:lnTo>
                  <a:lnTo>
                    <a:pt x="511382" y="794868"/>
                  </a:lnTo>
                  <a:lnTo>
                    <a:pt x="560255" y="788023"/>
                  </a:lnTo>
                  <a:lnTo>
                    <a:pt x="607246" y="776909"/>
                  </a:lnTo>
                  <a:lnTo>
                    <a:pt x="652078" y="761766"/>
                  </a:lnTo>
                  <a:lnTo>
                    <a:pt x="694473" y="742835"/>
                  </a:lnTo>
                  <a:lnTo>
                    <a:pt x="734151" y="720355"/>
                  </a:lnTo>
                  <a:lnTo>
                    <a:pt x="770835" y="694568"/>
                  </a:lnTo>
                  <a:lnTo>
                    <a:pt x="804245" y="665714"/>
                  </a:lnTo>
                  <a:lnTo>
                    <a:pt x="834104" y="634033"/>
                  </a:lnTo>
                  <a:lnTo>
                    <a:pt x="860133" y="599766"/>
                  </a:lnTo>
                  <a:lnTo>
                    <a:pt x="882054" y="563153"/>
                  </a:lnTo>
                  <a:lnTo>
                    <a:pt x="899589" y="524434"/>
                  </a:lnTo>
                  <a:lnTo>
                    <a:pt x="912458" y="483851"/>
                  </a:lnTo>
                  <a:lnTo>
                    <a:pt x="920384" y="441643"/>
                  </a:lnTo>
                  <a:lnTo>
                    <a:pt x="923087" y="398052"/>
                  </a:lnTo>
                  <a:lnTo>
                    <a:pt x="920384" y="354665"/>
                  </a:lnTo>
                  <a:lnTo>
                    <a:pt x="912458" y="312636"/>
                  </a:lnTo>
                  <a:lnTo>
                    <a:pt x="899589" y="272206"/>
                  </a:lnTo>
                  <a:lnTo>
                    <a:pt x="882054" y="233617"/>
                  </a:lnTo>
                  <a:lnTo>
                    <a:pt x="860133" y="197111"/>
                  </a:lnTo>
                  <a:lnTo>
                    <a:pt x="834104" y="162933"/>
                  </a:lnTo>
                  <a:lnTo>
                    <a:pt x="804245" y="131322"/>
                  </a:lnTo>
                  <a:lnTo>
                    <a:pt x="770835" y="102523"/>
                  </a:lnTo>
                  <a:lnTo>
                    <a:pt x="734151" y="76777"/>
                  </a:lnTo>
                  <a:lnTo>
                    <a:pt x="694473" y="54327"/>
                  </a:lnTo>
                  <a:lnTo>
                    <a:pt x="652078" y="35416"/>
                  </a:lnTo>
                  <a:lnTo>
                    <a:pt x="607246" y="20285"/>
                  </a:lnTo>
                  <a:lnTo>
                    <a:pt x="560255" y="9177"/>
                  </a:lnTo>
                  <a:lnTo>
                    <a:pt x="511382" y="2334"/>
                  </a:lnTo>
                  <a:lnTo>
                    <a:pt x="460907" y="0"/>
                  </a:lnTo>
                </a:path>
              </a:pathLst>
            </a:custGeom>
            <a:ln w="37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543738" y="5229474"/>
              <a:ext cx="1270" cy="217804"/>
            </a:xfrm>
            <a:custGeom>
              <a:avLst/>
              <a:gdLst/>
              <a:ahLst/>
              <a:cxnLst/>
              <a:rect l="l" t="t" r="r" b="b"/>
              <a:pathLst>
                <a:path w="1269" h="217804">
                  <a:moveTo>
                    <a:pt x="0" y="0"/>
                  </a:moveTo>
                  <a:lnTo>
                    <a:pt x="1273" y="217719"/>
                  </a:lnTo>
                </a:path>
              </a:pathLst>
            </a:custGeom>
            <a:ln w="203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003371" y="5802361"/>
              <a:ext cx="300990" cy="64135"/>
            </a:xfrm>
            <a:custGeom>
              <a:avLst/>
              <a:gdLst/>
              <a:ahLst/>
              <a:cxnLst/>
              <a:rect l="l" t="t" r="r" b="b"/>
              <a:pathLst>
                <a:path w="300989" h="64135">
                  <a:moveTo>
                    <a:pt x="300480" y="63777"/>
                  </a:moveTo>
                  <a:lnTo>
                    <a:pt x="0" y="32988"/>
                  </a:lnTo>
                  <a:lnTo>
                    <a:pt x="300480" y="0"/>
                  </a:lnTo>
                  <a:lnTo>
                    <a:pt x="300480" y="637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003372" y="5802361"/>
              <a:ext cx="300990" cy="64135"/>
            </a:xfrm>
            <a:custGeom>
              <a:avLst/>
              <a:gdLst/>
              <a:ahLst/>
              <a:cxnLst/>
              <a:rect l="l" t="t" r="r" b="b"/>
              <a:pathLst>
                <a:path w="300989" h="64135">
                  <a:moveTo>
                    <a:pt x="300480" y="0"/>
                  </a:moveTo>
                  <a:lnTo>
                    <a:pt x="300480" y="63776"/>
                  </a:lnTo>
                  <a:lnTo>
                    <a:pt x="0" y="32987"/>
                  </a:lnTo>
                  <a:lnTo>
                    <a:pt x="300480" y="0"/>
                  </a:lnTo>
                  <a:close/>
                </a:path>
              </a:pathLst>
            </a:custGeom>
            <a:ln w="177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492290" y="5474683"/>
              <a:ext cx="923290" cy="797560"/>
            </a:xfrm>
            <a:custGeom>
              <a:avLst/>
              <a:gdLst/>
              <a:ahLst/>
              <a:cxnLst/>
              <a:rect l="l" t="t" r="r" b="b"/>
              <a:pathLst>
                <a:path w="923289" h="797560">
                  <a:moveTo>
                    <a:pt x="460907" y="0"/>
                  </a:moveTo>
                  <a:lnTo>
                    <a:pt x="410670" y="2334"/>
                  </a:lnTo>
                  <a:lnTo>
                    <a:pt x="362003" y="9177"/>
                  </a:lnTo>
                  <a:lnTo>
                    <a:pt x="315189" y="20285"/>
                  </a:lnTo>
                  <a:lnTo>
                    <a:pt x="270506" y="35416"/>
                  </a:lnTo>
                  <a:lnTo>
                    <a:pt x="228237" y="54327"/>
                  </a:lnTo>
                  <a:lnTo>
                    <a:pt x="188661" y="76777"/>
                  </a:lnTo>
                  <a:lnTo>
                    <a:pt x="152059" y="102523"/>
                  </a:lnTo>
                  <a:lnTo>
                    <a:pt x="118712" y="131322"/>
                  </a:lnTo>
                  <a:lnTo>
                    <a:pt x="88901" y="162933"/>
                  </a:lnTo>
                  <a:lnTo>
                    <a:pt x="62906" y="197111"/>
                  </a:lnTo>
                  <a:lnTo>
                    <a:pt x="41008" y="233617"/>
                  </a:lnTo>
                  <a:lnTo>
                    <a:pt x="23488" y="272206"/>
                  </a:lnTo>
                  <a:lnTo>
                    <a:pt x="10626" y="312636"/>
                  </a:lnTo>
                  <a:lnTo>
                    <a:pt x="2703" y="354665"/>
                  </a:lnTo>
                  <a:lnTo>
                    <a:pt x="0" y="398052"/>
                  </a:lnTo>
                  <a:lnTo>
                    <a:pt x="2703" y="441643"/>
                  </a:lnTo>
                  <a:lnTo>
                    <a:pt x="10626" y="483851"/>
                  </a:lnTo>
                  <a:lnTo>
                    <a:pt x="23488" y="524434"/>
                  </a:lnTo>
                  <a:lnTo>
                    <a:pt x="41008" y="563153"/>
                  </a:lnTo>
                  <a:lnTo>
                    <a:pt x="62906" y="599766"/>
                  </a:lnTo>
                  <a:lnTo>
                    <a:pt x="88901" y="634033"/>
                  </a:lnTo>
                  <a:lnTo>
                    <a:pt x="118712" y="665714"/>
                  </a:lnTo>
                  <a:lnTo>
                    <a:pt x="152059" y="694568"/>
                  </a:lnTo>
                  <a:lnTo>
                    <a:pt x="188661" y="720355"/>
                  </a:lnTo>
                  <a:lnTo>
                    <a:pt x="228237" y="742835"/>
                  </a:lnTo>
                  <a:lnTo>
                    <a:pt x="270506" y="761766"/>
                  </a:lnTo>
                  <a:lnTo>
                    <a:pt x="315189" y="776909"/>
                  </a:lnTo>
                  <a:lnTo>
                    <a:pt x="362003" y="788023"/>
                  </a:lnTo>
                  <a:lnTo>
                    <a:pt x="410670" y="794868"/>
                  </a:lnTo>
                  <a:lnTo>
                    <a:pt x="460907" y="797203"/>
                  </a:lnTo>
                  <a:lnTo>
                    <a:pt x="511382" y="794868"/>
                  </a:lnTo>
                  <a:lnTo>
                    <a:pt x="560255" y="788023"/>
                  </a:lnTo>
                  <a:lnTo>
                    <a:pt x="607246" y="776909"/>
                  </a:lnTo>
                  <a:lnTo>
                    <a:pt x="652078" y="761766"/>
                  </a:lnTo>
                  <a:lnTo>
                    <a:pt x="694473" y="742835"/>
                  </a:lnTo>
                  <a:lnTo>
                    <a:pt x="734151" y="720355"/>
                  </a:lnTo>
                  <a:lnTo>
                    <a:pt x="770835" y="694568"/>
                  </a:lnTo>
                  <a:lnTo>
                    <a:pt x="804245" y="665714"/>
                  </a:lnTo>
                  <a:lnTo>
                    <a:pt x="834104" y="634033"/>
                  </a:lnTo>
                  <a:lnTo>
                    <a:pt x="860133" y="599766"/>
                  </a:lnTo>
                  <a:lnTo>
                    <a:pt x="882054" y="563153"/>
                  </a:lnTo>
                  <a:lnTo>
                    <a:pt x="899589" y="524434"/>
                  </a:lnTo>
                  <a:lnTo>
                    <a:pt x="912458" y="483851"/>
                  </a:lnTo>
                  <a:lnTo>
                    <a:pt x="920384" y="441643"/>
                  </a:lnTo>
                  <a:lnTo>
                    <a:pt x="923087" y="398052"/>
                  </a:lnTo>
                  <a:lnTo>
                    <a:pt x="920384" y="354665"/>
                  </a:lnTo>
                  <a:lnTo>
                    <a:pt x="912458" y="312636"/>
                  </a:lnTo>
                  <a:lnTo>
                    <a:pt x="899589" y="272206"/>
                  </a:lnTo>
                  <a:lnTo>
                    <a:pt x="882054" y="233617"/>
                  </a:lnTo>
                  <a:lnTo>
                    <a:pt x="860133" y="197111"/>
                  </a:lnTo>
                  <a:lnTo>
                    <a:pt x="834104" y="162933"/>
                  </a:lnTo>
                  <a:lnTo>
                    <a:pt x="804245" y="131322"/>
                  </a:lnTo>
                  <a:lnTo>
                    <a:pt x="770835" y="102523"/>
                  </a:lnTo>
                  <a:lnTo>
                    <a:pt x="734151" y="76777"/>
                  </a:lnTo>
                  <a:lnTo>
                    <a:pt x="694473" y="54327"/>
                  </a:lnTo>
                  <a:lnTo>
                    <a:pt x="652078" y="35416"/>
                  </a:lnTo>
                  <a:lnTo>
                    <a:pt x="607246" y="20285"/>
                  </a:lnTo>
                  <a:lnTo>
                    <a:pt x="560255" y="9177"/>
                  </a:lnTo>
                  <a:lnTo>
                    <a:pt x="511382" y="2334"/>
                  </a:lnTo>
                  <a:lnTo>
                    <a:pt x="460907" y="0"/>
                  </a:lnTo>
                </a:path>
              </a:pathLst>
            </a:custGeom>
            <a:ln w="37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263110" y="5838648"/>
              <a:ext cx="226695" cy="1270"/>
            </a:xfrm>
            <a:custGeom>
              <a:avLst/>
              <a:gdLst/>
              <a:ahLst/>
              <a:cxnLst/>
              <a:rect l="l" t="t" r="r" b="b"/>
              <a:pathLst>
                <a:path w="226694" h="1270">
                  <a:moveTo>
                    <a:pt x="0" y="0"/>
                  </a:moveTo>
                  <a:lnTo>
                    <a:pt x="226633" y="1099"/>
                  </a:lnTo>
                </a:path>
              </a:pathLst>
            </a:custGeom>
            <a:ln w="175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415377" y="5802361"/>
              <a:ext cx="302260" cy="64135"/>
            </a:xfrm>
            <a:custGeom>
              <a:avLst/>
              <a:gdLst/>
              <a:ahLst/>
              <a:cxnLst/>
              <a:rect l="l" t="t" r="r" b="b"/>
              <a:pathLst>
                <a:path w="302260" h="64135">
                  <a:moveTo>
                    <a:pt x="301754" y="63777"/>
                  </a:moveTo>
                  <a:lnTo>
                    <a:pt x="0" y="32988"/>
                  </a:lnTo>
                  <a:lnTo>
                    <a:pt x="301754" y="0"/>
                  </a:lnTo>
                  <a:lnTo>
                    <a:pt x="301754" y="637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415378" y="5802361"/>
              <a:ext cx="302260" cy="64135"/>
            </a:xfrm>
            <a:custGeom>
              <a:avLst/>
              <a:gdLst/>
              <a:ahLst/>
              <a:cxnLst/>
              <a:rect l="l" t="t" r="r" b="b"/>
              <a:pathLst>
                <a:path w="302260" h="64135">
                  <a:moveTo>
                    <a:pt x="301754" y="0"/>
                  </a:moveTo>
                  <a:lnTo>
                    <a:pt x="301754" y="63776"/>
                  </a:lnTo>
                  <a:lnTo>
                    <a:pt x="0" y="32987"/>
                  </a:lnTo>
                  <a:lnTo>
                    <a:pt x="301754" y="0"/>
                  </a:lnTo>
                  <a:close/>
                </a:path>
              </a:pathLst>
            </a:custGeom>
            <a:ln w="177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918301" y="5457090"/>
              <a:ext cx="923290" cy="797560"/>
            </a:xfrm>
            <a:custGeom>
              <a:avLst/>
              <a:gdLst/>
              <a:ahLst/>
              <a:cxnLst/>
              <a:rect l="l" t="t" r="r" b="b"/>
              <a:pathLst>
                <a:path w="923289" h="797560">
                  <a:moveTo>
                    <a:pt x="460907" y="0"/>
                  </a:moveTo>
                  <a:lnTo>
                    <a:pt x="410670" y="2334"/>
                  </a:lnTo>
                  <a:lnTo>
                    <a:pt x="362003" y="9177"/>
                  </a:lnTo>
                  <a:lnTo>
                    <a:pt x="315189" y="20285"/>
                  </a:lnTo>
                  <a:lnTo>
                    <a:pt x="270506" y="35416"/>
                  </a:lnTo>
                  <a:lnTo>
                    <a:pt x="228237" y="54327"/>
                  </a:lnTo>
                  <a:lnTo>
                    <a:pt x="188661" y="76777"/>
                  </a:lnTo>
                  <a:lnTo>
                    <a:pt x="152059" y="102523"/>
                  </a:lnTo>
                  <a:lnTo>
                    <a:pt x="118712" y="131322"/>
                  </a:lnTo>
                  <a:lnTo>
                    <a:pt x="88901" y="162933"/>
                  </a:lnTo>
                  <a:lnTo>
                    <a:pt x="62906" y="197111"/>
                  </a:lnTo>
                  <a:lnTo>
                    <a:pt x="41008" y="233617"/>
                  </a:lnTo>
                  <a:lnTo>
                    <a:pt x="23488" y="272206"/>
                  </a:lnTo>
                  <a:lnTo>
                    <a:pt x="10626" y="312636"/>
                  </a:lnTo>
                  <a:lnTo>
                    <a:pt x="2703" y="354665"/>
                  </a:lnTo>
                  <a:lnTo>
                    <a:pt x="0" y="398052"/>
                  </a:lnTo>
                  <a:lnTo>
                    <a:pt x="2703" y="441643"/>
                  </a:lnTo>
                  <a:lnTo>
                    <a:pt x="10626" y="483851"/>
                  </a:lnTo>
                  <a:lnTo>
                    <a:pt x="23488" y="524434"/>
                  </a:lnTo>
                  <a:lnTo>
                    <a:pt x="41008" y="563153"/>
                  </a:lnTo>
                  <a:lnTo>
                    <a:pt x="62906" y="599766"/>
                  </a:lnTo>
                  <a:lnTo>
                    <a:pt x="88901" y="634033"/>
                  </a:lnTo>
                  <a:lnTo>
                    <a:pt x="118712" y="665714"/>
                  </a:lnTo>
                  <a:lnTo>
                    <a:pt x="152059" y="694568"/>
                  </a:lnTo>
                  <a:lnTo>
                    <a:pt x="188661" y="720355"/>
                  </a:lnTo>
                  <a:lnTo>
                    <a:pt x="228237" y="742835"/>
                  </a:lnTo>
                  <a:lnTo>
                    <a:pt x="270506" y="761766"/>
                  </a:lnTo>
                  <a:lnTo>
                    <a:pt x="315189" y="776909"/>
                  </a:lnTo>
                  <a:lnTo>
                    <a:pt x="362003" y="788023"/>
                  </a:lnTo>
                  <a:lnTo>
                    <a:pt x="410670" y="794868"/>
                  </a:lnTo>
                  <a:lnTo>
                    <a:pt x="460907" y="797203"/>
                  </a:lnTo>
                  <a:lnTo>
                    <a:pt x="511382" y="794868"/>
                  </a:lnTo>
                  <a:lnTo>
                    <a:pt x="560255" y="788023"/>
                  </a:lnTo>
                  <a:lnTo>
                    <a:pt x="607246" y="776909"/>
                  </a:lnTo>
                  <a:lnTo>
                    <a:pt x="652078" y="761766"/>
                  </a:lnTo>
                  <a:lnTo>
                    <a:pt x="694473" y="742835"/>
                  </a:lnTo>
                  <a:lnTo>
                    <a:pt x="734151" y="720355"/>
                  </a:lnTo>
                  <a:lnTo>
                    <a:pt x="770835" y="694568"/>
                  </a:lnTo>
                  <a:lnTo>
                    <a:pt x="804245" y="665714"/>
                  </a:lnTo>
                  <a:lnTo>
                    <a:pt x="834104" y="634033"/>
                  </a:lnTo>
                  <a:lnTo>
                    <a:pt x="860133" y="599766"/>
                  </a:lnTo>
                  <a:lnTo>
                    <a:pt x="882054" y="563153"/>
                  </a:lnTo>
                  <a:lnTo>
                    <a:pt x="899589" y="524434"/>
                  </a:lnTo>
                  <a:lnTo>
                    <a:pt x="912458" y="483851"/>
                  </a:lnTo>
                  <a:lnTo>
                    <a:pt x="920384" y="441643"/>
                  </a:lnTo>
                  <a:lnTo>
                    <a:pt x="923087" y="398052"/>
                  </a:lnTo>
                  <a:lnTo>
                    <a:pt x="920384" y="354665"/>
                  </a:lnTo>
                  <a:lnTo>
                    <a:pt x="912458" y="312636"/>
                  </a:lnTo>
                  <a:lnTo>
                    <a:pt x="899589" y="272206"/>
                  </a:lnTo>
                  <a:lnTo>
                    <a:pt x="882054" y="233617"/>
                  </a:lnTo>
                  <a:lnTo>
                    <a:pt x="860133" y="197111"/>
                  </a:lnTo>
                  <a:lnTo>
                    <a:pt x="834104" y="162933"/>
                  </a:lnTo>
                  <a:lnTo>
                    <a:pt x="804245" y="131322"/>
                  </a:lnTo>
                  <a:lnTo>
                    <a:pt x="770835" y="102523"/>
                  </a:lnTo>
                  <a:lnTo>
                    <a:pt x="734151" y="76777"/>
                  </a:lnTo>
                  <a:lnTo>
                    <a:pt x="694473" y="54327"/>
                  </a:lnTo>
                  <a:lnTo>
                    <a:pt x="652078" y="35416"/>
                  </a:lnTo>
                  <a:lnTo>
                    <a:pt x="607246" y="20285"/>
                  </a:lnTo>
                  <a:lnTo>
                    <a:pt x="560255" y="9177"/>
                  </a:lnTo>
                  <a:lnTo>
                    <a:pt x="511382" y="2334"/>
                  </a:lnTo>
                  <a:lnTo>
                    <a:pt x="460907" y="0"/>
                  </a:lnTo>
                </a:path>
              </a:pathLst>
            </a:custGeom>
            <a:ln w="37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676389" y="5838648"/>
              <a:ext cx="225425" cy="1270"/>
            </a:xfrm>
            <a:custGeom>
              <a:avLst/>
              <a:gdLst/>
              <a:ahLst/>
              <a:cxnLst/>
              <a:rect l="l" t="t" r="r" b="b"/>
              <a:pathLst>
                <a:path w="225425" h="1270">
                  <a:moveTo>
                    <a:pt x="0" y="0"/>
                  </a:moveTo>
                  <a:lnTo>
                    <a:pt x="225360" y="1099"/>
                  </a:lnTo>
                </a:path>
              </a:pathLst>
            </a:custGeom>
            <a:ln w="175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841390" y="5802361"/>
              <a:ext cx="302260" cy="64135"/>
            </a:xfrm>
            <a:custGeom>
              <a:avLst/>
              <a:gdLst/>
              <a:ahLst/>
              <a:cxnLst/>
              <a:rect l="l" t="t" r="r" b="b"/>
              <a:pathLst>
                <a:path w="302260" h="64135">
                  <a:moveTo>
                    <a:pt x="301752" y="63777"/>
                  </a:moveTo>
                  <a:lnTo>
                    <a:pt x="0" y="32988"/>
                  </a:lnTo>
                  <a:lnTo>
                    <a:pt x="301752" y="0"/>
                  </a:lnTo>
                  <a:lnTo>
                    <a:pt x="301752" y="637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841389" y="5802361"/>
              <a:ext cx="302260" cy="64135"/>
            </a:xfrm>
            <a:custGeom>
              <a:avLst/>
              <a:gdLst/>
              <a:ahLst/>
              <a:cxnLst/>
              <a:rect l="l" t="t" r="r" b="b"/>
              <a:pathLst>
                <a:path w="302260" h="64135">
                  <a:moveTo>
                    <a:pt x="301754" y="0"/>
                  </a:moveTo>
                  <a:lnTo>
                    <a:pt x="301754" y="63776"/>
                  </a:lnTo>
                  <a:lnTo>
                    <a:pt x="0" y="32987"/>
                  </a:lnTo>
                  <a:lnTo>
                    <a:pt x="301754" y="0"/>
                  </a:lnTo>
                  <a:close/>
                </a:path>
              </a:pathLst>
            </a:custGeom>
            <a:ln w="177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323941" y="5439496"/>
              <a:ext cx="923290" cy="797560"/>
            </a:xfrm>
            <a:custGeom>
              <a:avLst/>
              <a:gdLst/>
              <a:ahLst/>
              <a:cxnLst/>
              <a:rect l="l" t="t" r="r" b="b"/>
              <a:pathLst>
                <a:path w="923289" h="797560">
                  <a:moveTo>
                    <a:pt x="460907" y="0"/>
                  </a:moveTo>
                  <a:lnTo>
                    <a:pt x="410670" y="2334"/>
                  </a:lnTo>
                  <a:lnTo>
                    <a:pt x="362003" y="9177"/>
                  </a:lnTo>
                  <a:lnTo>
                    <a:pt x="315189" y="20285"/>
                  </a:lnTo>
                  <a:lnTo>
                    <a:pt x="270506" y="35416"/>
                  </a:lnTo>
                  <a:lnTo>
                    <a:pt x="228237" y="54327"/>
                  </a:lnTo>
                  <a:lnTo>
                    <a:pt x="188661" y="76777"/>
                  </a:lnTo>
                  <a:lnTo>
                    <a:pt x="152059" y="102523"/>
                  </a:lnTo>
                  <a:lnTo>
                    <a:pt x="118712" y="131322"/>
                  </a:lnTo>
                  <a:lnTo>
                    <a:pt x="88901" y="162933"/>
                  </a:lnTo>
                  <a:lnTo>
                    <a:pt x="62906" y="197111"/>
                  </a:lnTo>
                  <a:lnTo>
                    <a:pt x="41008" y="233617"/>
                  </a:lnTo>
                  <a:lnTo>
                    <a:pt x="23488" y="272206"/>
                  </a:lnTo>
                  <a:lnTo>
                    <a:pt x="10626" y="312636"/>
                  </a:lnTo>
                  <a:lnTo>
                    <a:pt x="2703" y="354665"/>
                  </a:lnTo>
                  <a:lnTo>
                    <a:pt x="0" y="398052"/>
                  </a:lnTo>
                  <a:lnTo>
                    <a:pt x="2703" y="441643"/>
                  </a:lnTo>
                  <a:lnTo>
                    <a:pt x="10626" y="483851"/>
                  </a:lnTo>
                  <a:lnTo>
                    <a:pt x="23488" y="524434"/>
                  </a:lnTo>
                  <a:lnTo>
                    <a:pt x="41008" y="563153"/>
                  </a:lnTo>
                  <a:lnTo>
                    <a:pt x="62906" y="599766"/>
                  </a:lnTo>
                  <a:lnTo>
                    <a:pt x="88901" y="634033"/>
                  </a:lnTo>
                  <a:lnTo>
                    <a:pt x="118712" y="665714"/>
                  </a:lnTo>
                  <a:lnTo>
                    <a:pt x="152059" y="694568"/>
                  </a:lnTo>
                  <a:lnTo>
                    <a:pt x="188661" y="720355"/>
                  </a:lnTo>
                  <a:lnTo>
                    <a:pt x="228237" y="742835"/>
                  </a:lnTo>
                  <a:lnTo>
                    <a:pt x="270506" y="761766"/>
                  </a:lnTo>
                  <a:lnTo>
                    <a:pt x="315189" y="776909"/>
                  </a:lnTo>
                  <a:lnTo>
                    <a:pt x="362003" y="788023"/>
                  </a:lnTo>
                  <a:lnTo>
                    <a:pt x="410670" y="794868"/>
                  </a:lnTo>
                  <a:lnTo>
                    <a:pt x="460907" y="797203"/>
                  </a:lnTo>
                  <a:lnTo>
                    <a:pt x="511382" y="794868"/>
                  </a:lnTo>
                  <a:lnTo>
                    <a:pt x="560255" y="788023"/>
                  </a:lnTo>
                  <a:lnTo>
                    <a:pt x="607246" y="776909"/>
                  </a:lnTo>
                  <a:lnTo>
                    <a:pt x="652078" y="761766"/>
                  </a:lnTo>
                  <a:lnTo>
                    <a:pt x="694473" y="742835"/>
                  </a:lnTo>
                  <a:lnTo>
                    <a:pt x="734151" y="720355"/>
                  </a:lnTo>
                  <a:lnTo>
                    <a:pt x="770835" y="694568"/>
                  </a:lnTo>
                  <a:lnTo>
                    <a:pt x="804245" y="665714"/>
                  </a:lnTo>
                  <a:lnTo>
                    <a:pt x="834104" y="634033"/>
                  </a:lnTo>
                  <a:lnTo>
                    <a:pt x="860133" y="599766"/>
                  </a:lnTo>
                  <a:lnTo>
                    <a:pt x="882054" y="563153"/>
                  </a:lnTo>
                  <a:lnTo>
                    <a:pt x="899589" y="524434"/>
                  </a:lnTo>
                  <a:lnTo>
                    <a:pt x="912458" y="483851"/>
                  </a:lnTo>
                  <a:lnTo>
                    <a:pt x="920384" y="441643"/>
                  </a:lnTo>
                  <a:lnTo>
                    <a:pt x="923087" y="398052"/>
                  </a:lnTo>
                  <a:lnTo>
                    <a:pt x="920384" y="354665"/>
                  </a:lnTo>
                  <a:lnTo>
                    <a:pt x="912458" y="312636"/>
                  </a:lnTo>
                  <a:lnTo>
                    <a:pt x="899589" y="272206"/>
                  </a:lnTo>
                  <a:lnTo>
                    <a:pt x="882054" y="233617"/>
                  </a:lnTo>
                  <a:lnTo>
                    <a:pt x="860133" y="197111"/>
                  </a:lnTo>
                  <a:lnTo>
                    <a:pt x="834104" y="162933"/>
                  </a:lnTo>
                  <a:lnTo>
                    <a:pt x="804245" y="131322"/>
                  </a:lnTo>
                  <a:lnTo>
                    <a:pt x="770835" y="102523"/>
                  </a:lnTo>
                  <a:lnTo>
                    <a:pt x="734151" y="76777"/>
                  </a:lnTo>
                  <a:lnTo>
                    <a:pt x="694473" y="54327"/>
                  </a:lnTo>
                  <a:lnTo>
                    <a:pt x="652078" y="35416"/>
                  </a:lnTo>
                  <a:lnTo>
                    <a:pt x="607246" y="20285"/>
                  </a:lnTo>
                  <a:lnTo>
                    <a:pt x="560255" y="9177"/>
                  </a:lnTo>
                  <a:lnTo>
                    <a:pt x="511382" y="2334"/>
                  </a:lnTo>
                  <a:lnTo>
                    <a:pt x="460907" y="0"/>
                  </a:lnTo>
                </a:path>
              </a:pathLst>
            </a:custGeom>
            <a:ln w="37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102400" y="5838648"/>
              <a:ext cx="225425" cy="1270"/>
            </a:xfrm>
            <a:custGeom>
              <a:avLst/>
              <a:gdLst/>
              <a:ahLst/>
              <a:cxnLst/>
              <a:rect l="l" t="t" r="r" b="b"/>
              <a:pathLst>
                <a:path w="225425" h="1270">
                  <a:moveTo>
                    <a:pt x="0" y="0"/>
                  </a:moveTo>
                  <a:lnTo>
                    <a:pt x="225360" y="1099"/>
                  </a:lnTo>
                </a:path>
              </a:pathLst>
            </a:custGeom>
            <a:ln w="175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765750" y="5162400"/>
              <a:ext cx="74295" cy="260985"/>
            </a:xfrm>
            <a:custGeom>
              <a:avLst/>
              <a:gdLst/>
              <a:ahLst/>
              <a:cxnLst/>
              <a:rect l="l" t="t" r="r" b="b"/>
              <a:pathLst>
                <a:path w="74295" h="260985">
                  <a:moveTo>
                    <a:pt x="38196" y="260602"/>
                  </a:moveTo>
                  <a:lnTo>
                    <a:pt x="0" y="0"/>
                  </a:lnTo>
                  <a:lnTo>
                    <a:pt x="73847" y="0"/>
                  </a:lnTo>
                  <a:lnTo>
                    <a:pt x="38196" y="2606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765750" y="5162399"/>
              <a:ext cx="74295" cy="260985"/>
            </a:xfrm>
            <a:custGeom>
              <a:avLst/>
              <a:gdLst/>
              <a:ahLst/>
              <a:cxnLst/>
              <a:rect l="l" t="t" r="r" b="b"/>
              <a:pathLst>
                <a:path w="74295" h="260985">
                  <a:moveTo>
                    <a:pt x="0" y="0"/>
                  </a:moveTo>
                  <a:lnTo>
                    <a:pt x="73847" y="0"/>
                  </a:lnTo>
                  <a:lnTo>
                    <a:pt x="38196" y="260603"/>
                  </a:lnTo>
                  <a:lnTo>
                    <a:pt x="0" y="0"/>
                  </a:lnTo>
                  <a:close/>
                </a:path>
              </a:pathLst>
            </a:custGeom>
            <a:ln w="201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323941" y="4190360"/>
              <a:ext cx="923290" cy="797560"/>
            </a:xfrm>
            <a:custGeom>
              <a:avLst/>
              <a:gdLst/>
              <a:ahLst/>
              <a:cxnLst/>
              <a:rect l="l" t="t" r="r" b="b"/>
              <a:pathLst>
                <a:path w="923289" h="797560">
                  <a:moveTo>
                    <a:pt x="460907" y="0"/>
                  </a:moveTo>
                  <a:lnTo>
                    <a:pt x="410670" y="2334"/>
                  </a:lnTo>
                  <a:lnTo>
                    <a:pt x="362003" y="9177"/>
                  </a:lnTo>
                  <a:lnTo>
                    <a:pt x="315189" y="20285"/>
                  </a:lnTo>
                  <a:lnTo>
                    <a:pt x="270506" y="35416"/>
                  </a:lnTo>
                  <a:lnTo>
                    <a:pt x="228237" y="54327"/>
                  </a:lnTo>
                  <a:lnTo>
                    <a:pt x="188661" y="76777"/>
                  </a:lnTo>
                  <a:lnTo>
                    <a:pt x="152059" y="102523"/>
                  </a:lnTo>
                  <a:lnTo>
                    <a:pt x="118712" y="131322"/>
                  </a:lnTo>
                  <a:lnTo>
                    <a:pt x="88901" y="162933"/>
                  </a:lnTo>
                  <a:lnTo>
                    <a:pt x="62906" y="197111"/>
                  </a:lnTo>
                  <a:lnTo>
                    <a:pt x="41008" y="233617"/>
                  </a:lnTo>
                  <a:lnTo>
                    <a:pt x="23488" y="272206"/>
                  </a:lnTo>
                  <a:lnTo>
                    <a:pt x="10626" y="312636"/>
                  </a:lnTo>
                  <a:lnTo>
                    <a:pt x="2703" y="354665"/>
                  </a:lnTo>
                  <a:lnTo>
                    <a:pt x="0" y="398052"/>
                  </a:lnTo>
                  <a:lnTo>
                    <a:pt x="2703" y="441643"/>
                  </a:lnTo>
                  <a:lnTo>
                    <a:pt x="10626" y="483851"/>
                  </a:lnTo>
                  <a:lnTo>
                    <a:pt x="23488" y="524434"/>
                  </a:lnTo>
                  <a:lnTo>
                    <a:pt x="41008" y="563153"/>
                  </a:lnTo>
                  <a:lnTo>
                    <a:pt x="62906" y="599766"/>
                  </a:lnTo>
                  <a:lnTo>
                    <a:pt x="88901" y="634033"/>
                  </a:lnTo>
                  <a:lnTo>
                    <a:pt x="118712" y="665714"/>
                  </a:lnTo>
                  <a:lnTo>
                    <a:pt x="152059" y="694568"/>
                  </a:lnTo>
                  <a:lnTo>
                    <a:pt x="188661" y="720355"/>
                  </a:lnTo>
                  <a:lnTo>
                    <a:pt x="228237" y="742835"/>
                  </a:lnTo>
                  <a:lnTo>
                    <a:pt x="270506" y="761766"/>
                  </a:lnTo>
                  <a:lnTo>
                    <a:pt x="315189" y="776909"/>
                  </a:lnTo>
                  <a:lnTo>
                    <a:pt x="362003" y="788023"/>
                  </a:lnTo>
                  <a:lnTo>
                    <a:pt x="410670" y="794868"/>
                  </a:lnTo>
                  <a:lnTo>
                    <a:pt x="460907" y="797203"/>
                  </a:lnTo>
                  <a:lnTo>
                    <a:pt x="511382" y="794868"/>
                  </a:lnTo>
                  <a:lnTo>
                    <a:pt x="560255" y="788023"/>
                  </a:lnTo>
                  <a:lnTo>
                    <a:pt x="607246" y="776909"/>
                  </a:lnTo>
                  <a:lnTo>
                    <a:pt x="652078" y="761766"/>
                  </a:lnTo>
                  <a:lnTo>
                    <a:pt x="694473" y="742835"/>
                  </a:lnTo>
                  <a:lnTo>
                    <a:pt x="734151" y="720355"/>
                  </a:lnTo>
                  <a:lnTo>
                    <a:pt x="770835" y="694568"/>
                  </a:lnTo>
                  <a:lnTo>
                    <a:pt x="804245" y="665714"/>
                  </a:lnTo>
                  <a:lnTo>
                    <a:pt x="834104" y="634033"/>
                  </a:lnTo>
                  <a:lnTo>
                    <a:pt x="860133" y="599766"/>
                  </a:lnTo>
                  <a:lnTo>
                    <a:pt x="882054" y="563153"/>
                  </a:lnTo>
                  <a:lnTo>
                    <a:pt x="899589" y="524434"/>
                  </a:lnTo>
                  <a:lnTo>
                    <a:pt x="912458" y="483851"/>
                  </a:lnTo>
                  <a:lnTo>
                    <a:pt x="920384" y="441643"/>
                  </a:lnTo>
                  <a:lnTo>
                    <a:pt x="923087" y="398052"/>
                  </a:lnTo>
                  <a:lnTo>
                    <a:pt x="920384" y="354665"/>
                  </a:lnTo>
                  <a:lnTo>
                    <a:pt x="912458" y="312636"/>
                  </a:lnTo>
                  <a:lnTo>
                    <a:pt x="899589" y="272206"/>
                  </a:lnTo>
                  <a:lnTo>
                    <a:pt x="882054" y="233617"/>
                  </a:lnTo>
                  <a:lnTo>
                    <a:pt x="860133" y="197111"/>
                  </a:lnTo>
                  <a:lnTo>
                    <a:pt x="834104" y="162933"/>
                  </a:lnTo>
                  <a:lnTo>
                    <a:pt x="804245" y="131322"/>
                  </a:lnTo>
                  <a:lnTo>
                    <a:pt x="770835" y="102523"/>
                  </a:lnTo>
                  <a:lnTo>
                    <a:pt x="734151" y="76777"/>
                  </a:lnTo>
                  <a:lnTo>
                    <a:pt x="694473" y="54327"/>
                  </a:lnTo>
                  <a:lnTo>
                    <a:pt x="652078" y="35416"/>
                  </a:lnTo>
                  <a:lnTo>
                    <a:pt x="607246" y="20285"/>
                  </a:lnTo>
                  <a:lnTo>
                    <a:pt x="560255" y="9177"/>
                  </a:lnTo>
                  <a:lnTo>
                    <a:pt x="511382" y="2334"/>
                  </a:lnTo>
                  <a:lnTo>
                    <a:pt x="460907" y="0"/>
                  </a:lnTo>
                </a:path>
              </a:pathLst>
            </a:custGeom>
            <a:ln w="37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807767" y="5004058"/>
              <a:ext cx="3175" cy="194945"/>
            </a:xfrm>
            <a:custGeom>
              <a:avLst/>
              <a:gdLst/>
              <a:ahLst/>
              <a:cxnLst/>
              <a:rect l="l" t="t" r="r" b="b"/>
              <a:pathLst>
                <a:path w="3175" h="194945">
                  <a:moveTo>
                    <a:pt x="0" y="194627"/>
                  </a:moveTo>
                  <a:lnTo>
                    <a:pt x="2546" y="0"/>
                  </a:lnTo>
                </a:path>
              </a:pathLst>
            </a:custGeom>
            <a:ln w="203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765750" y="3907765"/>
              <a:ext cx="74295" cy="259715"/>
            </a:xfrm>
            <a:custGeom>
              <a:avLst/>
              <a:gdLst/>
              <a:ahLst/>
              <a:cxnLst/>
              <a:rect l="l" t="t" r="r" b="b"/>
              <a:pathLst>
                <a:path w="74295" h="259714">
                  <a:moveTo>
                    <a:pt x="38196" y="259503"/>
                  </a:moveTo>
                  <a:lnTo>
                    <a:pt x="0" y="0"/>
                  </a:lnTo>
                  <a:lnTo>
                    <a:pt x="73847" y="0"/>
                  </a:lnTo>
                  <a:lnTo>
                    <a:pt x="38196" y="2595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765750" y="3907765"/>
              <a:ext cx="74295" cy="259715"/>
            </a:xfrm>
            <a:custGeom>
              <a:avLst/>
              <a:gdLst/>
              <a:ahLst/>
              <a:cxnLst/>
              <a:rect l="l" t="t" r="r" b="b"/>
              <a:pathLst>
                <a:path w="74295" h="259714">
                  <a:moveTo>
                    <a:pt x="0" y="0"/>
                  </a:moveTo>
                  <a:lnTo>
                    <a:pt x="73847" y="0"/>
                  </a:lnTo>
                  <a:lnTo>
                    <a:pt x="38196" y="259503"/>
                  </a:lnTo>
                  <a:lnTo>
                    <a:pt x="0" y="0"/>
                  </a:lnTo>
                  <a:close/>
                </a:path>
              </a:pathLst>
            </a:custGeom>
            <a:ln w="201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323941" y="2958818"/>
              <a:ext cx="923290" cy="797560"/>
            </a:xfrm>
            <a:custGeom>
              <a:avLst/>
              <a:gdLst/>
              <a:ahLst/>
              <a:cxnLst/>
              <a:rect l="l" t="t" r="r" b="b"/>
              <a:pathLst>
                <a:path w="923289" h="797560">
                  <a:moveTo>
                    <a:pt x="460907" y="0"/>
                  </a:moveTo>
                  <a:lnTo>
                    <a:pt x="410670" y="2334"/>
                  </a:lnTo>
                  <a:lnTo>
                    <a:pt x="362003" y="9177"/>
                  </a:lnTo>
                  <a:lnTo>
                    <a:pt x="315189" y="20285"/>
                  </a:lnTo>
                  <a:lnTo>
                    <a:pt x="270506" y="35416"/>
                  </a:lnTo>
                  <a:lnTo>
                    <a:pt x="228237" y="54327"/>
                  </a:lnTo>
                  <a:lnTo>
                    <a:pt x="188661" y="76777"/>
                  </a:lnTo>
                  <a:lnTo>
                    <a:pt x="152059" y="102523"/>
                  </a:lnTo>
                  <a:lnTo>
                    <a:pt x="118712" y="131322"/>
                  </a:lnTo>
                  <a:lnTo>
                    <a:pt x="88901" y="162933"/>
                  </a:lnTo>
                  <a:lnTo>
                    <a:pt x="62906" y="197111"/>
                  </a:lnTo>
                  <a:lnTo>
                    <a:pt x="41008" y="233617"/>
                  </a:lnTo>
                  <a:lnTo>
                    <a:pt x="23488" y="272206"/>
                  </a:lnTo>
                  <a:lnTo>
                    <a:pt x="10626" y="312636"/>
                  </a:lnTo>
                  <a:lnTo>
                    <a:pt x="2703" y="354665"/>
                  </a:lnTo>
                  <a:lnTo>
                    <a:pt x="0" y="398052"/>
                  </a:lnTo>
                  <a:lnTo>
                    <a:pt x="2703" y="441643"/>
                  </a:lnTo>
                  <a:lnTo>
                    <a:pt x="10626" y="483851"/>
                  </a:lnTo>
                  <a:lnTo>
                    <a:pt x="23488" y="524434"/>
                  </a:lnTo>
                  <a:lnTo>
                    <a:pt x="41008" y="563153"/>
                  </a:lnTo>
                  <a:lnTo>
                    <a:pt x="62906" y="599766"/>
                  </a:lnTo>
                  <a:lnTo>
                    <a:pt x="88901" y="634033"/>
                  </a:lnTo>
                  <a:lnTo>
                    <a:pt x="118712" y="665714"/>
                  </a:lnTo>
                  <a:lnTo>
                    <a:pt x="152059" y="694568"/>
                  </a:lnTo>
                  <a:lnTo>
                    <a:pt x="188661" y="720355"/>
                  </a:lnTo>
                  <a:lnTo>
                    <a:pt x="228237" y="742835"/>
                  </a:lnTo>
                  <a:lnTo>
                    <a:pt x="270506" y="761766"/>
                  </a:lnTo>
                  <a:lnTo>
                    <a:pt x="315189" y="776909"/>
                  </a:lnTo>
                  <a:lnTo>
                    <a:pt x="362003" y="788023"/>
                  </a:lnTo>
                  <a:lnTo>
                    <a:pt x="410670" y="794868"/>
                  </a:lnTo>
                  <a:lnTo>
                    <a:pt x="460907" y="797203"/>
                  </a:lnTo>
                  <a:lnTo>
                    <a:pt x="511382" y="794868"/>
                  </a:lnTo>
                  <a:lnTo>
                    <a:pt x="560255" y="788023"/>
                  </a:lnTo>
                  <a:lnTo>
                    <a:pt x="607246" y="776909"/>
                  </a:lnTo>
                  <a:lnTo>
                    <a:pt x="652078" y="761766"/>
                  </a:lnTo>
                  <a:lnTo>
                    <a:pt x="694473" y="742835"/>
                  </a:lnTo>
                  <a:lnTo>
                    <a:pt x="734151" y="720355"/>
                  </a:lnTo>
                  <a:lnTo>
                    <a:pt x="770835" y="694568"/>
                  </a:lnTo>
                  <a:lnTo>
                    <a:pt x="804245" y="665714"/>
                  </a:lnTo>
                  <a:lnTo>
                    <a:pt x="834104" y="634033"/>
                  </a:lnTo>
                  <a:lnTo>
                    <a:pt x="860133" y="599766"/>
                  </a:lnTo>
                  <a:lnTo>
                    <a:pt x="882054" y="563153"/>
                  </a:lnTo>
                  <a:lnTo>
                    <a:pt x="899589" y="524434"/>
                  </a:lnTo>
                  <a:lnTo>
                    <a:pt x="912458" y="483851"/>
                  </a:lnTo>
                  <a:lnTo>
                    <a:pt x="920384" y="441643"/>
                  </a:lnTo>
                  <a:lnTo>
                    <a:pt x="923087" y="398052"/>
                  </a:lnTo>
                  <a:lnTo>
                    <a:pt x="920384" y="354665"/>
                  </a:lnTo>
                  <a:lnTo>
                    <a:pt x="912458" y="312636"/>
                  </a:lnTo>
                  <a:lnTo>
                    <a:pt x="899589" y="272206"/>
                  </a:lnTo>
                  <a:lnTo>
                    <a:pt x="882054" y="233617"/>
                  </a:lnTo>
                  <a:lnTo>
                    <a:pt x="860133" y="197111"/>
                  </a:lnTo>
                  <a:lnTo>
                    <a:pt x="834104" y="162933"/>
                  </a:lnTo>
                  <a:lnTo>
                    <a:pt x="804245" y="131322"/>
                  </a:lnTo>
                  <a:lnTo>
                    <a:pt x="770835" y="102523"/>
                  </a:lnTo>
                  <a:lnTo>
                    <a:pt x="734151" y="76777"/>
                  </a:lnTo>
                  <a:lnTo>
                    <a:pt x="694473" y="54327"/>
                  </a:lnTo>
                  <a:lnTo>
                    <a:pt x="652078" y="35416"/>
                  </a:lnTo>
                  <a:lnTo>
                    <a:pt x="607246" y="20285"/>
                  </a:lnTo>
                  <a:lnTo>
                    <a:pt x="560255" y="9177"/>
                  </a:lnTo>
                  <a:lnTo>
                    <a:pt x="511382" y="2334"/>
                  </a:lnTo>
                  <a:lnTo>
                    <a:pt x="460907" y="0"/>
                  </a:lnTo>
                </a:path>
              </a:pathLst>
            </a:custGeom>
            <a:ln w="37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807767" y="3749424"/>
              <a:ext cx="3175" cy="194945"/>
            </a:xfrm>
            <a:custGeom>
              <a:avLst/>
              <a:gdLst/>
              <a:ahLst/>
              <a:cxnLst/>
              <a:rect l="l" t="t" r="r" b="b"/>
              <a:pathLst>
                <a:path w="3175" h="194945">
                  <a:moveTo>
                    <a:pt x="0" y="194627"/>
                  </a:moveTo>
                  <a:lnTo>
                    <a:pt x="2546" y="0"/>
                  </a:lnTo>
                </a:path>
              </a:pathLst>
            </a:custGeom>
            <a:ln w="203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918301" y="2941225"/>
              <a:ext cx="923290" cy="797560"/>
            </a:xfrm>
            <a:custGeom>
              <a:avLst/>
              <a:gdLst/>
              <a:ahLst/>
              <a:cxnLst/>
              <a:rect l="l" t="t" r="r" b="b"/>
              <a:pathLst>
                <a:path w="923289" h="797560">
                  <a:moveTo>
                    <a:pt x="460907" y="0"/>
                  </a:moveTo>
                  <a:lnTo>
                    <a:pt x="410670" y="2334"/>
                  </a:lnTo>
                  <a:lnTo>
                    <a:pt x="362003" y="9177"/>
                  </a:lnTo>
                  <a:lnTo>
                    <a:pt x="315189" y="20285"/>
                  </a:lnTo>
                  <a:lnTo>
                    <a:pt x="270506" y="35416"/>
                  </a:lnTo>
                  <a:lnTo>
                    <a:pt x="228237" y="54327"/>
                  </a:lnTo>
                  <a:lnTo>
                    <a:pt x="188661" y="76777"/>
                  </a:lnTo>
                  <a:lnTo>
                    <a:pt x="152059" y="102523"/>
                  </a:lnTo>
                  <a:lnTo>
                    <a:pt x="118712" y="131322"/>
                  </a:lnTo>
                  <a:lnTo>
                    <a:pt x="88901" y="162933"/>
                  </a:lnTo>
                  <a:lnTo>
                    <a:pt x="62906" y="197111"/>
                  </a:lnTo>
                  <a:lnTo>
                    <a:pt x="41008" y="233617"/>
                  </a:lnTo>
                  <a:lnTo>
                    <a:pt x="23488" y="272206"/>
                  </a:lnTo>
                  <a:lnTo>
                    <a:pt x="10626" y="312636"/>
                  </a:lnTo>
                  <a:lnTo>
                    <a:pt x="2703" y="354665"/>
                  </a:lnTo>
                  <a:lnTo>
                    <a:pt x="0" y="398052"/>
                  </a:lnTo>
                  <a:lnTo>
                    <a:pt x="2703" y="441643"/>
                  </a:lnTo>
                  <a:lnTo>
                    <a:pt x="10626" y="483851"/>
                  </a:lnTo>
                  <a:lnTo>
                    <a:pt x="23488" y="524434"/>
                  </a:lnTo>
                  <a:lnTo>
                    <a:pt x="41008" y="563153"/>
                  </a:lnTo>
                  <a:lnTo>
                    <a:pt x="62906" y="599766"/>
                  </a:lnTo>
                  <a:lnTo>
                    <a:pt x="88901" y="634033"/>
                  </a:lnTo>
                  <a:lnTo>
                    <a:pt x="118712" y="665714"/>
                  </a:lnTo>
                  <a:lnTo>
                    <a:pt x="152059" y="694568"/>
                  </a:lnTo>
                  <a:lnTo>
                    <a:pt x="188661" y="720355"/>
                  </a:lnTo>
                  <a:lnTo>
                    <a:pt x="228237" y="742835"/>
                  </a:lnTo>
                  <a:lnTo>
                    <a:pt x="270506" y="761766"/>
                  </a:lnTo>
                  <a:lnTo>
                    <a:pt x="315189" y="776909"/>
                  </a:lnTo>
                  <a:lnTo>
                    <a:pt x="362003" y="788023"/>
                  </a:lnTo>
                  <a:lnTo>
                    <a:pt x="410670" y="794868"/>
                  </a:lnTo>
                  <a:lnTo>
                    <a:pt x="460907" y="797203"/>
                  </a:lnTo>
                  <a:lnTo>
                    <a:pt x="511382" y="794868"/>
                  </a:lnTo>
                  <a:lnTo>
                    <a:pt x="560255" y="788023"/>
                  </a:lnTo>
                  <a:lnTo>
                    <a:pt x="607246" y="776909"/>
                  </a:lnTo>
                  <a:lnTo>
                    <a:pt x="652078" y="761766"/>
                  </a:lnTo>
                  <a:lnTo>
                    <a:pt x="694473" y="742835"/>
                  </a:lnTo>
                  <a:lnTo>
                    <a:pt x="734151" y="720355"/>
                  </a:lnTo>
                  <a:lnTo>
                    <a:pt x="770835" y="694568"/>
                  </a:lnTo>
                  <a:lnTo>
                    <a:pt x="804245" y="665714"/>
                  </a:lnTo>
                  <a:lnTo>
                    <a:pt x="834104" y="634033"/>
                  </a:lnTo>
                  <a:lnTo>
                    <a:pt x="860133" y="599766"/>
                  </a:lnTo>
                  <a:lnTo>
                    <a:pt x="882054" y="563153"/>
                  </a:lnTo>
                  <a:lnTo>
                    <a:pt x="899589" y="524434"/>
                  </a:lnTo>
                  <a:lnTo>
                    <a:pt x="912458" y="483851"/>
                  </a:lnTo>
                  <a:lnTo>
                    <a:pt x="920384" y="441643"/>
                  </a:lnTo>
                  <a:lnTo>
                    <a:pt x="923087" y="398052"/>
                  </a:lnTo>
                  <a:lnTo>
                    <a:pt x="920384" y="354665"/>
                  </a:lnTo>
                  <a:lnTo>
                    <a:pt x="912458" y="312636"/>
                  </a:lnTo>
                  <a:lnTo>
                    <a:pt x="899589" y="272206"/>
                  </a:lnTo>
                  <a:lnTo>
                    <a:pt x="882054" y="233617"/>
                  </a:lnTo>
                  <a:lnTo>
                    <a:pt x="860133" y="197111"/>
                  </a:lnTo>
                  <a:lnTo>
                    <a:pt x="834104" y="162933"/>
                  </a:lnTo>
                  <a:lnTo>
                    <a:pt x="804245" y="131322"/>
                  </a:lnTo>
                  <a:lnTo>
                    <a:pt x="770835" y="102523"/>
                  </a:lnTo>
                  <a:lnTo>
                    <a:pt x="734151" y="76777"/>
                  </a:lnTo>
                  <a:lnTo>
                    <a:pt x="694473" y="54327"/>
                  </a:lnTo>
                  <a:lnTo>
                    <a:pt x="652078" y="35416"/>
                  </a:lnTo>
                  <a:lnTo>
                    <a:pt x="607246" y="20285"/>
                  </a:lnTo>
                  <a:lnTo>
                    <a:pt x="560255" y="9177"/>
                  </a:lnTo>
                  <a:lnTo>
                    <a:pt x="511382" y="2334"/>
                  </a:lnTo>
                  <a:lnTo>
                    <a:pt x="460907" y="0"/>
                  </a:lnTo>
                </a:path>
              </a:pathLst>
            </a:custGeom>
            <a:ln w="37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596176" y="3304089"/>
              <a:ext cx="302260" cy="64135"/>
            </a:xfrm>
            <a:custGeom>
              <a:avLst/>
              <a:gdLst/>
              <a:ahLst/>
              <a:cxnLst/>
              <a:rect l="l" t="t" r="r" b="b"/>
              <a:pathLst>
                <a:path w="302260" h="64135">
                  <a:moveTo>
                    <a:pt x="0" y="63776"/>
                  </a:moveTo>
                  <a:lnTo>
                    <a:pt x="0" y="0"/>
                  </a:lnTo>
                  <a:lnTo>
                    <a:pt x="301754" y="32988"/>
                  </a:lnTo>
                  <a:lnTo>
                    <a:pt x="0" y="637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596176" y="3304090"/>
              <a:ext cx="302260" cy="64135"/>
            </a:xfrm>
            <a:custGeom>
              <a:avLst/>
              <a:gdLst/>
              <a:ahLst/>
              <a:cxnLst/>
              <a:rect l="l" t="t" r="r" b="b"/>
              <a:pathLst>
                <a:path w="302260" h="64135">
                  <a:moveTo>
                    <a:pt x="0" y="0"/>
                  </a:moveTo>
                  <a:lnTo>
                    <a:pt x="0" y="63776"/>
                  </a:lnTo>
                  <a:lnTo>
                    <a:pt x="301754" y="32987"/>
                  </a:lnTo>
                  <a:lnTo>
                    <a:pt x="0" y="0"/>
                  </a:lnTo>
                  <a:close/>
                </a:path>
              </a:pathLst>
            </a:custGeom>
            <a:ln w="177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412831" y="3338177"/>
              <a:ext cx="225425" cy="1270"/>
            </a:xfrm>
            <a:custGeom>
              <a:avLst/>
              <a:gdLst/>
              <a:ahLst/>
              <a:cxnLst/>
              <a:rect l="l" t="t" r="r" b="b"/>
              <a:pathLst>
                <a:path w="225425" h="1270">
                  <a:moveTo>
                    <a:pt x="225360" y="0"/>
                  </a:moveTo>
                  <a:lnTo>
                    <a:pt x="0" y="1099"/>
                  </a:lnTo>
                </a:path>
              </a:pathLst>
            </a:custGeom>
            <a:ln w="175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022186" y="3304089"/>
              <a:ext cx="302260" cy="64135"/>
            </a:xfrm>
            <a:custGeom>
              <a:avLst/>
              <a:gdLst/>
              <a:ahLst/>
              <a:cxnLst/>
              <a:rect l="l" t="t" r="r" b="b"/>
              <a:pathLst>
                <a:path w="302260" h="64135">
                  <a:moveTo>
                    <a:pt x="0" y="63776"/>
                  </a:moveTo>
                  <a:lnTo>
                    <a:pt x="0" y="0"/>
                  </a:lnTo>
                  <a:lnTo>
                    <a:pt x="301754" y="32988"/>
                  </a:lnTo>
                  <a:lnTo>
                    <a:pt x="0" y="637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022187" y="3304090"/>
              <a:ext cx="302260" cy="64135"/>
            </a:xfrm>
            <a:custGeom>
              <a:avLst/>
              <a:gdLst/>
              <a:ahLst/>
              <a:cxnLst/>
              <a:rect l="l" t="t" r="r" b="b"/>
              <a:pathLst>
                <a:path w="302260" h="64135">
                  <a:moveTo>
                    <a:pt x="0" y="0"/>
                  </a:moveTo>
                  <a:lnTo>
                    <a:pt x="0" y="63776"/>
                  </a:lnTo>
                  <a:lnTo>
                    <a:pt x="301754" y="32987"/>
                  </a:lnTo>
                  <a:lnTo>
                    <a:pt x="0" y="0"/>
                  </a:lnTo>
                  <a:close/>
                </a:path>
              </a:pathLst>
            </a:custGeom>
            <a:ln w="177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4838843" y="3338177"/>
              <a:ext cx="225425" cy="1270"/>
            </a:xfrm>
            <a:custGeom>
              <a:avLst/>
              <a:gdLst/>
              <a:ahLst/>
              <a:cxnLst/>
              <a:rect l="l" t="t" r="r" b="b"/>
              <a:pathLst>
                <a:path w="225425" h="1270">
                  <a:moveTo>
                    <a:pt x="225360" y="0"/>
                  </a:moveTo>
                  <a:lnTo>
                    <a:pt x="0" y="1099"/>
                  </a:lnTo>
                </a:path>
              </a:pathLst>
            </a:custGeom>
            <a:ln w="175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1221644" y="3145143"/>
            <a:ext cx="677545" cy="3632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00" spc="180" b="1">
                <a:latin typeface="Times New Roman"/>
                <a:cs typeface="Times New Roman"/>
              </a:rPr>
              <a:t>0000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242016" y="5661009"/>
            <a:ext cx="677545" cy="3632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00" spc="180" b="1">
                <a:latin typeface="Times New Roman"/>
                <a:cs typeface="Times New Roman"/>
              </a:rPr>
              <a:t>1000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539395" y="4444396"/>
            <a:ext cx="1033144" cy="1677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100330">
              <a:lnSpc>
                <a:spcPct val="100000"/>
              </a:lnSpc>
              <a:spcBef>
                <a:spcPts val="1555"/>
              </a:spcBef>
            </a:pPr>
            <a:r>
              <a:rPr dirty="0" sz="2200" spc="180" b="1">
                <a:latin typeface="Times New Roman"/>
                <a:cs typeface="Times New Roman"/>
              </a:rPr>
              <a:t>0111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053295" y="5661009"/>
            <a:ext cx="677545" cy="3632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00" spc="180" b="1">
                <a:latin typeface="Times New Roman"/>
                <a:cs typeface="Times New Roman"/>
              </a:rPr>
              <a:t>0110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479307" y="5643416"/>
            <a:ext cx="677545" cy="3632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00" spc="180" b="1">
                <a:latin typeface="Times New Roman"/>
                <a:cs typeface="Times New Roman"/>
              </a:rPr>
              <a:t>0101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479307" y="4394279"/>
            <a:ext cx="677545" cy="3632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00" spc="180" b="1">
                <a:latin typeface="Times New Roman"/>
                <a:cs typeface="Times New Roman"/>
              </a:rPr>
              <a:t>0100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458936" y="3162736"/>
            <a:ext cx="677545" cy="3632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00" spc="180" b="1">
                <a:latin typeface="Times New Roman"/>
                <a:cs typeface="Times New Roman"/>
              </a:rPr>
              <a:t>0011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053296" y="3162736"/>
            <a:ext cx="677545" cy="3632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00" spc="180" b="1">
                <a:latin typeface="Times New Roman"/>
                <a:cs typeface="Times New Roman"/>
              </a:rPr>
              <a:t>0010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606912" y="3162736"/>
            <a:ext cx="677545" cy="3632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00" spc="180" b="1">
                <a:latin typeface="Times New Roman"/>
                <a:cs typeface="Times New Roman"/>
              </a:rPr>
              <a:t>0001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221644" y="4394279"/>
            <a:ext cx="677545" cy="3632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00" spc="180" b="1">
                <a:latin typeface="Times New Roman"/>
                <a:cs typeface="Times New Roman"/>
              </a:rPr>
              <a:t>1001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7062978" y="4991861"/>
            <a:ext cx="1591310" cy="1024890"/>
            <a:chOff x="7062978" y="4991861"/>
            <a:chExt cx="1591310" cy="1024890"/>
          </a:xfrm>
        </p:grpSpPr>
        <p:sp>
          <p:nvSpPr>
            <p:cNvPr id="64" name="object 64"/>
            <p:cNvSpPr/>
            <p:nvPr/>
          </p:nvSpPr>
          <p:spPr>
            <a:xfrm>
              <a:off x="8430006" y="5429249"/>
              <a:ext cx="222885" cy="53340"/>
            </a:xfrm>
            <a:custGeom>
              <a:avLst/>
              <a:gdLst/>
              <a:ahLst/>
              <a:cxnLst/>
              <a:rect l="l" t="t" r="r" b="b"/>
              <a:pathLst>
                <a:path w="222884" h="53339">
                  <a:moveTo>
                    <a:pt x="0" y="0"/>
                  </a:moveTo>
                  <a:lnTo>
                    <a:pt x="0" y="53111"/>
                  </a:lnTo>
                  <a:lnTo>
                    <a:pt x="222262" y="27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8430006" y="5429249"/>
              <a:ext cx="222885" cy="53340"/>
            </a:xfrm>
            <a:custGeom>
              <a:avLst/>
              <a:gdLst/>
              <a:ahLst/>
              <a:cxnLst/>
              <a:rect l="l" t="t" r="r" b="b"/>
              <a:pathLst>
                <a:path w="222884" h="53339">
                  <a:moveTo>
                    <a:pt x="0" y="0"/>
                  </a:moveTo>
                  <a:lnTo>
                    <a:pt x="0" y="53111"/>
                  </a:lnTo>
                  <a:lnTo>
                    <a:pt x="222262" y="2754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7072503" y="5001386"/>
              <a:ext cx="1028700" cy="1005840"/>
            </a:xfrm>
            <a:custGeom>
              <a:avLst/>
              <a:gdLst/>
              <a:ahLst/>
              <a:cxnLst/>
              <a:rect l="l" t="t" r="r" b="b"/>
              <a:pathLst>
                <a:path w="1028700" h="1005839">
                  <a:moveTo>
                    <a:pt x="0" y="502919"/>
                  </a:moveTo>
                  <a:lnTo>
                    <a:pt x="2354" y="454486"/>
                  </a:lnTo>
                  <a:lnTo>
                    <a:pt x="9274" y="407355"/>
                  </a:lnTo>
                  <a:lnTo>
                    <a:pt x="20543" y="361737"/>
                  </a:lnTo>
                  <a:lnTo>
                    <a:pt x="35947" y="317842"/>
                  </a:lnTo>
                  <a:lnTo>
                    <a:pt x="55270" y="275883"/>
                  </a:lnTo>
                  <a:lnTo>
                    <a:pt x="78295" y="236069"/>
                  </a:lnTo>
                  <a:lnTo>
                    <a:pt x="104809" y="198611"/>
                  </a:lnTo>
                  <a:lnTo>
                    <a:pt x="134594" y="163720"/>
                  </a:lnTo>
                  <a:lnTo>
                    <a:pt x="167437" y="131608"/>
                  </a:lnTo>
                  <a:lnTo>
                    <a:pt x="203120" y="102483"/>
                  </a:lnTo>
                  <a:lnTo>
                    <a:pt x="241429" y="76558"/>
                  </a:lnTo>
                  <a:lnTo>
                    <a:pt x="282148" y="54044"/>
                  </a:lnTo>
                  <a:lnTo>
                    <a:pt x="325061" y="35150"/>
                  </a:lnTo>
                  <a:lnTo>
                    <a:pt x="369953" y="20088"/>
                  </a:lnTo>
                  <a:lnTo>
                    <a:pt x="416609" y="9068"/>
                  </a:lnTo>
                  <a:lnTo>
                    <a:pt x="464813" y="2302"/>
                  </a:lnTo>
                  <a:lnTo>
                    <a:pt x="514350" y="0"/>
                  </a:lnTo>
                  <a:lnTo>
                    <a:pt x="563886" y="2302"/>
                  </a:lnTo>
                  <a:lnTo>
                    <a:pt x="612090" y="9068"/>
                  </a:lnTo>
                  <a:lnTo>
                    <a:pt x="658746" y="20088"/>
                  </a:lnTo>
                  <a:lnTo>
                    <a:pt x="703638" y="35150"/>
                  </a:lnTo>
                  <a:lnTo>
                    <a:pt x="746551" y="54044"/>
                  </a:lnTo>
                  <a:lnTo>
                    <a:pt x="787270" y="76558"/>
                  </a:lnTo>
                  <a:lnTo>
                    <a:pt x="825579" y="102483"/>
                  </a:lnTo>
                  <a:lnTo>
                    <a:pt x="861262" y="131608"/>
                  </a:lnTo>
                  <a:lnTo>
                    <a:pt x="894105" y="163720"/>
                  </a:lnTo>
                  <a:lnTo>
                    <a:pt x="923890" y="198611"/>
                  </a:lnTo>
                  <a:lnTo>
                    <a:pt x="950404" y="236069"/>
                  </a:lnTo>
                  <a:lnTo>
                    <a:pt x="973429" y="275883"/>
                  </a:lnTo>
                  <a:lnTo>
                    <a:pt x="992752" y="317842"/>
                  </a:lnTo>
                  <a:lnTo>
                    <a:pt x="1008156" y="361737"/>
                  </a:lnTo>
                  <a:lnTo>
                    <a:pt x="1019425" y="407355"/>
                  </a:lnTo>
                  <a:lnTo>
                    <a:pt x="1026345" y="454486"/>
                  </a:lnTo>
                  <a:lnTo>
                    <a:pt x="1028700" y="502919"/>
                  </a:lnTo>
                  <a:lnTo>
                    <a:pt x="1026345" y="551353"/>
                  </a:lnTo>
                  <a:lnTo>
                    <a:pt x="1019425" y="598484"/>
                  </a:lnTo>
                  <a:lnTo>
                    <a:pt x="1008156" y="644102"/>
                  </a:lnTo>
                  <a:lnTo>
                    <a:pt x="992752" y="687997"/>
                  </a:lnTo>
                  <a:lnTo>
                    <a:pt x="973429" y="729956"/>
                  </a:lnTo>
                  <a:lnTo>
                    <a:pt x="950404" y="769770"/>
                  </a:lnTo>
                  <a:lnTo>
                    <a:pt x="923890" y="807228"/>
                  </a:lnTo>
                  <a:lnTo>
                    <a:pt x="894105" y="842119"/>
                  </a:lnTo>
                  <a:lnTo>
                    <a:pt x="861262" y="874231"/>
                  </a:lnTo>
                  <a:lnTo>
                    <a:pt x="825579" y="903356"/>
                  </a:lnTo>
                  <a:lnTo>
                    <a:pt x="787270" y="929281"/>
                  </a:lnTo>
                  <a:lnTo>
                    <a:pt x="746551" y="951795"/>
                  </a:lnTo>
                  <a:lnTo>
                    <a:pt x="703638" y="970689"/>
                  </a:lnTo>
                  <a:lnTo>
                    <a:pt x="658746" y="985751"/>
                  </a:lnTo>
                  <a:lnTo>
                    <a:pt x="612090" y="996771"/>
                  </a:lnTo>
                  <a:lnTo>
                    <a:pt x="563886" y="1003537"/>
                  </a:lnTo>
                  <a:lnTo>
                    <a:pt x="514350" y="1005839"/>
                  </a:lnTo>
                  <a:lnTo>
                    <a:pt x="464813" y="1003537"/>
                  </a:lnTo>
                  <a:lnTo>
                    <a:pt x="416609" y="996771"/>
                  </a:lnTo>
                  <a:lnTo>
                    <a:pt x="369953" y="985751"/>
                  </a:lnTo>
                  <a:lnTo>
                    <a:pt x="325061" y="970689"/>
                  </a:lnTo>
                  <a:lnTo>
                    <a:pt x="282148" y="951795"/>
                  </a:lnTo>
                  <a:lnTo>
                    <a:pt x="241429" y="929281"/>
                  </a:lnTo>
                  <a:lnTo>
                    <a:pt x="203120" y="903356"/>
                  </a:lnTo>
                  <a:lnTo>
                    <a:pt x="167437" y="874231"/>
                  </a:lnTo>
                  <a:lnTo>
                    <a:pt x="134594" y="842119"/>
                  </a:lnTo>
                  <a:lnTo>
                    <a:pt x="104809" y="807228"/>
                  </a:lnTo>
                  <a:lnTo>
                    <a:pt x="78295" y="769770"/>
                  </a:lnTo>
                  <a:lnTo>
                    <a:pt x="55270" y="729956"/>
                  </a:lnTo>
                  <a:lnTo>
                    <a:pt x="35947" y="687997"/>
                  </a:lnTo>
                  <a:lnTo>
                    <a:pt x="20543" y="644102"/>
                  </a:lnTo>
                  <a:lnTo>
                    <a:pt x="9274" y="598484"/>
                  </a:lnTo>
                  <a:lnTo>
                    <a:pt x="2354" y="551353"/>
                  </a:lnTo>
                  <a:lnTo>
                    <a:pt x="0" y="50291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 txBox="1"/>
          <p:nvPr/>
        </p:nvSpPr>
        <p:spPr>
          <a:xfrm>
            <a:off x="7105756" y="5405306"/>
            <a:ext cx="90170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600" b="1" i="1">
                <a:solidFill>
                  <a:srgbClr val="FF0000"/>
                </a:solidFill>
                <a:latin typeface="Calibri"/>
                <a:cs typeface="Calibri"/>
              </a:rPr>
              <a:t>Q</a:t>
            </a:r>
            <a:r>
              <a:rPr dirty="0" baseline="-21164" sz="1575" b="1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dirty="0" sz="1600" b="1" i="1">
                <a:solidFill>
                  <a:srgbClr val="FF0000"/>
                </a:solidFill>
                <a:latin typeface="Calibri"/>
                <a:cs typeface="Calibri"/>
              </a:rPr>
              <a:t>Q</a:t>
            </a:r>
            <a:r>
              <a:rPr dirty="0" baseline="-21164" sz="1575" b="1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dirty="0" sz="1600" b="1" i="1">
                <a:solidFill>
                  <a:srgbClr val="FF0000"/>
                </a:solidFill>
                <a:latin typeface="Calibri"/>
                <a:cs typeface="Calibri"/>
              </a:rPr>
              <a:t>Q</a:t>
            </a:r>
            <a:r>
              <a:rPr dirty="0" baseline="-21164" sz="1575" b="1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dirty="0" sz="1600" b="1" i="1">
                <a:solidFill>
                  <a:srgbClr val="FF0000"/>
                </a:solidFill>
                <a:latin typeface="Calibri"/>
                <a:cs typeface="Calibri"/>
              </a:rPr>
              <a:t>Q</a:t>
            </a:r>
            <a:r>
              <a:rPr dirty="0" baseline="-21164" sz="1575" b="1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baseline="-21164" sz="1575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8091296" y="5492115"/>
            <a:ext cx="339090" cy="1270"/>
          </a:xfrm>
          <a:custGeom>
            <a:avLst/>
            <a:gdLst/>
            <a:ahLst/>
            <a:cxnLst/>
            <a:rect l="l" t="t" r="r" b="b"/>
            <a:pathLst>
              <a:path w="339090" h="1270">
                <a:moveTo>
                  <a:pt x="339090" y="0"/>
                </a:moveTo>
                <a:lnTo>
                  <a:pt x="0" y="762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299053" y="1815909"/>
            <a:ext cx="78930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宋体"/>
                <a:cs typeface="宋体"/>
              </a:rPr>
              <a:t>解答：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188053" y="1730755"/>
            <a:ext cx="7014845" cy="882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9850">
              <a:lnSpc>
                <a:spcPct val="1562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Times New Roman"/>
                <a:cs typeface="Times New Roman"/>
              </a:rPr>
              <a:t>8421BCD</a:t>
            </a:r>
            <a:r>
              <a:rPr dirty="0" sz="1800" spc="-5" b="1">
                <a:solidFill>
                  <a:srgbClr val="FF0000"/>
                </a:solidFill>
                <a:latin typeface="新宋体"/>
                <a:cs typeface="新宋体"/>
              </a:rPr>
              <a:t>码</a:t>
            </a:r>
            <a:r>
              <a:rPr dirty="0" sz="1800" spc="-5" b="1">
                <a:solidFill>
                  <a:srgbClr val="000066"/>
                </a:solidFill>
                <a:latin typeface="新宋体"/>
                <a:cs typeface="新宋体"/>
              </a:rPr>
              <a:t>：对于</a:t>
            </a:r>
            <a:r>
              <a:rPr dirty="0" sz="1800" b="1">
                <a:solidFill>
                  <a:srgbClr val="000066"/>
                </a:solidFill>
                <a:latin typeface="新宋体"/>
                <a:cs typeface="新宋体"/>
              </a:rPr>
              <a:t>十进制数中</a:t>
            </a:r>
            <a:r>
              <a:rPr dirty="0" sz="1800" spc="-10" b="1">
                <a:solidFill>
                  <a:srgbClr val="000066"/>
                </a:solidFill>
                <a:latin typeface="新宋体"/>
                <a:cs typeface="新宋体"/>
              </a:rPr>
              <a:t>的</a:t>
            </a:r>
            <a:r>
              <a:rPr dirty="0" sz="1800" b="1">
                <a:solidFill>
                  <a:srgbClr val="000066"/>
                </a:solidFill>
                <a:latin typeface="Times New Roman"/>
                <a:cs typeface="Times New Roman"/>
              </a:rPr>
              <a:t>0---9</a:t>
            </a:r>
            <a:r>
              <a:rPr dirty="0" sz="1800" b="1">
                <a:solidFill>
                  <a:srgbClr val="000066"/>
                </a:solidFill>
                <a:latin typeface="新宋体"/>
                <a:cs typeface="新宋体"/>
              </a:rPr>
              <a:t>中的每</a:t>
            </a:r>
            <a:r>
              <a:rPr dirty="0" sz="1800" spc="5" b="1">
                <a:solidFill>
                  <a:srgbClr val="000066"/>
                </a:solidFill>
                <a:latin typeface="新宋体"/>
                <a:cs typeface="新宋体"/>
              </a:rPr>
              <a:t>位</a:t>
            </a:r>
            <a:r>
              <a:rPr dirty="0" sz="1800" b="1">
                <a:solidFill>
                  <a:srgbClr val="000066"/>
                </a:solidFill>
                <a:latin typeface="新宋体"/>
                <a:cs typeface="新宋体"/>
              </a:rPr>
              <a:t>用四位二进制数表示。 </a:t>
            </a:r>
            <a:r>
              <a:rPr dirty="0" sz="1800" spc="-5" b="1">
                <a:solidFill>
                  <a:srgbClr val="FF00FF"/>
                </a:solidFill>
                <a:latin typeface="新宋体"/>
                <a:cs typeface="新宋体"/>
              </a:rPr>
              <a:t>加</a:t>
            </a:r>
            <a:r>
              <a:rPr dirty="0" sz="1800" b="1">
                <a:solidFill>
                  <a:srgbClr val="FF00FF"/>
                </a:solidFill>
                <a:latin typeface="Times New Roman"/>
                <a:cs typeface="Times New Roman"/>
              </a:rPr>
              <a:t>1</a:t>
            </a:r>
            <a:r>
              <a:rPr dirty="0" sz="1800" spc="-5" b="1">
                <a:solidFill>
                  <a:srgbClr val="FF00FF"/>
                </a:solidFill>
                <a:latin typeface="新宋体"/>
                <a:cs typeface="新宋体"/>
              </a:rPr>
              <a:t>计数器</a:t>
            </a:r>
            <a:r>
              <a:rPr dirty="0" sz="1800" b="1">
                <a:solidFill>
                  <a:srgbClr val="FF00FF"/>
                </a:solidFill>
                <a:latin typeface="新宋体"/>
                <a:cs typeface="新宋体"/>
              </a:rPr>
              <a:t>：</a:t>
            </a:r>
            <a:r>
              <a:rPr dirty="0" sz="1800" spc="5" b="1">
                <a:solidFill>
                  <a:srgbClr val="FF00FF"/>
                </a:solidFill>
                <a:latin typeface="新宋体"/>
                <a:cs typeface="新宋体"/>
              </a:rPr>
              <a:t>每</a:t>
            </a:r>
            <a:r>
              <a:rPr dirty="0" sz="1800" b="1">
                <a:solidFill>
                  <a:srgbClr val="FF00FF"/>
                </a:solidFill>
                <a:latin typeface="新宋体"/>
                <a:cs typeface="新宋体"/>
              </a:rPr>
              <a:t>次来一个脉冲，系统就</a:t>
            </a:r>
            <a:r>
              <a:rPr dirty="0" sz="1800" spc="-15" b="1">
                <a:solidFill>
                  <a:srgbClr val="FF00FF"/>
                </a:solidFill>
                <a:latin typeface="新宋体"/>
                <a:cs typeface="新宋体"/>
              </a:rPr>
              <a:t>加</a:t>
            </a:r>
            <a:r>
              <a:rPr dirty="0" sz="1800" spc="5" b="1">
                <a:solidFill>
                  <a:srgbClr val="FF00FF"/>
                </a:solidFill>
                <a:latin typeface="Times New Roman"/>
                <a:cs typeface="Times New Roman"/>
              </a:rPr>
              <a:t>1</a:t>
            </a:r>
            <a:r>
              <a:rPr dirty="0" sz="1800" spc="-10" b="1">
                <a:solidFill>
                  <a:srgbClr val="FF00FF"/>
                </a:solidFill>
                <a:latin typeface="新宋体"/>
                <a:cs typeface="新宋体"/>
              </a:rPr>
              <a:t>。</a:t>
            </a:r>
            <a:endParaRPr sz="1800">
              <a:latin typeface="新宋体"/>
              <a:cs typeface="新宋体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785622" y="2715005"/>
            <a:ext cx="5672455" cy="3594100"/>
            <a:chOff x="785622" y="2715005"/>
            <a:chExt cx="5672455" cy="3594100"/>
          </a:xfrm>
        </p:grpSpPr>
        <p:pic>
          <p:nvPicPr>
            <p:cNvPr id="72" name="object 7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57372" y="2715005"/>
              <a:ext cx="600455" cy="342899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8622" y="2715005"/>
              <a:ext cx="600455" cy="342899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86122" y="2785871"/>
              <a:ext cx="600455" cy="342899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8256" y="3786377"/>
              <a:ext cx="599693" cy="342899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8256" y="5001006"/>
              <a:ext cx="599693" cy="342899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7250" y="3786377"/>
              <a:ext cx="600455" cy="342899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5622" y="5071872"/>
              <a:ext cx="600455" cy="342899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8622" y="5357622"/>
              <a:ext cx="600455" cy="342899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29177" y="5300472"/>
              <a:ext cx="599693" cy="342899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15256" y="5286755"/>
              <a:ext cx="599693" cy="342899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1141964" y="2993123"/>
              <a:ext cx="5053330" cy="3274060"/>
            </a:xfrm>
            <a:custGeom>
              <a:avLst/>
              <a:gdLst/>
              <a:ahLst/>
              <a:cxnLst/>
              <a:rect l="l" t="t" r="r" b="b"/>
              <a:pathLst>
                <a:path w="5053330" h="3274060">
                  <a:moveTo>
                    <a:pt x="5053274" y="0"/>
                  </a:moveTo>
                  <a:lnTo>
                    <a:pt x="0" y="0"/>
                  </a:lnTo>
                  <a:lnTo>
                    <a:pt x="0" y="3273477"/>
                  </a:lnTo>
                  <a:lnTo>
                    <a:pt x="5053274" y="3273477"/>
                  </a:lnTo>
                  <a:lnTo>
                    <a:pt x="5053274" y="0"/>
                  </a:lnTo>
                  <a:close/>
                </a:path>
              </a:pathLst>
            </a:custGeom>
            <a:solidFill>
              <a:srgbClr val="FFFFFF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141964" y="2993123"/>
              <a:ext cx="5053330" cy="3274060"/>
            </a:xfrm>
            <a:custGeom>
              <a:avLst/>
              <a:gdLst/>
              <a:ahLst/>
              <a:cxnLst/>
              <a:rect l="l" t="t" r="r" b="b"/>
              <a:pathLst>
                <a:path w="5053330" h="3274060">
                  <a:moveTo>
                    <a:pt x="5053274" y="3273477"/>
                  </a:moveTo>
                  <a:lnTo>
                    <a:pt x="0" y="3273477"/>
                  </a:lnTo>
                  <a:lnTo>
                    <a:pt x="0" y="0"/>
                  </a:lnTo>
                  <a:lnTo>
                    <a:pt x="5053274" y="0"/>
                  </a:lnTo>
                  <a:lnTo>
                    <a:pt x="5053274" y="3273477"/>
                  </a:lnTo>
                  <a:close/>
                </a:path>
              </a:pathLst>
            </a:custGeom>
            <a:ln w="76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2724697" y="4577499"/>
              <a:ext cx="805815" cy="1501775"/>
            </a:xfrm>
            <a:custGeom>
              <a:avLst/>
              <a:gdLst/>
              <a:ahLst/>
              <a:cxnLst/>
              <a:rect l="l" t="t" r="r" b="b"/>
              <a:pathLst>
                <a:path w="805814" h="1501775">
                  <a:moveTo>
                    <a:pt x="805707" y="0"/>
                  </a:moveTo>
                  <a:lnTo>
                    <a:pt x="0" y="0"/>
                  </a:lnTo>
                  <a:lnTo>
                    <a:pt x="0" y="1501610"/>
                  </a:lnTo>
                  <a:lnTo>
                    <a:pt x="805707" y="1501610"/>
                  </a:lnTo>
                  <a:lnTo>
                    <a:pt x="805707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2724697" y="4577499"/>
              <a:ext cx="805815" cy="1501775"/>
            </a:xfrm>
            <a:custGeom>
              <a:avLst/>
              <a:gdLst/>
              <a:ahLst/>
              <a:cxnLst/>
              <a:rect l="l" t="t" r="r" b="b"/>
              <a:pathLst>
                <a:path w="805814" h="1501775">
                  <a:moveTo>
                    <a:pt x="805707" y="1501610"/>
                  </a:moveTo>
                  <a:lnTo>
                    <a:pt x="0" y="1501610"/>
                  </a:lnTo>
                  <a:lnTo>
                    <a:pt x="0" y="0"/>
                  </a:lnTo>
                  <a:lnTo>
                    <a:pt x="805707" y="0"/>
                  </a:lnTo>
                  <a:lnTo>
                    <a:pt x="805707" y="1501610"/>
                  </a:lnTo>
                  <a:close/>
                </a:path>
              </a:pathLst>
            </a:custGeom>
            <a:ln w="93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564374" y="3852875"/>
              <a:ext cx="805815" cy="2226310"/>
            </a:xfrm>
            <a:custGeom>
              <a:avLst/>
              <a:gdLst/>
              <a:ahLst/>
              <a:cxnLst/>
              <a:rect l="l" t="t" r="r" b="b"/>
              <a:pathLst>
                <a:path w="805814" h="2226310">
                  <a:moveTo>
                    <a:pt x="805707" y="0"/>
                  </a:moveTo>
                  <a:lnTo>
                    <a:pt x="0" y="0"/>
                  </a:lnTo>
                  <a:lnTo>
                    <a:pt x="0" y="2226234"/>
                  </a:lnTo>
                  <a:lnTo>
                    <a:pt x="805707" y="2226234"/>
                  </a:lnTo>
                  <a:lnTo>
                    <a:pt x="805707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1564374" y="3852875"/>
              <a:ext cx="805815" cy="2226310"/>
            </a:xfrm>
            <a:custGeom>
              <a:avLst/>
              <a:gdLst/>
              <a:ahLst/>
              <a:cxnLst/>
              <a:rect l="l" t="t" r="r" b="b"/>
              <a:pathLst>
                <a:path w="805814" h="2226310">
                  <a:moveTo>
                    <a:pt x="805707" y="2226234"/>
                  </a:moveTo>
                  <a:lnTo>
                    <a:pt x="0" y="2226234"/>
                  </a:lnTo>
                  <a:lnTo>
                    <a:pt x="0" y="0"/>
                  </a:lnTo>
                  <a:lnTo>
                    <a:pt x="805707" y="0"/>
                  </a:lnTo>
                  <a:lnTo>
                    <a:pt x="805707" y="2226234"/>
                  </a:lnTo>
                  <a:close/>
                </a:path>
              </a:pathLst>
            </a:custGeom>
            <a:ln w="97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885021" y="3334321"/>
              <a:ext cx="805815" cy="2745105"/>
            </a:xfrm>
            <a:custGeom>
              <a:avLst/>
              <a:gdLst/>
              <a:ahLst/>
              <a:cxnLst/>
              <a:rect l="l" t="t" r="r" b="b"/>
              <a:pathLst>
                <a:path w="805814" h="2745104">
                  <a:moveTo>
                    <a:pt x="805707" y="0"/>
                  </a:moveTo>
                  <a:lnTo>
                    <a:pt x="0" y="0"/>
                  </a:lnTo>
                  <a:lnTo>
                    <a:pt x="0" y="2744788"/>
                  </a:lnTo>
                  <a:lnTo>
                    <a:pt x="805707" y="2744788"/>
                  </a:lnTo>
                  <a:lnTo>
                    <a:pt x="805707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885021" y="3334321"/>
              <a:ext cx="805815" cy="2745105"/>
            </a:xfrm>
            <a:custGeom>
              <a:avLst/>
              <a:gdLst/>
              <a:ahLst/>
              <a:cxnLst/>
              <a:rect l="l" t="t" r="r" b="b"/>
              <a:pathLst>
                <a:path w="805814" h="2745104">
                  <a:moveTo>
                    <a:pt x="805707" y="2744788"/>
                  </a:moveTo>
                  <a:lnTo>
                    <a:pt x="0" y="2744788"/>
                  </a:lnTo>
                  <a:lnTo>
                    <a:pt x="0" y="0"/>
                  </a:lnTo>
                  <a:lnTo>
                    <a:pt x="805707" y="0"/>
                  </a:lnTo>
                  <a:lnTo>
                    <a:pt x="805707" y="2744788"/>
                  </a:lnTo>
                  <a:close/>
                </a:path>
              </a:pathLst>
            </a:custGeom>
            <a:ln w="98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5045344" y="4084282"/>
              <a:ext cx="808355" cy="1995170"/>
            </a:xfrm>
            <a:custGeom>
              <a:avLst/>
              <a:gdLst/>
              <a:ahLst/>
              <a:cxnLst/>
              <a:rect l="l" t="t" r="r" b="b"/>
              <a:pathLst>
                <a:path w="808354" h="1995170">
                  <a:moveTo>
                    <a:pt x="808315" y="0"/>
                  </a:moveTo>
                  <a:lnTo>
                    <a:pt x="0" y="0"/>
                  </a:lnTo>
                  <a:lnTo>
                    <a:pt x="0" y="1994827"/>
                  </a:lnTo>
                  <a:lnTo>
                    <a:pt x="808315" y="1994827"/>
                  </a:lnTo>
                  <a:lnTo>
                    <a:pt x="80831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5045344" y="4084282"/>
              <a:ext cx="808355" cy="1995170"/>
            </a:xfrm>
            <a:custGeom>
              <a:avLst/>
              <a:gdLst/>
              <a:ahLst/>
              <a:cxnLst/>
              <a:rect l="l" t="t" r="r" b="b"/>
              <a:pathLst>
                <a:path w="808354" h="1995170">
                  <a:moveTo>
                    <a:pt x="808315" y="1994827"/>
                  </a:moveTo>
                  <a:lnTo>
                    <a:pt x="0" y="1994827"/>
                  </a:lnTo>
                  <a:lnTo>
                    <a:pt x="0" y="0"/>
                  </a:lnTo>
                  <a:lnTo>
                    <a:pt x="808315" y="0"/>
                  </a:lnTo>
                  <a:lnTo>
                    <a:pt x="808315" y="1994827"/>
                  </a:lnTo>
                  <a:close/>
                </a:path>
              </a:pathLst>
            </a:custGeom>
            <a:ln w="966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2581286" y="4486288"/>
              <a:ext cx="808355" cy="1500505"/>
            </a:xfrm>
            <a:custGeom>
              <a:avLst/>
              <a:gdLst/>
              <a:ahLst/>
              <a:cxnLst/>
              <a:rect l="l" t="t" r="r" b="b"/>
              <a:pathLst>
                <a:path w="808354" h="1500504">
                  <a:moveTo>
                    <a:pt x="808315" y="0"/>
                  </a:moveTo>
                  <a:lnTo>
                    <a:pt x="0" y="0"/>
                  </a:lnTo>
                  <a:lnTo>
                    <a:pt x="0" y="1499921"/>
                  </a:lnTo>
                  <a:lnTo>
                    <a:pt x="808315" y="1499921"/>
                  </a:lnTo>
                  <a:lnTo>
                    <a:pt x="80831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2581286" y="4486288"/>
              <a:ext cx="808355" cy="1500505"/>
            </a:xfrm>
            <a:custGeom>
              <a:avLst/>
              <a:gdLst/>
              <a:ahLst/>
              <a:cxnLst/>
              <a:rect l="l" t="t" r="r" b="b"/>
              <a:pathLst>
                <a:path w="808354" h="1500504">
                  <a:moveTo>
                    <a:pt x="808315" y="1499921"/>
                  </a:moveTo>
                  <a:lnTo>
                    <a:pt x="0" y="1499921"/>
                  </a:lnTo>
                  <a:lnTo>
                    <a:pt x="0" y="0"/>
                  </a:lnTo>
                  <a:lnTo>
                    <a:pt x="808315" y="0"/>
                  </a:lnTo>
                  <a:lnTo>
                    <a:pt x="808315" y="1499921"/>
                  </a:lnTo>
                  <a:close/>
                </a:path>
              </a:pathLst>
            </a:custGeom>
            <a:ln w="936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420963" y="3761664"/>
              <a:ext cx="808355" cy="2225040"/>
            </a:xfrm>
            <a:custGeom>
              <a:avLst/>
              <a:gdLst/>
              <a:ahLst/>
              <a:cxnLst/>
              <a:rect l="l" t="t" r="r" b="b"/>
              <a:pathLst>
                <a:path w="808355" h="2225040">
                  <a:moveTo>
                    <a:pt x="808315" y="0"/>
                  </a:moveTo>
                  <a:lnTo>
                    <a:pt x="0" y="0"/>
                  </a:lnTo>
                  <a:lnTo>
                    <a:pt x="0" y="2224545"/>
                  </a:lnTo>
                  <a:lnTo>
                    <a:pt x="808315" y="2224545"/>
                  </a:lnTo>
                  <a:lnTo>
                    <a:pt x="80831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1420963" y="3761664"/>
              <a:ext cx="808355" cy="2225040"/>
            </a:xfrm>
            <a:custGeom>
              <a:avLst/>
              <a:gdLst/>
              <a:ahLst/>
              <a:cxnLst/>
              <a:rect l="l" t="t" r="r" b="b"/>
              <a:pathLst>
                <a:path w="808355" h="2225040">
                  <a:moveTo>
                    <a:pt x="808315" y="2224545"/>
                  </a:moveTo>
                  <a:lnTo>
                    <a:pt x="0" y="2224545"/>
                  </a:lnTo>
                  <a:lnTo>
                    <a:pt x="0" y="0"/>
                  </a:lnTo>
                  <a:lnTo>
                    <a:pt x="808315" y="0"/>
                  </a:lnTo>
                  <a:lnTo>
                    <a:pt x="808315" y="2224545"/>
                  </a:lnTo>
                  <a:close/>
                </a:path>
              </a:pathLst>
            </a:custGeom>
            <a:ln w="97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3744217" y="3243110"/>
              <a:ext cx="805815" cy="2743200"/>
            </a:xfrm>
            <a:custGeom>
              <a:avLst/>
              <a:gdLst/>
              <a:ahLst/>
              <a:cxnLst/>
              <a:rect l="l" t="t" r="r" b="b"/>
              <a:pathLst>
                <a:path w="805814" h="2743200">
                  <a:moveTo>
                    <a:pt x="805707" y="0"/>
                  </a:moveTo>
                  <a:lnTo>
                    <a:pt x="0" y="0"/>
                  </a:lnTo>
                  <a:lnTo>
                    <a:pt x="0" y="2743099"/>
                  </a:lnTo>
                  <a:lnTo>
                    <a:pt x="805707" y="2743099"/>
                  </a:lnTo>
                  <a:lnTo>
                    <a:pt x="805707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3744217" y="3243110"/>
              <a:ext cx="805815" cy="2743200"/>
            </a:xfrm>
            <a:custGeom>
              <a:avLst/>
              <a:gdLst/>
              <a:ahLst/>
              <a:cxnLst/>
              <a:rect l="l" t="t" r="r" b="b"/>
              <a:pathLst>
                <a:path w="805814" h="2743200">
                  <a:moveTo>
                    <a:pt x="805707" y="2743099"/>
                  </a:moveTo>
                  <a:lnTo>
                    <a:pt x="0" y="2743099"/>
                  </a:lnTo>
                  <a:lnTo>
                    <a:pt x="0" y="0"/>
                  </a:lnTo>
                  <a:lnTo>
                    <a:pt x="805707" y="0"/>
                  </a:lnTo>
                  <a:lnTo>
                    <a:pt x="805707" y="2743099"/>
                  </a:lnTo>
                  <a:close/>
                </a:path>
              </a:pathLst>
            </a:custGeom>
            <a:ln w="988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4904541" y="3993070"/>
              <a:ext cx="805815" cy="1993264"/>
            </a:xfrm>
            <a:custGeom>
              <a:avLst/>
              <a:gdLst/>
              <a:ahLst/>
              <a:cxnLst/>
              <a:rect l="l" t="t" r="r" b="b"/>
              <a:pathLst>
                <a:path w="805814" h="1993264">
                  <a:moveTo>
                    <a:pt x="805707" y="0"/>
                  </a:moveTo>
                  <a:lnTo>
                    <a:pt x="0" y="0"/>
                  </a:lnTo>
                  <a:lnTo>
                    <a:pt x="0" y="1993138"/>
                  </a:lnTo>
                  <a:lnTo>
                    <a:pt x="805707" y="1993138"/>
                  </a:lnTo>
                  <a:lnTo>
                    <a:pt x="805707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4904541" y="3993070"/>
              <a:ext cx="805815" cy="1993264"/>
            </a:xfrm>
            <a:custGeom>
              <a:avLst/>
              <a:gdLst/>
              <a:ahLst/>
              <a:cxnLst/>
              <a:rect l="l" t="t" r="r" b="b"/>
              <a:pathLst>
                <a:path w="805814" h="1993264">
                  <a:moveTo>
                    <a:pt x="805707" y="1993138"/>
                  </a:moveTo>
                  <a:lnTo>
                    <a:pt x="0" y="1993138"/>
                  </a:lnTo>
                  <a:lnTo>
                    <a:pt x="0" y="0"/>
                  </a:lnTo>
                  <a:lnTo>
                    <a:pt x="805707" y="0"/>
                  </a:lnTo>
                  <a:lnTo>
                    <a:pt x="805707" y="1993138"/>
                  </a:lnTo>
                  <a:close/>
                </a:path>
              </a:pathLst>
            </a:custGeom>
            <a:ln w="966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pull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0252" y="786002"/>
            <a:ext cx="8219440" cy="1905"/>
          </a:xfrm>
          <a:custGeom>
            <a:avLst/>
            <a:gdLst/>
            <a:ahLst/>
            <a:cxnLst/>
            <a:rect l="l" t="t" r="r" b="b"/>
            <a:pathLst>
              <a:path w="8219440" h="1904">
                <a:moveTo>
                  <a:pt x="0" y="0"/>
                </a:moveTo>
                <a:lnTo>
                  <a:pt x="8218932" y="1524"/>
                </a:lnTo>
              </a:path>
            </a:pathLst>
          </a:custGeom>
          <a:ln w="101346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574" y="333756"/>
            <a:ext cx="230504" cy="3527425"/>
          </a:xfrm>
          <a:custGeom>
            <a:avLst/>
            <a:gdLst/>
            <a:ahLst/>
            <a:cxnLst/>
            <a:rect l="l" t="t" r="r" b="b"/>
            <a:pathLst>
              <a:path w="230504" h="3527425">
                <a:moveTo>
                  <a:pt x="230124" y="0"/>
                </a:moveTo>
                <a:lnTo>
                  <a:pt x="0" y="0"/>
                </a:lnTo>
                <a:lnTo>
                  <a:pt x="0" y="3527298"/>
                </a:lnTo>
                <a:lnTo>
                  <a:pt x="230124" y="3527298"/>
                </a:lnTo>
                <a:lnTo>
                  <a:pt x="23012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0728" y="710056"/>
            <a:ext cx="8913495" cy="6109970"/>
            <a:chOff x="240728" y="710056"/>
            <a:chExt cx="8913495" cy="6109970"/>
          </a:xfrm>
        </p:grpSpPr>
        <p:sp>
          <p:nvSpPr>
            <p:cNvPr id="6" name="object 6"/>
            <p:cNvSpPr/>
            <p:nvPr/>
          </p:nvSpPr>
          <p:spPr>
            <a:xfrm>
              <a:off x="246125" y="6814566"/>
              <a:ext cx="8902700" cy="0"/>
            </a:xfrm>
            <a:custGeom>
              <a:avLst/>
              <a:gdLst/>
              <a:ahLst/>
              <a:cxnLst/>
              <a:rect l="l" t="t" r="r" b="b"/>
              <a:pathLst>
                <a:path w="8902700" h="0">
                  <a:moveTo>
                    <a:pt x="0" y="0"/>
                  </a:moveTo>
                  <a:lnTo>
                    <a:pt x="3102102" y="0"/>
                  </a:lnTo>
                </a:path>
                <a:path w="8902700" h="0">
                  <a:moveTo>
                    <a:pt x="7918704" y="0"/>
                  </a:moveTo>
                  <a:lnTo>
                    <a:pt x="8902446" y="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0327" y="1022604"/>
              <a:ext cx="1210055" cy="139064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335785" y="1172718"/>
              <a:ext cx="360680" cy="369570"/>
            </a:xfrm>
            <a:custGeom>
              <a:avLst/>
              <a:gdLst/>
              <a:ahLst/>
              <a:cxnLst/>
              <a:rect l="l" t="t" r="r" b="b"/>
              <a:pathLst>
                <a:path w="360680" h="369569">
                  <a:moveTo>
                    <a:pt x="360425" y="0"/>
                  </a:moveTo>
                  <a:lnTo>
                    <a:pt x="0" y="0"/>
                  </a:lnTo>
                  <a:lnTo>
                    <a:pt x="0" y="369570"/>
                  </a:lnTo>
                  <a:lnTo>
                    <a:pt x="360425" y="369570"/>
                  </a:lnTo>
                  <a:lnTo>
                    <a:pt x="360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35129" y="1201397"/>
            <a:ext cx="161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 Narrow"/>
                <a:cs typeface="Arial Narrow"/>
              </a:rPr>
              <a:t>D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66115" y="1188138"/>
            <a:ext cx="2755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 Narrow"/>
                <a:cs typeface="Arial Narrow"/>
              </a:rPr>
              <a:t>Q0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3103" y="1116815"/>
            <a:ext cx="265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 Narrow"/>
                <a:cs typeface="Arial Narrow"/>
              </a:rPr>
              <a:t>D0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37438" y="2533449"/>
            <a:ext cx="2755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 Narrow"/>
                <a:cs typeface="Arial Narrow"/>
              </a:rPr>
              <a:t>Q1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3974" y="2533449"/>
            <a:ext cx="265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 Narrow"/>
                <a:cs typeface="Arial Narrow"/>
              </a:rPr>
              <a:t>D1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37438" y="3974315"/>
            <a:ext cx="2755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 Narrow"/>
                <a:cs typeface="Arial Narrow"/>
              </a:rPr>
              <a:t>Q2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1795" y="3974315"/>
            <a:ext cx="265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 Narrow"/>
                <a:cs typeface="Arial Narrow"/>
              </a:rPr>
              <a:t>D2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75259" y="5390949"/>
            <a:ext cx="2755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 Narrow"/>
                <a:cs typeface="Arial Narrow"/>
              </a:rPr>
              <a:t>Q3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93118" y="5319626"/>
            <a:ext cx="265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 Narrow"/>
                <a:cs typeface="Arial Narrow"/>
              </a:rPr>
              <a:t>D3</a:t>
            </a:r>
            <a:endParaRPr sz="1800">
              <a:latin typeface="Arial Narrow"/>
              <a:cs typeface="Arial Narro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42819" y="746759"/>
            <a:ext cx="1866264" cy="3057525"/>
            <a:chOff x="842819" y="746759"/>
            <a:chExt cx="1866264" cy="3057525"/>
          </a:xfrm>
        </p:grpSpPr>
        <p:sp>
          <p:nvSpPr>
            <p:cNvPr id="22" name="object 22"/>
            <p:cNvSpPr/>
            <p:nvPr/>
          </p:nvSpPr>
          <p:spPr>
            <a:xfrm>
              <a:off x="899944" y="765809"/>
              <a:ext cx="1705610" cy="467995"/>
            </a:xfrm>
            <a:custGeom>
              <a:avLst/>
              <a:gdLst/>
              <a:ahLst/>
              <a:cxnLst/>
              <a:rect l="l" t="t" r="r" b="b"/>
              <a:pathLst>
                <a:path w="1705610" h="467994">
                  <a:moveTo>
                    <a:pt x="1705333" y="467868"/>
                  </a:moveTo>
                  <a:lnTo>
                    <a:pt x="1686740" y="421085"/>
                  </a:lnTo>
                  <a:lnTo>
                    <a:pt x="1663766" y="374294"/>
                  </a:lnTo>
                  <a:lnTo>
                    <a:pt x="1640652" y="350682"/>
                  </a:lnTo>
                  <a:lnTo>
                    <a:pt x="1632600" y="343103"/>
                  </a:lnTo>
                  <a:lnTo>
                    <a:pt x="1630650" y="334882"/>
                  </a:lnTo>
                  <a:lnTo>
                    <a:pt x="1629134" y="326383"/>
                  </a:lnTo>
                  <a:lnTo>
                    <a:pt x="1626755" y="318446"/>
                  </a:lnTo>
                  <a:lnTo>
                    <a:pt x="1622211" y="311912"/>
                  </a:lnTo>
                  <a:lnTo>
                    <a:pt x="1571970" y="269975"/>
                  </a:lnTo>
                  <a:lnTo>
                    <a:pt x="1531589" y="242957"/>
                  </a:lnTo>
                  <a:lnTo>
                    <a:pt x="1492358" y="219225"/>
                  </a:lnTo>
                  <a:lnTo>
                    <a:pt x="1445567" y="187147"/>
                  </a:lnTo>
                  <a:lnTo>
                    <a:pt x="1435349" y="179094"/>
                  </a:lnTo>
                  <a:lnTo>
                    <a:pt x="1425238" y="170875"/>
                  </a:lnTo>
                  <a:lnTo>
                    <a:pt x="1414903" y="162994"/>
                  </a:lnTo>
                  <a:lnTo>
                    <a:pt x="1404013" y="155956"/>
                  </a:lnTo>
                  <a:lnTo>
                    <a:pt x="1396544" y="152644"/>
                  </a:lnTo>
                  <a:lnTo>
                    <a:pt x="1388633" y="150336"/>
                  </a:lnTo>
                  <a:lnTo>
                    <a:pt x="1380617" y="148237"/>
                  </a:lnTo>
                  <a:lnTo>
                    <a:pt x="1372834" y="145554"/>
                  </a:lnTo>
                  <a:lnTo>
                    <a:pt x="1331280" y="124764"/>
                  </a:lnTo>
                  <a:lnTo>
                    <a:pt x="1310630" y="108950"/>
                  </a:lnTo>
                  <a:lnTo>
                    <a:pt x="1300487" y="100783"/>
                  </a:lnTo>
                  <a:lnTo>
                    <a:pt x="1289713" y="93573"/>
                  </a:lnTo>
                  <a:lnTo>
                    <a:pt x="1282212" y="90344"/>
                  </a:lnTo>
                  <a:lnTo>
                    <a:pt x="1274239" y="88172"/>
                  </a:lnTo>
                  <a:lnTo>
                    <a:pt x="1266212" y="86101"/>
                  </a:lnTo>
                  <a:lnTo>
                    <a:pt x="1258547" y="83172"/>
                  </a:lnTo>
                  <a:lnTo>
                    <a:pt x="1245480" y="75460"/>
                  </a:lnTo>
                  <a:lnTo>
                    <a:pt x="1232917" y="66781"/>
                  </a:lnTo>
                  <a:lnTo>
                    <a:pt x="1220180" y="58499"/>
                  </a:lnTo>
                  <a:lnTo>
                    <a:pt x="1206591" y="51981"/>
                  </a:lnTo>
                  <a:lnTo>
                    <a:pt x="1191372" y="48037"/>
                  </a:lnTo>
                  <a:lnTo>
                    <a:pt x="1175662" y="46000"/>
                  </a:lnTo>
                  <a:lnTo>
                    <a:pt x="1159830" y="44356"/>
                  </a:lnTo>
                  <a:lnTo>
                    <a:pt x="1144247" y="41592"/>
                  </a:lnTo>
                  <a:lnTo>
                    <a:pt x="1128605" y="36438"/>
                  </a:lnTo>
                  <a:lnTo>
                    <a:pt x="1113275" y="30105"/>
                  </a:lnTo>
                  <a:lnTo>
                    <a:pt x="1097845" y="24315"/>
                  </a:lnTo>
                  <a:lnTo>
                    <a:pt x="1081903" y="20789"/>
                  </a:lnTo>
                  <a:lnTo>
                    <a:pt x="1037721" y="15865"/>
                  </a:lnTo>
                  <a:lnTo>
                    <a:pt x="1010377" y="12808"/>
                  </a:lnTo>
                  <a:lnTo>
                    <a:pt x="992963" y="10889"/>
                  </a:lnTo>
                  <a:lnTo>
                    <a:pt x="978574" y="9378"/>
                  </a:lnTo>
                  <a:lnTo>
                    <a:pt x="960304" y="7546"/>
                  </a:lnTo>
                  <a:lnTo>
                    <a:pt x="931246" y="4663"/>
                  </a:lnTo>
                  <a:lnTo>
                    <a:pt x="884494" y="0"/>
                  </a:lnTo>
                  <a:lnTo>
                    <a:pt x="834423" y="769"/>
                  </a:lnTo>
                  <a:lnTo>
                    <a:pt x="784341" y="1256"/>
                  </a:lnTo>
                  <a:lnTo>
                    <a:pt x="734252" y="1567"/>
                  </a:lnTo>
                  <a:lnTo>
                    <a:pt x="684160" y="1807"/>
                  </a:lnTo>
                  <a:lnTo>
                    <a:pt x="634069" y="2082"/>
                  </a:lnTo>
                  <a:lnTo>
                    <a:pt x="583985" y="2499"/>
                  </a:lnTo>
                  <a:lnTo>
                    <a:pt x="533910" y="3162"/>
                  </a:lnTo>
                  <a:lnTo>
                    <a:pt x="483849" y="4179"/>
                  </a:lnTo>
                  <a:lnTo>
                    <a:pt x="433807" y="5653"/>
                  </a:lnTo>
                  <a:lnTo>
                    <a:pt x="383788" y="7692"/>
                  </a:lnTo>
                  <a:lnTo>
                    <a:pt x="333796" y="10401"/>
                  </a:lnTo>
                  <a:lnTo>
                    <a:pt x="283336" y="16678"/>
                  </a:lnTo>
                  <a:lnTo>
                    <a:pt x="215337" y="39195"/>
                  </a:lnTo>
                  <a:lnTo>
                    <a:pt x="177942" y="51981"/>
                  </a:lnTo>
                  <a:lnTo>
                    <a:pt x="167604" y="54774"/>
                  </a:lnTo>
                  <a:lnTo>
                    <a:pt x="157206" y="57353"/>
                  </a:lnTo>
                  <a:lnTo>
                    <a:pt x="146785" y="59846"/>
                  </a:lnTo>
                  <a:lnTo>
                    <a:pt x="136375" y="62382"/>
                  </a:lnTo>
                  <a:lnTo>
                    <a:pt x="99336" y="88038"/>
                  </a:lnTo>
                  <a:lnTo>
                    <a:pt x="83400" y="99383"/>
                  </a:lnTo>
                  <a:lnTo>
                    <a:pt x="70574" y="105223"/>
                  </a:lnTo>
                  <a:lnTo>
                    <a:pt x="42865" y="114363"/>
                  </a:lnTo>
                  <a:lnTo>
                    <a:pt x="40468" y="122246"/>
                  </a:lnTo>
                  <a:lnTo>
                    <a:pt x="38209" y="130182"/>
                  </a:lnTo>
                  <a:lnTo>
                    <a:pt x="35680" y="138007"/>
                  </a:lnTo>
                  <a:lnTo>
                    <a:pt x="32476" y="145554"/>
                  </a:lnTo>
                  <a:lnTo>
                    <a:pt x="22726" y="161391"/>
                  </a:lnTo>
                  <a:lnTo>
                    <a:pt x="12878" y="174974"/>
                  </a:lnTo>
                  <a:lnTo>
                    <a:pt x="5039" y="189442"/>
                  </a:lnTo>
                  <a:lnTo>
                    <a:pt x="1310" y="207937"/>
                  </a:lnTo>
                  <a:lnTo>
                    <a:pt x="429" y="233451"/>
                  </a:lnTo>
                  <a:lnTo>
                    <a:pt x="31" y="258976"/>
                  </a:lnTo>
                  <a:lnTo>
                    <a:pt x="0" y="284509"/>
                  </a:lnTo>
                  <a:lnTo>
                    <a:pt x="218" y="310045"/>
                  </a:lnTo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42819" y="1056358"/>
              <a:ext cx="114300" cy="114935"/>
            </a:xfrm>
            <a:custGeom>
              <a:avLst/>
              <a:gdLst/>
              <a:ahLst/>
              <a:cxnLst/>
              <a:rect l="l" t="t" r="r" b="b"/>
              <a:pathLst>
                <a:path w="114300" h="114934">
                  <a:moveTo>
                    <a:pt x="114287" y="0"/>
                  </a:moveTo>
                  <a:lnTo>
                    <a:pt x="0" y="1295"/>
                  </a:lnTo>
                  <a:lnTo>
                    <a:pt x="58432" y="114935"/>
                  </a:lnTo>
                  <a:lnTo>
                    <a:pt x="11428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84526" y="2123693"/>
              <a:ext cx="1705610" cy="467995"/>
            </a:xfrm>
            <a:custGeom>
              <a:avLst/>
              <a:gdLst/>
              <a:ahLst/>
              <a:cxnLst/>
              <a:rect l="l" t="t" r="r" b="b"/>
              <a:pathLst>
                <a:path w="1705610" h="467994">
                  <a:moveTo>
                    <a:pt x="1705333" y="467867"/>
                  </a:moveTo>
                  <a:lnTo>
                    <a:pt x="1686740" y="421085"/>
                  </a:lnTo>
                  <a:lnTo>
                    <a:pt x="1663766" y="374294"/>
                  </a:lnTo>
                  <a:lnTo>
                    <a:pt x="1640652" y="350682"/>
                  </a:lnTo>
                  <a:lnTo>
                    <a:pt x="1632600" y="343103"/>
                  </a:lnTo>
                  <a:lnTo>
                    <a:pt x="1630650" y="334882"/>
                  </a:lnTo>
                  <a:lnTo>
                    <a:pt x="1629134" y="326383"/>
                  </a:lnTo>
                  <a:lnTo>
                    <a:pt x="1626755" y="318446"/>
                  </a:lnTo>
                  <a:lnTo>
                    <a:pt x="1622211" y="311911"/>
                  </a:lnTo>
                  <a:lnTo>
                    <a:pt x="1571970" y="269975"/>
                  </a:lnTo>
                  <a:lnTo>
                    <a:pt x="1531589" y="242957"/>
                  </a:lnTo>
                  <a:lnTo>
                    <a:pt x="1492358" y="219225"/>
                  </a:lnTo>
                  <a:lnTo>
                    <a:pt x="1445567" y="187147"/>
                  </a:lnTo>
                  <a:lnTo>
                    <a:pt x="1435349" y="179094"/>
                  </a:lnTo>
                  <a:lnTo>
                    <a:pt x="1425238" y="170875"/>
                  </a:lnTo>
                  <a:lnTo>
                    <a:pt x="1414903" y="162994"/>
                  </a:lnTo>
                  <a:lnTo>
                    <a:pt x="1404013" y="155955"/>
                  </a:lnTo>
                  <a:lnTo>
                    <a:pt x="1396544" y="152644"/>
                  </a:lnTo>
                  <a:lnTo>
                    <a:pt x="1388633" y="150336"/>
                  </a:lnTo>
                  <a:lnTo>
                    <a:pt x="1380617" y="148237"/>
                  </a:lnTo>
                  <a:lnTo>
                    <a:pt x="1372834" y="145554"/>
                  </a:lnTo>
                  <a:lnTo>
                    <a:pt x="1331280" y="124764"/>
                  </a:lnTo>
                  <a:lnTo>
                    <a:pt x="1310630" y="108950"/>
                  </a:lnTo>
                  <a:lnTo>
                    <a:pt x="1300487" y="100783"/>
                  </a:lnTo>
                  <a:lnTo>
                    <a:pt x="1289713" y="93573"/>
                  </a:lnTo>
                  <a:lnTo>
                    <a:pt x="1282212" y="90344"/>
                  </a:lnTo>
                  <a:lnTo>
                    <a:pt x="1274239" y="88172"/>
                  </a:lnTo>
                  <a:lnTo>
                    <a:pt x="1266212" y="86101"/>
                  </a:lnTo>
                  <a:lnTo>
                    <a:pt x="1258547" y="83172"/>
                  </a:lnTo>
                  <a:lnTo>
                    <a:pt x="1245480" y="75460"/>
                  </a:lnTo>
                  <a:lnTo>
                    <a:pt x="1232917" y="66781"/>
                  </a:lnTo>
                  <a:lnTo>
                    <a:pt x="1220180" y="58499"/>
                  </a:lnTo>
                  <a:lnTo>
                    <a:pt x="1206591" y="51981"/>
                  </a:lnTo>
                  <a:lnTo>
                    <a:pt x="1191372" y="48037"/>
                  </a:lnTo>
                  <a:lnTo>
                    <a:pt x="1175662" y="46000"/>
                  </a:lnTo>
                  <a:lnTo>
                    <a:pt x="1159830" y="44356"/>
                  </a:lnTo>
                  <a:lnTo>
                    <a:pt x="1144247" y="41592"/>
                  </a:lnTo>
                  <a:lnTo>
                    <a:pt x="1128605" y="36438"/>
                  </a:lnTo>
                  <a:lnTo>
                    <a:pt x="1113275" y="30105"/>
                  </a:lnTo>
                  <a:lnTo>
                    <a:pt x="1097845" y="24315"/>
                  </a:lnTo>
                  <a:lnTo>
                    <a:pt x="1081903" y="20789"/>
                  </a:lnTo>
                  <a:lnTo>
                    <a:pt x="1037721" y="15865"/>
                  </a:lnTo>
                  <a:lnTo>
                    <a:pt x="1010377" y="12808"/>
                  </a:lnTo>
                  <a:lnTo>
                    <a:pt x="992963" y="10889"/>
                  </a:lnTo>
                  <a:lnTo>
                    <a:pt x="978574" y="9378"/>
                  </a:lnTo>
                  <a:lnTo>
                    <a:pt x="960304" y="7546"/>
                  </a:lnTo>
                  <a:lnTo>
                    <a:pt x="931246" y="4663"/>
                  </a:lnTo>
                  <a:lnTo>
                    <a:pt x="884494" y="0"/>
                  </a:lnTo>
                  <a:lnTo>
                    <a:pt x="834423" y="769"/>
                  </a:lnTo>
                  <a:lnTo>
                    <a:pt x="784341" y="1256"/>
                  </a:lnTo>
                  <a:lnTo>
                    <a:pt x="734252" y="1567"/>
                  </a:lnTo>
                  <a:lnTo>
                    <a:pt x="684160" y="1807"/>
                  </a:lnTo>
                  <a:lnTo>
                    <a:pt x="634069" y="2082"/>
                  </a:lnTo>
                  <a:lnTo>
                    <a:pt x="583985" y="2499"/>
                  </a:lnTo>
                  <a:lnTo>
                    <a:pt x="533910" y="3162"/>
                  </a:lnTo>
                  <a:lnTo>
                    <a:pt x="483849" y="4179"/>
                  </a:lnTo>
                  <a:lnTo>
                    <a:pt x="433807" y="5653"/>
                  </a:lnTo>
                  <a:lnTo>
                    <a:pt x="383788" y="7692"/>
                  </a:lnTo>
                  <a:lnTo>
                    <a:pt x="333796" y="10401"/>
                  </a:lnTo>
                  <a:lnTo>
                    <a:pt x="283336" y="16678"/>
                  </a:lnTo>
                  <a:lnTo>
                    <a:pt x="215337" y="39195"/>
                  </a:lnTo>
                  <a:lnTo>
                    <a:pt x="177942" y="51981"/>
                  </a:lnTo>
                  <a:lnTo>
                    <a:pt x="167604" y="54774"/>
                  </a:lnTo>
                  <a:lnTo>
                    <a:pt x="157206" y="57353"/>
                  </a:lnTo>
                  <a:lnTo>
                    <a:pt x="146785" y="59846"/>
                  </a:lnTo>
                  <a:lnTo>
                    <a:pt x="136375" y="62382"/>
                  </a:lnTo>
                  <a:lnTo>
                    <a:pt x="99336" y="88038"/>
                  </a:lnTo>
                  <a:lnTo>
                    <a:pt x="83400" y="99383"/>
                  </a:lnTo>
                  <a:lnTo>
                    <a:pt x="70574" y="105223"/>
                  </a:lnTo>
                  <a:lnTo>
                    <a:pt x="42865" y="114363"/>
                  </a:lnTo>
                  <a:lnTo>
                    <a:pt x="40468" y="122246"/>
                  </a:lnTo>
                  <a:lnTo>
                    <a:pt x="38209" y="130182"/>
                  </a:lnTo>
                  <a:lnTo>
                    <a:pt x="35680" y="138007"/>
                  </a:lnTo>
                  <a:lnTo>
                    <a:pt x="32476" y="145554"/>
                  </a:lnTo>
                  <a:lnTo>
                    <a:pt x="22726" y="161391"/>
                  </a:lnTo>
                  <a:lnTo>
                    <a:pt x="12878" y="174974"/>
                  </a:lnTo>
                  <a:lnTo>
                    <a:pt x="5039" y="189442"/>
                  </a:lnTo>
                  <a:lnTo>
                    <a:pt x="1310" y="207937"/>
                  </a:lnTo>
                  <a:lnTo>
                    <a:pt x="429" y="233451"/>
                  </a:lnTo>
                  <a:lnTo>
                    <a:pt x="31" y="258976"/>
                  </a:lnTo>
                  <a:lnTo>
                    <a:pt x="0" y="284509"/>
                  </a:lnTo>
                  <a:lnTo>
                    <a:pt x="218" y="310045"/>
                  </a:lnTo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27402" y="2414242"/>
              <a:ext cx="114300" cy="114935"/>
            </a:xfrm>
            <a:custGeom>
              <a:avLst/>
              <a:gdLst/>
              <a:ahLst/>
              <a:cxnLst/>
              <a:rect l="l" t="t" r="r" b="b"/>
              <a:pathLst>
                <a:path w="114300" h="114935">
                  <a:moveTo>
                    <a:pt x="114287" y="0"/>
                  </a:moveTo>
                  <a:lnTo>
                    <a:pt x="0" y="1295"/>
                  </a:lnTo>
                  <a:lnTo>
                    <a:pt x="58432" y="114935"/>
                  </a:lnTo>
                  <a:lnTo>
                    <a:pt x="11428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5474" y="2413254"/>
              <a:ext cx="1209293" cy="139064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360932" y="2563367"/>
            <a:ext cx="360045" cy="3695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1275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325"/>
              </a:spcBef>
            </a:pPr>
            <a:r>
              <a:rPr dirty="0" sz="1800" b="1">
                <a:latin typeface="Arial Narrow"/>
                <a:cs typeface="Arial Narrow"/>
              </a:rPr>
              <a:t>D</a:t>
            </a:r>
            <a:endParaRPr sz="1800">
              <a:latin typeface="Arial Narrow"/>
              <a:cs typeface="Arial Narrow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474" y="3847338"/>
            <a:ext cx="1209293" cy="1390649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360932" y="3998214"/>
            <a:ext cx="360045" cy="36893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0640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320"/>
              </a:spcBef>
            </a:pPr>
            <a:r>
              <a:rPr dirty="0" sz="1800" b="1">
                <a:latin typeface="Arial Narrow"/>
                <a:cs typeface="Arial Narrow"/>
              </a:rPr>
              <a:t>D</a:t>
            </a:r>
            <a:endParaRPr sz="1800">
              <a:latin typeface="Arial Narrow"/>
              <a:cs typeface="Arial Narrow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146" y="5290565"/>
            <a:ext cx="1209293" cy="1390649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1403603" y="5441441"/>
            <a:ext cx="360045" cy="3695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1275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325"/>
              </a:spcBef>
            </a:pPr>
            <a:r>
              <a:rPr dirty="0" sz="1800" b="1">
                <a:latin typeface="Arial Narrow"/>
                <a:cs typeface="Arial Narrow"/>
              </a:rPr>
              <a:t>D</a:t>
            </a:r>
            <a:endParaRPr sz="1800">
              <a:latin typeface="Arial Narrow"/>
              <a:cs typeface="Arial Narrow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73297" y="0"/>
            <a:ext cx="8270875" cy="6858000"/>
            <a:chOff x="873297" y="0"/>
            <a:chExt cx="8270875" cy="6858000"/>
          </a:xfrm>
        </p:grpSpPr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43628" y="2439161"/>
              <a:ext cx="3604259" cy="441883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58006" y="0"/>
              <a:ext cx="5285993" cy="241325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945664" y="4956047"/>
              <a:ext cx="1705610" cy="467995"/>
            </a:xfrm>
            <a:custGeom>
              <a:avLst/>
              <a:gdLst/>
              <a:ahLst/>
              <a:cxnLst/>
              <a:rect l="l" t="t" r="r" b="b"/>
              <a:pathLst>
                <a:path w="1705610" h="467995">
                  <a:moveTo>
                    <a:pt x="1705333" y="467867"/>
                  </a:moveTo>
                  <a:lnTo>
                    <a:pt x="1686740" y="421085"/>
                  </a:lnTo>
                  <a:lnTo>
                    <a:pt x="1663766" y="374294"/>
                  </a:lnTo>
                  <a:lnTo>
                    <a:pt x="1640652" y="350682"/>
                  </a:lnTo>
                  <a:lnTo>
                    <a:pt x="1632600" y="343103"/>
                  </a:lnTo>
                  <a:lnTo>
                    <a:pt x="1630650" y="334882"/>
                  </a:lnTo>
                  <a:lnTo>
                    <a:pt x="1629134" y="326383"/>
                  </a:lnTo>
                  <a:lnTo>
                    <a:pt x="1626755" y="318446"/>
                  </a:lnTo>
                  <a:lnTo>
                    <a:pt x="1622211" y="311911"/>
                  </a:lnTo>
                  <a:lnTo>
                    <a:pt x="1571970" y="269975"/>
                  </a:lnTo>
                  <a:lnTo>
                    <a:pt x="1531589" y="242957"/>
                  </a:lnTo>
                  <a:lnTo>
                    <a:pt x="1492358" y="219225"/>
                  </a:lnTo>
                  <a:lnTo>
                    <a:pt x="1445567" y="187147"/>
                  </a:lnTo>
                  <a:lnTo>
                    <a:pt x="1435349" y="179094"/>
                  </a:lnTo>
                  <a:lnTo>
                    <a:pt x="1425238" y="170875"/>
                  </a:lnTo>
                  <a:lnTo>
                    <a:pt x="1414903" y="162994"/>
                  </a:lnTo>
                  <a:lnTo>
                    <a:pt x="1404013" y="155955"/>
                  </a:lnTo>
                  <a:lnTo>
                    <a:pt x="1396544" y="152644"/>
                  </a:lnTo>
                  <a:lnTo>
                    <a:pt x="1388633" y="150336"/>
                  </a:lnTo>
                  <a:lnTo>
                    <a:pt x="1380617" y="148237"/>
                  </a:lnTo>
                  <a:lnTo>
                    <a:pt x="1372834" y="145554"/>
                  </a:lnTo>
                  <a:lnTo>
                    <a:pt x="1331280" y="124764"/>
                  </a:lnTo>
                  <a:lnTo>
                    <a:pt x="1310630" y="108950"/>
                  </a:lnTo>
                  <a:lnTo>
                    <a:pt x="1300487" y="100783"/>
                  </a:lnTo>
                  <a:lnTo>
                    <a:pt x="1289713" y="93573"/>
                  </a:lnTo>
                  <a:lnTo>
                    <a:pt x="1282212" y="90344"/>
                  </a:lnTo>
                  <a:lnTo>
                    <a:pt x="1274239" y="88172"/>
                  </a:lnTo>
                  <a:lnTo>
                    <a:pt x="1266212" y="86101"/>
                  </a:lnTo>
                  <a:lnTo>
                    <a:pt x="1258547" y="83172"/>
                  </a:lnTo>
                  <a:lnTo>
                    <a:pt x="1245480" y="75460"/>
                  </a:lnTo>
                  <a:lnTo>
                    <a:pt x="1232917" y="66781"/>
                  </a:lnTo>
                  <a:lnTo>
                    <a:pt x="1220180" y="58499"/>
                  </a:lnTo>
                  <a:lnTo>
                    <a:pt x="1206591" y="51981"/>
                  </a:lnTo>
                  <a:lnTo>
                    <a:pt x="1191372" y="48037"/>
                  </a:lnTo>
                  <a:lnTo>
                    <a:pt x="1175662" y="46000"/>
                  </a:lnTo>
                  <a:lnTo>
                    <a:pt x="1159830" y="44356"/>
                  </a:lnTo>
                  <a:lnTo>
                    <a:pt x="1144247" y="41592"/>
                  </a:lnTo>
                  <a:lnTo>
                    <a:pt x="1128605" y="36438"/>
                  </a:lnTo>
                  <a:lnTo>
                    <a:pt x="1113275" y="30105"/>
                  </a:lnTo>
                  <a:lnTo>
                    <a:pt x="1097845" y="24315"/>
                  </a:lnTo>
                  <a:lnTo>
                    <a:pt x="1081903" y="20789"/>
                  </a:lnTo>
                  <a:lnTo>
                    <a:pt x="1037721" y="15865"/>
                  </a:lnTo>
                  <a:lnTo>
                    <a:pt x="1010377" y="12808"/>
                  </a:lnTo>
                  <a:lnTo>
                    <a:pt x="992963" y="10889"/>
                  </a:lnTo>
                  <a:lnTo>
                    <a:pt x="978574" y="9378"/>
                  </a:lnTo>
                  <a:lnTo>
                    <a:pt x="960304" y="7546"/>
                  </a:lnTo>
                  <a:lnTo>
                    <a:pt x="931246" y="4663"/>
                  </a:lnTo>
                  <a:lnTo>
                    <a:pt x="884494" y="0"/>
                  </a:lnTo>
                  <a:lnTo>
                    <a:pt x="834423" y="769"/>
                  </a:lnTo>
                  <a:lnTo>
                    <a:pt x="784341" y="1256"/>
                  </a:lnTo>
                  <a:lnTo>
                    <a:pt x="734252" y="1567"/>
                  </a:lnTo>
                  <a:lnTo>
                    <a:pt x="684160" y="1807"/>
                  </a:lnTo>
                  <a:lnTo>
                    <a:pt x="634069" y="2082"/>
                  </a:lnTo>
                  <a:lnTo>
                    <a:pt x="583985" y="2499"/>
                  </a:lnTo>
                  <a:lnTo>
                    <a:pt x="533910" y="3162"/>
                  </a:lnTo>
                  <a:lnTo>
                    <a:pt x="483849" y="4179"/>
                  </a:lnTo>
                  <a:lnTo>
                    <a:pt x="433807" y="5653"/>
                  </a:lnTo>
                  <a:lnTo>
                    <a:pt x="383788" y="7692"/>
                  </a:lnTo>
                  <a:lnTo>
                    <a:pt x="333796" y="10401"/>
                  </a:lnTo>
                  <a:lnTo>
                    <a:pt x="283336" y="16678"/>
                  </a:lnTo>
                  <a:lnTo>
                    <a:pt x="215337" y="39195"/>
                  </a:lnTo>
                  <a:lnTo>
                    <a:pt x="177942" y="51981"/>
                  </a:lnTo>
                  <a:lnTo>
                    <a:pt x="167604" y="54774"/>
                  </a:lnTo>
                  <a:lnTo>
                    <a:pt x="157206" y="57353"/>
                  </a:lnTo>
                  <a:lnTo>
                    <a:pt x="146785" y="59846"/>
                  </a:lnTo>
                  <a:lnTo>
                    <a:pt x="136375" y="62382"/>
                  </a:lnTo>
                  <a:lnTo>
                    <a:pt x="99336" y="88038"/>
                  </a:lnTo>
                  <a:lnTo>
                    <a:pt x="83400" y="99383"/>
                  </a:lnTo>
                  <a:lnTo>
                    <a:pt x="70574" y="105223"/>
                  </a:lnTo>
                  <a:lnTo>
                    <a:pt x="42865" y="114363"/>
                  </a:lnTo>
                  <a:lnTo>
                    <a:pt x="40468" y="122246"/>
                  </a:lnTo>
                  <a:lnTo>
                    <a:pt x="38209" y="130182"/>
                  </a:lnTo>
                  <a:lnTo>
                    <a:pt x="35680" y="138007"/>
                  </a:lnTo>
                  <a:lnTo>
                    <a:pt x="32476" y="145554"/>
                  </a:lnTo>
                  <a:lnTo>
                    <a:pt x="22726" y="161391"/>
                  </a:lnTo>
                  <a:lnTo>
                    <a:pt x="12878" y="174974"/>
                  </a:lnTo>
                  <a:lnTo>
                    <a:pt x="5039" y="189442"/>
                  </a:lnTo>
                  <a:lnTo>
                    <a:pt x="1310" y="207937"/>
                  </a:lnTo>
                  <a:lnTo>
                    <a:pt x="429" y="233451"/>
                  </a:lnTo>
                  <a:lnTo>
                    <a:pt x="31" y="258976"/>
                  </a:lnTo>
                  <a:lnTo>
                    <a:pt x="0" y="284509"/>
                  </a:lnTo>
                  <a:lnTo>
                    <a:pt x="218" y="310045"/>
                  </a:lnTo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88540" y="5246596"/>
              <a:ext cx="114300" cy="114935"/>
            </a:xfrm>
            <a:custGeom>
              <a:avLst/>
              <a:gdLst/>
              <a:ahLst/>
              <a:cxnLst/>
              <a:rect l="l" t="t" r="r" b="b"/>
              <a:pathLst>
                <a:path w="114300" h="114935">
                  <a:moveTo>
                    <a:pt x="114287" y="0"/>
                  </a:moveTo>
                  <a:lnTo>
                    <a:pt x="0" y="1295"/>
                  </a:lnTo>
                  <a:lnTo>
                    <a:pt x="58432" y="114935"/>
                  </a:lnTo>
                  <a:lnTo>
                    <a:pt x="11428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930424" y="3512820"/>
              <a:ext cx="1705610" cy="467359"/>
            </a:xfrm>
            <a:custGeom>
              <a:avLst/>
              <a:gdLst/>
              <a:ahLst/>
              <a:cxnLst/>
              <a:rect l="l" t="t" r="r" b="b"/>
              <a:pathLst>
                <a:path w="1705610" h="467360">
                  <a:moveTo>
                    <a:pt x="1705333" y="467105"/>
                  </a:moveTo>
                  <a:lnTo>
                    <a:pt x="1686740" y="420400"/>
                  </a:lnTo>
                  <a:lnTo>
                    <a:pt x="1663766" y="373684"/>
                  </a:lnTo>
                  <a:lnTo>
                    <a:pt x="1640652" y="350106"/>
                  </a:lnTo>
                  <a:lnTo>
                    <a:pt x="1632600" y="342544"/>
                  </a:lnTo>
                  <a:lnTo>
                    <a:pt x="1630650" y="334340"/>
                  </a:lnTo>
                  <a:lnTo>
                    <a:pt x="1629134" y="325855"/>
                  </a:lnTo>
                  <a:lnTo>
                    <a:pt x="1626755" y="317928"/>
                  </a:lnTo>
                  <a:lnTo>
                    <a:pt x="1622211" y="311403"/>
                  </a:lnTo>
                  <a:lnTo>
                    <a:pt x="1571970" y="269534"/>
                  </a:lnTo>
                  <a:lnTo>
                    <a:pt x="1531589" y="242560"/>
                  </a:lnTo>
                  <a:lnTo>
                    <a:pt x="1492358" y="218867"/>
                  </a:lnTo>
                  <a:lnTo>
                    <a:pt x="1445567" y="186842"/>
                  </a:lnTo>
                  <a:lnTo>
                    <a:pt x="1435349" y="178806"/>
                  </a:lnTo>
                  <a:lnTo>
                    <a:pt x="1425238" y="170600"/>
                  </a:lnTo>
                  <a:lnTo>
                    <a:pt x="1414903" y="162730"/>
                  </a:lnTo>
                  <a:lnTo>
                    <a:pt x="1404013" y="155701"/>
                  </a:lnTo>
                  <a:lnTo>
                    <a:pt x="1396544" y="152398"/>
                  </a:lnTo>
                  <a:lnTo>
                    <a:pt x="1388633" y="150094"/>
                  </a:lnTo>
                  <a:lnTo>
                    <a:pt x="1380617" y="148001"/>
                  </a:lnTo>
                  <a:lnTo>
                    <a:pt x="1372834" y="145326"/>
                  </a:lnTo>
                  <a:lnTo>
                    <a:pt x="1331280" y="124561"/>
                  </a:lnTo>
                  <a:lnTo>
                    <a:pt x="1310630" y="108772"/>
                  </a:lnTo>
                  <a:lnTo>
                    <a:pt x="1300487" y="100619"/>
                  </a:lnTo>
                  <a:lnTo>
                    <a:pt x="1289713" y="93421"/>
                  </a:lnTo>
                  <a:lnTo>
                    <a:pt x="1282212" y="90199"/>
                  </a:lnTo>
                  <a:lnTo>
                    <a:pt x="1274239" y="88033"/>
                  </a:lnTo>
                  <a:lnTo>
                    <a:pt x="1266212" y="85966"/>
                  </a:lnTo>
                  <a:lnTo>
                    <a:pt x="1258547" y="83045"/>
                  </a:lnTo>
                  <a:lnTo>
                    <a:pt x="1245480" y="75339"/>
                  </a:lnTo>
                  <a:lnTo>
                    <a:pt x="1232917" y="66674"/>
                  </a:lnTo>
                  <a:lnTo>
                    <a:pt x="1220180" y="58410"/>
                  </a:lnTo>
                  <a:lnTo>
                    <a:pt x="1206591" y="51904"/>
                  </a:lnTo>
                  <a:lnTo>
                    <a:pt x="1191372" y="47961"/>
                  </a:lnTo>
                  <a:lnTo>
                    <a:pt x="1175662" y="45924"/>
                  </a:lnTo>
                  <a:lnTo>
                    <a:pt x="1159830" y="44280"/>
                  </a:lnTo>
                  <a:lnTo>
                    <a:pt x="1144247" y="41516"/>
                  </a:lnTo>
                  <a:lnTo>
                    <a:pt x="1128605" y="36373"/>
                  </a:lnTo>
                  <a:lnTo>
                    <a:pt x="1113275" y="30054"/>
                  </a:lnTo>
                  <a:lnTo>
                    <a:pt x="1097845" y="24278"/>
                  </a:lnTo>
                  <a:lnTo>
                    <a:pt x="1081903" y="20764"/>
                  </a:lnTo>
                  <a:lnTo>
                    <a:pt x="1037721" y="15844"/>
                  </a:lnTo>
                  <a:lnTo>
                    <a:pt x="1010377" y="12789"/>
                  </a:lnTo>
                  <a:lnTo>
                    <a:pt x="992963" y="10871"/>
                  </a:lnTo>
                  <a:lnTo>
                    <a:pt x="978574" y="9361"/>
                  </a:lnTo>
                  <a:lnTo>
                    <a:pt x="960304" y="7532"/>
                  </a:lnTo>
                  <a:lnTo>
                    <a:pt x="931246" y="4654"/>
                  </a:lnTo>
                  <a:lnTo>
                    <a:pt x="884494" y="0"/>
                  </a:lnTo>
                  <a:lnTo>
                    <a:pt x="834423" y="766"/>
                  </a:lnTo>
                  <a:lnTo>
                    <a:pt x="784341" y="1251"/>
                  </a:lnTo>
                  <a:lnTo>
                    <a:pt x="734252" y="1561"/>
                  </a:lnTo>
                  <a:lnTo>
                    <a:pt x="684160" y="1800"/>
                  </a:lnTo>
                  <a:lnTo>
                    <a:pt x="634069" y="2075"/>
                  </a:lnTo>
                  <a:lnTo>
                    <a:pt x="583985" y="2491"/>
                  </a:lnTo>
                  <a:lnTo>
                    <a:pt x="533910" y="3153"/>
                  </a:lnTo>
                  <a:lnTo>
                    <a:pt x="483849" y="4167"/>
                  </a:lnTo>
                  <a:lnTo>
                    <a:pt x="433807" y="5638"/>
                  </a:lnTo>
                  <a:lnTo>
                    <a:pt x="383788" y="7673"/>
                  </a:lnTo>
                  <a:lnTo>
                    <a:pt x="333796" y="10375"/>
                  </a:lnTo>
                  <a:lnTo>
                    <a:pt x="283336" y="16646"/>
                  </a:lnTo>
                  <a:lnTo>
                    <a:pt x="215337" y="39133"/>
                  </a:lnTo>
                  <a:lnTo>
                    <a:pt x="177942" y="51904"/>
                  </a:lnTo>
                  <a:lnTo>
                    <a:pt x="167604" y="54690"/>
                  </a:lnTo>
                  <a:lnTo>
                    <a:pt x="157206" y="57264"/>
                  </a:lnTo>
                  <a:lnTo>
                    <a:pt x="146785" y="59752"/>
                  </a:lnTo>
                  <a:lnTo>
                    <a:pt x="136375" y="62280"/>
                  </a:lnTo>
                  <a:lnTo>
                    <a:pt x="99336" y="87896"/>
                  </a:lnTo>
                  <a:lnTo>
                    <a:pt x="83400" y="99225"/>
                  </a:lnTo>
                  <a:lnTo>
                    <a:pt x="70574" y="105057"/>
                  </a:lnTo>
                  <a:lnTo>
                    <a:pt x="42865" y="114185"/>
                  </a:lnTo>
                  <a:lnTo>
                    <a:pt x="40468" y="122051"/>
                  </a:lnTo>
                  <a:lnTo>
                    <a:pt x="38209" y="129974"/>
                  </a:lnTo>
                  <a:lnTo>
                    <a:pt x="35680" y="137788"/>
                  </a:lnTo>
                  <a:lnTo>
                    <a:pt x="32476" y="145326"/>
                  </a:lnTo>
                  <a:lnTo>
                    <a:pt x="22726" y="161131"/>
                  </a:lnTo>
                  <a:lnTo>
                    <a:pt x="12878" y="174690"/>
                  </a:lnTo>
                  <a:lnTo>
                    <a:pt x="5039" y="189136"/>
                  </a:lnTo>
                  <a:lnTo>
                    <a:pt x="1310" y="207606"/>
                  </a:lnTo>
                  <a:lnTo>
                    <a:pt x="429" y="233073"/>
                  </a:lnTo>
                  <a:lnTo>
                    <a:pt x="31" y="258552"/>
                  </a:lnTo>
                  <a:lnTo>
                    <a:pt x="0" y="284041"/>
                  </a:lnTo>
                  <a:lnTo>
                    <a:pt x="218" y="309537"/>
                  </a:lnTo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73297" y="3802706"/>
              <a:ext cx="114300" cy="114935"/>
            </a:xfrm>
            <a:custGeom>
              <a:avLst/>
              <a:gdLst/>
              <a:ahLst/>
              <a:cxnLst/>
              <a:rect l="l" t="t" r="r" b="b"/>
              <a:pathLst>
                <a:path w="114300" h="114935">
                  <a:moveTo>
                    <a:pt x="114287" y="0"/>
                  </a:moveTo>
                  <a:lnTo>
                    <a:pt x="0" y="1295"/>
                  </a:lnTo>
                  <a:lnTo>
                    <a:pt x="58432" y="114935"/>
                  </a:lnTo>
                  <a:lnTo>
                    <a:pt x="11428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348228" y="6334505"/>
              <a:ext cx="4817110" cy="523875"/>
            </a:xfrm>
            <a:custGeom>
              <a:avLst/>
              <a:gdLst/>
              <a:ahLst/>
              <a:cxnLst/>
              <a:rect l="l" t="t" r="r" b="b"/>
              <a:pathLst>
                <a:path w="4817109" h="523875">
                  <a:moveTo>
                    <a:pt x="4816602" y="0"/>
                  </a:moveTo>
                  <a:lnTo>
                    <a:pt x="0" y="0"/>
                  </a:lnTo>
                  <a:lnTo>
                    <a:pt x="0" y="523494"/>
                  </a:lnTo>
                  <a:lnTo>
                    <a:pt x="4816602" y="523494"/>
                  </a:lnTo>
                  <a:lnTo>
                    <a:pt x="481660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3426603" y="6393624"/>
            <a:ext cx="4578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3366"/>
                </a:solidFill>
                <a:latin typeface="新宋体"/>
                <a:cs typeface="新宋体"/>
              </a:rPr>
              <a:t>找</a:t>
            </a:r>
            <a:r>
              <a:rPr dirty="0" sz="2400" spc="-5" b="1">
                <a:solidFill>
                  <a:srgbClr val="003366"/>
                </a:solidFill>
                <a:latin typeface="Times New Roman"/>
                <a:cs typeface="Times New Roman"/>
              </a:rPr>
              <a:t>D3</a:t>
            </a:r>
            <a:r>
              <a:rPr dirty="0" sz="2400" spc="-5" b="1">
                <a:solidFill>
                  <a:srgbClr val="003366"/>
                </a:solidFill>
                <a:latin typeface="新宋体"/>
                <a:cs typeface="新宋体"/>
              </a:rPr>
              <a:t>、</a:t>
            </a:r>
            <a:r>
              <a:rPr dirty="0" sz="2400" spc="-5" b="1">
                <a:solidFill>
                  <a:srgbClr val="003366"/>
                </a:solidFill>
                <a:latin typeface="Times New Roman"/>
                <a:cs typeface="Times New Roman"/>
              </a:rPr>
              <a:t>D2</a:t>
            </a:r>
            <a:r>
              <a:rPr dirty="0" sz="2400" spc="-5" b="1">
                <a:solidFill>
                  <a:srgbClr val="003366"/>
                </a:solidFill>
                <a:latin typeface="新宋体"/>
                <a:cs typeface="新宋体"/>
              </a:rPr>
              <a:t>、</a:t>
            </a:r>
            <a:r>
              <a:rPr dirty="0" sz="2400" b="1">
                <a:solidFill>
                  <a:srgbClr val="003366"/>
                </a:solidFill>
                <a:latin typeface="Times New Roman"/>
                <a:cs typeface="Times New Roman"/>
              </a:rPr>
              <a:t>D1</a:t>
            </a:r>
            <a:r>
              <a:rPr dirty="0" sz="2400" b="1">
                <a:solidFill>
                  <a:srgbClr val="003366"/>
                </a:solidFill>
                <a:latin typeface="新宋体"/>
                <a:cs typeface="新宋体"/>
              </a:rPr>
              <a:t>、</a:t>
            </a:r>
            <a:r>
              <a:rPr dirty="0" sz="2400" b="1">
                <a:solidFill>
                  <a:srgbClr val="003366"/>
                </a:solidFill>
                <a:latin typeface="Times New Roman"/>
                <a:cs typeface="Times New Roman"/>
              </a:rPr>
              <a:t>D0</a:t>
            </a:r>
            <a:r>
              <a:rPr dirty="0" sz="2400" b="1">
                <a:solidFill>
                  <a:srgbClr val="003366"/>
                </a:solidFill>
                <a:latin typeface="新宋体"/>
                <a:cs typeface="新宋体"/>
              </a:rPr>
              <a:t>对应的表达式</a:t>
            </a:r>
            <a:endParaRPr sz="2400">
              <a:latin typeface="新宋体"/>
              <a:cs typeface="新宋体"/>
            </a:endParaRPr>
          </a:p>
        </p:txBody>
      </p:sp>
    </p:spTree>
  </p:cSld>
  <p:clrMapOvr>
    <a:masterClrMapping/>
  </p:clrMapOvr>
  <p:transition spd="fast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40614" y="0"/>
            <a:ext cx="6440170" cy="934719"/>
            <a:chOff x="340614" y="0"/>
            <a:chExt cx="6440170" cy="934719"/>
          </a:xfrm>
        </p:grpSpPr>
        <p:sp>
          <p:nvSpPr>
            <p:cNvPr id="6" name="object 6"/>
            <p:cNvSpPr/>
            <p:nvPr/>
          </p:nvSpPr>
          <p:spPr>
            <a:xfrm>
              <a:off x="357758" y="715137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57758" y="715137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0614" y="0"/>
              <a:ext cx="1547621" cy="88315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6359" y="0"/>
              <a:ext cx="5423915" cy="85648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02590" y="1088834"/>
            <a:ext cx="8004809" cy="1173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59865" marR="5080" indent="-1447800">
              <a:lnSpc>
                <a:spcPct val="156900"/>
              </a:lnSpc>
              <a:spcBef>
                <a:spcPts val="100"/>
              </a:spcBef>
              <a:tabLst>
                <a:tab pos="623570" algn="l"/>
              </a:tabLst>
            </a:pP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例</a:t>
            </a: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1	</a:t>
            </a: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用</a:t>
            </a:r>
            <a:r>
              <a:rPr dirty="0" sz="2400" b="1">
                <a:solidFill>
                  <a:srgbClr val="FF00FF"/>
                </a:solidFill>
                <a:latin typeface="Times New Roman"/>
                <a:cs typeface="Times New Roman"/>
              </a:rPr>
              <a:t>D</a:t>
            </a:r>
            <a:r>
              <a:rPr dirty="0" sz="2400" spc="-5" b="1">
                <a:solidFill>
                  <a:srgbClr val="FF00FF"/>
                </a:solidFill>
                <a:latin typeface="新宋体"/>
                <a:cs typeface="新宋体"/>
              </a:rPr>
              <a:t>触发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器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设计一</a:t>
            </a: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个</a:t>
            </a: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8421</a:t>
            </a:r>
            <a:r>
              <a:rPr dirty="0" sz="2400" spc="-55" b="1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BCD</a:t>
            </a: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码同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步十进制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加计数器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。 </a:t>
            </a:r>
            <a:r>
              <a:rPr dirty="0" sz="2400" b="1">
                <a:solidFill>
                  <a:srgbClr val="003366"/>
                </a:solidFill>
                <a:latin typeface="Times New Roman"/>
                <a:cs typeface="Times New Roman"/>
              </a:rPr>
              <a:t>8421</a:t>
            </a:r>
            <a:r>
              <a:rPr dirty="0" sz="2400" spc="-5" b="1">
                <a:solidFill>
                  <a:srgbClr val="003366"/>
                </a:solidFill>
                <a:latin typeface="新宋体"/>
                <a:cs typeface="新宋体"/>
              </a:rPr>
              <a:t>码同步十</a:t>
            </a:r>
            <a:r>
              <a:rPr dirty="0" sz="2400" b="1">
                <a:solidFill>
                  <a:srgbClr val="003366"/>
                </a:solidFill>
                <a:latin typeface="新宋体"/>
                <a:cs typeface="新宋体"/>
              </a:rPr>
              <a:t>进</a:t>
            </a:r>
            <a:r>
              <a:rPr dirty="0" sz="2400" spc="5" b="1">
                <a:solidFill>
                  <a:srgbClr val="003366"/>
                </a:solidFill>
                <a:latin typeface="新宋体"/>
                <a:cs typeface="新宋体"/>
              </a:rPr>
              <a:t>制</a:t>
            </a:r>
            <a:r>
              <a:rPr dirty="0" sz="2400" b="1">
                <a:solidFill>
                  <a:srgbClr val="003366"/>
                </a:solidFill>
                <a:latin typeface="新宋体"/>
                <a:cs typeface="新宋体"/>
              </a:rPr>
              <a:t>加计数器的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状态表</a:t>
            </a:r>
            <a:endParaRPr sz="2400">
              <a:latin typeface="新宋体"/>
              <a:cs typeface="新宋体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037082" y="2443733"/>
          <a:ext cx="6318250" cy="4210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9490"/>
                <a:gridCol w="473075"/>
                <a:gridCol w="471804"/>
                <a:gridCol w="471805"/>
                <a:gridCol w="483869"/>
                <a:gridCol w="800100"/>
                <a:gridCol w="864870"/>
                <a:gridCol w="836929"/>
                <a:gridCol w="900429"/>
              </a:tblGrid>
              <a:tr h="318770">
                <a:tc rowSpan="2">
                  <a:txBody>
                    <a:bodyPr/>
                    <a:lstStyle/>
                    <a:p>
                      <a:pPr algn="ctr" marL="165735" marR="157480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dirty="0" sz="1600" spc="5" b="1">
                          <a:solidFill>
                            <a:srgbClr val="FF00FF"/>
                          </a:solidFill>
                          <a:latin typeface="新宋体"/>
                          <a:cs typeface="新宋体"/>
                        </a:rPr>
                        <a:t>计数</a:t>
                      </a:r>
                      <a:r>
                        <a:rPr dirty="0" sz="1600" spc="-5" b="1">
                          <a:solidFill>
                            <a:srgbClr val="FF00FF"/>
                          </a:solidFill>
                          <a:latin typeface="新宋体"/>
                          <a:cs typeface="新宋体"/>
                        </a:rPr>
                        <a:t>脉 </a:t>
                      </a:r>
                      <a:r>
                        <a:rPr dirty="0" sz="1600" spc="10" b="1">
                          <a:solidFill>
                            <a:srgbClr val="FF00FF"/>
                          </a:solidFill>
                          <a:latin typeface="新宋体"/>
                          <a:cs typeface="新宋体"/>
                        </a:rPr>
                        <a:t>冲</a:t>
                      </a:r>
                      <a:r>
                        <a:rPr dirty="0" sz="1600" b="1" i="1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600" spc="-5" b="1" i="1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sz="1600" b="1">
                          <a:solidFill>
                            <a:srgbClr val="FF00FF"/>
                          </a:solidFill>
                          <a:latin typeface="新宋体"/>
                          <a:cs typeface="新宋体"/>
                        </a:rPr>
                        <a:t>的 </a:t>
                      </a:r>
                      <a:r>
                        <a:rPr dirty="0" sz="1600" spc="5" b="1">
                          <a:solidFill>
                            <a:srgbClr val="FF00FF"/>
                          </a:solidFill>
                          <a:latin typeface="新宋体"/>
                          <a:cs typeface="新宋体"/>
                        </a:rPr>
                        <a:t>顺</a:t>
                      </a:r>
                      <a:r>
                        <a:rPr dirty="0" sz="1600" spc="-5" b="1">
                          <a:solidFill>
                            <a:srgbClr val="FF00FF"/>
                          </a:solidFill>
                          <a:latin typeface="新宋体"/>
                          <a:cs typeface="新宋体"/>
                        </a:rPr>
                        <a:t>序</a:t>
                      </a:r>
                      <a:endParaRPr sz="1600">
                        <a:latin typeface="新宋体"/>
                        <a:cs typeface="新宋体"/>
                      </a:endParaRPr>
                    </a:p>
                  </a:txBody>
                  <a:tcPr marL="0" marR="0" marB="0" marT="141605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3213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600" b="1">
                          <a:solidFill>
                            <a:srgbClr val="FF00FF"/>
                          </a:solidFill>
                          <a:latin typeface="新宋体"/>
                          <a:cs typeface="新宋体"/>
                        </a:rPr>
                        <a:t>现</a:t>
                      </a:r>
                      <a:endParaRPr sz="1600">
                        <a:latin typeface="新宋体"/>
                        <a:cs typeface="新宋体"/>
                      </a:endParaRPr>
                    </a:p>
                  </a:txBody>
                  <a:tcPr marL="0" marR="0" marB="0" marT="43180">
                    <a:lnL w="1905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600" b="1">
                          <a:solidFill>
                            <a:srgbClr val="FF00FF"/>
                          </a:solidFill>
                          <a:latin typeface="新宋体"/>
                          <a:cs typeface="新宋体"/>
                        </a:rPr>
                        <a:t>态</a:t>
                      </a:r>
                      <a:endParaRPr sz="1600">
                        <a:latin typeface="新宋体"/>
                        <a:cs typeface="新宋体"/>
                      </a:endParaRPr>
                    </a:p>
                  </a:txBody>
                  <a:tcPr marL="0" marR="0" marB="0" marT="43180"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algn="ctr" marR="7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5" b="1">
                          <a:solidFill>
                            <a:srgbClr val="FF00FF"/>
                          </a:solidFill>
                          <a:latin typeface="新宋体"/>
                          <a:cs typeface="新宋体"/>
                        </a:rPr>
                        <a:t>次</a:t>
                      </a:r>
                      <a:r>
                        <a:rPr dirty="0" sz="1600" spc="-45" b="1">
                          <a:solidFill>
                            <a:srgbClr val="FF00FF"/>
                          </a:solidFill>
                          <a:latin typeface="新宋体"/>
                          <a:cs typeface="新宋体"/>
                        </a:rPr>
                        <a:t> </a:t>
                      </a:r>
                      <a:r>
                        <a:rPr dirty="0" sz="1600" spc="-5" b="1">
                          <a:solidFill>
                            <a:srgbClr val="FF00FF"/>
                          </a:solidFill>
                          <a:latin typeface="新宋体"/>
                          <a:cs typeface="新宋体"/>
                        </a:rPr>
                        <a:t>态</a:t>
                      </a:r>
                      <a:endParaRPr sz="1600">
                        <a:latin typeface="新宋体"/>
                        <a:cs typeface="新宋体"/>
                      </a:endParaRPr>
                    </a:p>
                  </a:txBody>
                  <a:tcPr marL="0" marR="0" marB="0" marT="33655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845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41605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915"/>
                        </a:lnSpc>
                        <a:spcBef>
                          <a:spcPts val="215"/>
                        </a:spcBef>
                      </a:pPr>
                      <a:r>
                        <a:rPr dirty="0" baseline="-25157" sz="3975" spc="225" b="1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1850" spc="150" b="1" i="1">
                          <a:latin typeface="Times New Roman"/>
                          <a:cs typeface="Times New Roman"/>
                        </a:rPr>
                        <a:t>n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240665">
                        <a:lnSpc>
                          <a:spcPts val="1955"/>
                        </a:lnSpc>
                      </a:pPr>
                      <a:r>
                        <a:rPr dirty="0" sz="1850" b="1">
                          <a:latin typeface="Times New Roman"/>
                          <a:cs typeface="Times New Roman"/>
                        </a:rPr>
                        <a:t>3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ts val="2975"/>
                        </a:lnSpc>
                        <a:spcBef>
                          <a:spcPts val="235"/>
                        </a:spcBef>
                      </a:pPr>
                      <a:r>
                        <a:rPr dirty="0" baseline="-25720" sz="4050" spc="277" b="1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1900" spc="185" b="1" i="1">
                          <a:latin typeface="Times New Roman"/>
                          <a:cs typeface="Times New Roman"/>
                        </a:rPr>
                        <a:t>n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273050">
                        <a:lnSpc>
                          <a:spcPts val="2014"/>
                        </a:lnSpc>
                      </a:pPr>
                      <a:r>
                        <a:rPr dirty="0" sz="1900" b="1">
                          <a:latin typeface="Times New Roman"/>
                          <a:cs typeface="Times New Roman"/>
                        </a:rPr>
                        <a:t>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845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2855"/>
                        </a:lnSpc>
                        <a:spcBef>
                          <a:spcPts val="254"/>
                        </a:spcBef>
                      </a:pPr>
                      <a:r>
                        <a:rPr dirty="0" baseline="-25641" sz="3900" spc="150" b="1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1850" spc="100" b="1" i="1">
                          <a:latin typeface="Times New Roman"/>
                          <a:cs typeface="Times New Roman"/>
                        </a:rPr>
                        <a:t>n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288925">
                        <a:lnSpc>
                          <a:spcPts val="1955"/>
                        </a:lnSpc>
                      </a:pPr>
                      <a:r>
                        <a:rPr dirty="0" sz="1850" b="1">
                          <a:latin typeface="Times New Roman"/>
                          <a:cs typeface="Times New Roman"/>
                        </a:rPr>
                        <a:t>1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855"/>
                        </a:lnSpc>
                        <a:spcBef>
                          <a:spcPts val="254"/>
                        </a:spcBef>
                      </a:pPr>
                      <a:r>
                        <a:rPr dirty="0" baseline="-25641" sz="3900" spc="405" b="1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1850" spc="270" b="1" i="1">
                          <a:latin typeface="Times New Roman"/>
                          <a:cs typeface="Times New Roman"/>
                        </a:rPr>
                        <a:t>n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259079">
                        <a:lnSpc>
                          <a:spcPts val="1955"/>
                        </a:lnSpc>
                      </a:pPr>
                      <a:r>
                        <a:rPr dirty="0" sz="1850" b="1">
                          <a:latin typeface="Times New Roman"/>
                          <a:cs typeface="Times New Roman"/>
                        </a:rPr>
                        <a:t>0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88925" marR="118110" indent="-239395">
                        <a:lnSpc>
                          <a:spcPct val="78200"/>
                        </a:lnSpc>
                        <a:spcBef>
                          <a:spcPts val="1195"/>
                        </a:spcBef>
                      </a:pPr>
                      <a:r>
                        <a:rPr dirty="0" baseline="-24943" sz="3675" spc="494" b="1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1700" spc="85" b="1" i="1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700" spc="10" b="1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700" b="1">
                          <a:latin typeface="Times New Roman"/>
                          <a:cs typeface="Times New Roman"/>
                        </a:rPr>
                        <a:t>1  </a:t>
                      </a:r>
                      <a:r>
                        <a:rPr dirty="0" sz="1700" spc="-10" b="1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1765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14960" marR="186690" indent="-221615">
                        <a:lnSpc>
                          <a:spcPct val="77500"/>
                        </a:lnSpc>
                        <a:spcBef>
                          <a:spcPts val="1115"/>
                        </a:spcBef>
                      </a:pPr>
                      <a:r>
                        <a:rPr dirty="0" baseline="-24444" sz="3750" b="1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4444" sz="3750" spc="-480" b="1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50" spc="75" b="1" i="1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750" spc="5" b="1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750" b="1">
                          <a:latin typeface="Times New Roman"/>
                          <a:cs typeface="Times New Roman"/>
                        </a:rPr>
                        <a:t>1  </a:t>
                      </a:r>
                      <a:r>
                        <a:rPr dirty="0" sz="1750" spc="-100" b="1">
                          <a:latin typeface="Times New Roman"/>
                          <a:cs typeface="Times New Roman"/>
                        </a:rPr>
                        <a:t>2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16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06705" marR="127000" indent="-224154">
                        <a:lnSpc>
                          <a:spcPct val="78900"/>
                        </a:lnSpc>
                        <a:spcBef>
                          <a:spcPts val="1095"/>
                        </a:spcBef>
                      </a:pPr>
                      <a:r>
                        <a:rPr dirty="0" baseline="-26004" sz="3525" spc="487" b="1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1650" spc="85" b="1" i="1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650" spc="10" b="1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650" b="1">
                          <a:latin typeface="Times New Roman"/>
                          <a:cs typeface="Times New Roman"/>
                        </a:rPr>
                        <a:t>1  </a:t>
                      </a:r>
                      <a:r>
                        <a:rPr dirty="0" sz="1650" spc="10" b="1">
                          <a:latin typeface="Times New Roman"/>
                          <a:cs typeface="Times New Roman"/>
                        </a:rPr>
                        <a:t>1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34010" marR="165100" indent="-238125">
                        <a:lnSpc>
                          <a:spcPct val="79400"/>
                        </a:lnSpc>
                        <a:spcBef>
                          <a:spcPts val="1275"/>
                        </a:spcBef>
                      </a:pPr>
                      <a:r>
                        <a:rPr dirty="0" baseline="-24943" sz="3675" spc="494" b="1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1700" spc="85" b="1" i="1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700" spc="10" b="1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700" b="1">
                          <a:latin typeface="Times New Roman"/>
                          <a:cs typeface="Times New Roman"/>
                        </a:rPr>
                        <a:t>1  </a:t>
                      </a:r>
                      <a:r>
                        <a:rPr dirty="0" sz="1700" b="1">
                          <a:latin typeface="Times New Roman"/>
                          <a:cs typeface="Times New Roman"/>
                        </a:rPr>
                        <a:t>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318770">
                <a:tc>
                  <a:txBody>
                    <a:bodyPr/>
                    <a:lstStyle/>
                    <a:p>
                      <a:pPr algn="ctr" marL="3810">
                        <a:lnSpc>
                          <a:spcPts val="2380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238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238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238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238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70">
                        <a:lnSpc>
                          <a:spcPts val="238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59410">
                        <a:lnSpc>
                          <a:spcPts val="238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238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87985">
                        <a:lnSpc>
                          <a:spcPts val="238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99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marL="3175">
                        <a:lnSpc>
                          <a:spcPts val="2390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004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8798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99"/>
                    </a:solidFill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algn="ctr" marL="2540">
                        <a:lnSpc>
                          <a:spcPts val="2395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0045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87350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99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marL="1905">
                        <a:lnSpc>
                          <a:spcPts val="2390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17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004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8735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99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marL="1270">
                        <a:lnSpc>
                          <a:spcPts val="2390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17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068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99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marL="1270">
                        <a:lnSpc>
                          <a:spcPts val="2390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068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99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marL="635">
                        <a:lnSpc>
                          <a:spcPts val="2390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131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99"/>
                    </a:solidFill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algn="ctr">
                        <a:lnSpc>
                          <a:spcPts val="2395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080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1315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86080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99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>
                        <a:lnSpc>
                          <a:spcPts val="2395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715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1315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86080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99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>
                        <a:lnSpc>
                          <a:spcPts val="2395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715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1950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85445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78774" y="88436"/>
            <a:ext cx="593471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28065" algn="l"/>
              </a:tabLst>
            </a:pPr>
            <a:r>
              <a:rPr dirty="0" sz="3200" spc="-5">
                <a:solidFill>
                  <a:srgbClr val="CC0000"/>
                </a:solidFill>
                <a:latin typeface="Times New Roman"/>
                <a:cs typeface="Times New Roman"/>
              </a:rPr>
              <a:t>6</a:t>
            </a:r>
            <a:r>
              <a:rPr dirty="0" sz="3200" spc="-10">
                <a:solidFill>
                  <a:srgbClr val="CC0000"/>
                </a:solidFill>
                <a:latin typeface="Times New Roman"/>
                <a:cs typeface="Times New Roman"/>
              </a:rPr>
              <a:t>.</a:t>
            </a:r>
            <a:r>
              <a:rPr dirty="0" sz="3200" spc="-5">
                <a:solidFill>
                  <a:srgbClr val="CC0000"/>
                </a:solidFill>
                <a:latin typeface="Times New Roman"/>
                <a:cs typeface="Times New Roman"/>
              </a:rPr>
              <a:t>3</a:t>
            </a:r>
            <a:r>
              <a:rPr dirty="0" sz="3200" spc="-10">
                <a:solidFill>
                  <a:srgbClr val="CC0000"/>
                </a:solidFill>
                <a:latin typeface="Times New Roman"/>
                <a:cs typeface="Times New Roman"/>
              </a:rPr>
              <a:t>.</a:t>
            </a:r>
            <a:r>
              <a:rPr dirty="0" sz="3200" spc="-5">
                <a:solidFill>
                  <a:srgbClr val="CC0000"/>
                </a:solidFill>
                <a:latin typeface="Times New Roman"/>
                <a:cs typeface="Times New Roman"/>
              </a:rPr>
              <a:t>2</a:t>
            </a:r>
            <a:r>
              <a:rPr dirty="0" sz="3200">
                <a:solidFill>
                  <a:srgbClr val="CC0000"/>
                </a:solidFill>
                <a:latin typeface="Times New Roman"/>
                <a:cs typeface="Times New Roman"/>
              </a:rPr>
              <a:t>	</a:t>
            </a:r>
            <a:r>
              <a:rPr dirty="0" sz="3200" spc="-5">
                <a:solidFill>
                  <a:srgbClr val="CC0000"/>
                </a:solidFill>
                <a:latin typeface="新宋体"/>
                <a:cs typeface="新宋体"/>
              </a:rPr>
              <a:t>同步时序逻辑电路设计举例</a:t>
            </a:r>
            <a:endParaRPr sz="3200">
              <a:latin typeface="新宋体"/>
              <a:cs typeface="新宋体"/>
            </a:endParaRPr>
          </a:p>
        </p:txBody>
      </p:sp>
    </p:spTree>
  </p:cSld>
  <p:clrMapOvr>
    <a:masterClrMapping/>
  </p:clrMapOvr>
  <p:transition spd="fast">
    <p:fade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0252" y="786002"/>
            <a:ext cx="8219440" cy="1905"/>
          </a:xfrm>
          <a:custGeom>
            <a:avLst/>
            <a:gdLst/>
            <a:ahLst/>
            <a:cxnLst/>
            <a:rect l="l" t="t" r="r" b="b"/>
            <a:pathLst>
              <a:path w="8219440" h="1904">
                <a:moveTo>
                  <a:pt x="0" y="0"/>
                </a:moveTo>
                <a:lnTo>
                  <a:pt x="8218932" y="1524"/>
                </a:lnTo>
              </a:path>
            </a:pathLst>
          </a:custGeom>
          <a:ln w="101346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574" y="333756"/>
            <a:ext cx="230504" cy="3527425"/>
          </a:xfrm>
          <a:custGeom>
            <a:avLst/>
            <a:gdLst/>
            <a:ahLst/>
            <a:cxnLst/>
            <a:rect l="l" t="t" r="r" b="b"/>
            <a:pathLst>
              <a:path w="230504" h="3527425">
                <a:moveTo>
                  <a:pt x="230124" y="0"/>
                </a:moveTo>
                <a:lnTo>
                  <a:pt x="0" y="0"/>
                </a:lnTo>
                <a:lnTo>
                  <a:pt x="0" y="3527298"/>
                </a:lnTo>
                <a:lnTo>
                  <a:pt x="230124" y="3527298"/>
                </a:lnTo>
                <a:lnTo>
                  <a:pt x="23012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2806" y="710183"/>
            <a:ext cx="3081655" cy="224154"/>
            <a:chOff x="352806" y="710183"/>
            <a:chExt cx="3081655" cy="224154"/>
          </a:xfrm>
        </p:grpSpPr>
        <p:sp>
          <p:nvSpPr>
            <p:cNvPr id="8" name="object 8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450976" y="1353185"/>
            <a:ext cx="8274050" cy="4230370"/>
            <a:chOff x="450976" y="1353185"/>
            <a:chExt cx="8274050" cy="4230370"/>
          </a:xfrm>
        </p:grpSpPr>
        <p:sp>
          <p:nvSpPr>
            <p:cNvPr id="11" name="object 11"/>
            <p:cNvSpPr/>
            <p:nvPr/>
          </p:nvSpPr>
          <p:spPr>
            <a:xfrm>
              <a:off x="6802755" y="5543931"/>
              <a:ext cx="1873250" cy="21590"/>
            </a:xfrm>
            <a:custGeom>
              <a:avLst/>
              <a:gdLst/>
              <a:ahLst/>
              <a:cxnLst/>
              <a:rect l="l" t="t" r="r" b="b"/>
              <a:pathLst>
                <a:path w="1873250" h="21589">
                  <a:moveTo>
                    <a:pt x="0" y="21336"/>
                  </a:moveTo>
                  <a:lnTo>
                    <a:pt x="1872996" y="21336"/>
                  </a:lnTo>
                  <a:lnTo>
                    <a:pt x="1872996" y="0"/>
                  </a:lnTo>
                  <a:lnTo>
                    <a:pt x="0" y="0"/>
                  </a:lnTo>
                  <a:lnTo>
                    <a:pt x="0" y="21336"/>
                  </a:lnTo>
                  <a:close/>
                </a:path>
              </a:pathLst>
            </a:custGeom>
            <a:solidFill>
              <a:srgbClr val="D5D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802755" y="2409063"/>
              <a:ext cx="1873250" cy="3156585"/>
            </a:xfrm>
            <a:custGeom>
              <a:avLst/>
              <a:gdLst/>
              <a:ahLst/>
              <a:cxnLst/>
              <a:rect l="l" t="t" r="r" b="b"/>
              <a:pathLst>
                <a:path w="1873250" h="3156585">
                  <a:moveTo>
                    <a:pt x="0" y="0"/>
                  </a:moveTo>
                  <a:lnTo>
                    <a:pt x="1872996" y="0"/>
                  </a:lnTo>
                  <a:lnTo>
                    <a:pt x="1872996" y="3156204"/>
                  </a:lnTo>
                  <a:lnTo>
                    <a:pt x="0" y="3156204"/>
                  </a:lnTo>
                  <a:lnTo>
                    <a:pt x="0" y="0"/>
                  </a:lnTo>
                  <a:close/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63676" y="5568505"/>
              <a:ext cx="8212455" cy="12700"/>
            </a:xfrm>
            <a:custGeom>
              <a:avLst/>
              <a:gdLst/>
              <a:ahLst/>
              <a:cxnLst/>
              <a:rect l="l" t="t" r="r" b="b"/>
              <a:pathLst>
                <a:path w="8212455" h="12700">
                  <a:moveTo>
                    <a:pt x="0" y="0"/>
                  </a:moveTo>
                  <a:lnTo>
                    <a:pt x="8212074" y="0"/>
                  </a:lnTo>
                </a:path>
                <a:path w="8212455" h="12700">
                  <a:moveTo>
                    <a:pt x="0" y="12572"/>
                  </a:moveTo>
                  <a:lnTo>
                    <a:pt x="8212074" y="12572"/>
                  </a:lnTo>
                </a:path>
              </a:pathLst>
            </a:custGeom>
            <a:ln w="41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451478" y="2405252"/>
              <a:ext cx="3274060" cy="22225"/>
            </a:xfrm>
            <a:custGeom>
              <a:avLst/>
              <a:gdLst/>
              <a:ahLst/>
              <a:cxnLst/>
              <a:rect l="l" t="t" r="r" b="b"/>
              <a:pathLst>
                <a:path w="3274059" h="22225">
                  <a:moveTo>
                    <a:pt x="0" y="22098"/>
                  </a:moveTo>
                  <a:lnTo>
                    <a:pt x="3273552" y="22098"/>
                  </a:lnTo>
                  <a:lnTo>
                    <a:pt x="3273552" y="0"/>
                  </a:lnTo>
                  <a:lnTo>
                    <a:pt x="0" y="0"/>
                  </a:lnTo>
                  <a:lnTo>
                    <a:pt x="0" y="22098"/>
                  </a:lnTo>
                  <a:close/>
                </a:path>
              </a:pathLst>
            </a:custGeom>
            <a:solidFill>
              <a:srgbClr val="A8E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63676" y="2368677"/>
              <a:ext cx="8212455" cy="17780"/>
            </a:xfrm>
            <a:custGeom>
              <a:avLst/>
              <a:gdLst/>
              <a:ahLst/>
              <a:cxnLst/>
              <a:rect l="l" t="t" r="r" b="b"/>
              <a:pathLst>
                <a:path w="8212455" h="17780">
                  <a:moveTo>
                    <a:pt x="0" y="0"/>
                  </a:moveTo>
                  <a:lnTo>
                    <a:pt x="8212074" y="17526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63676" y="2689479"/>
              <a:ext cx="8248650" cy="0"/>
            </a:xfrm>
            <a:custGeom>
              <a:avLst/>
              <a:gdLst/>
              <a:ahLst/>
              <a:cxnLst/>
              <a:rect l="l" t="t" r="r" b="b"/>
              <a:pathLst>
                <a:path w="8248650" h="0">
                  <a:moveTo>
                    <a:pt x="0" y="0"/>
                  </a:moveTo>
                  <a:lnTo>
                    <a:pt x="2918460" y="0"/>
                  </a:lnTo>
                </a:path>
                <a:path w="8248650" h="0">
                  <a:moveTo>
                    <a:pt x="8207502" y="0"/>
                  </a:moveTo>
                  <a:lnTo>
                    <a:pt x="8248650" y="0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63676" y="1365885"/>
              <a:ext cx="8248650" cy="0"/>
            </a:xfrm>
            <a:custGeom>
              <a:avLst/>
              <a:gdLst/>
              <a:ahLst/>
              <a:cxnLst/>
              <a:rect l="l" t="t" r="r" b="b"/>
              <a:pathLst>
                <a:path w="8248650" h="0">
                  <a:moveTo>
                    <a:pt x="0" y="0"/>
                  </a:moveTo>
                  <a:lnTo>
                    <a:pt x="8248650" y="0"/>
                  </a:lnTo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741794" y="2689479"/>
              <a:ext cx="72390" cy="0"/>
            </a:xfrm>
            <a:custGeom>
              <a:avLst/>
              <a:gdLst/>
              <a:ahLst/>
              <a:cxnLst/>
              <a:rect l="l" t="t" r="r" b="b"/>
              <a:pathLst>
                <a:path w="72390" h="0">
                  <a:moveTo>
                    <a:pt x="0" y="0"/>
                  </a:moveTo>
                  <a:lnTo>
                    <a:pt x="72389" y="0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692736" y="1710247"/>
            <a:ext cx="1666875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544830" algn="l"/>
              </a:tabLst>
            </a:pPr>
            <a:r>
              <a:rPr dirty="0" baseline="1501" sz="2775" spc="-22" b="1" i="1">
                <a:latin typeface="Times New Roman"/>
                <a:cs typeface="Times New Roman"/>
              </a:rPr>
              <a:t>n	</a:t>
            </a:r>
            <a:r>
              <a:rPr dirty="0" sz="1900" spc="-5" b="1" i="1">
                <a:latin typeface="Times New Roman"/>
                <a:cs typeface="Times New Roman"/>
              </a:rPr>
              <a:t>n</a:t>
            </a:r>
            <a:r>
              <a:rPr dirty="0" sz="1900" spc="190" b="1" i="1">
                <a:latin typeface="Times New Roman"/>
                <a:cs typeface="Times New Roman"/>
              </a:rPr>
              <a:t> </a:t>
            </a:r>
            <a:r>
              <a:rPr dirty="0" baseline="-23504" sz="3900" spc="307" b="1" i="1">
                <a:latin typeface="Times New Roman"/>
                <a:cs typeface="Times New Roman"/>
              </a:rPr>
              <a:t>Q</a:t>
            </a:r>
            <a:r>
              <a:rPr dirty="0" baseline="3003" sz="2775" spc="307" b="1" i="1">
                <a:latin typeface="Times New Roman"/>
                <a:cs typeface="Times New Roman"/>
              </a:rPr>
              <a:t>n</a:t>
            </a:r>
            <a:r>
              <a:rPr dirty="0" baseline="-23504" sz="3900" spc="307" b="1" i="1">
                <a:latin typeface="Times New Roman"/>
                <a:cs typeface="Times New Roman"/>
              </a:rPr>
              <a:t>Q</a:t>
            </a:r>
            <a:r>
              <a:rPr dirty="0" baseline="3003" sz="2775" spc="307" b="1" i="1">
                <a:latin typeface="Times New Roman"/>
                <a:cs typeface="Times New Roman"/>
              </a:rPr>
              <a:t>n</a:t>
            </a:r>
            <a:endParaRPr baseline="3003" sz="2775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64482" y="1836227"/>
            <a:ext cx="386080" cy="2870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00" spc="75" b="1" i="1">
                <a:latin typeface="Times New Roman"/>
                <a:cs typeface="Times New Roman"/>
              </a:rPr>
              <a:t>n</a:t>
            </a:r>
            <a:r>
              <a:rPr dirty="0" sz="1700" b="1">
                <a:latin typeface="Times New Roman"/>
                <a:cs typeface="Times New Roman"/>
              </a:rPr>
              <a:t>+</a:t>
            </a:r>
            <a:r>
              <a:rPr dirty="0" sz="1700" spc="-10" b="1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59843" y="1960657"/>
            <a:ext cx="1151890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79425" algn="l"/>
                <a:tab pos="753745" algn="l"/>
              </a:tabLst>
            </a:pPr>
            <a:r>
              <a:rPr dirty="0" sz="1850" spc="-55" b="1">
                <a:latin typeface="Times New Roman"/>
                <a:cs typeface="Times New Roman"/>
              </a:rPr>
              <a:t>1	</a:t>
            </a:r>
            <a:r>
              <a:rPr dirty="0" sz="1850" spc="40" b="1">
                <a:latin typeface="Times New Roman"/>
                <a:cs typeface="Times New Roman"/>
              </a:rPr>
              <a:t>0	</a:t>
            </a:r>
            <a:r>
              <a:rPr dirty="0" baseline="13605" sz="3675" spc="75" b="1" i="1">
                <a:latin typeface="Times New Roman"/>
                <a:cs typeface="Times New Roman"/>
              </a:rPr>
              <a:t>Q</a:t>
            </a:r>
            <a:r>
              <a:rPr dirty="0" sz="1700" spc="50" b="1"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88702" y="1824302"/>
            <a:ext cx="359410" cy="2914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50" spc="-35" b="1" i="1">
                <a:latin typeface="Times New Roman"/>
                <a:cs typeface="Times New Roman"/>
              </a:rPr>
              <a:t>n</a:t>
            </a:r>
            <a:r>
              <a:rPr dirty="0" sz="1750" spc="-105" b="1">
                <a:latin typeface="Times New Roman"/>
                <a:cs typeface="Times New Roman"/>
              </a:rPr>
              <a:t>+</a:t>
            </a:r>
            <a:r>
              <a:rPr dirty="0" sz="1750" spc="-95" b="1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19891" y="1871772"/>
            <a:ext cx="396875" cy="4057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2500" spc="-80" b="1" i="1">
                <a:latin typeface="Times New Roman"/>
                <a:cs typeface="Times New Roman"/>
              </a:rPr>
              <a:t>Q</a:t>
            </a:r>
            <a:r>
              <a:rPr dirty="0" baseline="-19047" sz="2625" spc="-120" b="1">
                <a:latin typeface="Times New Roman"/>
                <a:cs typeface="Times New Roman"/>
              </a:rPr>
              <a:t>2</a:t>
            </a:r>
            <a:endParaRPr baseline="-19047" sz="2625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23435" y="2034547"/>
            <a:ext cx="132080" cy="2806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50" spc="10" b="1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74153" y="1731092"/>
            <a:ext cx="694690" cy="3898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dirty="0" baseline="-26004" sz="3525" spc="179" b="1" i="1">
                <a:latin typeface="Times New Roman"/>
                <a:cs typeface="Times New Roman"/>
              </a:rPr>
              <a:t>Q</a:t>
            </a:r>
            <a:r>
              <a:rPr dirty="0" sz="1650" spc="120" b="1" i="1">
                <a:latin typeface="Times New Roman"/>
                <a:cs typeface="Times New Roman"/>
              </a:rPr>
              <a:t>n</a:t>
            </a:r>
            <a:r>
              <a:rPr dirty="0" sz="1650" spc="120" b="1">
                <a:latin typeface="Times New Roman"/>
                <a:cs typeface="Times New Roman"/>
              </a:rPr>
              <a:t>+1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15928" y="1847881"/>
            <a:ext cx="390525" cy="2908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700" spc="85" b="1" i="1">
                <a:latin typeface="Times New Roman"/>
                <a:cs typeface="Times New Roman"/>
              </a:rPr>
              <a:t>n</a:t>
            </a:r>
            <a:r>
              <a:rPr dirty="0" sz="1700" spc="10" b="1">
                <a:latin typeface="Times New Roman"/>
                <a:cs typeface="Times New Roman"/>
              </a:rPr>
              <a:t>+</a:t>
            </a:r>
            <a:r>
              <a:rPr dirty="0" sz="1700" b="1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24703" y="1895218"/>
            <a:ext cx="422909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2450" spc="50" b="1" i="1">
                <a:latin typeface="Times New Roman"/>
                <a:cs typeface="Times New Roman"/>
              </a:rPr>
              <a:t>Q</a:t>
            </a:r>
            <a:r>
              <a:rPr dirty="0" baseline="-19607" sz="2550" spc="75" b="1">
                <a:latin typeface="Times New Roman"/>
                <a:cs typeface="Times New Roman"/>
              </a:rPr>
              <a:t>0</a:t>
            </a:r>
            <a:endParaRPr baseline="-19607" sz="25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57991" y="1371123"/>
            <a:ext cx="6000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00066"/>
                </a:solidFill>
                <a:latin typeface="新宋体"/>
                <a:cs typeface="新宋体"/>
              </a:rPr>
              <a:t>次</a:t>
            </a:r>
            <a:r>
              <a:rPr dirty="0" sz="1800" spc="-70" b="1">
                <a:solidFill>
                  <a:srgbClr val="000066"/>
                </a:solidFill>
                <a:latin typeface="新宋体"/>
                <a:cs typeface="新宋体"/>
              </a:rPr>
              <a:t> </a:t>
            </a:r>
            <a:r>
              <a:rPr dirty="0" sz="1800" spc="-10" b="1">
                <a:solidFill>
                  <a:srgbClr val="000066"/>
                </a:solidFill>
                <a:latin typeface="新宋体"/>
                <a:cs typeface="新宋体"/>
              </a:rPr>
              <a:t>态</a:t>
            </a:r>
            <a:endParaRPr sz="1800">
              <a:latin typeface="新宋体"/>
              <a:cs typeface="新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32463" y="1381791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03366"/>
                </a:solidFill>
                <a:latin typeface="新宋体"/>
                <a:cs typeface="新宋体"/>
              </a:rPr>
              <a:t>现</a:t>
            </a:r>
            <a:endParaRPr sz="1800">
              <a:latin typeface="新宋体"/>
              <a:cs typeface="新宋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25883" y="1381791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03366"/>
                </a:solidFill>
                <a:latin typeface="新宋体"/>
                <a:cs typeface="新宋体"/>
              </a:rPr>
              <a:t>态</a:t>
            </a:r>
            <a:endParaRPr sz="1800">
              <a:latin typeface="新宋体"/>
              <a:cs typeface="新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5128" y="1494536"/>
            <a:ext cx="63881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5" b="1">
                <a:solidFill>
                  <a:srgbClr val="003366"/>
                </a:solidFill>
                <a:latin typeface="新宋体"/>
                <a:cs typeface="新宋体"/>
              </a:rPr>
              <a:t>计数</a:t>
            </a:r>
            <a:r>
              <a:rPr dirty="0" sz="1600" spc="-5" b="1">
                <a:solidFill>
                  <a:srgbClr val="003366"/>
                </a:solidFill>
                <a:latin typeface="新宋体"/>
                <a:cs typeface="新宋体"/>
              </a:rPr>
              <a:t>脉</a:t>
            </a:r>
            <a:endParaRPr sz="1600">
              <a:latin typeface="新宋体"/>
              <a:cs typeface="新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7696" y="1727707"/>
            <a:ext cx="69405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5" b="1">
                <a:solidFill>
                  <a:srgbClr val="003366"/>
                </a:solidFill>
                <a:latin typeface="新宋体"/>
                <a:cs typeface="新宋体"/>
              </a:rPr>
              <a:t>冲</a:t>
            </a:r>
            <a:r>
              <a:rPr dirty="0" sz="1600" b="1" i="1">
                <a:solidFill>
                  <a:srgbClr val="003366"/>
                </a:solidFill>
                <a:latin typeface="Times New Roman"/>
                <a:cs typeface="Times New Roman"/>
              </a:rPr>
              <a:t>C</a:t>
            </a:r>
            <a:r>
              <a:rPr dirty="0" sz="1600" spc="-5" b="1" i="1">
                <a:solidFill>
                  <a:srgbClr val="003366"/>
                </a:solidFill>
                <a:latin typeface="Times New Roman"/>
                <a:cs typeface="Times New Roman"/>
              </a:rPr>
              <a:t>P</a:t>
            </a:r>
            <a:r>
              <a:rPr dirty="0" sz="1600" spc="-5" b="1">
                <a:solidFill>
                  <a:srgbClr val="003366"/>
                </a:solidFill>
                <a:latin typeface="新宋体"/>
                <a:cs typeface="新宋体"/>
              </a:rPr>
              <a:t>的</a:t>
            </a:r>
            <a:endParaRPr sz="1600">
              <a:latin typeface="新宋体"/>
              <a:cs typeface="新宋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21836" y="1839048"/>
            <a:ext cx="1647825" cy="4425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723900" algn="l"/>
              </a:tabLst>
            </a:pPr>
            <a:r>
              <a:rPr dirty="0" sz="1600" spc="5" b="1">
                <a:solidFill>
                  <a:srgbClr val="003366"/>
                </a:solidFill>
                <a:latin typeface="新宋体"/>
                <a:cs typeface="新宋体"/>
              </a:rPr>
              <a:t>顺</a:t>
            </a:r>
            <a:r>
              <a:rPr dirty="0" sz="1600" spc="-5" b="1">
                <a:solidFill>
                  <a:srgbClr val="003366"/>
                </a:solidFill>
                <a:latin typeface="新宋体"/>
                <a:cs typeface="新宋体"/>
              </a:rPr>
              <a:t>序	</a:t>
            </a:r>
            <a:r>
              <a:rPr dirty="0" sz="2650" spc="50" b="1" i="1">
                <a:latin typeface="Times New Roman"/>
                <a:cs typeface="Times New Roman"/>
              </a:rPr>
              <a:t>Q</a:t>
            </a:r>
            <a:r>
              <a:rPr dirty="0" baseline="-19519" sz="2775" spc="75" b="1">
                <a:latin typeface="Times New Roman"/>
                <a:cs typeface="Times New Roman"/>
              </a:rPr>
              <a:t>3</a:t>
            </a:r>
            <a:r>
              <a:rPr dirty="0" baseline="-19519" sz="2775" spc="630" b="1">
                <a:latin typeface="Times New Roman"/>
                <a:cs typeface="Times New Roman"/>
              </a:rPr>
              <a:t> </a:t>
            </a:r>
            <a:r>
              <a:rPr dirty="0" baseline="-2057" sz="4050" spc="120" b="1" i="1">
                <a:latin typeface="Times New Roman"/>
                <a:cs typeface="Times New Roman"/>
              </a:rPr>
              <a:t>Q</a:t>
            </a:r>
            <a:r>
              <a:rPr dirty="0" baseline="-23391" sz="2850" spc="120" b="1">
                <a:latin typeface="Times New Roman"/>
                <a:cs typeface="Times New Roman"/>
              </a:rPr>
              <a:t>2</a:t>
            </a:r>
            <a:endParaRPr baseline="-23391" sz="28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741794" y="3010280"/>
            <a:ext cx="72390" cy="0"/>
          </a:xfrm>
          <a:custGeom>
            <a:avLst/>
            <a:gdLst/>
            <a:ahLst/>
            <a:cxnLst/>
            <a:rect l="l" t="t" r="r" b="b"/>
            <a:pathLst>
              <a:path w="72390" h="0">
                <a:moveTo>
                  <a:pt x="0" y="0"/>
                </a:moveTo>
                <a:lnTo>
                  <a:pt x="72389" y="0"/>
                </a:lnTo>
              </a:path>
            </a:pathLst>
          </a:custGeom>
          <a:ln w="99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741794" y="3332607"/>
            <a:ext cx="72390" cy="0"/>
          </a:xfrm>
          <a:custGeom>
            <a:avLst/>
            <a:gdLst/>
            <a:ahLst/>
            <a:cxnLst/>
            <a:rect l="l" t="t" r="r" b="b"/>
            <a:pathLst>
              <a:path w="72390" h="0">
                <a:moveTo>
                  <a:pt x="0" y="0"/>
                </a:moveTo>
                <a:lnTo>
                  <a:pt x="72389" y="0"/>
                </a:lnTo>
              </a:path>
            </a:pathLst>
          </a:custGeom>
          <a:ln w="99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741794" y="3653409"/>
            <a:ext cx="72390" cy="0"/>
          </a:xfrm>
          <a:custGeom>
            <a:avLst/>
            <a:gdLst/>
            <a:ahLst/>
            <a:cxnLst/>
            <a:rect l="l" t="t" r="r" b="b"/>
            <a:pathLst>
              <a:path w="72390" h="0">
                <a:moveTo>
                  <a:pt x="0" y="0"/>
                </a:moveTo>
                <a:lnTo>
                  <a:pt x="72389" y="0"/>
                </a:lnTo>
              </a:path>
            </a:pathLst>
          </a:custGeom>
          <a:ln w="99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741794" y="3974210"/>
            <a:ext cx="72390" cy="0"/>
          </a:xfrm>
          <a:custGeom>
            <a:avLst/>
            <a:gdLst/>
            <a:ahLst/>
            <a:cxnLst/>
            <a:rect l="l" t="t" r="r" b="b"/>
            <a:pathLst>
              <a:path w="72390" h="0">
                <a:moveTo>
                  <a:pt x="0" y="0"/>
                </a:moveTo>
                <a:lnTo>
                  <a:pt x="72389" y="0"/>
                </a:lnTo>
              </a:path>
            </a:pathLst>
          </a:custGeom>
          <a:ln w="99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741794" y="4294251"/>
            <a:ext cx="72390" cy="0"/>
          </a:xfrm>
          <a:custGeom>
            <a:avLst/>
            <a:gdLst/>
            <a:ahLst/>
            <a:cxnLst/>
            <a:rect l="l" t="t" r="r" b="b"/>
            <a:pathLst>
              <a:path w="72390" h="0">
                <a:moveTo>
                  <a:pt x="0" y="0"/>
                </a:moveTo>
                <a:lnTo>
                  <a:pt x="72389" y="0"/>
                </a:lnTo>
              </a:path>
            </a:pathLst>
          </a:custGeom>
          <a:ln w="99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741794" y="4615053"/>
            <a:ext cx="72390" cy="0"/>
          </a:xfrm>
          <a:custGeom>
            <a:avLst/>
            <a:gdLst/>
            <a:ahLst/>
            <a:cxnLst/>
            <a:rect l="l" t="t" r="r" b="b"/>
            <a:pathLst>
              <a:path w="72390" h="0">
                <a:moveTo>
                  <a:pt x="0" y="0"/>
                </a:moveTo>
                <a:lnTo>
                  <a:pt x="72389" y="0"/>
                </a:lnTo>
              </a:path>
            </a:pathLst>
          </a:custGeom>
          <a:ln w="99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741794" y="4937378"/>
            <a:ext cx="72390" cy="0"/>
          </a:xfrm>
          <a:custGeom>
            <a:avLst/>
            <a:gdLst/>
            <a:ahLst/>
            <a:cxnLst/>
            <a:rect l="l" t="t" r="r" b="b"/>
            <a:pathLst>
              <a:path w="72390" h="0">
                <a:moveTo>
                  <a:pt x="0" y="0"/>
                </a:moveTo>
                <a:lnTo>
                  <a:pt x="72389" y="0"/>
                </a:lnTo>
              </a:path>
            </a:pathLst>
          </a:custGeom>
          <a:ln w="99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1" name="object 41"/>
          <p:cNvGrpSpPr/>
          <p:nvPr/>
        </p:nvGrpSpPr>
        <p:grpSpPr>
          <a:xfrm>
            <a:off x="425830" y="1359217"/>
            <a:ext cx="8291830" cy="4226560"/>
            <a:chOff x="425830" y="1359217"/>
            <a:chExt cx="8291830" cy="4226560"/>
          </a:xfrm>
        </p:grpSpPr>
        <p:sp>
          <p:nvSpPr>
            <p:cNvPr id="42" name="object 42"/>
            <p:cNvSpPr/>
            <p:nvPr/>
          </p:nvSpPr>
          <p:spPr>
            <a:xfrm>
              <a:off x="463676" y="1365885"/>
              <a:ext cx="0" cy="4213225"/>
            </a:xfrm>
            <a:custGeom>
              <a:avLst/>
              <a:gdLst/>
              <a:ahLst/>
              <a:cxnLst/>
              <a:rect l="l" t="t" r="r" b="b"/>
              <a:pathLst>
                <a:path w="0" h="4213225">
                  <a:moveTo>
                    <a:pt x="0" y="0"/>
                  </a:moveTo>
                  <a:lnTo>
                    <a:pt x="0" y="4213098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766178" y="1365885"/>
              <a:ext cx="0" cy="4213225"/>
            </a:xfrm>
            <a:custGeom>
              <a:avLst/>
              <a:gdLst/>
              <a:ahLst/>
              <a:cxnLst/>
              <a:rect l="l" t="t" r="r" b="b"/>
              <a:pathLst>
                <a:path w="0" h="4213225">
                  <a:moveTo>
                    <a:pt x="0" y="0"/>
                  </a:moveTo>
                  <a:lnTo>
                    <a:pt x="0" y="4213098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464183" y="1365885"/>
              <a:ext cx="0" cy="4213225"/>
            </a:xfrm>
            <a:custGeom>
              <a:avLst/>
              <a:gdLst/>
              <a:ahLst/>
              <a:cxnLst/>
              <a:rect l="l" t="t" r="r" b="b"/>
              <a:pathLst>
                <a:path w="0" h="4213225">
                  <a:moveTo>
                    <a:pt x="0" y="0"/>
                  </a:moveTo>
                  <a:lnTo>
                    <a:pt x="0" y="4213098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937384" y="1684401"/>
              <a:ext cx="0" cy="684530"/>
            </a:xfrm>
            <a:custGeom>
              <a:avLst/>
              <a:gdLst/>
              <a:ahLst/>
              <a:cxnLst/>
              <a:rect l="l" t="t" r="r" b="b"/>
              <a:pathLst>
                <a:path w="0" h="684530">
                  <a:moveTo>
                    <a:pt x="0" y="0"/>
                  </a:moveTo>
                  <a:lnTo>
                    <a:pt x="0" y="684276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351657" y="1365885"/>
              <a:ext cx="0" cy="4213225"/>
            </a:xfrm>
            <a:custGeom>
              <a:avLst/>
              <a:gdLst/>
              <a:ahLst/>
              <a:cxnLst/>
              <a:rect l="l" t="t" r="r" b="b"/>
              <a:pathLst>
                <a:path w="0" h="4213225">
                  <a:moveTo>
                    <a:pt x="0" y="0"/>
                  </a:moveTo>
                  <a:lnTo>
                    <a:pt x="0" y="4213098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408301" y="1684401"/>
              <a:ext cx="0" cy="3895090"/>
            </a:xfrm>
            <a:custGeom>
              <a:avLst/>
              <a:gdLst/>
              <a:ahLst/>
              <a:cxnLst/>
              <a:rect l="l" t="t" r="r" b="b"/>
              <a:pathLst>
                <a:path w="0" h="3895090">
                  <a:moveTo>
                    <a:pt x="0" y="0"/>
                  </a:moveTo>
                  <a:lnTo>
                    <a:pt x="0" y="3894582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867786" y="1752981"/>
              <a:ext cx="0" cy="684530"/>
            </a:xfrm>
            <a:custGeom>
              <a:avLst/>
              <a:gdLst/>
              <a:ahLst/>
              <a:cxnLst/>
              <a:rect l="l" t="t" r="r" b="b"/>
              <a:pathLst>
                <a:path w="0" h="684530">
                  <a:moveTo>
                    <a:pt x="0" y="0"/>
                  </a:moveTo>
                  <a:lnTo>
                    <a:pt x="0" y="684276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164710" y="1684401"/>
              <a:ext cx="1701800" cy="742950"/>
            </a:xfrm>
            <a:custGeom>
              <a:avLst/>
              <a:gdLst/>
              <a:ahLst/>
              <a:cxnLst/>
              <a:rect l="l" t="t" r="r" b="b"/>
              <a:pathLst>
                <a:path w="1701800" h="742950">
                  <a:moveTo>
                    <a:pt x="0" y="0"/>
                  </a:moveTo>
                  <a:lnTo>
                    <a:pt x="0" y="742950"/>
                  </a:lnTo>
                </a:path>
                <a:path w="1701800" h="742950">
                  <a:moveTo>
                    <a:pt x="864869" y="0"/>
                  </a:moveTo>
                  <a:lnTo>
                    <a:pt x="864869" y="742950"/>
                  </a:lnTo>
                </a:path>
                <a:path w="1701800" h="742950">
                  <a:moveTo>
                    <a:pt x="1701546" y="0"/>
                  </a:moveTo>
                  <a:lnTo>
                    <a:pt x="1701546" y="742950"/>
                  </a:lnTo>
                </a:path>
              </a:pathLst>
            </a:custGeom>
            <a:ln w="83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1937384" y="2368677"/>
              <a:ext cx="0" cy="3210560"/>
            </a:xfrm>
            <a:custGeom>
              <a:avLst/>
              <a:gdLst/>
              <a:ahLst/>
              <a:cxnLst/>
              <a:rect l="l" t="t" r="r" b="b"/>
              <a:pathLst>
                <a:path w="0" h="3210560">
                  <a:moveTo>
                    <a:pt x="0" y="0"/>
                  </a:moveTo>
                  <a:lnTo>
                    <a:pt x="0" y="3210306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879979" y="2368677"/>
              <a:ext cx="0" cy="3210560"/>
            </a:xfrm>
            <a:custGeom>
              <a:avLst/>
              <a:gdLst/>
              <a:ahLst/>
              <a:cxnLst/>
              <a:rect l="l" t="t" r="r" b="b"/>
              <a:pathLst>
                <a:path w="0" h="3210560">
                  <a:moveTo>
                    <a:pt x="0" y="0"/>
                  </a:moveTo>
                  <a:lnTo>
                    <a:pt x="0" y="3210306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430910" y="3005328"/>
              <a:ext cx="8281670" cy="1937385"/>
            </a:xfrm>
            <a:custGeom>
              <a:avLst/>
              <a:gdLst/>
              <a:ahLst/>
              <a:cxnLst/>
              <a:rect l="l" t="t" r="r" b="b"/>
              <a:pathLst>
                <a:path w="8281670" h="1937385">
                  <a:moveTo>
                    <a:pt x="32765" y="4952"/>
                  </a:moveTo>
                  <a:lnTo>
                    <a:pt x="2951226" y="4952"/>
                  </a:lnTo>
                </a:path>
                <a:path w="8281670" h="1937385">
                  <a:moveTo>
                    <a:pt x="8242554" y="0"/>
                  </a:moveTo>
                  <a:lnTo>
                    <a:pt x="8242554" y="9905"/>
                  </a:lnTo>
                </a:path>
                <a:path w="8281670" h="1937385">
                  <a:moveTo>
                    <a:pt x="32765" y="327279"/>
                  </a:moveTo>
                  <a:lnTo>
                    <a:pt x="2951226" y="327279"/>
                  </a:lnTo>
                </a:path>
                <a:path w="8281670" h="1937385">
                  <a:moveTo>
                    <a:pt x="8242554" y="322326"/>
                  </a:moveTo>
                  <a:lnTo>
                    <a:pt x="8242554" y="332232"/>
                  </a:lnTo>
                </a:path>
                <a:path w="8281670" h="1937385">
                  <a:moveTo>
                    <a:pt x="32765" y="648081"/>
                  </a:moveTo>
                  <a:lnTo>
                    <a:pt x="2951226" y="648081"/>
                  </a:lnTo>
                </a:path>
                <a:path w="8281670" h="1937385">
                  <a:moveTo>
                    <a:pt x="8242554" y="643128"/>
                  </a:moveTo>
                  <a:lnTo>
                    <a:pt x="8242554" y="653033"/>
                  </a:lnTo>
                </a:path>
                <a:path w="8281670" h="1937385">
                  <a:moveTo>
                    <a:pt x="32765" y="968883"/>
                  </a:moveTo>
                  <a:lnTo>
                    <a:pt x="2951226" y="968883"/>
                  </a:lnTo>
                </a:path>
                <a:path w="8281670" h="1937385">
                  <a:moveTo>
                    <a:pt x="8240268" y="968883"/>
                  </a:moveTo>
                  <a:lnTo>
                    <a:pt x="8281416" y="968883"/>
                  </a:lnTo>
                </a:path>
                <a:path w="8281670" h="1937385">
                  <a:moveTo>
                    <a:pt x="0" y="1288923"/>
                  </a:moveTo>
                  <a:lnTo>
                    <a:pt x="2951226" y="1288923"/>
                  </a:lnTo>
                </a:path>
                <a:path w="8281670" h="1937385">
                  <a:moveTo>
                    <a:pt x="8244458" y="1283970"/>
                  </a:moveTo>
                  <a:lnTo>
                    <a:pt x="8244458" y="1293876"/>
                  </a:lnTo>
                </a:path>
                <a:path w="8281670" h="1937385">
                  <a:moveTo>
                    <a:pt x="32765" y="1609725"/>
                  </a:moveTo>
                  <a:lnTo>
                    <a:pt x="2951226" y="1609725"/>
                  </a:lnTo>
                </a:path>
                <a:path w="8281670" h="1937385">
                  <a:moveTo>
                    <a:pt x="8240268" y="1609725"/>
                  </a:moveTo>
                  <a:lnTo>
                    <a:pt x="8281416" y="1609725"/>
                  </a:lnTo>
                </a:path>
                <a:path w="8281670" h="1937385">
                  <a:moveTo>
                    <a:pt x="32765" y="1932051"/>
                  </a:moveTo>
                  <a:lnTo>
                    <a:pt x="2951226" y="1932051"/>
                  </a:lnTo>
                </a:path>
                <a:path w="8281670" h="1937385">
                  <a:moveTo>
                    <a:pt x="8242554" y="1927098"/>
                  </a:moveTo>
                  <a:lnTo>
                    <a:pt x="8242554" y="1937004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463676" y="5253227"/>
              <a:ext cx="8209915" cy="10160"/>
            </a:xfrm>
            <a:custGeom>
              <a:avLst/>
              <a:gdLst/>
              <a:ahLst/>
              <a:cxnLst/>
              <a:rect l="l" t="t" r="r" b="b"/>
              <a:pathLst>
                <a:path w="8209915" h="10160">
                  <a:moveTo>
                    <a:pt x="0" y="4953"/>
                  </a:moveTo>
                  <a:lnTo>
                    <a:pt x="2918460" y="4953"/>
                  </a:lnTo>
                </a:path>
                <a:path w="8209915" h="10160">
                  <a:moveTo>
                    <a:pt x="8209788" y="0"/>
                  </a:moveTo>
                  <a:lnTo>
                    <a:pt x="8209788" y="9906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/>
          <p:nvPr/>
        </p:nvSpPr>
        <p:spPr>
          <a:xfrm>
            <a:off x="6741794" y="5258180"/>
            <a:ext cx="72390" cy="0"/>
          </a:xfrm>
          <a:custGeom>
            <a:avLst/>
            <a:gdLst/>
            <a:ahLst/>
            <a:cxnLst/>
            <a:rect l="l" t="t" r="r" b="b"/>
            <a:pathLst>
              <a:path w="72390" h="0">
                <a:moveTo>
                  <a:pt x="0" y="0"/>
                </a:moveTo>
                <a:lnTo>
                  <a:pt x="72389" y="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578774" y="257215"/>
            <a:ext cx="27819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新宋体"/>
                <a:cs typeface="新宋体"/>
              </a:rPr>
              <a:t>(2)</a:t>
            </a:r>
            <a:r>
              <a:rPr dirty="0" sz="2400" spc="-55" b="1">
                <a:latin typeface="新宋体"/>
                <a:cs typeface="新宋体"/>
              </a:rPr>
              <a:t> </a:t>
            </a:r>
            <a:r>
              <a:rPr dirty="0" sz="2400" spc="-5" b="1">
                <a:latin typeface="新宋体"/>
                <a:cs typeface="新宋体"/>
              </a:rPr>
              <a:t>确定激</a:t>
            </a:r>
            <a:r>
              <a:rPr dirty="0" sz="2400" b="1">
                <a:latin typeface="新宋体"/>
                <a:cs typeface="新宋体"/>
              </a:rPr>
              <a:t>励方程</a:t>
            </a:r>
            <a:r>
              <a:rPr dirty="0" sz="2400" spc="-10" b="1">
                <a:latin typeface="新宋体"/>
                <a:cs typeface="新宋体"/>
              </a:rPr>
              <a:t>组</a:t>
            </a:r>
            <a:endParaRPr sz="2400">
              <a:latin typeface="新宋体"/>
              <a:cs typeface="新宋体"/>
            </a:endParaRPr>
          </a:p>
        </p:txBody>
      </p:sp>
      <p:graphicFrame>
        <p:nvGraphicFramePr>
          <p:cNvPr id="56" name="object 56"/>
          <p:cNvGraphicFramePr>
            <a:graphicFrameLocks noGrp="1"/>
          </p:cNvGraphicFramePr>
          <p:nvPr/>
        </p:nvGraphicFramePr>
        <p:xfrm>
          <a:off x="868544" y="2377439"/>
          <a:ext cx="7678420" cy="3194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5630"/>
                <a:gridCol w="473075"/>
                <a:gridCol w="470534"/>
                <a:gridCol w="471170"/>
                <a:gridCol w="485775"/>
                <a:gridCol w="85089"/>
                <a:gridCol w="726439"/>
                <a:gridCol w="844550"/>
                <a:gridCol w="859789"/>
                <a:gridCol w="887095"/>
                <a:gridCol w="501650"/>
                <a:gridCol w="471804"/>
                <a:gridCol w="471170"/>
                <a:gridCol w="331470"/>
              </a:tblGrid>
              <a:tr h="311785">
                <a:tc>
                  <a:txBody>
                    <a:bodyPr/>
                    <a:lstStyle/>
                    <a:p>
                      <a:pPr marL="33655">
                        <a:lnSpc>
                          <a:spcPts val="2320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232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232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232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175">
                        <a:lnSpc>
                          <a:spcPts val="232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244475">
                        <a:lnSpc>
                          <a:spcPts val="232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2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62585">
                        <a:lnSpc>
                          <a:spcPts val="232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255">
                        <a:lnSpc>
                          <a:spcPts val="232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3830">
                        <a:lnSpc>
                          <a:spcPts val="213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3195">
                        <a:lnSpc>
                          <a:spcPts val="213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213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13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33655">
                        <a:lnSpc>
                          <a:spcPts val="2390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24447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6258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89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3830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3195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33020">
                        <a:lnSpc>
                          <a:spcPts val="2395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62585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9525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3830">
                        <a:lnSpc>
                          <a:spcPts val="221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3830">
                        <a:lnSpc>
                          <a:spcPts val="221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221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21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33020">
                        <a:lnSpc>
                          <a:spcPts val="2390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319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016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4465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3830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765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32384">
                        <a:lnSpc>
                          <a:spcPts val="2390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319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08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4465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4465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765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marL="32384">
                        <a:lnSpc>
                          <a:spcPts val="2390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383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71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6131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5100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4465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6034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32384">
                        <a:lnSpc>
                          <a:spcPts val="2395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3830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350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61315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5100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4465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400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31750">
                        <a:lnSpc>
                          <a:spcPts val="2400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3830">
                        <a:lnSpc>
                          <a:spcPts val="24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ts val="24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242570">
                        <a:lnSpc>
                          <a:spcPts val="24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61315">
                        <a:lnSpc>
                          <a:spcPts val="24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065">
                        <a:lnSpc>
                          <a:spcPts val="24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5100">
                        <a:lnSpc>
                          <a:spcPts val="221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5100">
                        <a:lnSpc>
                          <a:spcPts val="221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1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400">
                        <a:lnSpc>
                          <a:spcPts val="221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31750">
                        <a:lnSpc>
                          <a:spcPts val="2390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446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24257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6068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5100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6034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31750">
                        <a:lnSpc>
                          <a:spcPts val="2390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446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762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24193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6068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333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6034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pSp>
        <p:nvGrpSpPr>
          <p:cNvPr id="57" name="object 57"/>
          <p:cNvGrpSpPr/>
          <p:nvPr/>
        </p:nvGrpSpPr>
        <p:grpSpPr>
          <a:xfrm>
            <a:off x="7737347" y="1341500"/>
            <a:ext cx="955040" cy="4213860"/>
            <a:chOff x="7737347" y="1341500"/>
            <a:chExt cx="955040" cy="4213860"/>
          </a:xfrm>
        </p:grpSpPr>
        <p:sp>
          <p:nvSpPr>
            <p:cNvPr id="58" name="object 58"/>
            <p:cNvSpPr/>
            <p:nvPr/>
          </p:nvSpPr>
          <p:spPr>
            <a:xfrm>
              <a:off x="8685656" y="1341500"/>
              <a:ext cx="0" cy="4213860"/>
            </a:xfrm>
            <a:custGeom>
              <a:avLst/>
              <a:gdLst/>
              <a:ahLst/>
              <a:cxnLst/>
              <a:rect l="l" t="t" r="r" b="b"/>
              <a:pathLst>
                <a:path w="0" h="4213860">
                  <a:moveTo>
                    <a:pt x="0" y="0"/>
                  </a:moveTo>
                  <a:lnTo>
                    <a:pt x="0" y="4213860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7742300" y="1660778"/>
              <a:ext cx="0" cy="740410"/>
            </a:xfrm>
            <a:custGeom>
              <a:avLst/>
              <a:gdLst/>
              <a:ahLst/>
              <a:cxnLst/>
              <a:rect l="l" t="t" r="r" b="b"/>
              <a:pathLst>
                <a:path w="0" h="740410">
                  <a:moveTo>
                    <a:pt x="0" y="0"/>
                  </a:moveTo>
                  <a:lnTo>
                    <a:pt x="0" y="739901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7046956" y="1978404"/>
            <a:ext cx="141605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15" b="1">
                <a:latin typeface="Times New Roman"/>
                <a:cs typeface="Times New Roman"/>
              </a:rPr>
              <a:t>3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793176" y="1794002"/>
            <a:ext cx="264795" cy="427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spc="-30" b="1" i="1">
                <a:latin typeface="Times New Roman"/>
                <a:cs typeface="Times New Roman"/>
              </a:rPr>
              <a:t>D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553551" y="1986356"/>
            <a:ext cx="146050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5" b="1"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289925" y="1795526"/>
            <a:ext cx="274320" cy="44195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00" spc="5" b="1" i="1">
                <a:latin typeface="Times New Roman"/>
                <a:cs typeface="Times New Roman"/>
              </a:rPr>
              <a:t>D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054698" y="1977847"/>
            <a:ext cx="594360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58470" algn="l"/>
              </a:tabLst>
            </a:pPr>
            <a:r>
              <a:rPr dirty="0" sz="1850" spc="-50" b="1">
                <a:latin typeface="Times New Roman"/>
                <a:cs typeface="Times New Roman"/>
              </a:rPr>
              <a:t>1</a:t>
            </a:r>
            <a:r>
              <a:rPr dirty="0" sz="1850" spc="-50" b="1">
                <a:latin typeface="Times New Roman"/>
                <a:cs typeface="Times New Roman"/>
              </a:rPr>
              <a:t>	</a:t>
            </a:r>
            <a:r>
              <a:rPr dirty="0" sz="1850" spc="40" b="1">
                <a:latin typeface="Times New Roman"/>
                <a:cs typeface="Times New Roman"/>
              </a:rPr>
              <a:t>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825503" y="1794001"/>
            <a:ext cx="690245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22909" algn="l"/>
              </a:tabLst>
            </a:pPr>
            <a:r>
              <a:rPr dirty="0" sz="2600" spc="-75" b="1" i="1">
                <a:latin typeface="Times New Roman"/>
                <a:cs typeface="Times New Roman"/>
              </a:rPr>
              <a:t>D</a:t>
            </a:r>
            <a:r>
              <a:rPr dirty="0" sz="2600" spc="-75" b="1" i="1">
                <a:latin typeface="Times New Roman"/>
                <a:cs typeface="Times New Roman"/>
              </a:rPr>
              <a:t>	</a:t>
            </a:r>
            <a:r>
              <a:rPr dirty="0" sz="2600" spc="114" b="1" i="1">
                <a:latin typeface="Times New Roman"/>
                <a:cs typeface="Times New Roman"/>
              </a:rPr>
              <a:t>D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267988" y="1357980"/>
            <a:ext cx="9467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FF"/>
                </a:solidFill>
                <a:latin typeface="新宋体"/>
                <a:cs typeface="新宋体"/>
              </a:rPr>
              <a:t>激励信号</a:t>
            </a:r>
            <a:endParaRPr sz="1800">
              <a:latin typeface="新宋体"/>
              <a:cs typeface="新宋体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474850" y="1667636"/>
            <a:ext cx="7201534" cy="3908425"/>
            <a:chOff x="1474850" y="1667636"/>
            <a:chExt cx="7201534" cy="3908425"/>
          </a:xfrm>
        </p:grpSpPr>
        <p:sp>
          <p:nvSpPr>
            <p:cNvPr id="68" name="object 68"/>
            <p:cNvSpPr/>
            <p:nvPr/>
          </p:nvSpPr>
          <p:spPr>
            <a:xfrm>
              <a:off x="3382136" y="2427350"/>
              <a:ext cx="3359785" cy="3143250"/>
            </a:xfrm>
            <a:custGeom>
              <a:avLst/>
              <a:gdLst/>
              <a:ahLst/>
              <a:cxnLst/>
              <a:rect l="l" t="t" r="r" b="b"/>
              <a:pathLst>
                <a:path w="3359784" h="3143250">
                  <a:moveTo>
                    <a:pt x="3359658" y="0"/>
                  </a:moveTo>
                  <a:lnTo>
                    <a:pt x="0" y="0"/>
                  </a:lnTo>
                  <a:lnTo>
                    <a:pt x="0" y="3143250"/>
                  </a:lnTo>
                  <a:lnTo>
                    <a:pt x="3359658" y="3143250"/>
                  </a:lnTo>
                  <a:lnTo>
                    <a:pt x="335965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382136" y="2427350"/>
              <a:ext cx="3359785" cy="3143250"/>
            </a:xfrm>
            <a:custGeom>
              <a:avLst/>
              <a:gdLst/>
              <a:ahLst/>
              <a:cxnLst/>
              <a:rect l="l" t="t" r="r" b="b"/>
              <a:pathLst>
                <a:path w="3359784" h="3143250">
                  <a:moveTo>
                    <a:pt x="0" y="0"/>
                  </a:moveTo>
                  <a:lnTo>
                    <a:pt x="3359658" y="0"/>
                  </a:lnTo>
                  <a:lnTo>
                    <a:pt x="3359658" y="3143250"/>
                  </a:lnTo>
                  <a:lnTo>
                    <a:pt x="0" y="3143250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7271385" y="1667636"/>
              <a:ext cx="0" cy="677545"/>
            </a:xfrm>
            <a:custGeom>
              <a:avLst/>
              <a:gdLst/>
              <a:ahLst/>
              <a:cxnLst/>
              <a:rect l="l" t="t" r="r" b="b"/>
              <a:pathLst>
                <a:path w="0" h="677544">
                  <a:moveTo>
                    <a:pt x="0" y="0"/>
                  </a:moveTo>
                  <a:lnTo>
                    <a:pt x="0" y="677418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7271385" y="2345054"/>
              <a:ext cx="0" cy="55880"/>
            </a:xfrm>
            <a:custGeom>
              <a:avLst/>
              <a:gdLst/>
              <a:ahLst/>
              <a:cxnLst/>
              <a:rect l="l" t="t" r="r" b="b"/>
              <a:pathLst>
                <a:path w="0" h="55880">
                  <a:moveTo>
                    <a:pt x="0" y="0"/>
                  </a:moveTo>
                  <a:lnTo>
                    <a:pt x="0" y="55625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8201786" y="1729358"/>
              <a:ext cx="0" cy="671830"/>
            </a:xfrm>
            <a:custGeom>
              <a:avLst/>
              <a:gdLst/>
              <a:ahLst/>
              <a:cxnLst/>
              <a:rect l="l" t="t" r="r" b="b"/>
              <a:pathLst>
                <a:path w="0" h="671830">
                  <a:moveTo>
                    <a:pt x="0" y="0"/>
                  </a:moveTo>
                  <a:lnTo>
                    <a:pt x="0" y="671321"/>
                  </a:lnTo>
                </a:path>
              </a:pathLst>
            </a:custGeom>
            <a:ln w="12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8213979" y="2345054"/>
              <a:ext cx="0" cy="55880"/>
            </a:xfrm>
            <a:custGeom>
              <a:avLst/>
              <a:gdLst/>
              <a:ahLst/>
              <a:cxnLst/>
              <a:rect l="l" t="t" r="r" b="b"/>
              <a:pathLst>
                <a:path w="0" h="55880">
                  <a:moveTo>
                    <a:pt x="0" y="0"/>
                  </a:moveTo>
                  <a:lnTo>
                    <a:pt x="0" y="55625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474850" y="1701926"/>
              <a:ext cx="7200900" cy="0"/>
            </a:xfrm>
            <a:custGeom>
              <a:avLst/>
              <a:gdLst/>
              <a:ahLst/>
              <a:cxnLst/>
              <a:rect l="l" t="t" r="r" b="b"/>
              <a:pathLst>
                <a:path w="7200900" h="0">
                  <a:moveTo>
                    <a:pt x="0" y="0"/>
                  </a:moveTo>
                  <a:lnTo>
                    <a:pt x="7200900" y="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7271385" y="5543930"/>
              <a:ext cx="942975" cy="11430"/>
            </a:xfrm>
            <a:custGeom>
              <a:avLst/>
              <a:gdLst/>
              <a:ahLst/>
              <a:cxnLst/>
              <a:rect l="l" t="t" r="r" b="b"/>
              <a:pathLst>
                <a:path w="942975" h="11429">
                  <a:moveTo>
                    <a:pt x="0" y="0"/>
                  </a:moveTo>
                  <a:lnTo>
                    <a:pt x="0" y="11430"/>
                  </a:lnTo>
                </a:path>
                <a:path w="942975" h="11429">
                  <a:moveTo>
                    <a:pt x="942594" y="0"/>
                  </a:moveTo>
                  <a:lnTo>
                    <a:pt x="942594" y="11430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6814185" y="2400680"/>
              <a:ext cx="1857375" cy="3143250"/>
            </a:xfrm>
            <a:custGeom>
              <a:avLst/>
              <a:gdLst/>
              <a:ahLst/>
              <a:cxnLst/>
              <a:rect l="l" t="t" r="r" b="b"/>
              <a:pathLst>
                <a:path w="1857375" h="3143250">
                  <a:moveTo>
                    <a:pt x="1856994" y="0"/>
                  </a:moveTo>
                  <a:lnTo>
                    <a:pt x="0" y="0"/>
                  </a:lnTo>
                  <a:lnTo>
                    <a:pt x="0" y="3143250"/>
                  </a:lnTo>
                  <a:lnTo>
                    <a:pt x="1856994" y="3143250"/>
                  </a:lnTo>
                  <a:lnTo>
                    <a:pt x="185699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814185" y="2400680"/>
              <a:ext cx="1857375" cy="3143250"/>
            </a:xfrm>
            <a:custGeom>
              <a:avLst/>
              <a:gdLst/>
              <a:ahLst/>
              <a:cxnLst/>
              <a:rect l="l" t="t" r="r" b="b"/>
              <a:pathLst>
                <a:path w="1857375" h="3143250">
                  <a:moveTo>
                    <a:pt x="0" y="0"/>
                  </a:moveTo>
                  <a:lnTo>
                    <a:pt x="1856994" y="0"/>
                  </a:lnTo>
                  <a:lnTo>
                    <a:pt x="1856994" y="3143250"/>
                  </a:lnTo>
                  <a:lnTo>
                    <a:pt x="0" y="3143250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0252" y="786002"/>
            <a:ext cx="8219440" cy="1905"/>
          </a:xfrm>
          <a:custGeom>
            <a:avLst/>
            <a:gdLst/>
            <a:ahLst/>
            <a:cxnLst/>
            <a:rect l="l" t="t" r="r" b="b"/>
            <a:pathLst>
              <a:path w="8219440" h="1904">
                <a:moveTo>
                  <a:pt x="0" y="0"/>
                </a:moveTo>
                <a:lnTo>
                  <a:pt x="8218932" y="1524"/>
                </a:lnTo>
              </a:path>
            </a:pathLst>
          </a:custGeom>
          <a:ln w="101346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574" y="333756"/>
            <a:ext cx="230504" cy="3527425"/>
          </a:xfrm>
          <a:custGeom>
            <a:avLst/>
            <a:gdLst/>
            <a:ahLst/>
            <a:cxnLst/>
            <a:rect l="l" t="t" r="r" b="b"/>
            <a:pathLst>
              <a:path w="230504" h="3527425">
                <a:moveTo>
                  <a:pt x="230124" y="0"/>
                </a:moveTo>
                <a:lnTo>
                  <a:pt x="0" y="0"/>
                </a:lnTo>
                <a:lnTo>
                  <a:pt x="0" y="3527298"/>
                </a:lnTo>
                <a:lnTo>
                  <a:pt x="230124" y="3527298"/>
                </a:lnTo>
                <a:lnTo>
                  <a:pt x="23012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2806" y="710183"/>
            <a:ext cx="3081655" cy="224154"/>
            <a:chOff x="352806" y="710183"/>
            <a:chExt cx="3081655" cy="224154"/>
          </a:xfrm>
        </p:grpSpPr>
        <p:sp>
          <p:nvSpPr>
            <p:cNvPr id="8" name="object 8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441959" y="1128522"/>
            <a:ext cx="8275955" cy="4240530"/>
            <a:chOff x="441959" y="1128522"/>
            <a:chExt cx="8275955" cy="4240530"/>
          </a:xfrm>
        </p:grpSpPr>
        <p:sp>
          <p:nvSpPr>
            <p:cNvPr id="11" name="object 11"/>
            <p:cNvSpPr/>
            <p:nvPr/>
          </p:nvSpPr>
          <p:spPr>
            <a:xfrm>
              <a:off x="463677" y="1128521"/>
              <a:ext cx="8248650" cy="33020"/>
            </a:xfrm>
            <a:custGeom>
              <a:avLst/>
              <a:gdLst/>
              <a:ahLst/>
              <a:cxnLst/>
              <a:rect l="l" t="t" r="r" b="b"/>
              <a:pathLst>
                <a:path w="8248650" h="33019">
                  <a:moveTo>
                    <a:pt x="8248650" y="0"/>
                  </a:moveTo>
                  <a:lnTo>
                    <a:pt x="0" y="0"/>
                  </a:lnTo>
                  <a:lnTo>
                    <a:pt x="0" y="12573"/>
                  </a:lnTo>
                  <a:lnTo>
                    <a:pt x="0" y="20193"/>
                  </a:lnTo>
                  <a:lnTo>
                    <a:pt x="0" y="32766"/>
                  </a:lnTo>
                  <a:lnTo>
                    <a:pt x="8248650" y="32766"/>
                  </a:lnTo>
                  <a:lnTo>
                    <a:pt x="8248650" y="20193"/>
                  </a:lnTo>
                  <a:lnTo>
                    <a:pt x="8248650" y="12573"/>
                  </a:lnTo>
                  <a:lnTo>
                    <a:pt x="82486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63676" y="5352478"/>
              <a:ext cx="8212455" cy="12700"/>
            </a:xfrm>
            <a:custGeom>
              <a:avLst/>
              <a:gdLst/>
              <a:ahLst/>
              <a:cxnLst/>
              <a:rect l="l" t="t" r="r" b="b"/>
              <a:pathLst>
                <a:path w="8212455" h="12700">
                  <a:moveTo>
                    <a:pt x="0" y="0"/>
                  </a:moveTo>
                  <a:lnTo>
                    <a:pt x="8212074" y="0"/>
                  </a:lnTo>
                </a:path>
                <a:path w="8212455" h="12700">
                  <a:moveTo>
                    <a:pt x="0" y="12572"/>
                  </a:moveTo>
                  <a:lnTo>
                    <a:pt x="8212074" y="12572"/>
                  </a:lnTo>
                </a:path>
              </a:pathLst>
            </a:custGeom>
            <a:ln w="64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7199" y="2161032"/>
              <a:ext cx="2900680" cy="0"/>
            </a:xfrm>
            <a:custGeom>
              <a:avLst/>
              <a:gdLst/>
              <a:ahLst/>
              <a:cxnLst/>
              <a:rect l="l" t="t" r="r" b="b"/>
              <a:pathLst>
                <a:path w="2900679" h="0">
                  <a:moveTo>
                    <a:pt x="0" y="0"/>
                  </a:moveTo>
                  <a:lnTo>
                    <a:pt x="2900553" y="0"/>
                  </a:lnTo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63676" y="2473071"/>
              <a:ext cx="2894330" cy="0"/>
            </a:xfrm>
            <a:custGeom>
              <a:avLst/>
              <a:gdLst/>
              <a:ahLst/>
              <a:cxnLst/>
              <a:rect l="l" t="t" r="r" b="b"/>
              <a:pathLst>
                <a:path w="2894329" h="0">
                  <a:moveTo>
                    <a:pt x="0" y="0"/>
                  </a:moveTo>
                  <a:lnTo>
                    <a:pt x="2894076" y="0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644508" y="2161032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0" y="0"/>
                  </a:moveTo>
                  <a:lnTo>
                    <a:pt x="37719" y="0"/>
                  </a:lnTo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644508" y="2473071"/>
              <a:ext cx="67945" cy="0"/>
            </a:xfrm>
            <a:custGeom>
              <a:avLst/>
              <a:gdLst/>
              <a:ahLst/>
              <a:cxnLst/>
              <a:rect l="l" t="t" r="r" b="b"/>
              <a:pathLst>
                <a:path w="67945" h="0">
                  <a:moveTo>
                    <a:pt x="0" y="0"/>
                  </a:moveTo>
                  <a:lnTo>
                    <a:pt x="67818" y="0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718136" y="1585056"/>
            <a:ext cx="1603375" cy="3175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519430" algn="l"/>
                <a:tab pos="1017905" algn="l"/>
                <a:tab pos="1453515" algn="l"/>
              </a:tabLst>
            </a:pPr>
            <a:r>
              <a:rPr dirty="0" baseline="1501" sz="2775" spc="-22" b="1" i="1">
                <a:latin typeface="Times New Roman"/>
                <a:cs typeface="Times New Roman"/>
              </a:rPr>
              <a:t>n</a:t>
            </a:r>
            <a:r>
              <a:rPr dirty="0" baseline="1501" sz="2775" spc="-22" b="1" i="1">
                <a:latin typeface="Times New Roman"/>
                <a:cs typeface="Times New Roman"/>
              </a:rPr>
              <a:t>	</a:t>
            </a:r>
            <a:r>
              <a:rPr dirty="0" sz="1900" spc="-5" b="1" i="1">
                <a:latin typeface="Times New Roman"/>
                <a:cs typeface="Times New Roman"/>
              </a:rPr>
              <a:t>n</a:t>
            </a:r>
            <a:r>
              <a:rPr dirty="0" sz="1900" spc="-5" b="1" i="1">
                <a:latin typeface="Times New Roman"/>
                <a:cs typeface="Times New Roman"/>
              </a:rPr>
              <a:t>	</a:t>
            </a:r>
            <a:r>
              <a:rPr dirty="0" baseline="3003" sz="2775" spc="-89" b="1" i="1">
                <a:latin typeface="Times New Roman"/>
                <a:cs typeface="Times New Roman"/>
              </a:rPr>
              <a:t>n</a:t>
            </a:r>
            <a:r>
              <a:rPr dirty="0" baseline="3003" sz="2775" spc="-89" b="1" i="1">
                <a:latin typeface="Times New Roman"/>
                <a:cs typeface="Times New Roman"/>
              </a:rPr>
              <a:t>	</a:t>
            </a:r>
            <a:r>
              <a:rPr dirty="0" baseline="3003" sz="2775" spc="67" b="1" i="1">
                <a:latin typeface="Times New Roman"/>
                <a:cs typeface="Times New Roman"/>
              </a:rPr>
              <a:t>n</a:t>
            </a:r>
            <a:endParaRPr baseline="3003" sz="2775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64482" y="1619819"/>
            <a:ext cx="386080" cy="2870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00" spc="75" b="1" i="1">
                <a:latin typeface="Times New Roman"/>
                <a:cs typeface="Times New Roman"/>
              </a:rPr>
              <a:t>n</a:t>
            </a:r>
            <a:r>
              <a:rPr dirty="0" sz="1700" b="1">
                <a:latin typeface="Times New Roman"/>
                <a:cs typeface="Times New Roman"/>
              </a:rPr>
              <a:t>+</a:t>
            </a:r>
            <a:r>
              <a:rPr dirty="0" sz="1700" spc="-10" b="1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63302" y="1525194"/>
            <a:ext cx="1318260" cy="3898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  <a:tabLst>
                <a:tab pos="648335" algn="l"/>
              </a:tabLst>
            </a:pPr>
            <a:r>
              <a:rPr dirty="0" sz="1750" spc="-80" b="1" i="1">
                <a:latin typeface="Times New Roman"/>
                <a:cs typeface="Times New Roman"/>
              </a:rPr>
              <a:t>n</a:t>
            </a:r>
            <a:r>
              <a:rPr dirty="0" sz="1750" spc="-80" b="1">
                <a:latin typeface="Times New Roman"/>
                <a:cs typeface="Times New Roman"/>
              </a:rPr>
              <a:t>+1	</a:t>
            </a:r>
            <a:r>
              <a:rPr dirty="0" baseline="-23640" sz="3525" spc="179" b="1" i="1">
                <a:latin typeface="Times New Roman"/>
                <a:cs typeface="Times New Roman"/>
              </a:rPr>
              <a:t>Q</a:t>
            </a:r>
            <a:r>
              <a:rPr dirty="0" baseline="3367" sz="2475" spc="179" b="1" i="1">
                <a:latin typeface="Times New Roman"/>
                <a:cs typeface="Times New Roman"/>
              </a:rPr>
              <a:t>n</a:t>
            </a:r>
            <a:r>
              <a:rPr dirty="0" baseline="3367" sz="2475" spc="179" b="1">
                <a:latin typeface="Times New Roman"/>
                <a:cs typeface="Times New Roman"/>
              </a:rPr>
              <a:t>+1</a:t>
            </a:r>
            <a:endParaRPr baseline="3367" sz="2475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15928" y="1630731"/>
            <a:ext cx="390525" cy="2914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50" spc="60" b="1" i="1">
                <a:latin typeface="Times New Roman"/>
                <a:cs typeface="Times New Roman"/>
              </a:rPr>
              <a:t>n</a:t>
            </a:r>
            <a:r>
              <a:rPr dirty="0" sz="1750" spc="-15" b="1">
                <a:latin typeface="Times New Roman"/>
                <a:cs typeface="Times New Roman"/>
              </a:rPr>
              <a:t>+</a:t>
            </a:r>
            <a:r>
              <a:rPr dirty="0" sz="1750" spc="-25" b="1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57991" y="1154366"/>
            <a:ext cx="6000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00066"/>
                </a:solidFill>
                <a:latin typeface="新宋体"/>
                <a:cs typeface="新宋体"/>
              </a:rPr>
              <a:t>次</a:t>
            </a:r>
            <a:r>
              <a:rPr dirty="0" sz="1800" spc="-70" b="1">
                <a:solidFill>
                  <a:srgbClr val="000066"/>
                </a:solidFill>
                <a:latin typeface="新宋体"/>
                <a:cs typeface="新宋体"/>
              </a:rPr>
              <a:t> </a:t>
            </a:r>
            <a:r>
              <a:rPr dirty="0" sz="1800" spc="-10" b="1">
                <a:solidFill>
                  <a:srgbClr val="000066"/>
                </a:solidFill>
                <a:latin typeface="新宋体"/>
                <a:cs typeface="新宋体"/>
              </a:rPr>
              <a:t>态</a:t>
            </a:r>
            <a:endParaRPr sz="1800">
              <a:latin typeface="新宋体"/>
              <a:cs typeface="新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32463" y="1165034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03366"/>
                </a:solidFill>
                <a:latin typeface="新宋体"/>
                <a:cs typeface="新宋体"/>
              </a:rPr>
              <a:t>现</a:t>
            </a:r>
            <a:endParaRPr sz="1800">
              <a:latin typeface="新宋体"/>
              <a:cs typeface="新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25883" y="1165034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03366"/>
                </a:solidFill>
                <a:latin typeface="新宋体"/>
                <a:cs typeface="新宋体"/>
              </a:rPr>
              <a:t>态</a:t>
            </a:r>
            <a:endParaRPr sz="1800">
              <a:latin typeface="新宋体"/>
              <a:cs typeface="新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7696" y="1277777"/>
            <a:ext cx="69405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 spc="5" b="1">
                <a:solidFill>
                  <a:srgbClr val="003366"/>
                </a:solidFill>
                <a:latin typeface="新宋体"/>
                <a:cs typeface="新宋体"/>
              </a:rPr>
              <a:t>计数</a:t>
            </a:r>
            <a:r>
              <a:rPr dirty="0" sz="1600" spc="-5" b="1">
                <a:solidFill>
                  <a:srgbClr val="003366"/>
                </a:solidFill>
                <a:latin typeface="新宋体"/>
                <a:cs typeface="新宋体"/>
              </a:rPr>
              <a:t>脉 </a:t>
            </a:r>
            <a:r>
              <a:rPr dirty="0" sz="1600" spc="5" b="1">
                <a:solidFill>
                  <a:srgbClr val="003366"/>
                </a:solidFill>
                <a:latin typeface="新宋体"/>
                <a:cs typeface="新宋体"/>
              </a:rPr>
              <a:t>冲</a:t>
            </a:r>
            <a:r>
              <a:rPr dirty="0" sz="1600" b="1" i="1">
                <a:solidFill>
                  <a:srgbClr val="003366"/>
                </a:solidFill>
                <a:latin typeface="Times New Roman"/>
                <a:cs typeface="Times New Roman"/>
              </a:rPr>
              <a:t>C</a:t>
            </a:r>
            <a:r>
              <a:rPr dirty="0" sz="1600" spc="-5" b="1" i="1">
                <a:solidFill>
                  <a:srgbClr val="003366"/>
                </a:solidFill>
                <a:latin typeface="Times New Roman"/>
                <a:cs typeface="Times New Roman"/>
              </a:rPr>
              <a:t>P</a:t>
            </a:r>
            <a:r>
              <a:rPr dirty="0" sz="1600" spc="-5" b="1">
                <a:solidFill>
                  <a:srgbClr val="003366"/>
                </a:solidFill>
                <a:latin typeface="新宋体"/>
                <a:cs typeface="新宋体"/>
              </a:rPr>
              <a:t>的 </a:t>
            </a:r>
            <a:r>
              <a:rPr dirty="0" sz="1600" spc="5" b="1">
                <a:solidFill>
                  <a:srgbClr val="003366"/>
                </a:solidFill>
                <a:latin typeface="新宋体"/>
                <a:cs typeface="新宋体"/>
              </a:rPr>
              <a:t>顺</a:t>
            </a:r>
            <a:r>
              <a:rPr dirty="0" sz="1600" spc="-5" b="1">
                <a:solidFill>
                  <a:srgbClr val="003366"/>
                </a:solidFill>
                <a:latin typeface="新宋体"/>
                <a:cs typeface="新宋体"/>
              </a:rPr>
              <a:t>序</a:t>
            </a:r>
            <a:endParaRPr sz="1600">
              <a:latin typeface="新宋体"/>
              <a:cs typeface="新宋体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25830" y="1118425"/>
            <a:ext cx="8291830" cy="4250055"/>
            <a:chOff x="425830" y="1118425"/>
            <a:chExt cx="8291830" cy="4250055"/>
          </a:xfrm>
        </p:grpSpPr>
        <p:sp>
          <p:nvSpPr>
            <p:cNvPr id="26" name="object 26"/>
            <p:cNvSpPr/>
            <p:nvPr/>
          </p:nvSpPr>
          <p:spPr>
            <a:xfrm>
              <a:off x="463676" y="1148715"/>
              <a:ext cx="0" cy="4213225"/>
            </a:xfrm>
            <a:custGeom>
              <a:avLst/>
              <a:gdLst/>
              <a:ahLst/>
              <a:cxnLst/>
              <a:rect l="l" t="t" r="r" b="b"/>
              <a:pathLst>
                <a:path w="0" h="4213225">
                  <a:moveTo>
                    <a:pt x="0" y="0"/>
                  </a:moveTo>
                  <a:lnTo>
                    <a:pt x="0" y="4213098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464183" y="1148715"/>
              <a:ext cx="0" cy="4213225"/>
            </a:xfrm>
            <a:custGeom>
              <a:avLst/>
              <a:gdLst/>
              <a:ahLst/>
              <a:cxnLst/>
              <a:rect l="l" t="t" r="r" b="b"/>
              <a:pathLst>
                <a:path w="0" h="4213225">
                  <a:moveTo>
                    <a:pt x="0" y="0"/>
                  </a:moveTo>
                  <a:lnTo>
                    <a:pt x="0" y="4213098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937384" y="1467993"/>
              <a:ext cx="0" cy="684530"/>
            </a:xfrm>
            <a:custGeom>
              <a:avLst/>
              <a:gdLst/>
              <a:ahLst/>
              <a:cxnLst/>
              <a:rect l="l" t="t" r="r" b="b"/>
              <a:pathLst>
                <a:path w="0" h="684530">
                  <a:moveTo>
                    <a:pt x="0" y="0"/>
                  </a:moveTo>
                  <a:lnTo>
                    <a:pt x="0" y="684276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351466" y="1148715"/>
              <a:ext cx="0" cy="4213225"/>
            </a:xfrm>
            <a:custGeom>
              <a:avLst/>
              <a:gdLst/>
              <a:ahLst/>
              <a:cxnLst/>
              <a:rect l="l" t="t" r="r" b="b"/>
              <a:pathLst>
                <a:path w="0" h="4213225">
                  <a:moveTo>
                    <a:pt x="0" y="0"/>
                  </a:moveTo>
                  <a:lnTo>
                    <a:pt x="0" y="4213098"/>
                  </a:lnTo>
                </a:path>
              </a:pathLst>
            </a:custGeom>
            <a:ln w="12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408301" y="1467993"/>
              <a:ext cx="0" cy="3893820"/>
            </a:xfrm>
            <a:custGeom>
              <a:avLst/>
              <a:gdLst/>
              <a:ahLst/>
              <a:cxnLst/>
              <a:rect l="l" t="t" r="r" b="b"/>
              <a:pathLst>
                <a:path w="0" h="3893820">
                  <a:moveTo>
                    <a:pt x="0" y="0"/>
                  </a:moveTo>
                  <a:lnTo>
                    <a:pt x="0" y="389382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867786" y="1536573"/>
              <a:ext cx="0" cy="683895"/>
            </a:xfrm>
            <a:custGeom>
              <a:avLst/>
              <a:gdLst/>
              <a:ahLst/>
              <a:cxnLst/>
              <a:rect l="l" t="t" r="r" b="b"/>
              <a:pathLst>
                <a:path w="0" h="683894">
                  <a:moveTo>
                    <a:pt x="0" y="0"/>
                  </a:moveTo>
                  <a:lnTo>
                    <a:pt x="0" y="683514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937384" y="2152269"/>
              <a:ext cx="0" cy="3209925"/>
            </a:xfrm>
            <a:custGeom>
              <a:avLst/>
              <a:gdLst/>
              <a:ahLst/>
              <a:cxnLst/>
              <a:rect l="l" t="t" r="r" b="b"/>
              <a:pathLst>
                <a:path w="0" h="3209925">
                  <a:moveTo>
                    <a:pt x="0" y="0"/>
                  </a:moveTo>
                  <a:lnTo>
                    <a:pt x="0" y="3209544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879979" y="2152269"/>
              <a:ext cx="0" cy="3209925"/>
            </a:xfrm>
            <a:custGeom>
              <a:avLst/>
              <a:gdLst/>
              <a:ahLst/>
              <a:cxnLst/>
              <a:rect l="l" t="t" r="r" b="b"/>
              <a:pathLst>
                <a:path w="0" h="3209925">
                  <a:moveTo>
                    <a:pt x="0" y="0"/>
                  </a:moveTo>
                  <a:lnTo>
                    <a:pt x="0" y="3209544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30910" y="2793873"/>
              <a:ext cx="8281670" cy="2247900"/>
            </a:xfrm>
            <a:custGeom>
              <a:avLst/>
              <a:gdLst/>
              <a:ahLst/>
              <a:cxnLst/>
              <a:rect l="l" t="t" r="r" b="b"/>
              <a:pathLst>
                <a:path w="8281670" h="2247900">
                  <a:moveTo>
                    <a:pt x="32765" y="0"/>
                  </a:moveTo>
                  <a:lnTo>
                    <a:pt x="2926841" y="0"/>
                  </a:lnTo>
                </a:path>
                <a:path w="8281670" h="2247900">
                  <a:moveTo>
                    <a:pt x="8213598" y="0"/>
                  </a:moveTo>
                  <a:lnTo>
                    <a:pt x="8244840" y="0"/>
                  </a:lnTo>
                </a:path>
                <a:path w="8281670" h="2247900">
                  <a:moveTo>
                    <a:pt x="32765" y="321563"/>
                  </a:moveTo>
                  <a:lnTo>
                    <a:pt x="2926841" y="321563"/>
                  </a:lnTo>
                </a:path>
                <a:path w="8281670" h="2247900">
                  <a:moveTo>
                    <a:pt x="8213598" y="321563"/>
                  </a:moveTo>
                  <a:lnTo>
                    <a:pt x="8244840" y="321563"/>
                  </a:lnTo>
                </a:path>
                <a:path w="8281670" h="2247900">
                  <a:moveTo>
                    <a:pt x="32765" y="642365"/>
                  </a:moveTo>
                  <a:lnTo>
                    <a:pt x="2926841" y="642365"/>
                  </a:lnTo>
                </a:path>
                <a:path w="8281670" h="2247900">
                  <a:moveTo>
                    <a:pt x="8213598" y="642365"/>
                  </a:moveTo>
                  <a:lnTo>
                    <a:pt x="8244840" y="642365"/>
                  </a:lnTo>
                </a:path>
                <a:path w="8281670" h="2247900">
                  <a:moveTo>
                    <a:pt x="32765" y="963168"/>
                  </a:moveTo>
                  <a:lnTo>
                    <a:pt x="2926841" y="963168"/>
                  </a:lnTo>
                </a:path>
                <a:path w="8281670" h="2247900">
                  <a:moveTo>
                    <a:pt x="8213598" y="963168"/>
                  </a:moveTo>
                  <a:lnTo>
                    <a:pt x="8281416" y="963168"/>
                  </a:lnTo>
                </a:path>
                <a:path w="8281670" h="2247900">
                  <a:moveTo>
                    <a:pt x="0" y="1283970"/>
                  </a:moveTo>
                  <a:lnTo>
                    <a:pt x="2926841" y="1283970"/>
                  </a:lnTo>
                </a:path>
                <a:path w="8281670" h="2247900">
                  <a:moveTo>
                    <a:pt x="8213598" y="1283970"/>
                  </a:moveTo>
                  <a:lnTo>
                    <a:pt x="8248650" y="1283970"/>
                  </a:lnTo>
                </a:path>
                <a:path w="8281670" h="2247900">
                  <a:moveTo>
                    <a:pt x="32765" y="1604771"/>
                  </a:moveTo>
                  <a:lnTo>
                    <a:pt x="2926841" y="1604771"/>
                  </a:lnTo>
                </a:path>
                <a:path w="8281670" h="2247900">
                  <a:moveTo>
                    <a:pt x="8213598" y="1604771"/>
                  </a:moveTo>
                  <a:lnTo>
                    <a:pt x="8281416" y="1604771"/>
                  </a:lnTo>
                </a:path>
                <a:path w="8281670" h="2247900">
                  <a:moveTo>
                    <a:pt x="32765" y="1927097"/>
                  </a:moveTo>
                  <a:lnTo>
                    <a:pt x="2926841" y="1927097"/>
                  </a:lnTo>
                </a:path>
                <a:path w="8281670" h="2247900">
                  <a:moveTo>
                    <a:pt x="8213598" y="1927097"/>
                  </a:moveTo>
                  <a:lnTo>
                    <a:pt x="8244840" y="1927097"/>
                  </a:lnTo>
                </a:path>
                <a:path w="8281670" h="2247900">
                  <a:moveTo>
                    <a:pt x="32765" y="2247900"/>
                  </a:moveTo>
                  <a:lnTo>
                    <a:pt x="2926841" y="2247900"/>
                  </a:lnTo>
                </a:path>
                <a:path w="8281670" h="2247900">
                  <a:moveTo>
                    <a:pt x="8213598" y="2247900"/>
                  </a:moveTo>
                  <a:lnTo>
                    <a:pt x="8244840" y="2247900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8685657" y="1125093"/>
              <a:ext cx="0" cy="4213225"/>
            </a:xfrm>
            <a:custGeom>
              <a:avLst/>
              <a:gdLst/>
              <a:ahLst/>
              <a:cxnLst/>
              <a:rect l="l" t="t" r="r" b="b"/>
              <a:pathLst>
                <a:path w="0" h="4213225">
                  <a:moveTo>
                    <a:pt x="0" y="0"/>
                  </a:moveTo>
                  <a:lnTo>
                    <a:pt x="0" y="4213098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742300" y="1444371"/>
              <a:ext cx="0" cy="696595"/>
            </a:xfrm>
            <a:custGeom>
              <a:avLst/>
              <a:gdLst/>
              <a:ahLst/>
              <a:cxnLst/>
              <a:rect l="l" t="t" r="r" b="b"/>
              <a:pathLst>
                <a:path w="0" h="696594">
                  <a:moveTo>
                    <a:pt x="0" y="0"/>
                  </a:moveTo>
                  <a:lnTo>
                    <a:pt x="0" y="696467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578774" y="257215"/>
            <a:ext cx="27819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新宋体"/>
                <a:cs typeface="新宋体"/>
              </a:rPr>
              <a:t>(2)</a:t>
            </a:r>
            <a:r>
              <a:rPr dirty="0" sz="2400" spc="-55" b="1">
                <a:latin typeface="新宋体"/>
                <a:cs typeface="新宋体"/>
              </a:rPr>
              <a:t> </a:t>
            </a:r>
            <a:r>
              <a:rPr dirty="0" sz="2400" spc="-5" b="1">
                <a:latin typeface="新宋体"/>
                <a:cs typeface="新宋体"/>
              </a:rPr>
              <a:t>确定激</a:t>
            </a:r>
            <a:r>
              <a:rPr dirty="0" sz="2400" b="1">
                <a:latin typeface="新宋体"/>
                <a:cs typeface="新宋体"/>
              </a:rPr>
              <a:t>励方程</a:t>
            </a:r>
            <a:r>
              <a:rPr dirty="0" sz="2400" spc="-10" b="1">
                <a:latin typeface="新宋体"/>
                <a:cs typeface="新宋体"/>
              </a:rPr>
              <a:t>组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742301" y="5284089"/>
            <a:ext cx="0" cy="54610"/>
          </a:xfrm>
          <a:custGeom>
            <a:avLst/>
            <a:gdLst/>
            <a:ahLst/>
            <a:cxnLst/>
            <a:rect l="l" t="t" r="r" b="b"/>
            <a:pathLst>
              <a:path w="0" h="54610">
                <a:moveTo>
                  <a:pt x="0" y="0"/>
                </a:moveTo>
                <a:lnTo>
                  <a:pt x="0" y="54102"/>
                </a:lnTo>
              </a:path>
            </a:pathLst>
          </a:custGeom>
          <a:ln w="99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6793176" y="1576832"/>
            <a:ext cx="264795" cy="4286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spc="-30" b="1" i="1">
                <a:latin typeface="Times New Roman"/>
                <a:cs typeface="Times New Roman"/>
              </a:rPr>
              <a:t>D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289924" y="1578356"/>
            <a:ext cx="274320" cy="4425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700" spc="5" b="1" i="1">
                <a:latin typeface="Times New Roman"/>
                <a:cs typeface="Times New Roman"/>
              </a:rPr>
              <a:t>D</a:t>
            </a:r>
            <a:endParaRPr sz="2700">
              <a:latin typeface="Times New Roman"/>
              <a:cs typeface="Times New Roman"/>
            </a:endParaRPr>
          </a:p>
        </p:txBody>
      </p:sp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868544" y="1821457"/>
          <a:ext cx="7678420" cy="3535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5630"/>
                <a:gridCol w="473075"/>
                <a:gridCol w="470534"/>
                <a:gridCol w="471170"/>
                <a:gridCol w="477519"/>
                <a:gridCol w="819784"/>
                <a:gridCol w="820419"/>
                <a:gridCol w="882650"/>
                <a:gridCol w="903604"/>
                <a:gridCol w="483870"/>
                <a:gridCol w="469900"/>
                <a:gridCol w="458470"/>
                <a:gridCol w="344170"/>
              </a:tblGrid>
              <a:tr h="328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dirty="0" sz="2650" spc="50" b="1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19519" sz="2775" spc="75" b="1">
                          <a:latin typeface="Times New Roman"/>
                          <a:cs typeface="Times New Roman"/>
                        </a:rPr>
                        <a:t>3</a:t>
                      </a:r>
                      <a:endParaRPr baseline="-19519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4769">
                        <a:lnSpc>
                          <a:spcPts val="1925"/>
                        </a:lnSpc>
                      </a:pPr>
                      <a:r>
                        <a:rPr dirty="0" sz="2700" spc="160" b="1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0467" sz="2850" b="1">
                          <a:latin typeface="Times New Roman"/>
                          <a:cs typeface="Times New Roman"/>
                        </a:rPr>
                        <a:t>2</a:t>
                      </a:r>
                      <a:endParaRPr baseline="-20467" sz="2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ts val="1780"/>
                        </a:lnSpc>
                      </a:pPr>
                      <a:r>
                        <a:rPr dirty="0" sz="2600" spc="-50" b="1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19519" sz="2775" spc="-75" b="1">
                          <a:latin typeface="Times New Roman"/>
                          <a:cs typeface="Times New Roman"/>
                        </a:rPr>
                        <a:t>1</a:t>
                      </a:r>
                      <a:endParaRPr baseline="-19519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80"/>
                        </a:lnSpc>
                      </a:pPr>
                      <a:r>
                        <a:rPr dirty="0" sz="2600" spc="140" b="1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19519" sz="2775" spc="209" b="1">
                          <a:latin typeface="Times New Roman"/>
                          <a:cs typeface="Times New Roman"/>
                        </a:rPr>
                        <a:t>0</a:t>
                      </a:r>
                      <a:endParaRPr baseline="-19519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820"/>
                        </a:lnSpc>
                      </a:pPr>
                      <a:r>
                        <a:rPr dirty="0" sz="2450" spc="50" b="1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19607" sz="2550" spc="75" b="1">
                          <a:latin typeface="Times New Roman"/>
                          <a:cs typeface="Times New Roman"/>
                        </a:rPr>
                        <a:t>3</a:t>
                      </a:r>
                      <a:endParaRPr baseline="-19607" sz="2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1780"/>
                        </a:lnSpc>
                      </a:pPr>
                      <a:r>
                        <a:rPr dirty="0" sz="2500" spc="-80" b="1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19047" sz="2625" spc="-120" b="1">
                          <a:latin typeface="Times New Roman"/>
                          <a:cs typeface="Times New Roman"/>
                        </a:rPr>
                        <a:t>2</a:t>
                      </a:r>
                      <a:endParaRPr baseline="-19047" sz="262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946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50" b="1">
                          <a:latin typeface="Times New Roman"/>
                          <a:cs typeface="Times New Roman"/>
                        </a:rPr>
                        <a:t>1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43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1950"/>
                        </a:lnSpc>
                      </a:pPr>
                      <a:r>
                        <a:rPr dirty="0" sz="2450" spc="35" b="1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19047" sz="2625" spc="52" b="1">
                          <a:latin typeface="Times New Roman"/>
                          <a:cs typeface="Times New Roman"/>
                        </a:rPr>
                        <a:t>0</a:t>
                      </a:r>
                      <a:endParaRPr baseline="-19047" sz="262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ts val="1850"/>
                        </a:lnSpc>
                      </a:pPr>
                      <a:r>
                        <a:rPr dirty="0" sz="1850" b="1">
                          <a:latin typeface="Times New Roman"/>
                          <a:cs typeface="Times New Roman"/>
                        </a:rPr>
                        <a:t>3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94640">
                        <a:lnSpc>
                          <a:spcPts val="1985"/>
                        </a:lnSpc>
                      </a:pPr>
                      <a:r>
                        <a:rPr dirty="0" sz="1900" b="1">
                          <a:latin typeface="Times New Roman"/>
                          <a:cs typeface="Times New Roman"/>
                        </a:rPr>
                        <a:t>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5240">
                        <a:lnSpc>
                          <a:spcPts val="1839"/>
                        </a:lnSpc>
                      </a:pPr>
                      <a:r>
                        <a:rPr dirty="0" sz="1850" b="1">
                          <a:latin typeface="Times New Roman"/>
                          <a:cs typeface="Times New Roman"/>
                        </a:rPr>
                        <a:t>1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33655">
                        <a:lnSpc>
                          <a:spcPts val="2400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24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24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24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6710">
                        <a:lnSpc>
                          <a:spcPts val="24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28930">
                        <a:lnSpc>
                          <a:spcPts val="24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1950">
                        <a:lnSpc>
                          <a:spcPts val="24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97510">
                        <a:lnSpc>
                          <a:spcPts val="24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86055">
                        <a:lnSpc>
                          <a:spcPts val="221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221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221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21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33655">
                        <a:lnSpc>
                          <a:spcPts val="2385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238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238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238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7345">
                        <a:lnSpc>
                          <a:spcPts val="238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29565">
                        <a:lnSpc>
                          <a:spcPts val="238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1950">
                        <a:lnSpc>
                          <a:spcPts val="238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98145">
                        <a:lnSpc>
                          <a:spcPts val="238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marL="33020">
                        <a:lnSpc>
                          <a:spcPts val="2390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734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2956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258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9814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33020">
                        <a:lnSpc>
                          <a:spcPts val="2390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734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020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258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9814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765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32384">
                        <a:lnSpc>
                          <a:spcPts val="2390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798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020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258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9878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765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32384">
                        <a:lnSpc>
                          <a:spcPts val="2390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798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020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322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9878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6034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32384">
                        <a:lnSpc>
                          <a:spcPts val="2390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861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083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322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9941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400">
                        <a:lnSpc>
                          <a:spcPts val="220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31750">
                        <a:lnSpc>
                          <a:spcPts val="2395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8615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0835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3855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99415">
                        <a:lnSpc>
                          <a:spcPts val="2395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221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221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ts val="221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400">
                        <a:lnSpc>
                          <a:spcPts val="221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31750">
                        <a:lnSpc>
                          <a:spcPts val="2390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861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147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385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9941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6034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marL="31750">
                        <a:lnSpc>
                          <a:spcPts val="2390"/>
                        </a:lnSpc>
                      </a:pPr>
                      <a:r>
                        <a:rPr dirty="0" sz="2000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925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147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3855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00050">
                        <a:lnSpc>
                          <a:spcPts val="239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034">
                        <a:lnSpc>
                          <a:spcPts val="2200"/>
                        </a:lnSpc>
                      </a:pPr>
                      <a:r>
                        <a:rPr dirty="0" sz="20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2" name="object 42"/>
          <p:cNvSpPr txBox="1"/>
          <p:nvPr/>
        </p:nvSpPr>
        <p:spPr>
          <a:xfrm>
            <a:off x="8500719" y="1760958"/>
            <a:ext cx="148590" cy="3067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40" b="1">
                <a:latin typeface="Times New Roman"/>
                <a:cs typeface="Times New Roman"/>
              </a:rPr>
              <a:t>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825501" y="1576831"/>
            <a:ext cx="690245" cy="4273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2909" algn="l"/>
              </a:tabLst>
            </a:pPr>
            <a:r>
              <a:rPr dirty="0" sz="2600" spc="-75" b="1" i="1">
                <a:latin typeface="Times New Roman"/>
                <a:cs typeface="Times New Roman"/>
              </a:rPr>
              <a:t>D</a:t>
            </a:r>
            <a:r>
              <a:rPr dirty="0" sz="2600" spc="-75" b="1" i="1">
                <a:latin typeface="Times New Roman"/>
                <a:cs typeface="Times New Roman"/>
              </a:rPr>
              <a:t>	</a:t>
            </a:r>
            <a:r>
              <a:rPr dirty="0" sz="2600" spc="114" b="1" i="1">
                <a:latin typeface="Times New Roman"/>
                <a:cs typeface="Times New Roman"/>
              </a:rPr>
              <a:t>D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267988" y="1141221"/>
            <a:ext cx="9467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FF"/>
                </a:solidFill>
                <a:latin typeface="新宋体"/>
                <a:cs typeface="新宋体"/>
              </a:rPr>
              <a:t>输出信号</a:t>
            </a:r>
            <a:endParaRPr sz="1800">
              <a:latin typeface="新宋体"/>
              <a:cs typeface="新宋体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271384" y="5284089"/>
            <a:ext cx="0" cy="54610"/>
          </a:xfrm>
          <a:custGeom>
            <a:avLst/>
            <a:gdLst/>
            <a:ahLst/>
            <a:cxnLst/>
            <a:rect l="l" t="t" r="r" b="b"/>
            <a:pathLst>
              <a:path w="0" h="54610">
                <a:moveTo>
                  <a:pt x="0" y="0"/>
                </a:moveTo>
                <a:lnTo>
                  <a:pt x="0" y="54102"/>
                </a:lnTo>
              </a:path>
            </a:pathLst>
          </a:custGeom>
          <a:ln w="99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271384" y="2128647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0"/>
                </a:moveTo>
                <a:lnTo>
                  <a:pt x="0" y="12191"/>
                </a:lnTo>
              </a:path>
            </a:pathLst>
          </a:custGeom>
          <a:ln w="99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213979" y="5284089"/>
            <a:ext cx="0" cy="54610"/>
          </a:xfrm>
          <a:custGeom>
            <a:avLst/>
            <a:gdLst/>
            <a:ahLst/>
            <a:cxnLst/>
            <a:rect l="l" t="t" r="r" b="b"/>
            <a:pathLst>
              <a:path w="0" h="54610">
                <a:moveTo>
                  <a:pt x="0" y="0"/>
                </a:moveTo>
                <a:lnTo>
                  <a:pt x="0" y="54102"/>
                </a:lnTo>
              </a:path>
            </a:pathLst>
          </a:custGeom>
          <a:ln w="99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213979" y="2128647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0"/>
                </a:moveTo>
                <a:lnTo>
                  <a:pt x="0" y="12191"/>
                </a:lnTo>
              </a:path>
            </a:pathLst>
          </a:custGeom>
          <a:ln w="99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9" name="object 49"/>
          <p:cNvGrpSpPr/>
          <p:nvPr/>
        </p:nvGrpSpPr>
        <p:grpSpPr>
          <a:xfrm>
            <a:off x="1474850" y="1450466"/>
            <a:ext cx="7200900" cy="690880"/>
            <a:chOff x="1474850" y="1450466"/>
            <a:chExt cx="7200900" cy="690880"/>
          </a:xfrm>
        </p:grpSpPr>
        <p:sp>
          <p:nvSpPr>
            <p:cNvPr id="50" name="object 50"/>
            <p:cNvSpPr/>
            <p:nvPr/>
          </p:nvSpPr>
          <p:spPr>
            <a:xfrm>
              <a:off x="7271385" y="1450466"/>
              <a:ext cx="0" cy="678180"/>
            </a:xfrm>
            <a:custGeom>
              <a:avLst/>
              <a:gdLst/>
              <a:ahLst/>
              <a:cxnLst/>
              <a:rect l="l" t="t" r="r" b="b"/>
              <a:pathLst>
                <a:path w="0" h="678180">
                  <a:moveTo>
                    <a:pt x="0" y="0"/>
                  </a:moveTo>
                  <a:lnTo>
                    <a:pt x="0" y="678180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8201786" y="1512188"/>
              <a:ext cx="0" cy="628650"/>
            </a:xfrm>
            <a:custGeom>
              <a:avLst/>
              <a:gdLst/>
              <a:ahLst/>
              <a:cxnLst/>
              <a:rect l="l" t="t" r="r" b="b"/>
              <a:pathLst>
                <a:path w="0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ln w="12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474850" y="1485518"/>
              <a:ext cx="7200900" cy="0"/>
            </a:xfrm>
            <a:custGeom>
              <a:avLst/>
              <a:gdLst/>
              <a:ahLst/>
              <a:cxnLst/>
              <a:rect l="l" t="t" r="r" b="b"/>
              <a:pathLst>
                <a:path w="7200900" h="0">
                  <a:moveTo>
                    <a:pt x="0" y="0"/>
                  </a:moveTo>
                  <a:lnTo>
                    <a:pt x="1882902" y="0"/>
                  </a:lnTo>
                </a:path>
                <a:path w="7200900" h="0">
                  <a:moveTo>
                    <a:pt x="5311902" y="0"/>
                  </a:moveTo>
                  <a:lnTo>
                    <a:pt x="7200900" y="0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483552" y="5287495"/>
            <a:ext cx="7959725" cy="955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1280" marR="30480" indent="-43815">
              <a:lnSpc>
                <a:spcPct val="152600"/>
              </a:lnSpc>
              <a:spcBef>
                <a:spcPts val="100"/>
              </a:spcBef>
            </a:pPr>
            <a:r>
              <a:rPr dirty="0" sz="2000" spc="-10" b="1" i="1">
                <a:solidFill>
                  <a:srgbClr val="CC0000"/>
                </a:solidFill>
                <a:latin typeface="Times New Roman"/>
                <a:cs typeface="Times New Roman"/>
              </a:rPr>
              <a:t>D</a:t>
            </a:r>
            <a:r>
              <a:rPr dirty="0" baseline="-21367" sz="1950" spc="22" b="1">
                <a:solidFill>
                  <a:srgbClr val="CC0000"/>
                </a:solidFill>
                <a:latin typeface="Times New Roman"/>
                <a:cs typeface="Times New Roman"/>
              </a:rPr>
              <a:t>3</a:t>
            </a:r>
            <a:r>
              <a:rPr dirty="0" sz="2000" spc="-10" b="1">
                <a:solidFill>
                  <a:srgbClr val="CC0000"/>
                </a:solidFill>
                <a:latin typeface="新宋体"/>
                <a:cs typeface="新宋体"/>
              </a:rPr>
              <a:t>、</a:t>
            </a:r>
            <a:r>
              <a:rPr dirty="0" sz="2000" spc="-490" b="1">
                <a:solidFill>
                  <a:srgbClr val="CC0000"/>
                </a:solidFill>
                <a:latin typeface="新宋体"/>
                <a:cs typeface="新宋体"/>
              </a:rPr>
              <a:t> </a:t>
            </a:r>
            <a:r>
              <a:rPr dirty="0" sz="2000" spc="-10" b="1" i="1">
                <a:solidFill>
                  <a:srgbClr val="CC0000"/>
                </a:solidFill>
                <a:latin typeface="Times New Roman"/>
                <a:cs typeface="Times New Roman"/>
              </a:rPr>
              <a:t>D</a:t>
            </a:r>
            <a:r>
              <a:rPr dirty="0" baseline="-21367" sz="1950" spc="22" b="1">
                <a:solidFill>
                  <a:srgbClr val="CC0000"/>
                </a:solidFill>
                <a:latin typeface="Times New Roman"/>
                <a:cs typeface="Times New Roman"/>
              </a:rPr>
              <a:t>2</a:t>
            </a:r>
            <a:r>
              <a:rPr dirty="0" sz="2000" spc="-10" b="1">
                <a:solidFill>
                  <a:srgbClr val="CC0000"/>
                </a:solidFill>
                <a:latin typeface="新宋体"/>
                <a:cs typeface="新宋体"/>
              </a:rPr>
              <a:t>、</a:t>
            </a:r>
            <a:r>
              <a:rPr dirty="0" sz="2000" spc="10" b="1">
                <a:solidFill>
                  <a:srgbClr val="CC0000"/>
                </a:solidFill>
                <a:latin typeface="新宋体"/>
                <a:cs typeface="新宋体"/>
              </a:rPr>
              <a:t> </a:t>
            </a:r>
            <a:r>
              <a:rPr dirty="0" sz="2000" spc="-10" b="1" i="1">
                <a:solidFill>
                  <a:srgbClr val="CC0000"/>
                </a:solidFill>
                <a:latin typeface="Times New Roman"/>
                <a:cs typeface="Times New Roman"/>
              </a:rPr>
              <a:t>D</a:t>
            </a:r>
            <a:r>
              <a:rPr dirty="0" baseline="-21367" sz="1950" spc="22" b="1">
                <a:solidFill>
                  <a:srgbClr val="CC0000"/>
                </a:solidFill>
                <a:latin typeface="Times New Roman"/>
                <a:cs typeface="Times New Roman"/>
              </a:rPr>
              <a:t>1</a:t>
            </a:r>
            <a:r>
              <a:rPr dirty="0" sz="2000" spc="-10" b="1">
                <a:solidFill>
                  <a:srgbClr val="CC0000"/>
                </a:solidFill>
                <a:latin typeface="新宋体"/>
                <a:cs typeface="新宋体"/>
              </a:rPr>
              <a:t>、</a:t>
            </a:r>
            <a:r>
              <a:rPr dirty="0" sz="2000" spc="-490" b="1">
                <a:solidFill>
                  <a:srgbClr val="CC0000"/>
                </a:solidFill>
                <a:latin typeface="新宋体"/>
                <a:cs typeface="新宋体"/>
              </a:rPr>
              <a:t> </a:t>
            </a:r>
            <a:r>
              <a:rPr dirty="0" sz="2000" spc="-10" b="1" i="1">
                <a:solidFill>
                  <a:srgbClr val="CC0000"/>
                </a:solidFill>
                <a:latin typeface="Times New Roman"/>
                <a:cs typeface="Times New Roman"/>
              </a:rPr>
              <a:t>D</a:t>
            </a:r>
            <a:r>
              <a:rPr dirty="0" baseline="-21367" sz="1950" spc="22" b="1">
                <a:solidFill>
                  <a:srgbClr val="CC0000"/>
                </a:solidFill>
                <a:latin typeface="Times New Roman"/>
                <a:cs typeface="Times New Roman"/>
              </a:rPr>
              <a:t>0</a:t>
            </a:r>
            <a:r>
              <a:rPr dirty="0" baseline="-21367" sz="1950" spc="44" b="1">
                <a:solidFill>
                  <a:srgbClr val="CC0000"/>
                </a:solidFill>
                <a:latin typeface="新宋体"/>
                <a:cs typeface="新宋体"/>
              </a:rPr>
              <a:t>、</a:t>
            </a:r>
            <a:r>
              <a:rPr dirty="0" sz="2000" b="1">
                <a:solidFill>
                  <a:srgbClr val="CC0000"/>
                </a:solidFill>
                <a:latin typeface="新宋体"/>
                <a:cs typeface="新宋体"/>
              </a:rPr>
              <a:t>是触发器现态还是次态</a:t>
            </a:r>
            <a:r>
              <a:rPr dirty="0" sz="2000" spc="5" b="1">
                <a:solidFill>
                  <a:srgbClr val="CC0000"/>
                </a:solidFill>
                <a:latin typeface="新宋体"/>
                <a:cs typeface="新宋体"/>
              </a:rPr>
              <a:t>的</a:t>
            </a:r>
            <a:r>
              <a:rPr dirty="0" sz="2000" b="1">
                <a:solidFill>
                  <a:srgbClr val="CC0000"/>
                </a:solidFill>
                <a:latin typeface="新宋体"/>
                <a:cs typeface="新宋体"/>
              </a:rPr>
              <a:t>函</a:t>
            </a:r>
            <a:r>
              <a:rPr dirty="0" sz="2000" spc="5" b="1">
                <a:solidFill>
                  <a:srgbClr val="CC0000"/>
                </a:solidFill>
                <a:latin typeface="新宋体"/>
                <a:cs typeface="新宋体"/>
              </a:rPr>
              <a:t>数</a:t>
            </a:r>
            <a:r>
              <a:rPr dirty="0" sz="2000" b="1">
                <a:solidFill>
                  <a:srgbClr val="CC0000"/>
                </a:solidFill>
                <a:latin typeface="新宋体"/>
                <a:cs typeface="新宋体"/>
              </a:rPr>
              <a:t>？</a:t>
            </a:r>
            <a:r>
              <a:rPr dirty="0" sz="2000" spc="5" b="1">
                <a:solidFill>
                  <a:srgbClr val="CC0000"/>
                </a:solidFill>
                <a:latin typeface="新宋体"/>
                <a:cs typeface="新宋体"/>
              </a:rPr>
              <a:t>(</a:t>
            </a:r>
            <a:r>
              <a:rPr dirty="0" sz="2000" b="1">
                <a:solidFill>
                  <a:srgbClr val="CC0000"/>
                </a:solidFill>
                <a:latin typeface="新宋体"/>
                <a:cs typeface="新宋体"/>
              </a:rPr>
              <a:t>具</a:t>
            </a:r>
            <a:r>
              <a:rPr dirty="0" sz="2000" spc="5" b="1">
                <a:solidFill>
                  <a:srgbClr val="CC0000"/>
                </a:solidFill>
                <a:latin typeface="新宋体"/>
                <a:cs typeface="新宋体"/>
              </a:rPr>
              <a:t>体</a:t>
            </a:r>
            <a:r>
              <a:rPr dirty="0" sz="2000" b="1">
                <a:solidFill>
                  <a:srgbClr val="CC0000"/>
                </a:solidFill>
                <a:latin typeface="新宋体"/>
                <a:cs typeface="新宋体"/>
              </a:rPr>
              <a:t>见</a:t>
            </a:r>
            <a:r>
              <a:rPr dirty="0" sz="2000" spc="5" b="1">
                <a:solidFill>
                  <a:srgbClr val="CC0000"/>
                </a:solidFill>
                <a:latin typeface="新宋体"/>
                <a:cs typeface="新宋体"/>
              </a:rPr>
              <a:t>上</a:t>
            </a:r>
            <a:r>
              <a:rPr dirty="0" sz="2000" b="1">
                <a:solidFill>
                  <a:srgbClr val="CC0000"/>
                </a:solidFill>
                <a:latin typeface="新宋体"/>
                <a:cs typeface="新宋体"/>
              </a:rPr>
              <a:t>页图</a:t>
            </a:r>
            <a:r>
              <a:rPr dirty="0" sz="2000" spc="5" b="1">
                <a:solidFill>
                  <a:srgbClr val="CC0000"/>
                </a:solidFill>
                <a:latin typeface="新宋体"/>
                <a:cs typeface="新宋体"/>
              </a:rPr>
              <a:t>形</a:t>
            </a:r>
            <a:r>
              <a:rPr dirty="0" sz="2000" spc="-10" b="1">
                <a:solidFill>
                  <a:srgbClr val="CC0000"/>
                </a:solidFill>
                <a:latin typeface="新宋体"/>
                <a:cs typeface="新宋体"/>
              </a:rPr>
              <a:t>)  </a:t>
            </a:r>
            <a:r>
              <a:rPr dirty="0" sz="2000" spc="-10" b="1" i="1">
                <a:solidFill>
                  <a:srgbClr val="CC0000"/>
                </a:solidFill>
                <a:latin typeface="Times New Roman"/>
                <a:cs typeface="Times New Roman"/>
              </a:rPr>
              <a:t>D</a:t>
            </a:r>
            <a:r>
              <a:rPr dirty="0" baseline="-21367" sz="1950" spc="22" b="1">
                <a:solidFill>
                  <a:srgbClr val="CC0000"/>
                </a:solidFill>
                <a:latin typeface="Times New Roman"/>
                <a:cs typeface="Times New Roman"/>
              </a:rPr>
              <a:t>3</a:t>
            </a:r>
            <a:r>
              <a:rPr dirty="0" sz="2000" spc="-10" b="1">
                <a:solidFill>
                  <a:srgbClr val="CC0000"/>
                </a:solidFill>
                <a:latin typeface="新宋体"/>
                <a:cs typeface="新宋体"/>
              </a:rPr>
              <a:t>、</a:t>
            </a:r>
            <a:r>
              <a:rPr dirty="0" sz="2000" spc="-490" b="1">
                <a:solidFill>
                  <a:srgbClr val="CC0000"/>
                </a:solidFill>
                <a:latin typeface="新宋体"/>
                <a:cs typeface="新宋体"/>
              </a:rPr>
              <a:t> </a:t>
            </a:r>
            <a:r>
              <a:rPr dirty="0" sz="2000" spc="-10" b="1" i="1">
                <a:solidFill>
                  <a:srgbClr val="CC0000"/>
                </a:solidFill>
                <a:latin typeface="Times New Roman"/>
                <a:cs typeface="Times New Roman"/>
              </a:rPr>
              <a:t>D</a:t>
            </a:r>
            <a:r>
              <a:rPr dirty="0" baseline="-21367" sz="1950" spc="22" b="1">
                <a:solidFill>
                  <a:srgbClr val="CC0000"/>
                </a:solidFill>
                <a:latin typeface="Times New Roman"/>
                <a:cs typeface="Times New Roman"/>
              </a:rPr>
              <a:t>2</a:t>
            </a:r>
            <a:r>
              <a:rPr dirty="0" sz="2000" spc="-10" b="1">
                <a:solidFill>
                  <a:srgbClr val="CC0000"/>
                </a:solidFill>
                <a:latin typeface="新宋体"/>
                <a:cs typeface="新宋体"/>
              </a:rPr>
              <a:t>、</a:t>
            </a:r>
            <a:r>
              <a:rPr dirty="0" sz="2000" spc="10" b="1">
                <a:solidFill>
                  <a:srgbClr val="CC0000"/>
                </a:solidFill>
                <a:latin typeface="新宋体"/>
                <a:cs typeface="新宋体"/>
              </a:rPr>
              <a:t> </a:t>
            </a:r>
            <a:r>
              <a:rPr dirty="0" sz="2000" spc="-10" b="1" i="1">
                <a:solidFill>
                  <a:srgbClr val="CC0000"/>
                </a:solidFill>
                <a:latin typeface="Times New Roman"/>
                <a:cs typeface="Times New Roman"/>
              </a:rPr>
              <a:t>D</a:t>
            </a:r>
            <a:r>
              <a:rPr dirty="0" baseline="-21367" sz="1950" spc="22" b="1">
                <a:solidFill>
                  <a:srgbClr val="CC0000"/>
                </a:solidFill>
                <a:latin typeface="Times New Roman"/>
                <a:cs typeface="Times New Roman"/>
              </a:rPr>
              <a:t>1</a:t>
            </a:r>
            <a:r>
              <a:rPr dirty="0" sz="2000" spc="-10" b="1">
                <a:solidFill>
                  <a:srgbClr val="CC0000"/>
                </a:solidFill>
                <a:latin typeface="新宋体"/>
                <a:cs typeface="新宋体"/>
              </a:rPr>
              <a:t>、</a:t>
            </a:r>
            <a:r>
              <a:rPr dirty="0" sz="2000" spc="-490" b="1">
                <a:solidFill>
                  <a:srgbClr val="CC0000"/>
                </a:solidFill>
                <a:latin typeface="新宋体"/>
                <a:cs typeface="新宋体"/>
              </a:rPr>
              <a:t> </a:t>
            </a:r>
            <a:r>
              <a:rPr dirty="0" sz="2000" spc="-10" b="1" i="1">
                <a:solidFill>
                  <a:srgbClr val="CC0000"/>
                </a:solidFill>
                <a:latin typeface="Times New Roman"/>
                <a:cs typeface="Times New Roman"/>
              </a:rPr>
              <a:t>D</a:t>
            </a:r>
            <a:r>
              <a:rPr dirty="0" baseline="-21367" sz="1950" spc="22" b="1">
                <a:solidFill>
                  <a:srgbClr val="CC0000"/>
                </a:solidFill>
                <a:latin typeface="Times New Roman"/>
                <a:cs typeface="Times New Roman"/>
              </a:rPr>
              <a:t>0</a:t>
            </a:r>
            <a:r>
              <a:rPr dirty="0" sz="2000" b="1">
                <a:solidFill>
                  <a:srgbClr val="CC0000"/>
                </a:solidFill>
                <a:latin typeface="新宋体"/>
                <a:cs typeface="新宋体"/>
              </a:rPr>
              <a:t>是触发器现态的函数</a:t>
            </a:r>
            <a:endParaRPr sz="2000">
              <a:latin typeface="新宋体"/>
              <a:cs typeface="新宋体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352800" y="1136141"/>
            <a:ext cx="5297170" cy="4224655"/>
            <a:chOff x="3352800" y="1136141"/>
            <a:chExt cx="5297170" cy="4224655"/>
          </a:xfrm>
        </p:grpSpPr>
        <p:sp>
          <p:nvSpPr>
            <p:cNvPr id="55" name="object 55"/>
            <p:cNvSpPr/>
            <p:nvPr/>
          </p:nvSpPr>
          <p:spPr>
            <a:xfrm>
              <a:off x="6786753" y="2140838"/>
              <a:ext cx="1858010" cy="3143250"/>
            </a:xfrm>
            <a:custGeom>
              <a:avLst/>
              <a:gdLst/>
              <a:ahLst/>
              <a:cxnLst/>
              <a:rect l="l" t="t" r="r" b="b"/>
              <a:pathLst>
                <a:path w="1858009" h="3143250">
                  <a:moveTo>
                    <a:pt x="1857755" y="0"/>
                  </a:moveTo>
                  <a:lnTo>
                    <a:pt x="0" y="0"/>
                  </a:lnTo>
                  <a:lnTo>
                    <a:pt x="0" y="3143250"/>
                  </a:lnTo>
                  <a:lnTo>
                    <a:pt x="1857755" y="3143250"/>
                  </a:lnTo>
                  <a:lnTo>
                    <a:pt x="185775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786753" y="2140838"/>
              <a:ext cx="1858010" cy="3143250"/>
            </a:xfrm>
            <a:custGeom>
              <a:avLst/>
              <a:gdLst/>
              <a:ahLst/>
              <a:cxnLst/>
              <a:rect l="l" t="t" r="r" b="b"/>
              <a:pathLst>
                <a:path w="1858009" h="3143250">
                  <a:moveTo>
                    <a:pt x="0" y="0"/>
                  </a:moveTo>
                  <a:lnTo>
                    <a:pt x="1857755" y="0"/>
                  </a:lnTo>
                  <a:lnTo>
                    <a:pt x="1857755" y="3143250"/>
                  </a:lnTo>
                  <a:lnTo>
                    <a:pt x="0" y="3143250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357752" y="1141094"/>
              <a:ext cx="3429000" cy="4215130"/>
            </a:xfrm>
            <a:custGeom>
              <a:avLst/>
              <a:gdLst/>
              <a:ahLst/>
              <a:cxnLst/>
              <a:rect l="l" t="t" r="r" b="b"/>
              <a:pathLst>
                <a:path w="3429000" h="4215130">
                  <a:moveTo>
                    <a:pt x="3429000" y="0"/>
                  </a:moveTo>
                  <a:lnTo>
                    <a:pt x="0" y="0"/>
                  </a:lnTo>
                  <a:lnTo>
                    <a:pt x="0" y="4214622"/>
                  </a:lnTo>
                  <a:lnTo>
                    <a:pt x="3429000" y="4214622"/>
                  </a:lnTo>
                  <a:lnTo>
                    <a:pt x="34290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357752" y="1141094"/>
              <a:ext cx="3429000" cy="4215130"/>
            </a:xfrm>
            <a:custGeom>
              <a:avLst/>
              <a:gdLst/>
              <a:ahLst/>
              <a:cxnLst/>
              <a:rect l="l" t="t" r="r" b="b"/>
              <a:pathLst>
                <a:path w="3429000" h="4215130">
                  <a:moveTo>
                    <a:pt x="0" y="0"/>
                  </a:moveTo>
                  <a:lnTo>
                    <a:pt x="3429000" y="0"/>
                  </a:lnTo>
                  <a:lnTo>
                    <a:pt x="3429000" y="4214622"/>
                  </a:lnTo>
                  <a:lnTo>
                    <a:pt x="0" y="4214622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5935" y="3227553"/>
            <a:ext cx="8903970" cy="3592829"/>
            <a:chOff x="245935" y="3227553"/>
            <a:chExt cx="8903970" cy="3592829"/>
          </a:xfrm>
        </p:grpSpPr>
        <p:sp>
          <p:nvSpPr>
            <p:cNvPr id="4" name="object 4"/>
            <p:cNvSpPr/>
            <p:nvPr/>
          </p:nvSpPr>
          <p:spPr>
            <a:xfrm>
              <a:off x="250697" y="6813804"/>
              <a:ext cx="8893810" cy="1905"/>
            </a:xfrm>
            <a:custGeom>
              <a:avLst/>
              <a:gdLst/>
              <a:ahLst/>
              <a:cxnLst/>
              <a:rect l="l" t="t" r="r" b="b"/>
              <a:pathLst>
                <a:path w="8893810" h="1904">
                  <a:moveTo>
                    <a:pt x="0" y="0"/>
                  </a:moveTo>
                  <a:lnTo>
                    <a:pt x="8893302" y="1524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929502" y="6093332"/>
              <a:ext cx="3215005" cy="715010"/>
            </a:xfrm>
            <a:custGeom>
              <a:avLst/>
              <a:gdLst/>
              <a:ahLst/>
              <a:cxnLst/>
              <a:rect l="l" t="t" r="r" b="b"/>
              <a:pathLst>
                <a:path w="3215004" h="715009">
                  <a:moveTo>
                    <a:pt x="3214497" y="0"/>
                  </a:moveTo>
                  <a:lnTo>
                    <a:pt x="0" y="0"/>
                  </a:lnTo>
                  <a:lnTo>
                    <a:pt x="0" y="714755"/>
                  </a:lnTo>
                  <a:lnTo>
                    <a:pt x="3214497" y="714755"/>
                  </a:lnTo>
                  <a:lnTo>
                    <a:pt x="321449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929502" y="6093332"/>
              <a:ext cx="3215005" cy="715010"/>
            </a:xfrm>
            <a:custGeom>
              <a:avLst/>
              <a:gdLst/>
              <a:ahLst/>
              <a:cxnLst/>
              <a:rect l="l" t="t" r="r" b="b"/>
              <a:pathLst>
                <a:path w="3215004" h="715009">
                  <a:moveTo>
                    <a:pt x="0" y="0"/>
                  </a:moveTo>
                  <a:lnTo>
                    <a:pt x="3214878" y="0"/>
                  </a:lnTo>
                  <a:lnTo>
                    <a:pt x="3214878" y="714755"/>
                  </a:lnTo>
                  <a:lnTo>
                    <a:pt x="0" y="714755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661909" y="4294632"/>
              <a:ext cx="321945" cy="799465"/>
            </a:xfrm>
            <a:custGeom>
              <a:avLst/>
              <a:gdLst/>
              <a:ahLst/>
              <a:cxnLst/>
              <a:rect l="l" t="t" r="r" b="b"/>
              <a:pathLst>
                <a:path w="321945" h="799464">
                  <a:moveTo>
                    <a:pt x="156209" y="794506"/>
                  </a:moveTo>
                  <a:lnTo>
                    <a:pt x="102652" y="794506"/>
                  </a:lnTo>
                  <a:lnTo>
                    <a:pt x="102652" y="781481"/>
                  </a:lnTo>
                  <a:lnTo>
                    <a:pt x="107115" y="781481"/>
                  </a:lnTo>
                  <a:lnTo>
                    <a:pt x="129431" y="785823"/>
                  </a:lnTo>
                  <a:lnTo>
                    <a:pt x="156209" y="785823"/>
                  </a:lnTo>
                  <a:lnTo>
                    <a:pt x="156209" y="794506"/>
                  </a:lnTo>
                  <a:close/>
                </a:path>
                <a:path w="321945" h="799464">
                  <a:moveTo>
                    <a:pt x="151746" y="785823"/>
                  </a:moveTo>
                  <a:lnTo>
                    <a:pt x="129431" y="785823"/>
                  </a:lnTo>
                  <a:lnTo>
                    <a:pt x="151746" y="781481"/>
                  </a:lnTo>
                  <a:lnTo>
                    <a:pt x="151746" y="785823"/>
                  </a:lnTo>
                  <a:close/>
                </a:path>
                <a:path w="321945" h="799464">
                  <a:moveTo>
                    <a:pt x="151746" y="798848"/>
                  </a:moveTo>
                  <a:lnTo>
                    <a:pt x="129431" y="798848"/>
                  </a:lnTo>
                  <a:lnTo>
                    <a:pt x="107115" y="794506"/>
                  </a:lnTo>
                  <a:lnTo>
                    <a:pt x="151746" y="794506"/>
                  </a:lnTo>
                  <a:lnTo>
                    <a:pt x="151746" y="798848"/>
                  </a:lnTo>
                  <a:close/>
                </a:path>
                <a:path w="321945" h="799464">
                  <a:moveTo>
                    <a:pt x="223157" y="794506"/>
                  </a:moveTo>
                  <a:lnTo>
                    <a:pt x="200841" y="794506"/>
                  </a:lnTo>
                  <a:lnTo>
                    <a:pt x="196378" y="790165"/>
                  </a:lnTo>
                  <a:lnTo>
                    <a:pt x="205304" y="781481"/>
                  </a:lnTo>
                  <a:lnTo>
                    <a:pt x="218693" y="781481"/>
                  </a:lnTo>
                  <a:lnTo>
                    <a:pt x="241009" y="772798"/>
                  </a:lnTo>
                  <a:lnTo>
                    <a:pt x="236546" y="777140"/>
                  </a:lnTo>
                  <a:lnTo>
                    <a:pt x="254399" y="777140"/>
                  </a:lnTo>
                  <a:lnTo>
                    <a:pt x="254399" y="781481"/>
                  </a:lnTo>
                  <a:lnTo>
                    <a:pt x="249935" y="785823"/>
                  </a:lnTo>
                  <a:lnTo>
                    <a:pt x="245472" y="785823"/>
                  </a:lnTo>
                  <a:lnTo>
                    <a:pt x="223157" y="794506"/>
                  </a:lnTo>
                  <a:close/>
                </a:path>
                <a:path w="321945" h="799464">
                  <a:moveTo>
                    <a:pt x="249935" y="777140"/>
                  </a:moveTo>
                  <a:lnTo>
                    <a:pt x="236546" y="777140"/>
                  </a:lnTo>
                  <a:lnTo>
                    <a:pt x="241009" y="772798"/>
                  </a:lnTo>
                  <a:lnTo>
                    <a:pt x="249935" y="772798"/>
                  </a:lnTo>
                  <a:lnTo>
                    <a:pt x="249935" y="777140"/>
                  </a:lnTo>
                  <a:close/>
                </a:path>
                <a:path w="321945" h="799464">
                  <a:moveTo>
                    <a:pt x="62483" y="772798"/>
                  </a:moveTo>
                  <a:lnTo>
                    <a:pt x="53557" y="772798"/>
                  </a:lnTo>
                  <a:lnTo>
                    <a:pt x="22315" y="742407"/>
                  </a:lnTo>
                  <a:lnTo>
                    <a:pt x="22315" y="738066"/>
                  </a:lnTo>
                  <a:lnTo>
                    <a:pt x="26778" y="733724"/>
                  </a:lnTo>
                  <a:lnTo>
                    <a:pt x="26778" y="729383"/>
                  </a:lnTo>
                  <a:lnTo>
                    <a:pt x="31241" y="733724"/>
                  </a:lnTo>
                  <a:lnTo>
                    <a:pt x="35705" y="733724"/>
                  </a:lnTo>
                  <a:lnTo>
                    <a:pt x="49094" y="751090"/>
                  </a:lnTo>
                  <a:lnTo>
                    <a:pt x="62483" y="764115"/>
                  </a:lnTo>
                  <a:lnTo>
                    <a:pt x="62483" y="772798"/>
                  </a:lnTo>
                  <a:close/>
                </a:path>
                <a:path w="321945" h="799464">
                  <a:moveTo>
                    <a:pt x="294567" y="751090"/>
                  </a:moveTo>
                  <a:lnTo>
                    <a:pt x="285641" y="751090"/>
                  </a:lnTo>
                  <a:lnTo>
                    <a:pt x="281177" y="746749"/>
                  </a:lnTo>
                  <a:lnTo>
                    <a:pt x="285641" y="742407"/>
                  </a:lnTo>
                  <a:lnTo>
                    <a:pt x="303493" y="707675"/>
                  </a:lnTo>
                  <a:lnTo>
                    <a:pt x="303493" y="703333"/>
                  </a:lnTo>
                  <a:lnTo>
                    <a:pt x="312419" y="703333"/>
                  </a:lnTo>
                  <a:lnTo>
                    <a:pt x="316883" y="707675"/>
                  </a:lnTo>
                  <a:lnTo>
                    <a:pt x="316883" y="712016"/>
                  </a:lnTo>
                  <a:lnTo>
                    <a:pt x="312419" y="720699"/>
                  </a:lnTo>
                  <a:lnTo>
                    <a:pt x="299030" y="742407"/>
                  </a:lnTo>
                  <a:lnTo>
                    <a:pt x="294567" y="751090"/>
                  </a:lnTo>
                  <a:close/>
                </a:path>
                <a:path w="321945" h="799464">
                  <a:moveTo>
                    <a:pt x="13389" y="694650"/>
                  </a:moveTo>
                  <a:lnTo>
                    <a:pt x="4463" y="694650"/>
                  </a:lnTo>
                  <a:lnTo>
                    <a:pt x="4463" y="690309"/>
                  </a:lnTo>
                  <a:lnTo>
                    <a:pt x="0" y="672942"/>
                  </a:lnTo>
                  <a:lnTo>
                    <a:pt x="0" y="642551"/>
                  </a:lnTo>
                  <a:lnTo>
                    <a:pt x="4463" y="642551"/>
                  </a:lnTo>
                  <a:lnTo>
                    <a:pt x="8926" y="638210"/>
                  </a:lnTo>
                  <a:lnTo>
                    <a:pt x="13389" y="642551"/>
                  </a:lnTo>
                  <a:lnTo>
                    <a:pt x="13389" y="672942"/>
                  </a:lnTo>
                  <a:lnTo>
                    <a:pt x="17852" y="685967"/>
                  </a:lnTo>
                  <a:lnTo>
                    <a:pt x="17852" y="690309"/>
                  </a:lnTo>
                  <a:lnTo>
                    <a:pt x="13389" y="690309"/>
                  </a:lnTo>
                  <a:lnTo>
                    <a:pt x="13389" y="694650"/>
                  </a:lnTo>
                  <a:close/>
                </a:path>
                <a:path w="321945" h="799464">
                  <a:moveTo>
                    <a:pt x="316883" y="664259"/>
                  </a:moveTo>
                  <a:lnTo>
                    <a:pt x="312419" y="664259"/>
                  </a:lnTo>
                  <a:lnTo>
                    <a:pt x="312419" y="659918"/>
                  </a:lnTo>
                  <a:lnTo>
                    <a:pt x="307956" y="659918"/>
                  </a:lnTo>
                  <a:lnTo>
                    <a:pt x="307956" y="612160"/>
                  </a:lnTo>
                  <a:lnTo>
                    <a:pt x="312419" y="612160"/>
                  </a:lnTo>
                  <a:lnTo>
                    <a:pt x="316883" y="607819"/>
                  </a:lnTo>
                  <a:lnTo>
                    <a:pt x="321346" y="612160"/>
                  </a:lnTo>
                  <a:lnTo>
                    <a:pt x="321346" y="659918"/>
                  </a:lnTo>
                  <a:lnTo>
                    <a:pt x="316883" y="664259"/>
                  </a:lnTo>
                  <a:close/>
                </a:path>
                <a:path w="321945" h="799464">
                  <a:moveTo>
                    <a:pt x="13389" y="599136"/>
                  </a:moveTo>
                  <a:lnTo>
                    <a:pt x="4463" y="599136"/>
                  </a:lnTo>
                  <a:lnTo>
                    <a:pt x="0" y="594794"/>
                  </a:lnTo>
                  <a:lnTo>
                    <a:pt x="0" y="551378"/>
                  </a:lnTo>
                  <a:lnTo>
                    <a:pt x="4463" y="547037"/>
                  </a:lnTo>
                  <a:lnTo>
                    <a:pt x="13389" y="547037"/>
                  </a:lnTo>
                  <a:lnTo>
                    <a:pt x="13389" y="599136"/>
                  </a:lnTo>
                  <a:close/>
                </a:path>
                <a:path w="321945" h="799464">
                  <a:moveTo>
                    <a:pt x="321346" y="568745"/>
                  </a:moveTo>
                  <a:lnTo>
                    <a:pt x="312419" y="568745"/>
                  </a:lnTo>
                  <a:lnTo>
                    <a:pt x="307956" y="564403"/>
                  </a:lnTo>
                  <a:lnTo>
                    <a:pt x="307956" y="516646"/>
                  </a:lnTo>
                  <a:lnTo>
                    <a:pt x="312419" y="516646"/>
                  </a:lnTo>
                  <a:lnTo>
                    <a:pt x="316883" y="512304"/>
                  </a:lnTo>
                  <a:lnTo>
                    <a:pt x="321346" y="516646"/>
                  </a:lnTo>
                  <a:lnTo>
                    <a:pt x="321346" y="568745"/>
                  </a:lnTo>
                  <a:close/>
                </a:path>
                <a:path w="321945" h="799464">
                  <a:moveTo>
                    <a:pt x="13389" y="503621"/>
                  </a:moveTo>
                  <a:lnTo>
                    <a:pt x="4463" y="503621"/>
                  </a:lnTo>
                  <a:lnTo>
                    <a:pt x="0" y="499280"/>
                  </a:lnTo>
                  <a:lnTo>
                    <a:pt x="0" y="455864"/>
                  </a:lnTo>
                  <a:lnTo>
                    <a:pt x="4463" y="451522"/>
                  </a:lnTo>
                  <a:lnTo>
                    <a:pt x="13389" y="451522"/>
                  </a:lnTo>
                  <a:lnTo>
                    <a:pt x="13389" y="503621"/>
                  </a:lnTo>
                  <a:close/>
                </a:path>
                <a:path w="321945" h="799464">
                  <a:moveTo>
                    <a:pt x="321346" y="473230"/>
                  </a:moveTo>
                  <a:lnTo>
                    <a:pt x="312419" y="473230"/>
                  </a:lnTo>
                  <a:lnTo>
                    <a:pt x="307956" y="468889"/>
                  </a:lnTo>
                  <a:lnTo>
                    <a:pt x="307956" y="425473"/>
                  </a:lnTo>
                  <a:lnTo>
                    <a:pt x="312419" y="421131"/>
                  </a:lnTo>
                  <a:lnTo>
                    <a:pt x="321346" y="421131"/>
                  </a:lnTo>
                  <a:lnTo>
                    <a:pt x="321346" y="473230"/>
                  </a:lnTo>
                  <a:close/>
                </a:path>
                <a:path w="321945" h="799464">
                  <a:moveTo>
                    <a:pt x="13389" y="408107"/>
                  </a:moveTo>
                  <a:lnTo>
                    <a:pt x="4463" y="408107"/>
                  </a:lnTo>
                  <a:lnTo>
                    <a:pt x="0" y="403765"/>
                  </a:lnTo>
                  <a:lnTo>
                    <a:pt x="0" y="360349"/>
                  </a:lnTo>
                  <a:lnTo>
                    <a:pt x="4463" y="356008"/>
                  </a:lnTo>
                  <a:lnTo>
                    <a:pt x="13389" y="356008"/>
                  </a:lnTo>
                  <a:lnTo>
                    <a:pt x="13389" y="408107"/>
                  </a:lnTo>
                  <a:close/>
                </a:path>
                <a:path w="321945" h="799464">
                  <a:moveTo>
                    <a:pt x="321346" y="377716"/>
                  </a:moveTo>
                  <a:lnTo>
                    <a:pt x="312419" y="377716"/>
                  </a:lnTo>
                  <a:lnTo>
                    <a:pt x="307956" y="373374"/>
                  </a:lnTo>
                  <a:lnTo>
                    <a:pt x="307956" y="329959"/>
                  </a:lnTo>
                  <a:lnTo>
                    <a:pt x="312419" y="325617"/>
                  </a:lnTo>
                  <a:lnTo>
                    <a:pt x="321346" y="325617"/>
                  </a:lnTo>
                  <a:lnTo>
                    <a:pt x="321346" y="377716"/>
                  </a:lnTo>
                  <a:close/>
                </a:path>
                <a:path w="321945" h="799464">
                  <a:moveTo>
                    <a:pt x="13389" y="312592"/>
                  </a:moveTo>
                  <a:lnTo>
                    <a:pt x="4463" y="312592"/>
                  </a:lnTo>
                  <a:lnTo>
                    <a:pt x="0" y="308251"/>
                  </a:lnTo>
                  <a:lnTo>
                    <a:pt x="0" y="264835"/>
                  </a:lnTo>
                  <a:lnTo>
                    <a:pt x="4463" y="260493"/>
                  </a:lnTo>
                  <a:lnTo>
                    <a:pt x="13389" y="260493"/>
                  </a:lnTo>
                  <a:lnTo>
                    <a:pt x="13389" y="312592"/>
                  </a:lnTo>
                  <a:close/>
                </a:path>
                <a:path w="321945" h="799464">
                  <a:moveTo>
                    <a:pt x="321346" y="282201"/>
                  </a:moveTo>
                  <a:lnTo>
                    <a:pt x="312419" y="282201"/>
                  </a:lnTo>
                  <a:lnTo>
                    <a:pt x="307956" y="277860"/>
                  </a:lnTo>
                  <a:lnTo>
                    <a:pt x="307956" y="234444"/>
                  </a:lnTo>
                  <a:lnTo>
                    <a:pt x="312419" y="230103"/>
                  </a:lnTo>
                  <a:lnTo>
                    <a:pt x="321346" y="230103"/>
                  </a:lnTo>
                  <a:lnTo>
                    <a:pt x="321346" y="282201"/>
                  </a:lnTo>
                  <a:close/>
                </a:path>
                <a:path w="321945" h="799464">
                  <a:moveTo>
                    <a:pt x="13389" y="217078"/>
                  </a:moveTo>
                  <a:lnTo>
                    <a:pt x="0" y="217078"/>
                  </a:lnTo>
                  <a:lnTo>
                    <a:pt x="0" y="169321"/>
                  </a:lnTo>
                  <a:lnTo>
                    <a:pt x="4463" y="169321"/>
                  </a:lnTo>
                  <a:lnTo>
                    <a:pt x="8926" y="164979"/>
                  </a:lnTo>
                  <a:lnTo>
                    <a:pt x="13389" y="169321"/>
                  </a:lnTo>
                  <a:lnTo>
                    <a:pt x="13389" y="217078"/>
                  </a:lnTo>
                  <a:close/>
                </a:path>
                <a:path w="321945" h="799464">
                  <a:moveTo>
                    <a:pt x="8926" y="221419"/>
                  </a:moveTo>
                  <a:lnTo>
                    <a:pt x="4463" y="217078"/>
                  </a:lnTo>
                  <a:lnTo>
                    <a:pt x="8926" y="217078"/>
                  </a:lnTo>
                  <a:lnTo>
                    <a:pt x="8926" y="221419"/>
                  </a:lnTo>
                  <a:close/>
                </a:path>
                <a:path w="321945" h="799464">
                  <a:moveTo>
                    <a:pt x="321346" y="186687"/>
                  </a:moveTo>
                  <a:lnTo>
                    <a:pt x="307956" y="186687"/>
                  </a:lnTo>
                  <a:lnTo>
                    <a:pt x="307956" y="138930"/>
                  </a:lnTo>
                  <a:lnTo>
                    <a:pt x="312419" y="134588"/>
                  </a:lnTo>
                  <a:lnTo>
                    <a:pt x="321346" y="134588"/>
                  </a:lnTo>
                  <a:lnTo>
                    <a:pt x="321346" y="186687"/>
                  </a:lnTo>
                  <a:close/>
                </a:path>
                <a:path w="321945" h="799464">
                  <a:moveTo>
                    <a:pt x="8926" y="125905"/>
                  </a:moveTo>
                  <a:lnTo>
                    <a:pt x="0" y="117222"/>
                  </a:lnTo>
                  <a:lnTo>
                    <a:pt x="4463" y="95514"/>
                  </a:lnTo>
                  <a:lnTo>
                    <a:pt x="8926" y="78148"/>
                  </a:lnTo>
                  <a:lnTo>
                    <a:pt x="17852" y="69465"/>
                  </a:lnTo>
                  <a:lnTo>
                    <a:pt x="17852" y="73806"/>
                  </a:lnTo>
                  <a:lnTo>
                    <a:pt x="22315" y="73806"/>
                  </a:lnTo>
                  <a:lnTo>
                    <a:pt x="22315" y="78148"/>
                  </a:lnTo>
                  <a:lnTo>
                    <a:pt x="17852" y="99856"/>
                  </a:lnTo>
                  <a:lnTo>
                    <a:pt x="17852" y="117222"/>
                  </a:lnTo>
                  <a:lnTo>
                    <a:pt x="8926" y="125905"/>
                  </a:lnTo>
                  <a:close/>
                </a:path>
                <a:path w="321945" h="799464">
                  <a:moveTo>
                    <a:pt x="312419" y="95514"/>
                  </a:moveTo>
                  <a:lnTo>
                    <a:pt x="307956" y="95514"/>
                  </a:lnTo>
                  <a:lnTo>
                    <a:pt x="303493" y="91172"/>
                  </a:lnTo>
                  <a:lnTo>
                    <a:pt x="299030" y="78148"/>
                  </a:lnTo>
                  <a:lnTo>
                    <a:pt x="290104" y="60781"/>
                  </a:lnTo>
                  <a:lnTo>
                    <a:pt x="285641" y="56440"/>
                  </a:lnTo>
                  <a:lnTo>
                    <a:pt x="285641" y="47757"/>
                  </a:lnTo>
                  <a:lnTo>
                    <a:pt x="290104" y="43415"/>
                  </a:lnTo>
                  <a:lnTo>
                    <a:pt x="299030" y="52098"/>
                  </a:lnTo>
                  <a:lnTo>
                    <a:pt x="312419" y="73806"/>
                  </a:lnTo>
                  <a:lnTo>
                    <a:pt x="316883" y="86831"/>
                  </a:lnTo>
                  <a:lnTo>
                    <a:pt x="316883" y="91172"/>
                  </a:lnTo>
                  <a:lnTo>
                    <a:pt x="312419" y="95514"/>
                  </a:lnTo>
                  <a:close/>
                </a:path>
                <a:path w="321945" h="799464">
                  <a:moveTo>
                    <a:pt x="53557" y="39074"/>
                  </a:moveTo>
                  <a:lnTo>
                    <a:pt x="44631" y="39074"/>
                  </a:lnTo>
                  <a:lnTo>
                    <a:pt x="40168" y="34732"/>
                  </a:lnTo>
                  <a:lnTo>
                    <a:pt x="58020" y="17366"/>
                  </a:lnTo>
                  <a:lnTo>
                    <a:pt x="80336" y="8683"/>
                  </a:lnTo>
                  <a:lnTo>
                    <a:pt x="84799" y="4341"/>
                  </a:lnTo>
                  <a:lnTo>
                    <a:pt x="89262" y="8683"/>
                  </a:lnTo>
                  <a:lnTo>
                    <a:pt x="89262" y="17366"/>
                  </a:lnTo>
                  <a:lnTo>
                    <a:pt x="84799" y="17366"/>
                  </a:lnTo>
                  <a:lnTo>
                    <a:pt x="84799" y="21707"/>
                  </a:lnTo>
                  <a:lnTo>
                    <a:pt x="62483" y="30390"/>
                  </a:lnTo>
                  <a:lnTo>
                    <a:pt x="66947" y="30390"/>
                  </a:lnTo>
                  <a:lnTo>
                    <a:pt x="53557" y="39074"/>
                  </a:lnTo>
                  <a:close/>
                </a:path>
                <a:path w="321945" h="799464">
                  <a:moveTo>
                    <a:pt x="254399" y="21707"/>
                  </a:moveTo>
                  <a:lnTo>
                    <a:pt x="241009" y="21707"/>
                  </a:lnTo>
                  <a:lnTo>
                    <a:pt x="218693" y="13024"/>
                  </a:lnTo>
                  <a:lnTo>
                    <a:pt x="205304" y="13024"/>
                  </a:lnTo>
                  <a:lnTo>
                    <a:pt x="200841" y="8683"/>
                  </a:lnTo>
                  <a:lnTo>
                    <a:pt x="200841" y="4341"/>
                  </a:lnTo>
                  <a:lnTo>
                    <a:pt x="205304" y="0"/>
                  </a:lnTo>
                  <a:lnTo>
                    <a:pt x="223157" y="0"/>
                  </a:lnTo>
                  <a:lnTo>
                    <a:pt x="245472" y="8683"/>
                  </a:lnTo>
                  <a:lnTo>
                    <a:pt x="254399" y="17366"/>
                  </a:lnTo>
                  <a:lnTo>
                    <a:pt x="254399" y="21707"/>
                  </a:lnTo>
                  <a:close/>
                </a:path>
                <a:path w="321945" h="799464">
                  <a:moveTo>
                    <a:pt x="245472" y="26049"/>
                  </a:moveTo>
                  <a:lnTo>
                    <a:pt x="245472" y="21707"/>
                  </a:lnTo>
                  <a:lnTo>
                    <a:pt x="249935" y="21707"/>
                  </a:lnTo>
                  <a:lnTo>
                    <a:pt x="245472" y="26049"/>
                  </a:lnTo>
                  <a:close/>
                </a:path>
                <a:path w="321945" h="799464">
                  <a:moveTo>
                    <a:pt x="187451" y="8683"/>
                  </a:moveTo>
                  <a:lnTo>
                    <a:pt x="133894" y="8683"/>
                  </a:lnTo>
                  <a:lnTo>
                    <a:pt x="133894" y="0"/>
                  </a:lnTo>
                  <a:lnTo>
                    <a:pt x="187451" y="0"/>
                  </a:lnTo>
                  <a:lnTo>
                    <a:pt x="187451" y="8683"/>
                  </a:lnTo>
                  <a:close/>
                </a:path>
                <a:path w="321945" h="799464">
                  <a:moveTo>
                    <a:pt x="182988" y="13024"/>
                  </a:moveTo>
                  <a:lnTo>
                    <a:pt x="138357" y="13024"/>
                  </a:lnTo>
                  <a:lnTo>
                    <a:pt x="138357" y="8683"/>
                  </a:lnTo>
                  <a:lnTo>
                    <a:pt x="182988" y="8683"/>
                  </a:lnTo>
                  <a:lnTo>
                    <a:pt x="182988" y="130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661909" y="4294632"/>
              <a:ext cx="321945" cy="799465"/>
            </a:xfrm>
            <a:custGeom>
              <a:avLst/>
              <a:gdLst/>
              <a:ahLst/>
              <a:cxnLst/>
              <a:rect l="l" t="t" r="r" b="b"/>
              <a:pathLst>
                <a:path w="321945" h="799464">
                  <a:moveTo>
                    <a:pt x="182988" y="13024"/>
                  </a:moveTo>
                  <a:lnTo>
                    <a:pt x="138357" y="13024"/>
                  </a:lnTo>
                  <a:lnTo>
                    <a:pt x="138357" y="8683"/>
                  </a:lnTo>
                  <a:lnTo>
                    <a:pt x="133894" y="8683"/>
                  </a:lnTo>
                  <a:lnTo>
                    <a:pt x="133894" y="4341"/>
                  </a:lnTo>
                  <a:lnTo>
                    <a:pt x="133894" y="0"/>
                  </a:lnTo>
                  <a:lnTo>
                    <a:pt x="138357" y="0"/>
                  </a:lnTo>
                  <a:lnTo>
                    <a:pt x="182988" y="0"/>
                  </a:lnTo>
                  <a:lnTo>
                    <a:pt x="187451" y="0"/>
                  </a:lnTo>
                  <a:lnTo>
                    <a:pt x="187451" y="4341"/>
                  </a:lnTo>
                  <a:lnTo>
                    <a:pt x="187451" y="8683"/>
                  </a:lnTo>
                  <a:lnTo>
                    <a:pt x="182988" y="8683"/>
                  </a:lnTo>
                  <a:lnTo>
                    <a:pt x="182988" y="13024"/>
                  </a:lnTo>
                  <a:close/>
                </a:path>
                <a:path w="321945" h="799464">
                  <a:moveTo>
                    <a:pt x="84799" y="17366"/>
                  </a:moveTo>
                  <a:lnTo>
                    <a:pt x="84799" y="21707"/>
                  </a:lnTo>
                  <a:lnTo>
                    <a:pt x="62483" y="30390"/>
                  </a:lnTo>
                  <a:lnTo>
                    <a:pt x="66947" y="30390"/>
                  </a:lnTo>
                  <a:lnTo>
                    <a:pt x="53557" y="39074"/>
                  </a:lnTo>
                  <a:lnTo>
                    <a:pt x="49094" y="39074"/>
                  </a:lnTo>
                  <a:lnTo>
                    <a:pt x="44631" y="39074"/>
                  </a:lnTo>
                  <a:lnTo>
                    <a:pt x="40168" y="34732"/>
                  </a:lnTo>
                  <a:lnTo>
                    <a:pt x="44631" y="30390"/>
                  </a:lnTo>
                  <a:lnTo>
                    <a:pt x="58020" y="17366"/>
                  </a:lnTo>
                  <a:lnTo>
                    <a:pt x="80336" y="8683"/>
                  </a:lnTo>
                  <a:lnTo>
                    <a:pt x="84799" y="4341"/>
                  </a:lnTo>
                  <a:lnTo>
                    <a:pt x="89262" y="8683"/>
                  </a:lnTo>
                  <a:lnTo>
                    <a:pt x="89262" y="13024"/>
                  </a:lnTo>
                  <a:lnTo>
                    <a:pt x="89262" y="17366"/>
                  </a:lnTo>
                  <a:lnTo>
                    <a:pt x="84799" y="17366"/>
                  </a:lnTo>
                  <a:close/>
                </a:path>
                <a:path w="321945" h="799464">
                  <a:moveTo>
                    <a:pt x="22315" y="78148"/>
                  </a:moveTo>
                  <a:lnTo>
                    <a:pt x="17852" y="99856"/>
                  </a:lnTo>
                  <a:lnTo>
                    <a:pt x="17852" y="117222"/>
                  </a:lnTo>
                  <a:lnTo>
                    <a:pt x="13389" y="121563"/>
                  </a:lnTo>
                  <a:lnTo>
                    <a:pt x="8926" y="125905"/>
                  </a:lnTo>
                  <a:lnTo>
                    <a:pt x="4463" y="121563"/>
                  </a:lnTo>
                  <a:lnTo>
                    <a:pt x="0" y="117222"/>
                  </a:lnTo>
                  <a:lnTo>
                    <a:pt x="4463" y="95514"/>
                  </a:lnTo>
                  <a:lnTo>
                    <a:pt x="8926" y="78148"/>
                  </a:lnTo>
                  <a:lnTo>
                    <a:pt x="13389" y="73806"/>
                  </a:lnTo>
                  <a:lnTo>
                    <a:pt x="17852" y="69465"/>
                  </a:lnTo>
                  <a:lnTo>
                    <a:pt x="17852" y="73806"/>
                  </a:lnTo>
                  <a:lnTo>
                    <a:pt x="22315" y="73806"/>
                  </a:lnTo>
                  <a:lnTo>
                    <a:pt x="22315" y="78148"/>
                  </a:lnTo>
                  <a:close/>
                </a:path>
                <a:path w="321945" h="799464">
                  <a:moveTo>
                    <a:pt x="13389" y="173662"/>
                  </a:moveTo>
                  <a:lnTo>
                    <a:pt x="13389" y="212736"/>
                  </a:lnTo>
                  <a:lnTo>
                    <a:pt x="13389" y="217078"/>
                  </a:lnTo>
                  <a:lnTo>
                    <a:pt x="8926" y="217078"/>
                  </a:lnTo>
                  <a:lnTo>
                    <a:pt x="8926" y="221419"/>
                  </a:lnTo>
                  <a:lnTo>
                    <a:pt x="4463" y="217078"/>
                  </a:lnTo>
                  <a:lnTo>
                    <a:pt x="0" y="217078"/>
                  </a:lnTo>
                  <a:lnTo>
                    <a:pt x="0" y="212736"/>
                  </a:lnTo>
                  <a:lnTo>
                    <a:pt x="0" y="173662"/>
                  </a:lnTo>
                  <a:lnTo>
                    <a:pt x="0" y="169321"/>
                  </a:lnTo>
                  <a:lnTo>
                    <a:pt x="4463" y="169321"/>
                  </a:lnTo>
                  <a:lnTo>
                    <a:pt x="8926" y="164979"/>
                  </a:lnTo>
                  <a:lnTo>
                    <a:pt x="13389" y="169321"/>
                  </a:lnTo>
                  <a:lnTo>
                    <a:pt x="13389" y="173662"/>
                  </a:lnTo>
                  <a:close/>
                </a:path>
                <a:path w="321945" h="799464">
                  <a:moveTo>
                    <a:pt x="13389" y="269177"/>
                  </a:moveTo>
                  <a:lnTo>
                    <a:pt x="13389" y="308251"/>
                  </a:lnTo>
                  <a:lnTo>
                    <a:pt x="13389" y="312592"/>
                  </a:lnTo>
                  <a:lnTo>
                    <a:pt x="8926" y="312592"/>
                  </a:lnTo>
                  <a:lnTo>
                    <a:pt x="4463" y="312592"/>
                  </a:lnTo>
                  <a:lnTo>
                    <a:pt x="0" y="308251"/>
                  </a:lnTo>
                  <a:lnTo>
                    <a:pt x="0" y="269177"/>
                  </a:lnTo>
                  <a:lnTo>
                    <a:pt x="0" y="264835"/>
                  </a:lnTo>
                  <a:lnTo>
                    <a:pt x="4463" y="260493"/>
                  </a:lnTo>
                  <a:lnTo>
                    <a:pt x="8926" y="260493"/>
                  </a:lnTo>
                  <a:lnTo>
                    <a:pt x="13389" y="260493"/>
                  </a:lnTo>
                  <a:lnTo>
                    <a:pt x="13389" y="269177"/>
                  </a:lnTo>
                  <a:close/>
                </a:path>
                <a:path w="321945" h="799464">
                  <a:moveTo>
                    <a:pt x="13389" y="360349"/>
                  </a:moveTo>
                  <a:lnTo>
                    <a:pt x="13389" y="403765"/>
                  </a:lnTo>
                  <a:lnTo>
                    <a:pt x="13389" y="408107"/>
                  </a:lnTo>
                  <a:lnTo>
                    <a:pt x="8926" y="408107"/>
                  </a:lnTo>
                  <a:lnTo>
                    <a:pt x="4463" y="408107"/>
                  </a:lnTo>
                  <a:lnTo>
                    <a:pt x="0" y="403765"/>
                  </a:lnTo>
                  <a:lnTo>
                    <a:pt x="0" y="360349"/>
                  </a:lnTo>
                  <a:lnTo>
                    <a:pt x="4463" y="356008"/>
                  </a:lnTo>
                  <a:lnTo>
                    <a:pt x="8926" y="356008"/>
                  </a:lnTo>
                  <a:lnTo>
                    <a:pt x="13389" y="356008"/>
                  </a:lnTo>
                  <a:lnTo>
                    <a:pt x="13389" y="360349"/>
                  </a:lnTo>
                  <a:close/>
                </a:path>
                <a:path w="321945" h="799464">
                  <a:moveTo>
                    <a:pt x="13389" y="455864"/>
                  </a:moveTo>
                  <a:lnTo>
                    <a:pt x="13389" y="499280"/>
                  </a:lnTo>
                  <a:lnTo>
                    <a:pt x="13389" y="503621"/>
                  </a:lnTo>
                  <a:lnTo>
                    <a:pt x="8926" y="503621"/>
                  </a:lnTo>
                  <a:lnTo>
                    <a:pt x="4463" y="503621"/>
                  </a:lnTo>
                  <a:lnTo>
                    <a:pt x="0" y="499280"/>
                  </a:lnTo>
                  <a:lnTo>
                    <a:pt x="0" y="455864"/>
                  </a:lnTo>
                  <a:lnTo>
                    <a:pt x="4463" y="451522"/>
                  </a:lnTo>
                  <a:lnTo>
                    <a:pt x="8926" y="451522"/>
                  </a:lnTo>
                  <a:lnTo>
                    <a:pt x="13389" y="451522"/>
                  </a:lnTo>
                  <a:lnTo>
                    <a:pt x="13389" y="455864"/>
                  </a:lnTo>
                  <a:close/>
                </a:path>
                <a:path w="321945" h="799464">
                  <a:moveTo>
                    <a:pt x="13389" y="551378"/>
                  </a:moveTo>
                  <a:lnTo>
                    <a:pt x="13389" y="594794"/>
                  </a:lnTo>
                  <a:lnTo>
                    <a:pt x="13389" y="599136"/>
                  </a:lnTo>
                  <a:lnTo>
                    <a:pt x="8926" y="599136"/>
                  </a:lnTo>
                  <a:lnTo>
                    <a:pt x="4463" y="599136"/>
                  </a:lnTo>
                  <a:lnTo>
                    <a:pt x="0" y="594794"/>
                  </a:lnTo>
                  <a:lnTo>
                    <a:pt x="0" y="551378"/>
                  </a:lnTo>
                  <a:lnTo>
                    <a:pt x="4463" y="547037"/>
                  </a:lnTo>
                  <a:lnTo>
                    <a:pt x="8926" y="547037"/>
                  </a:lnTo>
                  <a:lnTo>
                    <a:pt x="13389" y="547037"/>
                  </a:lnTo>
                  <a:lnTo>
                    <a:pt x="13389" y="551378"/>
                  </a:lnTo>
                  <a:close/>
                </a:path>
                <a:path w="321945" h="799464">
                  <a:moveTo>
                    <a:pt x="13389" y="646893"/>
                  </a:moveTo>
                  <a:lnTo>
                    <a:pt x="13389" y="672942"/>
                  </a:lnTo>
                  <a:lnTo>
                    <a:pt x="17852" y="685967"/>
                  </a:lnTo>
                  <a:lnTo>
                    <a:pt x="17852" y="690308"/>
                  </a:lnTo>
                  <a:lnTo>
                    <a:pt x="13389" y="690308"/>
                  </a:lnTo>
                  <a:lnTo>
                    <a:pt x="13389" y="694650"/>
                  </a:lnTo>
                  <a:lnTo>
                    <a:pt x="8926" y="694650"/>
                  </a:lnTo>
                  <a:lnTo>
                    <a:pt x="4463" y="694650"/>
                  </a:lnTo>
                  <a:lnTo>
                    <a:pt x="4463" y="690308"/>
                  </a:lnTo>
                  <a:lnTo>
                    <a:pt x="0" y="672942"/>
                  </a:lnTo>
                  <a:lnTo>
                    <a:pt x="0" y="646893"/>
                  </a:lnTo>
                  <a:lnTo>
                    <a:pt x="0" y="642551"/>
                  </a:lnTo>
                  <a:lnTo>
                    <a:pt x="4463" y="642551"/>
                  </a:lnTo>
                  <a:lnTo>
                    <a:pt x="8926" y="638210"/>
                  </a:lnTo>
                  <a:lnTo>
                    <a:pt x="13389" y="642551"/>
                  </a:lnTo>
                  <a:lnTo>
                    <a:pt x="13389" y="646893"/>
                  </a:lnTo>
                  <a:close/>
                </a:path>
                <a:path w="321945" h="799464">
                  <a:moveTo>
                    <a:pt x="35705" y="733724"/>
                  </a:moveTo>
                  <a:lnTo>
                    <a:pt x="49094" y="751090"/>
                  </a:lnTo>
                  <a:lnTo>
                    <a:pt x="62483" y="764115"/>
                  </a:lnTo>
                  <a:lnTo>
                    <a:pt x="62483" y="768457"/>
                  </a:lnTo>
                  <a:lnTo>
                    <a:pt x="62483" y="772798"/>
                  </a:lnTo>
                  <a:lnTo>
                    <a:pt x="58020" y="772798"/>
                  </a:lnTo>
                  <a:lnTo>
                    <a:pt x="53557" y="772798"/>
                  </a:lnTo>
                  <a:lnTo>
                    <a:pt x="40168" y="759774"/>
                  </a:lnTo>
                  <a:lnTo>
                    <a:pt x="22315" y="742407"/>
                  </a:lnTo>
                  <a:lnTo>
                    <a:pt x="22315" y="738066"/>
                  </a:lnTo>
                  <a:lnTo>
                    <a:pt x="26778" y="733724"/>
                  </a:lnTo>
                  <a:lnTo>
                    <a:pt x="26778" y="729383"/>
                  </a:lnTo>
                  <a:lnTo>
                    <a:pt x="31241" y="733724"/>
                  </a:lnTo>
                  <a:lnTo>
                    <a:pt x="35705" y="733724"/>
                  </a:lnTo>
                  <a:close/>
                </a:path>
                <a:path w="321945" h="799464">
                  <a:moveTo>
                    <a:pt x="107115" y="781481"/>
                  </a:moveTo>
                  <a:lnTo>
                    <a:pt x="129431" y="785823"/>
                  </a:lnTo>
                  <a:lnTo>
                    <a:pt x="151746" y="781481"/>
                  </a:lnTo>
                  <a:lnTo>
                    <a:pt x="151746" y="785823"/>
                  </a:lnTo>
                  <a:lnTo>
                    <a:pt x="156209" y="785823"/>
                  </a:lnTo>
                  <a:lnTo>
                    <a:pt x="156209" y="790165"/>
                  </a:lnTo>
                  <a:lnTo>
                    <a:pt x="156209" y="794506"/>
                  </a:lnTo>
                  <a:lnTo>
                    <a:pt x="151746" y="794506"/>
                  </a:lnTo>
                  <a:lnTo>
                    <a:pt x="151746" y="798848"/>
                  </a:lnTo>
                  <a:lnTo>
                    <a:pt x="129431" y="798848"/>
                  </a:lnTo>
                  <a:lnTo>
                    <a:pt x="107115" y="794506"/>
                  </a:lnTo>
                  <a:lnTo>
                    <a:pt x="102652" y="794506"/>
                  </a:lnTo>
                  <a:lnTo>
                    <a:pt x="102652" y="790165"/>
                  </a:lnTo>
                  <a:lnTo>
                    <a:pt x="102652" y="785823"/>
                  </a:lnTo>
                  <a:lnTo>
                    <a:pt x="102652" y="781481"/>
                  </a:lnTo>
                  <a:lnTo>
                    <a:pt x="107115" y="781481"/>
                  </a:lnTo>
                  <a:close/>
                </a:path>
                <a:path w="321945" h="799464">
                  <a:moveTo>
                    <a:pt x="205304" y="781481"/>
                  </a:moveTo>
                  <a:lnTo>
                    <a:pt x="218693" y="781481"/>
                  </a:lnTo>
                  <a:lnTo>
                    <a:pt x="241009" y="772798"/>
                  </a:lnTo>
                  <a:lnTo>
                    <a:pt x="236546" y="777140"/>
                  </a:lnTo>
                  <a:lnTo>
                    <a:pt x="241009" y="772798"/>
                  </a:lnTo>
                  <a:lnTo>
                    <a:pt x="249935" y="772798"/>
                  </a:lnTo>
                  <a:lnTo>
                    <a:pt x="249935" y="777140"/>
                  </a:lnTo>
                  <a:lnTo>
                    <a:pt x="254399" y="777140"/>
                  </a:lnTo>
                  <a:lnTo>
                    <a:pt x="254399" y="781481"/>
                  </a:lnTo>
                  <a:lnTo>
                    <a:pt x="249935" y="785823"/>
                  </a:lnTo>
                  <a:lnTo>
                    <a:pt x="245472" y="785823"/>
                  </a:lnTo>
                  <a:lnTo>
                    <a:pt x="223157" y="794506"/>
                  </a:lnTo>
                  <a:lnTo>
                    <a:pt x="218693" y="794506"/>
                  </a:lnTo>
                  <a:lnTo>
                    <a:pt x="205304" y="794506"/>
                  </a:lnTo>
                  <a:lnTo>
                    <a:pt x="200841" y="794506"/>
                  </a:lnTo>
                  <a:lnTo>
                    <a:pt x="196378" y="790165"/>
                  </a:lnTo>
                  <a:lnTo>
                    <a:pt x="200841" y="785823"/>
                  </a:lnTo>
                  <a:lnTo>
                    <a:pt x="205304" y="781481"/>
                  </a:lnTo>
                  <a:close/>
                </a:path>
                <a:path w="321945" h="799464">
                  <a:moveTo>
                    <a:pt x="285641" y="742407"/>
                  </a:moveTo>
                  <a:lnTo>
                    <a:pt x="290104" y="733724"/>
                  </a:lnTo>
                  <a:lnTo>
                    <a:pt x="299030" y="716358"/>
                  </a:lnTo>
                  <a:lnTo>
                    <a:pt x="303493" y="707675"/>
                  </a:lnTo>
                  <a:lnTo>
                    <a:pt x="303493" y="703333"/>
                  </a:lnTo>
                  <a:lnTo>
                    <a:pt x="307956" y="703333"/>
                  </a:lnTo>
                  <a:lnTo>
                    <a:pt x="312419" y="703333"/>
                  </a:lnTo>
                  <a:lnTo>
                    <a:pt x="316883" y="707675"/>
                  </a:lnTo>
                  <a:lnTo>
                    <a:pt x="316883" y="712016"/>
                  </a:lnTo>
                  <a:lnTo>
                    <a:pt x="312419" y="720699"/>
                  </a:lnTo>
                  <a:lnTo>
                    <a:pt x="299030" y="742407"/>
                  </a:lnTo>
                  <a:lnTo>
                    <a:pt x="294567" y="751090"/>
                  </a:lnTo>
                  <a:lnTo>
                    <a:pt x="290104" y="751090"/>
                  </a:lnTo>
                  <a:lnTo>
                    <a:pt x="285641" y="751090"/>
                  </a:lnTo>
                  <a:lnTo>
                    <a:pt x="281177" y="746749"/>
                  </a:lnTo>
                  <a:lnTo>
                    <a:pt x="285641" y="742407"/>
                  </a:lnTo>
                  <a:close/>
                </a:path>
                <a:path w="321945" h="799464">
                  <a:moveTo>
                    <a:pt x="307956" y="655576"/>
                  </a:moveTo>
                  <a:lnTo>
                    <a:pt x="307956" y="616502"/>
                  </a:lnTo>
                  <a:lnTo>
                    <a:pt x="307956" y="612160"/>
                  </a:lnTo>
                  <a:lnTo>
                    <a:pt x="312419" y="612160"/>
                  </a:lnTo>
                  <a:lnTo>
                    <a:pt x="316883" y="607819"/>
                  </a:lnTo>
                  <a:lnTo>
                    <a:pt x="321346" y="612160"/>
                  </a:lnTo>
                  <a:lnTo>
                    <a:pt x="321346" y="616502"/>
                  </a:lnTo>
                  <a:lnTo>
                    <a:pt x="321346" y="655576"/>
                  </a:lnTo>
                  <a:lnTo>
                    <a:pt x="321346" y="659918"/>
                  </a:lnTo>
                  <a:lnTo>
                    <a:pt x="316883" y="664259"/>
                  </a:lnTo>
                  <a:lnTo>
                    <a:pt x="312419" y="664259"/>
                  </a:lnTo>
                  <a:lnTo>
                    <a:pt x="312419" y="659918"/>
                  </a:lnTo>
                  <a:lnTo>
                    <a:pt x="307956" y="659918"/>
                  </a:lnTo>
                  <a:lnTo>
                    <a:pt x="307956" y="655576"/>
                  </a:lnTo>
                  <a:close/>
                </a:path>
                <a:path w="321945" h="799464">
                  <a:moveTo>
                    <a:pt x="307956" y="560062"/>
                  </a:moveTo>
                  <a:lnTo>
                    <a:pt x="307956" y="520987"/>
                  </a:lnTo>
                  <a:lnTo>
                    <a:pt x="307956" y="516646"/>
                  </a:lnTo>
                  <a:lnTo>
                    <a:pt x="312419" y="516646"/>
                  </a:lnTo>
                  <a:lnTo>
                    <a:pt x="316883" y="512304"/>
                  </a:lnTo>
                  <a:lnTo>
                    <a:pt x="321346" y="516646"/>
                  </a:lnTo>
                  <a:lnTo>
                    <a:pt x="321346" y="520987"/>
                  </a:lnTo>
                  <a:lnTo>
                    <a:pt x="321346" y="560062"/>
                  </a:lnTo>
                  <a:lnTo>
                    <a:pt x="321346" y="568745"/>
                  </a:lnTo>
                  <a:lnTo>
                    <a:pt x="316883" y="568745"/>
                  </a:lnTo>
                  <a:lnTo>
                    <a:pt x="312419" y="568745"/>
                  </a:lnTo>
                  <a:lnTo>
                    <a:pt x="307956" y="564403"/>
                  </a:lnTo>
                  <a:lnTo>
                    <a:pt x="307956" y="560062"/>
                  </a:lnTo>
                  <a:close/>
                </a:path>
                <a:path w="321945" h="799464">
                  <a:moveTo>
                    <a:pt x="307956" y="468889"/>
                  </a:moveTo>
                  <a:lnTo>
                    <a:pt x="307956" y="425473"/>
                  </a:lnTo>
                  <a:lnTo>
                    <a:pt x="312419" y="421131"/>
                  </a:lnTo>
                  <a:lnTo>
                    <a:pt x="316883" y="421131"/>
                  </a:lnTo>
                  <a:lnTo>
                    <a:pt x="321346" y="421131"/>
                  </a:lnTo>
                  <a:lnTo>
                    <a:pt x="321346" y="425473"/>
                  </a:lnTo>
                  <a:lnTo>
                    <a:pt x="321346" y="468889"/>
                  </a:lnTo>
                  <a:lnTo>
                    <a:pt x="321346" y="473230"/>
                  </a:lnTo>
                  <a:lnTo>
                    <a:pt x="316883" y="473230"/>
                  </a:lnTo>
                  <a:lnTo>
                    <a:pt x="312419" y="473230"/>
                  </a:lnTo>
                  <a:lnTo>
                    <a:pt x="307956" y="468889"/>
                  </a:lnTo>
                  <a:close/>
                </a:path>
                <a:path w="321945" h="799464">
                  <a:moveTo>
                    <a:pt x="307956" y="373374"/>
                  </a:moveTo>
                  <a:lnTo>
                    <a:pt x="307956" y="329959"/>
                  </a:lnTo>
                  <a:lnTo>
                    <a:pt x="312419" y="325617"/>
                  </a:lnTo>
                  <a:lnTo>
                    <a:pt x="316883" y="325617"/>
                  </a:lnTo>
                  <a:lnTo>
                    <a:pt x="321346" y="325617"/>
                  </a:lnTo>
                  <a:lnTo>
                    <a:pt x="321346" y="329959"/>
                  </a:lnTo>
                  <a:lnTo>
                    <a:pt x="321346" y="373374"/>
                  </a:lnTo>
                  <a:lnTo>
                    <a:pt x="321346" y="377716"/>
                  </a:lnTo>
                  <a:lnTo>
                    <a:pt x="316883" y="377716"/>
                  </a:lnTo>
                  <a:lnTo>
                    <a:pt x="312419" y="377716"/>
                  </a:lnTo>
                  <a:lnTo>
                    <a:pt x="307956" y="373374"/>
                  </a:lnTo>
                  <a:close/>
                </a:path>
                <a:path w="321945" h="799464">
                  <a:moveTo>
                    <a:pt x="307956" y="277860"/>
                  </a:moveTo>
                  <a:lnTo>
                    <a:pt x="307956" y="234444"/>
                  </a:lnTo>
                  <a:lnTo>
                    <a:pt x="312419" y="230102"/>
                  </a:lnTo>
                  <a:lnTo>
                    <a:pt x="316883" y="230102"/>
                  </a:lnTo>
                  <a:lnTo>
                    <a:pt x="321346" y="230102"/>
                  </a:lnTo>
                  <a:lnTo>
                    <a:pt x="321346" y="234444"/>
                  </a:lnTo>
                  <a:lnTo>
                    <a:pt x="321346" y="277860"/>
                  </a:lnTo>
                  <a:lnTo>
                    <a:pt x="321346" y="282201"/>
                  </a:lnTo>
                  <a:lnTo>
                    <a:pt x="316883" y="282201"/>
                  </a:lnTo>
                  <a:lnTo>
                    <a:pt x="312419" y="282201"/>
                  </a:lnTo>
                  <a:lnTo>
                    <a:pt x="307956" y="277860"/>
                  </a:lnTo>
                  <a:close/>
                </a:path>
                <a:path w="321945" h="799464">
                  <a:moveTo>
                    <a:pt x="307956" y="182345"/>
                  </a:moveTo>
                  <a:lnTo>
                    <a:pt x="307956" y="143271"/>
                  </a:lnTo>
                  <a:lnTo>
                    <a:pt x="307956" y="138930"/>
                  </a:lnTo>
                  <a:lnTo>
                    <a:pt x="312419" y="134588"/>
                  </a:lnTo>
                  <a:lnTo>
                    <a:pt x="316883" y="134588"/>
                  </a:lnTo>
                  <a:lnTo>
                    <a:pt x="321346" y="134588"/>
                  </a:lnTo>
                  <a:lnTo>
                    <a:pt x="321346" y="143271"/>
                  </a:lnTo>
                  <a:lnTo>
                    <a:pt x="321346" y="182345"/>
                  </a:lnTo>
                  <a:lnTo>
                    <a:pt x="321346" y="186687"/>
                  </a:lnTo>
                  <a:lnTo>
                    <a:pt x="316883" y="186687"/>
                  </a:lnTo>
                  <a:lnTo>
                    <a:pt x="312419" y="186687"/>
                  </a:lnTo>
                  <a:lnTo>
                    <a:pt x="307956" y="186687"/>
                  </a:lnTo>
                  <a:lnTo>
                    <a:pt x="307956" y="182345"/>
                  </a:lnTo>
                  <a:close/>
                </a:path>
                <a:path w="321945" h="799464">
                  <a:moveTo>
                    <a:pt x="303493" y="91172"/>
                  </a:moveTo>
                  <a:lnTo>
                    <a:pt x="299030" y="78148"/>
                  </a:lnTo>
                  <a:lnTo>
                    <a:pt x="290104" y="60781"/>
                  </a:lnTo>
                  <a:lnTo>
                    <a:pt x="285641" y="56440"/>
                  </a:lnTo>
                  <a:lnTo>
                    <a:pt x="285641" y="52098"/>
                  </a:lnTo>
                  <a:lnTo>
                    <a:pt x="285641" y="47757"/>
                  </a:lnTo>
                  <a:lnTo>
                    <a:pt x="290104" y="43415"/>
                  </a:lnTo>
                  <a:lnTo>
                    <a:pt x="294567" y="47757"/>
                  </a:lnTo>
                  <a:lnTo>
                    <a:pt x="299030" y="52098"/>
                  </a:lnTo>
                  <a:lnTo>
                    <a:pt x="312419" y="73806"/>
                  </a:lnTo>
                  <a:lnTo>
                    <a:pt x="316883" y="86831"/>
                  </a:lnTo>
                  <a:lnTo>
                    <a:pt x="316883" y="91172"/>
                  </a:lnTo>
                  <a:lnTo>
                    <a:pt x="312419" y="95514"/>
                  </a:lnTo>
                  <a:lnTo>
                    <a:pt x="307956" y="95514"/>
                  </a:lnTo>
                  <a:lnTo>
                    <a:pt x="303493" y="91172"/>
                  </a:lnTo>
                  <a:close/>
                </a:path>
                <a:path w="321945" h="799464">
                  <a:moveTo>
                    <a:pt x="245472" y="21707"/>
                  </a:moveTo>
                  <a:lnTo>
                    <a:pt x="236546" y="21707"/>
                  </a:lnTo>
                  <a:lnTo>
                    <a:pt x="241009" y="21707"/>
                  </a:lnTo>
                  <a:lnTo>
                    <a:pt x="218693" y="13024"/>
                  </a:lnTo>
                  <a:lnTo>
                    <a:pt x="209767" y="13024"/>
                  </a:lnTo>
                  <a:lnTo>
                    <a:pt x="205304" y="13024"/>
                  </a:lnTo>
                  <a:lnTo>
                    <a:pt x="200841" y="8683"/>
                  </a:lnTo>
                  <a:lnTo>
                    <a:pt x="200841" y="4341"/>
                  </a:lnTo>
                  <a:lnTo>
                    <a:pt x="205304" y="0"/>
                  </a:lnTo>
                  <a:lnTo>
                    <a:pt x="209767" y="0"/>
                  </a:lnTo>
                  <a:lnTo>
                    <a:pt x="218693" y="0"/>
                  </a:lnTo>
                  <a:lnTo>
                    <a:pt x="223157" y="0"/>
                  </a:lnTo>
                  <a:lnTo>
                    <a:pt x="245472" y="8683"/>
                  </a:lnTo>
                  <a:lnTo>
                    <a:pt x="249935" y="13024"/>
                  </a:lnTo>
                  <a:lnTo>
                    <a:pt x="254399" y="17366"/>
                  </a:lnTo>
                  <a:lnTo>
                    <a:pt x="254399" y="21707"/>
                  </a:lnTo>
                  <a:lnTo>
                    <a:pt x="249935" y="21707"/>
                  </a:lnTo>
                  <a:lnTo>
                    <a:pt x="245472" y="26049"/>
                  </a:lnTo>
                  <a:lnTo>
                    <a:pt x="245472" y="21707"/>
                  </a:lnTo>
                  <a:close/>
                </a:path>
              </a:pathLst>
            </a:custGeom>
            <a:ln w="44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461323" y="4772203"/>
              <a:ext cx="580390" cy="755650"/>
            </a:xfrm>
            <a:custGeom>
              <a:avLst/>
              <a:gdLst/>
              <a:ahLst/>
              <a:cxnLst/>
              <a:rect l="l" t="t" r="r" b="b"/>
              <a:pathLst>
                <a:path w="580390" h="755650">
                  <a:moveTo>
                    <a:pt x="410609" y="755432"/>
                  </a:moveTo>
                  <a:lnTo>
                    <a:pt x="365977" y="755432"/>
                  </a:lnTo>
                  <a:lnTo>
                    <a:pt x="361514" y="751090"/>
                  </a:lnTo>
                  <a:lnTo>
                    <a:pt x="361514" y="742407"/>
                  </a:lnTo>
                  <a:lnTo>
                    <a:pt x="415072" y="742407"/>
                  </a:lnTo>
                  <a:lnTo>
                    <a:pt x="415072" y="751090"/>
                  </a:lnTo>
                  <a:lnTo>
                    <a:pt x="410609" y="755432"/>
                  </a:lnTo>
                  <a:close/>
                </a:path>
                <a:path w="580390" h="755650">
                  <a:moveTo>
                    <a:pt x="312419" y="755432"/>
                  </a:moveTo>
                  <a:lnTo>
                    <a:pt x="267788" y="755432"/>
                  </a:lnTo>
                  <a:lnTo>
                    <a:pt x="263325" y="751090"/>
                  </a:lnTo>
                  <a:lnTo>
                    <a:pt x="263325" y="742407"/>
                  </a:lnTo>
                  <a:lnTo>
                    <a:pt x="316883" y="742407"/>
                  </a:lnTo>
                  <a:lnTo>
                    <a:pt x="316883" y="751090"/>
                  </a:lnTo>
                  <a:lnTo>
                    <a:pt x="312419" y="755432"/>
                  </a:lnTo>
                  <a:close/>
                </a:path>
                <a:path w="580390" h="755650">
                  <a:moveTo>
                    <a:pt x="214230" y="755432"/>
                  </a:moveTo>
                  <a:lnTo>
                    <a:pt x="169599" y="755432"/>
                  </a:lnTo>
                  <a:lnTo>
                    <a:pt x="165136" y="751090"/>
                  </a:lnTo>
                  <a:lnTo>
                    <a:pt x="165136" y="742407"/>
                  </a:lnTo>
                  <a:lnTo>
                    <a:pt x="218693" y="742407"/>
                  </a:lnTo>
                  <a:lnTo>
                    <a:pt x="218693" y="751090"/>
                  </a:lnTo>
                  <a:lnTo>
                    <a:pt x="214230" y="755432"/>
                  </a:lnTo>
                  <a:close/>
                </a:path>
                <a:path w="580390" h="755650">
                  <a:moveTo>
                    <a:pt x="464166" y="746749"/>
                  </a:moveTo>
                  <a:lnTo>
                    <a:pt x="455240" y="738066"/>
                  </a:lnTo>
                  <a:lnTo>
                    <a:pt x="455240" y="733729"/>
                  </a:lnTo>
                  <a:lnTo>
                    <a:pt x="459703" y="733729"/>
                  </a:lnTo>
                  <a:lnTo>
                    <a:pt x="495408" y="716358"/>
                  </a:lnTo>
                  <a:lnTo>
                    <a:pt x="499871" y="712016"/>
                  </a:lnTo>
                  <a:lnTo>
                    <a:pt x="504335" y="712016"/>
                  </a:lnTo>
                  <a:lnTo>
                    <a:pt x="508798" y="716358"/>
                  </a:lnTo>
                  <a:lnTo>
                    <a:pt x="508798" y="720699"/>
                  </a:lnTo>
                  <a:lnTo>
                    <a:pt x="504335" y="725041"/>
                  </a:lnTo>
                  <a:lnTo>
                    <a:pt x="477556" y="742407"/>
                  </a:lnTo>
                  <a:lnTo>
                    <a:pt x="473093" y="742407"/>
                  </a:lnTo>
                  <a:lnTo>
                    <a:pt x="464166" y="746749"/>
                  </a:lnTo>
                  <a:close/>
                </a:path>
                <a:path w="580390" h="755650">
                  <a:moveTo>
                    <a:pt x="116041" y="746749"/>
                  </a:moveTo>
                  <a:lnTo>
                    <a:pt x="116041" y="742407"/>
                  </a:lnTo>
                  <a:lnTo>
                    <a:pt x="107115" y="742407"/>
                  </a:lnTo>
                  <a:lnTo>
                    <a:pt x="75873" y="725041"/>
                  </a:lnTo>
                  <a:lnTo>
                    <a:pt x="71410" y="720699"/>
                  </a:lnTo>
                  <a:lnTo>
                    <a:pt x="71410" y="716358"/>
                  </a:lnTo>
                  <a:lnTo>
                    <a:pt x="75873" y="716358"/>
                  </a:lnTo>
                  <a:lnTo>
                    <a:pt x="80336" y="712016"/>
                  </a:lnTo>
                  <a:lnTo>
                    <a:pt x="84799" y="716358"/>
                  </a:lnTo>
                  <a:lnTo>
                    <a:pt x="111578" y="729387"/>
                  </a:lnTo>
                  <a:lnTo>
                    <a:pt x="120504" y="729387"/>
                  </a:lnTo>
                  <a:lnTo>
                    <a:pt x="124967" y="733729"/>
                  </a:lnTo>
                  <a:lnTo>
                    <a:pt x="124967" y="738066"/>
                  </a:lnTo>
                  <a:lnTo>
                    <a:pt x="116041" y="746749"/>
                  </a:lnTo>
                  <a:close/>
                </a:path>
                <a:path w="580390" h="755650">
                  <a:moveTo>
                    <a:pt x="553429" y="681625"/>
                  </a:moveTo>
                  <a:lnTo>
                    <a:pt x="535577" y="681625"/>
                  </a:lnTo>
                  <a:lnTo>
                    <a:pt x="535577" y="677284"/>
                  </a:lnTo>
                  <a:lnTo>
                    <a:pt x="540040" y="672942"/>
                  </a:lnTo>
                  <a:lnTo>
                    <a:pt x="553429" y="646893"/>
                  </a:lnTo>
                  <a:lnTo>
                    <a:pt x="557892" y="642551"/>
                  </a:lnTo>
                  <a:lnTo>
                    <a:pt x="566819" y="642551"/>
                  </a:lnTo>
                  <a:lnTo>
                    <a:pt x="566819" y="651239"/>
                  </a:lnTo>
                  <a:lnTo>
                    <a:pt x="553429" y="681625"/>
                  </a:lnTo>
                  <a:close/>
                </a:path>
                <a:path w="580390" h="755650">
                  <a:moveTo>
                    <a:pt x="540040" y="690313"/>
                  </a:moveTo>
                  <a:lnTo>
                    <a:pt x="531113" y="681625"/>
                  </a:lnTo>
                  <a:lnTo>
                    <a:pt x="548966" y="681625"/>
                  </a:lnTo>
                  <a:lnTo>
                    <a:pt x="540040" y="690313"/>
                  </a:lnTo>
                  <a:close/>
                </a:path>
                <a:path w="580390" h="755650">
                  <a:moveTo>
                    <a:pt x="40168" y="690313"/>
                  </a:moveTo>
                  <a:lnTo>
                    <a:pt x="31241" y="681625"/>
                  </a:lnTo>
                  <a:lnTo>
                    <a:pt x="13389" y="651239"/>
                  </a:lnTo>
                  <a:lnTo>
                    <a:pt x="13389" y="642551"/>
                  </a:lnTo>
                  <a:lnTo>
                    <a:pt x="17852" y="642551"/>
                  </a:lnTo>
                  <a:lnTo>
                    <a:pt x="17852" y="638210"/>
                  </a:lnTo>
                  <a:lnTo>
                    <a:pt x="26778" y="646893"/>
                  </a:lnTo>
                  <a:lnTo>
                    <a:pt x="40168" y="672942"/>
                  </a:lnTo>
                  <a:lnTo>
                    <a:pt x="44631" y="677284"/>
                  </a:lnTo>
                  <a:lnTo>
                    <a:pt x="44631" y="685967"/>
                  </a:lnTo>
                  <a:lnTo>
                    <a:pt x="40168" y="690313"/>
                  </a:lnTo>
                  <a:close/>
                </a:path>
                <a:path w="580390" h="755650">
                  <a:moveTo>
                    <a:pt x="575745" y="603477"/>
                  </a:moveTo>
                  <a:lnTo>
                    <a:pt x="571282" y="603477"/>
                  </a:lnTo>
                  <a:lnTo>
                    <a:pt x="571282" y="599136"/>
                  </a:lnTo>
                  <a:lnTo>
                    <a:pt x="566819" y="599136"/>
                  </a:lnTo>
                  <a:lnTo>
                    <a:pt x="566819" y="551378"/>
                  </a:lnTo>
                  <a:lnTo>
                    <a:pt x="571282" y="547037"/>
                  </a:lnTo>
                  <a:lnTo>
                    <a:pt x="575745" y="547037"/>
                  </a:lnTo>
                  <a:lnTo>
                    <a:pt x="580208" y="551378"/>
                  </a:lnTo>
                  <a:lnTo>
                    <a:pt x="580208" y="599136"/>
                  </a:lnTo>
                  <a:lnTo>
                    <a:pt x="575745" y="603477"/>
                  </a:lnTo>
                  <a:close/>
                </a:path>
                <a:path w="580390" h="755650">
                  <a:moveTo>
                    <a:pt x="13389" y="599136"/>
                  </a:moveTo>
                  <a:lnTo>
                    <a:pt x="4463" y="599136"/>
                  </a:lnTo>
                  <a:lnTo>
                    <a:pt x="0" y="594794"/>
                  </a:lnTo>
                  <a:lnTo>
                    <a:pt x="0" y="547037"/>
                  </a:lnTo>
                  <a:lnTo>
                    <a:pt x="13389" y="547037"/>
                  </a:lnTo>
                  <a:lnTo>
                    <a:pt x="13389" y="599136"/>
                  </a:lnTo>
                  <a:close/>
                </a:path>
                <a:path w="580390" h="755650">
                  <a:moveTo>
                    <a:pt x="575745" y="507963"/>
                  </a:moveTo>
                  <a:lnTo>
                    <a:pt x="571282" y="507963"/>
                  </a:lnTo>
                  <a:lnTo>
                    <a:pt x="566819" y="503621"/>
                  </a:lnTo>
                  <a:lnTo>
                    <a:pt x="566819" y="455868"/>
                  </a:lnTo>
                  <a:lnTo>
                    <a:pt x="571282" y="451522"/>
                  </a:lnTo>
                  <a:lnTo>
                    <a:pt x="575745" y="451522"/>
                  </a:lnTo>
                  <a:lnTo>
                    <a:pt x="580208" y="455868"/>
                  </a:lnTo>
                  <a:lnTo>
                    <a:pt x="580208" y="503621"/>
                  </a:lnTo>
                  <a:lnTo>
                    <a:pt x="575745" y="507963"/>
                  </a:lnTo>
                  <a:close/>
                </a:path>
                <a:path w="580390" h="755650">
                  <a:moveTo>
                    <a:pt x="13389" y="503621"/>
                  </a:moveTo>
                  <a:lnTo>
                    <a:pt x="0" y="503621"/>
                  </a:lnTo>
                  <a:lnTo>
                    <a:pt x="0" y="455868"/>
                  </a:lnTo>
                  <a:lnTo>
                    <a:pt x="4463" y="451522"/>
                  </a:lnTo>
                  <a:lnTo>
                    <a:pt x="13389" y="455868"/>
                  </a:lnTo>
                  <a:lnTo>
                    <a:pt x="13389" y="503621"/>
                  </a:lnTo>
                  <a:close/>
                </a:path>
                <a:path w="580390" h="755650">
                  <a:moveTo>
                    <a:pt x="4463" y="507963"/>
                  </a:moveTo>
                  <a:lnTo>
                    <a:pt x="4463" y="503621"/>
                  </a:lnTo>
                  <a:lnTo>
                    <a:pt x="8926" y="503621"/>
                  </a:lnTo>
                  <a:lnTo>
                    <a:pt x="4463" y="507963"/>
                  </a:lnTo>
                  <a:close/>
                </a:path>
                <a:path w="580390" h="755650">
                  <a:moveTo>
                    <a:pt x="575745" y="412448"/>
                  </a:moveTo>
                  <a:lnTo>
                    <a:pt x="571282" y="412448"/>
                  </a:lnTo>
                  <a:lnTo>
                    <a:pt x="566819" y="408107"/>
                  </a:lnTo>
                  <a:lnTo>
                    <a:pt x="566819" y="360349"/>
                  </a:lnTo>
                  <a:lnTo>
                    <a:pt x="571282" y="356008"/>
                  </a:lnTo>
                  <a:lnTo>
                    <a:pt x="575745" y="356008"/>
                  </a:lnTo>
                  <a:lnTo>
                    <a:pt x="580208" y="360349"/>
                  </a:lnTo>
                  <a:lnTo>
                    <a:pt x="580208" y="408107"/>
                  </a:lnTo>
                  <a:lnTo>
                    <a:pt x="575745" y="412448"/>
                  </a:lnTo>
                  <a:close/>
                </a:path>
                <a:path w="580390" h="755650">
                  <a:moveTo>
                    <a:pt x="8926" y="412448"/>
                  </a:moveTo>
                  <a:lnTo>
                    <a:pt x="4463" y="412448"/>
                  </a:lnTo>
                  <a:lnTo>
                    <a:pt x="0" y="408107"/>
                  </a:lnTo>
                  <a:lnTo>
                    <a:pt x="0" y="360349"/>
                  </a:lnTo>
                  <a:lnTo>
                    <a:pt x="4463" y="356008"/>
                  </a:lnTo>
                  <a:lnTo>
                    <a:pt x="13389" y="360349"/>
                  </a:lnTo>
                  <a:lnTo>
                    <a:pt x="13389" y="408107"/>
                  </a:lnTo>
                  <a:lnTo>
                    <a:pt x="8926" y="412448"/>
                  </a:lnTo>
                  <a:close/>
                </a:path>
                <a:path w="580390" h="755650">
                  <a:moveTo>
                    <a:pt x="575745" y="264839"/>
                  </a:moveTo>
                  <a:lnTo>
                    <a:pt x="571282" y="264839"/>
                  </a:lnTo>
                  <a:lnTo>
                    <a:pt x="575745" y="260498"/>
                  </a:lnTo>
                  <a:lnTo>
                    <a:pt x="575745" y="264839"/>
                  </a:lnTo>
                  <a:close/>
                </a:path>
                <a:path w="580390" h="755650">
                  <a:moveTo>
                    <a:pt x="580208" y="316934"/>
                  </a:moveTo>
                  <a:lnTo>
                    <a:pt x="566819" y="316934"/>
                  </a:lnTo>
                  <a:lnTo>
                    <a:pt x="566819" y="264839"/>
                  </a:lnTo>
                  <a:lnTo>
                    <a:pt x="580208" y="264839"/>
                  </a:lnTo>
                  <a:lnTo>
                    <a:pt x="580208" y="316934"/>
                  </a:lnTo>
                  <a:close/>
                </a:path>
                <a:path w="580390" h="755650">
                  <a:moveTo>
                    <a:pt x="8926" y="316934"/>
                  </a:moveTo>
                  <a:lnTo>
                    <a:pt x="4463" y="316934"/>
                  </a:lnTo>
                  <a:lnTo>
                    <a:pt x="0" y="312592"/>
                  </a:lnTo>
                  <a:lnTo>
                    <a:pt x="0" y="264839"/>
                  </a:lnTo>
                  <a:lnTo>
                    <a:pt x="4463" y="260498"/>
                  </a:lnTo>
                  <a:lnTo>
                    <a:pt x="13389" y="264839"/>
                  </a:lnTo>
                  <a:lnTo>
                    <a:pt x="13389" y="312592"/>
                  </a:lnTo>
                  <a:lnTo>
                    <a:pt x="8926" y="316934"/>
                  </a:lnTo>
                  <a:close/>
                </a:path>
                <a:path w="580390" h="755650">
                  <a:moveTo>
                    <a:pt x="580208" y="221424"/>
                  </a:moveTo>
                  <a:lnTo>
                    <a:pt x="566819" y="221424"/>
                  </a:lnTo>
                  <a:lnTo>
                    <a:pt x="566819" y="169321"/>
                  </a:lnTo>
                  <a:lnTo>
                    <a:pt x="580208" y="169321"/>
                  </a:lnTo>
                  <a:lnTo>
                    <a:pt x="580208" y="221424"/>
                  </a:lnTo>
                  <a:close/>
                </a:path>
                <a:path w="580390" h="755650">
                  <a:moveTo>
                    <a:pt x="13389" y="221424"/>
                  </a:moveTo>
                  <a:lnTo>
                    <a:pt x="0" y="221424"/>
                  </a:lnTo>
                  <a:lnTo>
                    <a:pt x="0" y="169321"/>
                  </a:lnTo>
                  <a:lnTo>
                    <a:pt x="4463" y="164979"/>
                  </a:lnTo>
                  <a:lnTo>
                    <a:pt x="13389" y="169321"/>
                  </a:lnTo>
                  <a:lnTo>
                    <a:pt x="13389" y="221424"/>
                  </a:lnTo>
                  <a:close/>
                </a:path>
                <a:path w="580390" h="755650">
                  <a:moveTo>
                    <a:pt x="553429" y="108543"/>
                  </a:moveTo>
                  <a:lnTo>
                    <a:pt x="544503" y="86831"/>
                  </a:lnTo>
                  <a:lnTo>
                    <a:pt x="544503" y="78148"/>
                  </a:lnTo>
                  <a:lnTo>
                    <a:pt x="553429" y="78148"/>
                  </a:lnTo>
                  <a:lnTo>
                    <a:pt x="553429" y="82489"/>
                  </a:lnTo>
                  <a:lnTo>
                    <a:pt x="566819" y="99856"/>
                  </a:lnTo>
                  <a:lnTo>
                    <a:pt x="566819" y="104201"/>
                  </a:lnTo>
                  <a:lnTo>
                    <a:pt x="553429" y="104201"/>
                  </a:lnTo>
                  <a:lnTo>
                    <a:pt x="553429" y="108543"/>
                  </a:lnTo>
                  <a:close/>
                </a:path>
                <a:path w="580390" h="755650">
                  <a:moveTo>
                    <a:pt x="571282" y="125905"/>
                  </a:moveTo>
                  <a:lnTo>
                    <a:pt x="562355" y="125905"/>
                  </a:lnTo>
                  <a:lnTo>
                    <a:pt x="557892" y="121563"/>
                  </a:lnTo>
                  <a:lnTo>
                    <a:pt x="553429" y="104201"/>
                  </a:lnTo>
                  <a:lnTo>
                    <a:pt x="566819" y="104201"/>
                  </a:lnTo>
                  <a:lnTo>
                    <a:pt x="571282" y="117222"/>
                  </a:lnTo>
                  <a:lnTo>
                    <a:pt x="571282" y="125905"/>
                  </a:lnTo>
                  <a:close/>
                </a:path>
                <a:path w="580390" h="755650">
                  <a:moveTo>
                    <a:pt x="17852" y="125905"/>
                  </a:moveTo>
                  <a:lnTo>
                    <a:pt x="13389" y="125905"/>
                  </a:lnTo>
                  <a:lnTo>
                    <a:pt x="8926" y="121563"/>
                  </a:lnTo>
                  <a:lnTo>
                    <a:pt x="8926" y="117222"/>
                  </a:lnTo>
                  <a:lnTo>
                    <a:pt x="13389" y="104201"/>
                  </a:lnTo>
                  <a:lnTo>
                    <a:pt x="13389" y="99856"/>
                  </a:lnTo>
                  <a:lnTo>
                    <a:pt x="26778" y="78148"/>
                  </a:lnTo>
                  <a:lnTo>
                    <a:pt x="35705" y="78148"/>
                  </a:lnTo>
                  <a:lnTo>
                    <a:pt x="40168" y="82489"/>
                  </a:lnTo>
                  <a:lnTo>
                    <a:pt x="35705" y="86831"/>
                  </a:lnTo>
                  <a:lnTo>
                    <a:pt x="28563" y="104201"/>
                  </a:lnTo>
                  <a:lnTo>
                    <a:pt x="26778" y="104201"/>
                  </a:lnTo>
                  <a:lnTo>
                    <a:pt x="22315" y="121563"/>
                  </a:lnTo>
                  <a:lnTo>
                    <a:pt x="17852" y="125905"/>
                  </a:lnTo>
                  <a:close/>
                </a:path>
                <a:path w="580390" h="755650">
                  <a:moveTo>
                    <a:pt x="26778" y="108543"/>
                  </a:moveTo>
                  <a:lnTo>
                    <a:pt x="26778" y="104201"/>
                  </a:lnTo>
                  <a:lnTo>
                    <a:pt x="28563" y="104201"/>
                  </a:lnTo>
                  <a:lnTo>
                    <a:pt x="26778" y="108543"/>
                  </a:lnTo>
                  <a:close/>
                </a:path>
                <a:path w="580390" h="755650">
                  <a:moveTo>
                    <a:pt x="513261" y="52098"/>
                  </a:moveTo>
                  <a:lnTo>
                    <a:pt x="513261" y="47757"/>
                  </a:lnTo>
                  <a:lnTo>
                    <a:pt x="508798" y="47757"/>
                  </a:lnTo>
                  <a:lnTo>
                    <a:pt x="495408" y="39074"/>
                  </a:lnTo>
                  <a:lnTo>
                    <a:pt x="473093" y="26053"/>
                  </a:lnTo>
                  <a:lnTo>
                    <a:pt x="473093" y="17366"/>
                  </a:lnTo>
                  <a:lnTo>
                    <a:pt x="477556" y="13024"/>
                  </a:lnTo>
                  <a:lnTo>
                    <a:pt x="482019" y="17366"/>
                  </a:lnTo>
                  <a:lnTo>
                    <a:pt x="504335" y="26053"/>
                  </a:lnTo>
                  <a:lnTo>
                    <a:pt x="522187" y="43415"/>
                  </a:lnTo>
                  <a:lnTo>
                    <a:pt x="513261" y="52098"/>
                  </a:lnTo>
                  <a:close/>
                </a:path>
                <a:path w="580390" h="755650">
                  <a:moveTo>
                    <a:pt x="71410" y="47757"/>
                  </a:moveTo>
                  <a:lnTo>
                    <a:pt x="62483" y="47757"/>
                  </a:lnTo>
                  <a:lnTo>
                    <a:pt x="62483" y="39074"/>
                  </a:lnTo>
                  <a:lnTo>
                    <a:pt x="75873" y="26053"/>
                  </a:lnTo>
                  <a:lnTo>
                    <a:pt x="98189" y="13024"/>
                  </a:lnTo>
                  <a:lnTo>
                    <a:pt x="107115" y="13024"/>
                  </a:lnTo>
                  <a:lnTo>
                    <a:pt x="107115" y="17366"/>
                  </a:lnTo>
                  <a:lnTo>
                    <a:pt x="111578" y="21707"/>
                  </a:lnTo>
                  <a:lnTo>
                    <a:pt x="107115" y="26053"/>
                  </a:lnTo>
                  <a:lnTo>
                    <a:pt x="84799" y="39074"/>
                  </a:lnTo>
                  <a:lnTo>
                    <a:pt x="71410" y="47757"/>
                  </a:lnTo>
                  <a:close/>
                </a:path>
                <a:path w="580390" h="755650">
                  <a:moveTo>
                    <a:pt x="401682" y="8683"/>
                  </a:moveTo>
                  <a:lnTo>
                    <a:pt x="343661" y="8683"/>
                  </a:lnTo>
                  <a:lnTo>
                    <a:pt x="343661" y="4341"/>
                  </a:lnTo>
                  <a:lnTo>
                    <a:pt x="348125" y="0"/>
                  </a:lnTo>
                  <a:lnTo>
                    <a:pt x="397219" y="0"/>
                  </a:lnTo>
                  <a:lnTo>
                    <a:pt x="401682" y="4341"/>
                  </a:lnTo>
                  <a:lnTo>
                    <a:pt x="401682" y="8683"/>
                  </a:lnTo>
                  <a:close/>
                </a:path>
                <a:path w="580390" h="755650">
                  <a:moveTo>
                    <a:pt x="428461" y="13024"/>
                  </a:moveTo>
                  <a:lnTo>
                    <a:pt x="406145" y="13024"/>
                  </a:lnTo>
                  <a:lnTo>
                    <a:pt x="401682" y="8683"/>
                  </a:lnTo>
                  <a:lnTo>
                    <a:pt x="401682" y="0"/>
                  </a:lnTo>
                  <a:lnTo>
                    <a:pt x="428461" y="0"/>
                  </a:lnTo>
                  <a:lnTo>
                    <a:pt x="428461" y="4341"/>
                  </a:lnTo>
                  <a:lnTo>
                    <a:pt x="432924" y="4341"/>
                  </a:lnTo>
                  <a:lnTo>
                    <a:pt x="432924" y="8683"/>
                  </a:lnTo>
                  <a:lnTo>
                    <a:pt x="428461" y="13024"/>
                  </a:lnTo>
                  <a:close/>
                </a:path>
                <a:path w="580390" h="755650">
                  <a:moveTo>
                    <a:pt x="392756" y="13024"/>
                  </a:moveTo>
                  <a:lnTo>
                    <a:pt x="352588" y="13024"/>
                  </a:lnTo>
                  <a:lnTo>
                    <a:pt x="348125" y="8683"/>
                  </a:lnTo>
                  <a:lnTo>
                    <a:pt x="397219" y="8683"/>
                  </a:lnTo>
                  <a:lnTo>
                    <a:pt x="392756" y="13024"/>
                  </a:lnTo>
                  <a:close/>
                </a:path>
                <a:path w="580390" h="755650">
                  <a:moveTo>
                    <a:pt x="303493" y="8683"/>
                  </a:moveTo>
                  <a:lnTo>
                    <a:pt x="245472" y="8683"/>
                  </a:lnTo>
                  <a:lnTo>
                    <a:pt x="245472" y="4341"/>
                  </a:lnTo>
                  <a:lnTo>
                    <a:pt x="249935" y="0"/>
                  </a:lnTo>
                  <a:lnTo>
                    <a:pt x="299030" y="0"/>
                  </a:lnTo>
                  <a:lnTo>
                    <a:pt x="303493" y="4341"/>
                  </a:lnTo>
                  <a:lnTo>
                    <a:pt x="303493" y="8683"/>
                  </a:lnTo>
                  <a:close/>
                </a:path>
                <a:path w="580390" h="755650">
                  <a:moveTo>
                    <a:pt x="294567" y="13024"/>
                  </a:moveTo>
                  <a:lnTo>
                    <a:pt x="254399" y="13024"/>
                  </a:lnTo>
                  <a:lnTo>
                    <a:pt x="249935" y="8683"/>
                  </a:lnTo>
                  <a:lnTo>
                    <a:pt x="299030" y="8683"/>
                  </a:lnTo>
                  <a:lnTo>
                    <a:pt x="294567" y="13024"/>
                  </a:lnTo>
                  <a:close/>
                </a:path>
                <a:path w="580390" h="755650">
                  <a:moveTo>
                    <a:pt x="196378" y="13024"/>
                  </a:moveTo>
                  <a:lnTo>
                    <a:pt x="151746" y="13024"/>
                  </a:lnTo>
                  <a:lnTo>
                    <a:pt x="151746" y="0"/>
                  </a:lnTo>
                  <a:lnTo>
                    <a:pt x="205304" y="0"/>
                  </a:lnTo>
                  <a:lnTo>
                    <a:pt x="205304" y="8683"/>
                  </a:lnTo>
                  <a:lnTo>
                    <a:pt x="196378" y="130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613070" y="4772204"/>
              <a:ext cx="263525" cy="755650"/>
            </a:xfrm>
            <a:custGeom>
              <a:avLst/>
              <a:gdLst/>
              <a:ahLst/>
              <a:cxnLst/>
              <a:rect l="l" t="t" r="r" b="b"/>
              <a:pathLst>
                <a:path w="263525" h="755650">
                  <a:moveTo>
                    <a:pt x="241009" y="13024"/>
                  </a:moveTo>
                  <a:lnTo>
                    <a:pt x="200841" y="13024"/>
                  </a:lnTo>
                  <a:lnTo>
                    <a:pt x="196378" y="8683"/>
                  </a:lnTo>
                  <a:lnTo>
                    <a:pt x="191915" y="8683"/>
                  </a:lnTo>
                  <a:lnTo>
                    <a:pt x="191915" y="4341"/>
                  </a:lnTo>
                  <a:lnTo>
                    <a:pt x="196378" y="0"/>
                  </a:lnTo>
                  <a:lnTo>
                    <a:pt x="200841" y="0"/>
                  </a:lnTo>
                  <a:lnTo>
                    <a:pt x="241009" y="0"/>
                  </a:lnTo>
                  <a:lnTo>
                    <a:pt x="245472" y="0"/>
                  </a:lnTo>
                  <a:lnTo>
                    <a:pt x="249935" y="4341"/>
                  </a:lnTo>
                  <a:lnTo>
                    <a:pt x="249935" y="8683"/>
                  </a:lnTo>
                  <a:lnTo>
                    <a:pt x="245472" y="8683"/>
                  </a:lnTo>
                  <a:lnTo>
                    <a:pt x="241009" y="13024"/>
                  </a:lnTo>
                  <a:close/>
                </a:path>
                <a:path w="263525" h="755650">
                  <a:moveTo>
                    <a:pt x="142820" y="13024"/>
                  </a:moveTo>
                  <a:lnTo>
                    <a:pt x="102652" y="13024"/>
                  </a:lnTo>
                  <a:lnTo>
                    <a:pt x="98189" y="8683"/>
                  </a:lnTo>
                  <a:lnTo>
                    <a:pt x="93725" y="8683"/>
                  </a:lnTo>
                  <a:lnTo>
                    <a:pt x="93725" y="4341"/>
                  </a:lnTo>
                  <a:lnTo>
                    <a:pt x="98189" y="0"/>
                  </a:lnTo>
                  <a:lnTo>
                    <a:pt x="102652" y="0"/>
                  </a:lnTo>
                  <a:lnTo>
                    <a:pt x="142820" y="0"/>
                  </a:lnTo>
                  <a:lnTo>
                    <a:pt x="147283" y="0"/>
                  </a:lnTo>
                  <a:lnTo>
                    <a:pt x="151746" y="4341"/>
                  </a:lnTo>
                  <a:lnTo>
                    <a:pt x="151746" y="8683"/>
                  </a:lnTo>
                  <a:lnTo>
                    <a:pt x="147283" y="8683"/>
                  </a:lnTo>
                  <a:lnTo>
                    <a:pt x="142820" y="13024"/>
                  </a:lnTo>
                  <a:close/>
                </a:path>
                <a:path w="263525" h="755650">
                  <a:moveTo>
                    <a:pt x="44631" y="13024"/>
                  </a:moveTo>
                  <a:lnTo>
                    <a:pt x="22315" y="13024"/>
                  </a:lnTo>
                  <a:lnTo>
                    <a:pt x="4463" y="13024"/>
                  </a:lnTo>
                  <a:lnTo>
                    <a:pt x="0" y="13024"/>
                  </a:lnTo>
                  <a:lnTo>
                    <a:pt x="0" y="8683"/>
                  </a:lnTo>
                  <a:lnTo>
                    <a:pt x="0" y="4341"/>
                  </a:lnTo>
                  <a:lnTo>
                    <a:pt x="0" y="0"/>
                  </a:lnTo>
                  <a:lnTo>
                    <a:pt x="4463" y="0"/>
                  </a:lnTo>
                  <a:lnTo>
                    <a:pt x="22315" y="0"/>
                  </a:lnTo>
                  <a:lnTo>
                    <a:pt x="44631" y="0"/>
                  </a:lnTo>
                  <a:lnTo>
                    <a:pt x="49094" y="0"/>
                  </a:lnTo>
                  <a:lnTo>
                    <a:pt x="53557" y="0"/>
                  </a:lnTo>
                  <a:lnTo>
                    <a:pt x="53557" y="4341"/>
                  </a:lnTo>
                  <a:lnTo>
                    <a:pt x="53557" y="8683"/>
                  </a:lnTo>
                  <a:lnTo>
                    <a:pt x="44631" y="13024"/>
                  </a:lnTo>
                  <a:close/>
                </a:path>
                <a:path w="263525" h="755650">
                  <a:moveTo>
                    <a:pt x="17852" y="742407"/>
                  </a:moveTo>
                  <a:lnTo>
                    <a:pt x="22315" y="742407"/>
                  </a:lnTo>
                  <a:lnTo>
                    <a:pt x="62483" y="742407"/>
                  </a:lnTo>
                  <a:lnTo>
                    <a:pt x="66947" y="742407"/>
                  </a:lnTo>
                  <a:lnTo>
                    <a:pt x="66947" y="746749"/>
                  </a:lnTo>
                  <a:lnTo>
                    <a:pt x="66947" y="751090"/>
                  </a:lnTo>
                  <a:lnTo>
                    <a:pt x="62483" y="755432"/>
                  </a:lnTo>
                  <a:lnTo>
                    <a:pt x="22315" y="755432"/>
                  </a:lnTo>
                  <a:lnTo>
                    <a:pt x="17852" y="755432"/>
                  </a:lnTo>
                  <a:lnTo>
                    <a:pt x="13389" y="751090"/>
                  </a:lnTo>
                  <a:lnTo>
                    <a:pt x="13389" y="746749"/>
                  </a:lnTo>
                  <a:lnTo>
                    <a:pt x="13389" y="742407"/>
                  </a:lnTo>
                  <a:lnTo>
                    <a:pt x="17852" y="742407"/>
                  </a:lnTo>
                  <a:close/>
                </a:path>
                <a:path w="263525" h="755650">
                  <a:moveTo>
                    <a:pt x="116041" y="742407"/>
                  </a:moveTo>
                  <a:lnTo>
                    <a:pt x="160673" y="742407"/>
                  </a:lnTo>
                  <a:lnTo>
                    <a:pt x="165136" y="742407"/>
                  </a:lnTo>
                  <a:lnTo>
                    <a:pt x="165136" y="746749"/>
                  </a:lnTo>
                  <a:lnTo>
                    <a:pt x="165136" y="751090"/>
                  </a:lnTo>
                  <a:lnTo>
                    <a:pt x="160673" y="755432"/>
                  </a:lnTo>
                  <a:lnTo>
                    <a:pt x="116041" y="755432"/>
                  </a:lnTo>
                  <a:lnTo>
                    <a:pt x="111578" y="751090"/>
                  </a:lnTo>
                  <a:lnTo>
                    <a:pt x="111578" y="746749"/>
                  </a:lnTo>
                  <a:lnTo>
                    <a:pt x="111578" y="742407"/>
                  </a:lnTo>
                  <a:lnTo>
                    <a:pt x="116041" y="742407"/>
                  </a:lnTo>
                  <a:close/>
                </a:path>
                <a:path w="263525" h="755650">
                  <a:moveTo>
                    <a:pt x="214230" y="742407"/>
                  </a:moveTo>
                  <a:lnTo>
                    <a:pt x="254399" y="742407"/>
                  </a:lnTo>
                  <a:lnTo>
                    <a:pt x="263325" y="742407"/>
                  </a:lnTo>
                  <a:lnTo>
                    <a:pt x="263325" y="746749"/>
                  </a:lnTo>
                  <a:lnTo>
                    <a:pt x="263325" y="751090"/>
                  </a:lnTo>
                  <a:lnTo>
                    <a:pt x="258862" y="755432"/>
                  </a:lnTo>
                  <a:lnTo>
                    <a:pt x="254399" y="755432"/>
                  </a:lnTo>
                  <a:lnTo>
                    <a:pt x="214230" y="755432"/>
                  </a:lnTo>
                  <a:lnTo>
                    <a:pt x="209767" y="751090"/>
                  </a:lnTo>
                  <a:lnTo>
                    <a:pt x="209767" y="746749"/>
                  </a:lnTo>
                  <a:lnTo>
                    <a:pt x="209767" y="742407"/>
                  </a:lnTo>
                  <a:lnTo>
                    <a:pt x="214230" y="742407"/>
                  </a:lnTo>
                  <a:close/>
                </a:path>
              </a:pathLst>
            </a:custGeom>
            <a:ln w="44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14374" y="5412545"/>
              <a:ext cx="115978" cy="10859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63006" y="4772204"/>
              <a:ext cx="179070" cy="603885"/>
            </a:xfrm>
            <a:custGeom>
              <a:avLst/>
              <a:gdLst/>
              <a:ahLst/>
              <a:cxnLst/>
              <a:rect l="l" t="t" r="r" b="b"/>
              <a:pathLst>
                <a:path w="179070" h="603885">
                  <a:moveTo>
                    <a:pt x="165136" y="594794"/>
                  </a:moveTo>
                  <a:lnTo>
                    <a:pt x="165136" y="586111"/>
                  </a:lnTo>
                  <a:lnTo>
                    <a:pt x="165136" y="555720"/>
                  </a:lnTo>
                  <a:lnTo>
                    <a:pt x="165136" y="551378"/>
                  </a:lnTo>
                  <a:lnTo>
                    <a:pt x="169599" y="547037"/>
                  </a:lnTo>
                  <a:lnTo>
                    <a:pt x="174062" y="547037"/>
                  </a:lnTo>
                  <a:lnTo>
                    <a:pt x="178525" y="551378"/>
                  </a:lnTo>
                  <a:lnTo>
                    <a:pt x="178525" y="555720"/>
                  </a:lnTo>
                  <a:lnTo>
                    <a:pt x="178525" y="586111"/>
                  </a:lnTo>
                  <a:lnTo>
                    <a:pt x="178525" y="594794"/>
                  </a:lnTo>
                  <a:lnTo>
                    <a:pt x="178525" y="599136"/>
                  </a:lnTo>
                  <a:lnTo>
                    <a:pt x="174062" y="603477"/>
                  </a:lnTo>
                  <a:lnTo>
                    <a:pt x="169599" y="603477"/>
                  </a:lnTo>
                  <a:lnTo>
                    <a:pt x="169599" y="599136"/>
                  </a:lnTo>
                  <a:lnTo>
                    <a:pt x="165136" y="599136"/>
                  </a:lnTo>
                  <a:lnTo>
                    <a:pt x="165136" y="594794"/>
                  </a:lnTo>
                  <a:close/>
                </a:path>
                <a:path w="179070" h="603885">
                  <a:moveTo>
                    <a:pt x="165136" y="499280"/>
                  </a:moveTo>
                  <a:lnTo>
                    <a:pt x="165136" y="460205"/>
                  </a:lnTo>
                  <a:lnTo>
                    <a:pt x="165136" y="455864"/>
                  </a:lnTo>
                  <a:lnTo>
                    <a:pt x="169599" y="451522"/>
                  </a:lnTo>
                  <a:lnTo>
                    <a:pt x="174062" y="451522"/>
                  </a:lnTo>
                  <a:lnTo>
                    <a:pt x="178525" y="455864"/>
                  </a:lnTo>
                  <a:lnTo>
                    <a:pt x="178525" y="460205"/>
                  </a:lnTo>
                  <a:lnTo>
                    <a:pt x="178525" y="499280"/>
                  </a:lnTo>
                  <a:lnTo>
                    <a:pt x="178525" y="503621"/>
                  </a:lnTo>
                  <a:lnTo>
                    <a:pt x="174062" y="507963"/>
                  </a:lnTo>
                  <a:lnTo>
                    <a:pt x="169599" y="507963"/>
                  </a:lnTo>
                  <a:lnTo>
                    <a:pt x="165136" y="503621"/>
                  </a:lnTo>
                  <a:lnTo>
                    <a:pt x="165136" y="499280"/>
                  </a:lnTo>
                  <a:close/>
                </a:path>
                <a:path w="179070" h="603885">
                  <a:moveTo>
                    <a:pt x="165136" y="403765"/>
                  </a:moveTo>
                  <a:lnTo>
                    <a:pt x="165136" y="364691"/>
                  </a:lnTo>
                  <a:lnTo>
                    <a:pt x="165136" y="360349"/>
                  </a:lnTo>
                  <a:lnTo>
                    <a:pt x="169599" y="356008"/>
                  </a:lnTo>
                  <a:lnTo>
                    <a:pt x="174062" y="356008"/>
                  </a:lnTo>
                  <a:lnTo>
                    <a:pt x="178525" y="360349"/>
                  </a:lnTo>
                  <a:lnTo>
                    <a:pt x="178525" y="364691"/>
                  </a:lnTo>
                  <a:lnTo>
                    <a:pt x="178525" y="403765"/>
                  </a:lnTo>
                  <a:lnTo>
                    <a:pt x="178525" y="408107"/>
                  </a:lnTo>
                  <a:lnTo>
                    <a:pt x="174062" y="412448"/>
                  </a:lnTo>
                  <a:lnTo>
                    <a:pt x="169599" y="412448"/>
                  </a:lnTo>
                  <a:lnTo>
                    <a:pt x="165136" y="408107"/>
                  </a:lnTo>
                  <a:lnTo>
                    <a:pt x="165136" y="403765"/>
                  </a:lnTo>
                  <a:close/>
                </a:path>
                <a:path w="179070" h="603885">
                  <a:moveTo>
                    <a:pt x="165136" y="308251"/>
                  </a:moveTo>
                  <a:lnTo>
                    <a:pt x="165136" y="269177"/>
                  </a:lnTo>
                  <a:lnTo>
                    <a:pt x="165136" y="264835"/>
                  </a:lnTo>
                  <a:lnTo>
                    <a:pt x="169599" y="264835"/>
                  </a:lnTo>
                  <a:lnTo>
                    <a:pt x="174062" y="260493"/>
                  </a:lnTo>
                  <a:lnTo>
                    <a:pt x="174062" y="264835"/>
                  </a:lnTo>
                  <a:lnTo>
                    <a:pt x="178525" y="264835"/>
                  </a:lnTo>
                  <a:lnTo>
                    <a:pt x="178525" y="269177"/>
                  </a:lnTo>
                  <a:lnTo>
                    <a:pt x="178525" y="308251"/>
                  </a:lnTo>
                  <a:lnTo>
                    <a:pt x="178525" y="312592"/>
                  </a:lnTo>
                  <a:lnTo>
                    <a:pt x="178525" y="316934"/>
                  </a:lnTo>
                  <a:lnTo>
                    <a:pt x="174062" y="316934"/>
                  </a:lnTo>
                  <a:lnTo>
                    <a:pt x="169599" y="316934"/>
                  </a:lnTo>
                  <a:lnTo>
                    <a:pt x="165136" y="316934"/>
                  </a:lnTo>
                  <a:lnTo>
                    <a:pt x="165136" y="312592"/>
                  </a:lnTo>
                  <a:lnTo>
                    <a:pt x="165136" y="308251"/>
                  </a:lnTo>
                  <a:close/>
                </a:path>
                <a:path w="179070" h="603885">
                  <a:moveTo>
                    <a:pt x="165136" y="217078"/>
                  </a:moveTo>
                  <a:lnTo>
                    <a:pt x="165136" y="173662"/>
                  </a:lnTo>
                  <a:lnTo>
                    <a:pt x="165136" y="169321"/>
                  </a:lnTo>
                  <a:lnTo>
                    <a:pt x="169599" y="169321"/>
                  </a:lnTo>
                  <a:lnTo>
                    <a:pt x="174062" y="169321"/>
                  </a:lnTo>
                  <a:lnTo>
                    <a:pt x="178525" y="169321"/>
                  </a:lnTo>
                  <a:lnTo>
                    <a:pt x="178525" y="173662"/>
                  </a:lnTo>
                  <a:lnTo>
                    <a:pt x="178525" y="217078"/>
                  </a:lnTo>
                  <a:lnTo>
                    <a:pt x="178525" y="221419"/>
                  </a:lnTo>
                  <a:lnTo>
                    <a:pt x="174062" y="221419"/>
                  </a:lnTo>
                  <a:lnTo>
                    <a:pt x="169599" y="221419"/>
                  </a:lnTo>
                  <a:lnTo>
                    <a:pt x="165136" y="221419"/>
                  </a:lnTo>
                  <a:lnTo>
                    <a:pt x="165136" y="217078"/>
                  </a:lnTo>
                  <a:close/>
                </a:path>
                <a:path w="179070" h="603885">
                  <a:moveTo>
                    <a:pt x="156209" y="121563"/>
                  </a:moveTo>
                  <a:lnTo>
                    <a:pt x="151746" y="104197"/>
                  </a:lnTo>
                  <a:lnTo>
                    <a:pt x="151746" y="108539"/>
                  </a:lnTo>
                  <a:lnTo>
                    <a:pt x="142820" y="86831"/>
                  </a:lnTo>
                  <a:lnTo>
                    <a:pt x="142820" y="82489"/>
                  </a:lnTo>
                  <a:lnTo>
                    <a:pt x="142820" y="78148"/>
                  </a:lnTo>
                  <a:lnTo>
                    <a:pt x="147283" y="78148"/>
                  </a:lnTo>
                  <a:lnTo>
                    <a:pt x="151746" y="78148"/>
                  </a:lnTo>
                  <a:lnTo>
                    <a:pt x="151746" y="82489"/>
                  </a:lnTo>
                  <a:lnTo>
                    <a:pt x="165136" y="99856"/>
                  </a:lnTo>
                  <a:lnTo>
                    <a:pt x="165136" y="104197"/>
                  </a:lnTo>
                  <a:lnTo>
                    <a:pt x="169599" y="117222"/>
                  </a:lnTo>
                  <a:lnTo>
                    <a:pt x="169599" y="121563"/>
                  </a:lnTo>
                  <a:lnTo>
                    <a:pt x="169599" y="125905"/>
                  </a:lnTo>
                  <a:lnTo>
                    <a:pt x="165136" y="125905"/>
                  </a:lnTo>
                  <a:lnTo>
                    <a:pt x="160673" y="125905"/>
                  </a:lnTo>
                  <a:lnTo>
                    <a:pt x="156209" y="121563"/>
                  </a:lnTo>
                  <a:close/>
                </a:path>
                <a:path w="179070" h="603885">
                  <a:moveTo>
                    <a:pt x="107115" y="47757"/>
                  </a:moveTo>
                  <a:lnTo>
                    <a:pt x="93725" y="39074"/>
                  </a:lnTo>
                  <a:lnTo>
                    <a:pt x="71410" y="26049"/>
                  </a:lnTo>
                  <a:lnTo>
                    <a:pt x="71410" y="21707"/>
                  </a:lnTo>
                  <a:lnTo>
                    <a:pt x="71410" y="17366"/>
                  </a:lnTo>
                  <a:lnTo>
                    <a:pt x="75873" y="13024"/>
                  </a:lnTo>
                  <a:lnTo>
                    <a:pt x="80336" y="17366"/>
                  </a:lnTo>
                  <a:lnTo>
                    <a:pt x="102652" y="26049"/>
                  </a:lnTo>
                  <a:lnTo>
                    <a:pt x="116041" y="39074"/>
                  </a:lnTo>
                  <a:lnTo>
                    <a:pt x="120504" y="43415"/>
                  </a:lnTo>
                  <a:lnTo>
                    <a:pt x="116041" y="47757"/>
                  </a:lnTo>
                  <a:lnTo>
                    <a:pt x="111578" y="52098"/>
                  </a:lnTo>
                  <a:lnTo>
                    <a:pt x="111578" y="47757"/>
                  </a:lnTo>
                  <a:lnTo>
                    <a:pt x="107115" y="47757"/>
                  </a:lnTo>
                  <a:close/>
                </a:path>
                <a:path w="179070" h="603885">
                  <a:moveTo>
                    <a:pt x="22315" y="13024"/>
                  </a:moveTo>
                  <a:lnTo>
                    <a:pt x="4463" y="13024"/>
                  </a:lnTo>
                  <a:lnTo>
                    <a:pt x="0" y="8683"/>
                  </a:lnTo>
                  <a:lnTo>
                    <a:pt x="0" y="4341"/>
                  </a:lnTo>
                  <a:lnTo>
                    <a:pt x="0" y="0"/>
                  </a:lnTo>
                  <a:lnTo>
                    <a:pt x="4463" y="0"/>
                  </a:lnTo>
                  <a:lnTo>
                    <a:pt x="22315" y="0"/>
                  </a:lnTo>
                  <a:lnTo>
                    <a:pt x="26778" y="0"/>
                  </a:lnTo>
                  <a:lnTo>
                    <a:pt x="26778" y="4341"/>
                  </a:lnTo>
                  <a:lnTo>
                    <a:pt x="31241" y="4341"/>
                  </a:lnTo>
                  <a:lnTo>
                    <a:pt x="31241" y="8683"/>
                  </a:lnTo>
                  <a:lnTo>
                    <a:pt x="26778" y="13024"/>
                  </a:lnTo>
                  <a:lnTo>
                    <a:pt x="22315" y="13024"/>
                  </a:lnTo>
                  <a:close/>
                </a:path>
              </a:pathLst>
            </a:custGeom>
            <a:ln w="44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430080" y="4711421"/>
              <a:ext cx="214629" cy="816610"/>
            </a:xfrm>
            <a:custGeom>
              <a:avLst/>
              <a:gdLst/>
              <a:ahLst/>
              <a:cxnLst/>
              <a:rect l="l" t="t" r="r" b="b"/>
              <a:pathLst>
                <a:path w="214629" h="816610">
                  <a:moveTo>
                    <a:pt x="214230" y="816214"/>
                  </a:moveTo>
                  <a:lnTo>
                    <a:pt x="0" y="816214"/>
                  </a:lnTo>
                  <a:lnTo>
                    <a:pt x="0" y="0"/>
                  </a:lnTo>
                  <a:lnTo>
                    <a:pt x="214230" y="0"/>
                  </a:lnTo>
                  <a:lnTo>
                    <a:pt x="214230" y="8162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430081" y="4711422"/>
              <a:ext cx="214629" cy="816610"/>
            </a:xfrm>
            <a:custGeom>
              <a:avLst/>
              <a:gdLst/>
              <a:ahLst/>
              <a:cxnLst/>
              <a:rect l="l" t="t" r="r" b="b"/>
              <a:pathLst>
                <a:path w="214629" h="816610">
                  <a:moveTo>
                    <a:pt x="0" y="0"/>
                  </a:moveTo>
                  <a:lnTo>
                    <a:pt x="0" y="816214"/>
                  </a:lnTo>
                  <a:lnTo>
                    <a:pt x="214230" y="816214"/>
                  </a:lnTo>
                  <a:lnTo>
                    <a:pt x="214230" y="0"/>
                  </a:lnTo>
                  <a:lnTo>
                    <a:pt x="0" y="0"/>
                  </a:lnTo>
                  <a:close/>
                </a:path>
              </a:pathLst>
            </a:custGeom>
            <a:ln w="1336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516205" y="4670387"/>
              <a:ext cx="78740" cy="879475"/>
            </a:xfrm>
            <a:custGeom>
              <a:avLst/>
              <a:gdLst/>
              <a:ahLst/>
              <a:cxnLst/>
              <a:rect l="l" t="t" r="r" b="b"/>
              <a:pathLst>
                <a:path w="78740" h="879475">
                  <a:moveTo>
                    <a:pt x="78431" y="0"/>
                  </a:moveTo>
                  <a:lnTo>
                    <a:pt x="47902" y="5755"/>
                  </a:lnTo>
                  <a:lnTo>
                    <a:pt x="22972" y="21451"/>
                  </a:lnTo>
                  <a:lnTo>
                    <a:pt x="6163" y="44732"/>
                  </a:lnTo>
                  <a:lnTo>
                    <a:pt x="0" y="73240"/>
                  </a:lnTo>
                  <a:lnTo>
                    <a:pt x="0" y="805648"/>
                  </a:lnTo>
                  <a:lnTo>
                    <a:pt x="6163" y="834157"/>
                  </a:lnTo>
                  <a:lnTo>
                    <a:pt x="22972" y="857437"/>
                  </a:lnTo>
                  <a:lnTo>
                    <a:pt x="47902" y="873133"/>
                  </a:lnTo>
                  <a:lnTo>
                    <a:pt x="78431" y="878889"/>
                  </a:lnTo>
                </a:path>
              </a:pathLst>
            </a:custGeom>
            <a:ln w="184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161778" y="4780886"/>
              <a:ext cx="584835" cy="755650"/>
            </a:xfrm>
            <a:custGeom>
              <a:avLst/>
              <a:gdLst/>
              <a:ahLst/>
              <a:cxnLst/>
              <a:rect l="l" t="t" r="r" b="b"/>
              <a:pathLst>
                <a:path w="584834" h="755650">
                  <a:moveTo>
                    <a:pt x="415072" y="755432"/>
                  </a:moveTo>
                  <a:lnTo>
                    <a:pt x="365977" y="755432"/>
                  </a:lnTo>
                  <a:lnTo>
                    <a:pt x="361514" y="751090"/>
                  </a:lnTo>
                  <a:lnTo>
                    <a:pt x="365977" y="746749"/>
                  </a:lnTo>
                  <a:lnTo>
                    <a:pt x="365977" y="742407"/>
                  </a:lnTo>
                  <a:lnTo>
                    <a:pt x="410609" y="742407"/>
                  </a:lnTo>
                  <a:lnTo>
                    <a:pt x="415072" y="746749"/>
                  </a:lnTo>
                  <a:lnTo>
                    <a:pt x="419539" y="746749"/>
                  </a:lnTo>
                  <a:lnTo>
                    <a:pt x="419539" y="751090"/>
                  </a:lnTo>
                  <a:lnTo>
                    <a:pt x="415072" y="755432"/>
                  </a:lnTo>
                  <a:close/>
                </a:path>
                <a:path w="584834" h="755650">
                  <a:moveTo>
                    <a:pt x="316883" y="755432"/>
                  </a:moveTo>
                  <a:lnTo>
                    <a:pt x="267792" y="755432"/>
                  </a:lnTo>
                  <a:lnTo>
                    <a:pt x="263329" y="751090"/>
                  </a:lnTo>
                  <a:lnTo>
                    <a:pt x="267792" y="746749"/>
                  </a:lnTo>
                  <a:lnTo>
                    <a:pt x="267792" y="742407"/>
                  </a:lnTo>
                  <a:lnTo>
                    <a:pt x="316883" y="742407"/>
                  </a:lnTo>
                  <a:lnTo>
                    <a:pt x="316883" y="746749"/>
                  </a:lnTo>
                  <a:lnTo>
                    <a:pt x="321346" y="746749"/>
                  </a:lnTo>
                  <a:lnTo>
                    <a:pt x="321346" y="751090"/>
                  </a:lnTo>
                  <a:lnTo>
                    <a:pt x="316883" y="755432"/>
                  </a:lnTo>
                  <a:close/>
                </a:path>
                <a:path w="584834" h="755650">
                  <a:moveTo>
                    <a:pt x="223161" y="755432"/>
                  </a:moveTo>
                  <a:lnTo>
                    <a:pt x="169599" y="755432"/>
                  </a:lnTo>
                  <a:lnTo>
                    <a:pt x="165136" y="751090"/>
                  </a:lnTo>
                  <a:lnTo>
                    <a:pt x="174062" y="742407"/>
                  </a:lnTo>
                  <a:lnTo>
                    <a:pt x="218698" y="742407"/>
                  </a:lnTo>
                  <a:lnTo>
                    <a:pt x="223161" y="746749"/>
                  </a:lnTo>
                  <a:lnTo>
                    <a:pt x="223161" y="755432"/>
                  </a:lnTo>
                  <a:close/>
                </a:path>
                <a:path w="584834" h="755650">
                  <a:moveTo>
                    <a:pt x="495419" y="733724"/>
                  </a:moveTo>
                  <a:lnTo>
                    <a:pt x="473093" y="733724"/>
                  </a:lnTo>
                  <a:lnTo>
                    <a:pt x="499876" y="716358"/>
                  </a:lnTo>
                  <a:lnTo>
                    <a:pt x="508802" y="716358"/>
                  </a:lnTo>
                  <a:lnTo>
                    <a:pt x="508802" y="729387"/>
                  </a:lnTo>
                  <a:lnTo>
                    <a:pt x="504339" y="729387"/>
                  </a:lnTo>
                  <a:lnTo>
                    <a:pt x="495419" y="733724"/>
                  </a:lnTo>
                  <a:close/>
                </a:path>
                <a:path w="584834" h="755650">
                  <a:moveTo>
                    <a:pt x="468634" y="746749"/>
                  </a:moveTo>
                  <a:lnTo>
                    <a:pt x="464171" y="746749"/>
                  </a:lnTo>
                  <a:lnTo>
                    <a:pt x="459708" y="742407"/>
                  </a:lnTo>
                  <a:lnTo>
                    <a:pt x="459708" y="738066"/>
                  </a:lnTo>
                  <a:lnTo>
                    <a:pt x="464171" y="733724"/>
                  </a:lnTo>
                  <a:lnTo>
                    <a:pt x="473093" y="729387"/>
                  </a:lnTo>
                  <a:lnTo>
                    <a:pt x="473093" y="733724"/>
                  </a:lnTo>
                  <a:lnTo>
                    <a:pt x="495419" y="733724"/>
                  </a:lnTo>
                  <a:lnTo>
                    <a:pt x="468634" y="746749"/>
                  </a:lnTo>
                  <a:close/>
                </a:path>
                <a:path w="584834" h="755650">
                  <a:moveTo>
                    <a:pt x="124967" y="746749"/>
                  </a:moveTo>
                  <a:lnTo>
                    <a:pt x="116041" y="746749"/>
                  </a:lnTo>
                  <a:lnTo>
                    <a:pt x="80336" y="729387"/>
                  </a:lnTo>
                  <a:lnTo>
                    <a:pt x="75873" y="725045"/>
                  </a:lnTo>
                  <a:lnTo>
                    <a:pt x="75873" y="720704"/>
                  </a:lnTo>
                  <a:lnTo>
                    <a:pt x="80336" y="716358"/>
                  </a:lnTo>
                  <a:lnTo>
                    <a:pt x="84799" y="716358"/>
                  </a:lnTo>
                  <a:lnTo>
                    <a:pt x="120504" y="733724"/>
                  </a:lnTo>
                  <a:lnTo>
                    <a:pt x="124967" y="738066"/>
                  </a:lnTo>
                  <a:lnTo>
                    <a:pt x="124967" y="746749"/>
                  </a:lnTo>
                  <a:close/>
                </a:path>
                <a:path w="584834" h="755650">
                  <a:moveTo>
                    <a:pt x="571282" y="651239"/>
                  </a:moveTo>
                  <a:lnTo>
                    <a:pt x="557892" y="651239"/>
                  </a:lnTo>
                  <a:lnTo>
                    <a:pt x="557892" y="646897"/>
                  </a:lnTo>
                  <a:lnTo>
                    <a:pt x="562355" y="642556"/>
                  </a:lnTo>
                  <a:lnTo>
                    <a:pt x="566819" y="642556"/>
                  </a:lnTo>
                  <a:lnTo>
                    <a:pt x="571282" y="646897"/>
                  </a:lnTo>
                  <a:lnTo>
                    <a:pt x="571282" y="651239"/>
                  </a:lnTo>
                  <a:close/>
                </a:path>
                <a:path w="584834" h="755650">
                  <a:moveTo>
                    <a:pt x="555665" y="677284"/>
                  </a:moveTo>
                  <a:lnTo>
                    <a:pt x="540040" y="677284"/>
                  </a:lnTo>
                  <a:lnTo>
                    <a:pt x="557892" y="646897"/>
                  </a:lnTo>
                  <a:lnTo>
                    <a:pt x="557892" y="651239"/>
                  </a:lnTo>
                  <a:lnTo>
                    <a:pt x="571282" y="651239"/>
                  </a:lnTo>
                  <a:lnTo>
                    <a:pt x="571282" y="655576"/>
                  </a:lnTo>
                  <a:lnTo>
                    <a:pt x="566819" y="655576"/>
                  </a:lnTo>
                  <a:lnTo>
                    <a:pt x="555665" y="677284"/>
                  </a:lnTo>
                  <a:close/>
                </a:path>
                <a:path w="584834" h="755650">
                  <a:moveTo>
                    <a:pt x="548970" y="690313"/>
                  </a:moveTo>
                  <a:lnTo>
                    <a:pt x="540040" y="690313"/>
                  </a:lnTo>
                  <a:lnTo>
                    <a:pt x="535577" y="685971"/>
                  </a:lnTo>
                  <a:lnTo>
                    <a:pt x="535577" y="681630"/>
                  </a:lnTo>
                  <a:lnTo>
                    <a:pt x="540040" y="672942"/>
                  </a:lnTo>
                  <a:lnTo>
                    <a:pt x="540040" y="677284"/>
                  </a:lnTo>
                  <a:lnTo>
                    <a:pt x="555665" y="677284"/>
                  </a:lnTo>
                  <a:lnTo>
                    <a:pt x="548970" y="690313"/>
                  </a:lnTo>
                  <a:close/>
                </a:path>
                <a:path w="584834" h="755650">
                  <a:moveTo>
                    <a:pt x="44631" y="690313"/>
                  </a:moveTo>
                  <a:lnTo>
                    <a:pt x="35705" y="690313"/>
                  </a:lnTo>
                  <a:lnTo>
                    <a:pt x="17857" y="655576"/>
                  </a:lnTo>
                  <a:lnTo>
                    <a:pt x="13389" y="655576"/>
                  </a:lnTo>
                  <a:lnTo>
                    <a:pt x="13389" y="646897"/>
                  </a:lnTo>
                  <a:lnTo>
                    <a:pt x="17857" y="642556"/>
                  </a:lnTo>
                  <a:lnTo>
                    <a:pt x="26783" y="642556"/>
                  </a:lnTo>
                  <a:lnTo>
                    <a:pt x="26783" y="651239"/>
                  </a:lnTo>
                  <a:lnTo>
                    <a:pt x="29333" y="651239"/>
                  </a:lnTo>
                  <a:lnTo>
                    <a:pt x="44631" y="677284"/>
                  </a:lnTo>
                  <a:lnTo>
                    <a:pt x="46861" y="677284"/>
                  </a:lnTo>
                  <a:lnTo>
                    <a:pt x="49094" y="681630"/>
                  </a:lnTo>
                  <a:lnTo>
                    <a:pt x="49094" y="685971"/>
                  </a:lnTo>
                  <a:lnTo>
                    <a:pt x="44631" y="690313"/>
                  </a:lnTo>
                  <a:close/>
                </a:path>
                <a:path w="584834" h="755650">
                  <a:moveTo>
                    <a:pt x="29333" y="651239"/>
                  </a:moveTo>
                  <a:lnTo>
                    <a:pt x="26783" y="651239"/>
                  </a:lnTo>
                  <a:lnTo>
                    <a:pt x="26783" y="646897"/>
                  </a:lnTo>
                  <a:lnTo>
                    <a:pt x="29333" y="651239"/>
                  </a:lnTo>
                  <a:close/>
                </a:path>
                <a:path w="584834" h="755650">
                  <a:moveTo>
                    <a:pt x="46861" y="677284"/>
                  </a:moveTo>
                  <a:lnTo>
                    <a:pt x="44631" y="677284"/>
                  </a:lnTo>
                  <a:lnTo>
                    <a:pt x="44631" y="672942"/>
                  </a:lnTo>
                  <a:lnTo>
                    <a:pt x="46861" y="677284"/>
                  </a:lnTo>
                  <a:close/>
                </a:path>
                <a:path w="584834" h="755650">
                  <a:moveTo>
                    <a:pt x="580208" y="603482"/>
                  </a:moveTo>
                  <a:lnTo>
                    <a:pt x="575745" y="603482"/>
                  </a:lnTo>
                  <a:lnTo>
                    <a:pt x="571282" y="599136"/>
                  </a:lnTo>
                  <a:lnTo>
                    <a:pt x="566819" y="599136"/>
                  </a:lnTo>
                  <a:lnTo>
                    <a:pt x="566819" y="555720"/>
                  </a:lnTo>
                  <a:lnTo>
                    <a:pt x="575745" y="547037"/>
                  </a:lnTo>
                  <a:lnTo>
                    <a:pt x="584676" y="555720"/>
                  </a:lnTo>
                  <a:lnTo>
                    <a:pt x="584676" y="594794"/>
                  </a:lnTo>
                  <a:lnTo>
                    <a:pt x="580208" y="603482"/>
                  </a:lnTo>
                  <a:close/>
                </a:path>
                <a:path w="584834" h="755650">
                  <a:moveTo>
                    <a:pt x="13389" y="603482"/>
                  </a:moveTo>
                  <a:lnTo>
                    <a:pt x="4463" y="603482"/>
                  </a:lnTo>
                  <a:lnTo>
                    <a:pt x="4463" y="599136"/>
                  </a:lnTo>
                  <a:lnTo>
                    <a:pt x="0" y="599136"/>
                  </a:lnTo>
                  <a:lnTo>
                    <a:pt x="0" y="555720"/>
                  </a:lnTo>
                  <a:lnTo>
                    <a:pt x="4463" y="551378"/>
                  </a:lnTo>
                  <a:lnTo>
                    <a:pt x="13389" y="551378"/>
                  </a:lnTo>
                  <a:lnTo>
                    <a:pt x="13389" y="586111"/>
                  </a:lnTo>
                  <a:lnTo>
                    <a:pt x="17857" y="599136"/>
                  </a:lnTo>
                  <a:lnTo>
                    <a:pt x="13389" y="603482"/>
                  </a:lnTo>
                  <a:close/>
                </a:path>
                <a:path w="584834" h="755650">
                  <a:moveTo>
                    <a:pt x="580208" y="460206"/>
                  </a:moveTo>
                  <a:lnTo>
                    <a:pt x="571282" y="460206"/>
                  </a:lnTo>
                  <a:lnTo>
                    <a:pt x="571282" y="455868"/>
                  </a:lnTo>
                  <a:lnTo>
                    <a:pt x="580208" y="455868"/>
                  </a:lnTo>
                  <a:lnTo>
                    <a:pt x="580208" y="460206"/>
                  </a:lnTo>
                  <a:close/>
                </a:path>
                <a:path w="584834" h="755650">
                  <a:moveTo>
                    <a:pt x="584676" y="503621"/>
                  </a:moveTo>
                  <a:lnTo>
                    <a:pt x="566819" y="503621"/>
                  </a:lnTo>
                  <a:lnTo>
                    <a:pt x="566819" y="460206"/>
                  </a:lnTo>
                  <a:lnTo>
                    <a:pt x="584676" y="460206"/>
                  </a:lnTo>
                  <a:lnTo>
                    <a:pt x="584676" y="503621"/>
                  </a:lnTo>
                  <a:close/>
                </a:path>
                <a:path w="584834" h="755650">
                  <a:moveTo>
                    <a:pt x="580208" y="507963"/>
                  </a:moveTo>
                  <a:lnTo>
                    <a:pt x="571282" y="507963"/>
                  </a:lnTo>
                  <a:lnTo>
                    <a:pt x="571282" y="503621"/>
                  </a:lnTo>
                  <a:lnTo>
                    <a:pt x="580208" y="503621"/>
                  </a:lnTo>
                  <a:lnTo>
                    <a:pt x="580208" y="507963"/>
                  </a:lnTo>
                  <a:close/>
                </a:path>
                <a:path w="584834" h="755650">
                  <a:moveTo>
                    <a:pt x="13389" y="507963"/>
                  </a:moveTo>
                  <a:lnTo>
                    <a:pt x="4463" y="507963"/>
                  </a:lnTo>
                  <a:lnTo>
                    <a:pt x="0" y="503621"/>
                  </a:lnTo>
                  <a:lnTo>
                    <a:pt x="0" y="460206"/>
                  </a:lnTo>
                  <a:lnTo>
                    <a:pt x="4463" y="455868"/>
                  </a:lnTo>
                  <a:lnTo>
                    <a:pt x="13389" y="455868"/>
                  </a:lnTo>
                  <a:lnTo>
                    <a:pt x="13389" y="507963"/>
                  </a:lnTo>
                  <a:close/>
                </a:path>
                <a:path w="584834" h="755650">
                  <a:moveTo>
                    <a:pt x="580208" y="364691"/>
                  </a:moveTo>
                  <a:lnTo>
                    <a:pt x="571282" y="364691"/>
                  </a:lnTo>
                  <a:lnTo>
                    <a:pt x="571282" y="360349"/>
                  </a:lnTo>
                  <a:lnTo>
                    <a:pt x="580208" y="360349"/>
                  </a:lnTo>
                  <a:lnTo>
                    <a:pt x="580208" y="364691"/>
                  </a:lnTo>
                  <a:close/>
                </a:path>
                <a:path w="584834" h="755650">
                  <a:moveTo>
                    <a:pt x="584676" y="408111"/>
                  </a:moveTo>
                  <a:lnTo>
                    <a:pt x="566819" y="408111"/>
                  </a:lnTo>
                  <a:lnTo>
                    <a:pt x="566819" y="364691"/>
                  </a:lnTo>
                  <a:lnTo>
                    <a:pt x="584676" y="364691"/>
                  </a:lnTo>
                  <a:lnTo>
                    <a:pt x="584676" y="408111"/>
                  </a:lnTo>
                  <a:close/>
                </a:path>
                <a:path w="584834" h="755650">
                  <a:moveTo>
                    <a:pt x="580208" y="412453"/>
                  </a:moveTo>
                  <a:lnTo>
                    <a:pt x="571282" y="412453"/>
                  </a:lnTo>
                  <a:lnTo>
                    <a:pt x="571282" y="408111"/>
                  </a:lnTo>
                  <a:lnTo>
                    <a:pt x="580208" y="408111"/>
                  </a:lnTo>
                  <a:lnTo>
                    <a:pt x="580208" y="412453"/>
                  </a:lnTo>
                  <a:close/>
                </a:path>
                <a:path w="584834" h="755650">
                  <a:moveTo>
                    <a:pt x="13389" y="412453"/>
                  </a:moveTo>
                  <a:lnTo>
                    <a:pt x="4463" y="412453"/>
                  </a:lnTo>
                  <a:lnTo>
                    <a:pt x="0" y="408111"/>
                  </a:lnTo>
                  <a:lnTo>
                    <a:pt x="0" y="364691"/>
                  </a:lnTo>
                  <a:lnTo>
                    <a:pt x="4463" y="360349"/>
                  </a:lnTo>
                  <a:lnTo>
                    <a:pt x="13389" y="360349"/>
                  </a:lnTo>
                  <a:lnTo>
                    <a:pt x="13389" y="412453"/>
                  </a:lnTo>
                  <a:close/>
                </a:path>
                <a:path w="584834" h="755650">
                  <a:moveTo>
                    <a:pt x="8926" y="321275"/>
                  </a:moveTo>
                  <a:lnTo>
                    <a:pt x="4463" y="316934"/>
                  </a:lnTo>
                  <a:lnTo>
                    <a:pt x="0" y="316934"/>
                  </a:lnTo>
                  <a:lnTo>
                    <a:pt x="0" y="269177"/>
                  </a:lnTo>
                  <a:lnTo>
                    <a:pt x="4463" y="264835"/>
                  </a:lnTo>
                  <a:lnTo>
                    <a:pt x="13389" y="264835"/>
                  </a:lnTo>
                  <a:lnTo>
                    <a:pt x="13389" y="316934"/>
                  </a:lnTo>
                  <a:lnTo>
                    <a:pt x="8926" y="321275"/>
                  </a:lnTo>
                  <a:close/>
                </a:path>
                <a:path w="584834" h="755650">
                  <a:moveTo>
                    <a:pt x="580208" y="269177"/>
                  </a:moveTo>
                  <a:lnTo>
                    <a:pt x="571282" y="269177"/>
                  </a:lnTo>
                  <a:lnTo>
                    <a:pt x="571282" y="264835"/>
                  </a:lnTo>
                  <a:lnTo>
                    <a:pt x="580208" y="264835"/>
                  </a:lnTo>
                  <a:lnTo>
                    <a:pt x="580208" y="269177"/>
                  </a:lnTo>
                  <a:close/>
                </a:path>
                <a:path w="584834" h="755650">
                  <a:moveTo>
                    <a:pt x="584676" y="312592"/>
                  </a:moveTo>
                  <a:lnTo>
                    <a:pt x="566819" y="312592"/>
                  </a:lnTo>
                  <a:lnTo>
                    <a:pt x="566819" y="269177"/>
                  </a:lnTo>
                  <a:lnTo>
                    <a:pt x="584676" y="269177"/>
                  </a:lnTo>
                  <a:lnTo>
                    <a:pt x="584676" y="312592"/>
                  </a:lnTo>
                  <a:close/>
                </a:path>
                <a:path w="584834" h="755650">
                  <a:moveTo>
                    <a:pt x="580208" y="316934"/>
                  </a:moveTo>
                  <a:lnTo>
                    <a:pt x="571282" y="316934"/>
                  </a:lnTo>
                  <a:lnTo>
                    <a:pt x="571282" y="312592"/>
                  </a:lnTo>
                  <a:lnTo>
                    <a:pt x="580208" y="312592"/>
                  </a:lnTo>
                  <a:lnTo>
                    <a:pt x="580208" y="316934"/>
                  </a:lnTo>
                  <a:close/>
                </a:path>
                <a:path w="584834" h="755650">
                  <a:moveTo>
                    <a:pt x="8926" y="225761"/>
                  </a:moveTo>
                  <a:lnTo>
                    <a:pt x="4463" y="221424"/>
                  </a:lnTo>
                  <a:lnTo>
                    <a:pt x="0" y="221424"/>
                  </a:lnTo>
                  <a:lnTo>
                    <a:pt x="0" y="173666"/>
                  </a:lnTo>
                  <a:lnTo>
                    <a:pt x="4463" y="173666"/>
                  </a:lnTo>
                  <a:lnTo>
                    <a:pt x="4463" y="169321"/>
                  </a:lnTo>
                  <a:lnTo>
                    <a:pt x="13389" y="169321"/>
                  </a:lnTo>
                  <a:lnTo>
                    <a:pt x="13389" y="221424"/>
                  </a:lnTo>
                  <a:lnTo>
                    <a:pt x="8926" y="225761"/>
                  </a:lnTo>
                  <a:close/>
                </a:path>
                <a:path w="584834" h="755650">
                  <a:moveTo>
                    <a:pt x="584676" y="217082"/>
                  </a:moveTo>
                  <a:lnTo>
                    <a:pt x="566819" y="217082"/>
                  </a:lnTo>
                  <a:lnTo>
                    <a:pt x="566819" y="178008"/>
                  </a:lnTo>
                  <a:lnTo>
                    <a:pt x="571282" y="173666"/>
                  </a:lnTo>
                  <a:lnTo>
                    <a:pt x="571282" y="169321"/>
                  </a:lnTo>
                  <a:lnTo>
                    <a:pt x="580208" y="169321"/>
                  </a:lnTo>
                  <a:lnTo>
                    <a:pt x="580208" y="173666"/>
                  </a:lnTo>
                  <a:lnTo>
                    <a:pt x="584676" y="178008"/>
                  </a:lnTo>
                  <a:lnTo>
                    <a:pt x="584676" y="217082"/>
                  </a:lnTo>
                  <a:close/>
                </a:path>
                <a:path w="584834" h="755650">
                  <a:moveTo>
                    <a:pt x="580208" y="221424"/>
                  </a:moveTo>
                  <a:lnTo>
                    <a:pt x="571282" y="221424"/>
                  </a:lnTo>
                  <a:lnTo>
                    <a:pt x="571282" y="217082"/>
                  </a:lnTo>
                  <a:lnTo>
                    <a:pt x="580208" y="217082"/>
                  </a:lnTo>
                  <a:lnTo>
                    <a:pt x="580208" y="221424"/>
                  </a:lnTo>
                  <a:close/>
                </a:path>
                <a:path w="584834" h="755650">
                  <a:moveTo>
                    <a:pt x="571282" y="130246"/>
                  </a:moveTo>
                  <a:lnTo>
                    <a:pt x="566819" y="130246"/>
                  </a:lnTo>
                  <a:lnTo>
                    <a:pt x="562355" y="125905"/>
                  </a:lnTo>
                  <a:lnTo>
                    <a:pt x="557892" y="108539"/>
                  </a:lnTo>
                  <a:lnTo>
                    <a:pt x="544507" y="86831"/>
                  </a:lnTo>
                  <a:lnTo>
                    <a:pt x="544507" y="82489"/>
                  </a:lnTo>
                  <a:lnTo>
                    <a:pt x="548970" y="78148"/>
                  </a:lnTo>
                  <a:lnTo>
                    <a:pt x="553429" y="78148"/>
                  </a:lnTo>
                  <a:lnTo>
                    <a:pt x="557892" y="82489"/>
                  </a:lnTo>
                  <a:lnTo>
                    <a:pt x="566819" y="104201"/>
                  </a:lnTo>
                  <a:lnTo>
                    <a:pt x="571282" y="104201"/>
                  </a:lnTo>
                  <a:lnTo>
                    <a:pt x="575745" y="121563"/>
                  </a:lnTo>
                  <a:lnTo>
                    <a:pt x="575745" y="125905"/>
                  </a:lnTo>
                  <a:lnTo>
                    <a:pt x="571282" y="130246"/>
                  </a:lnTo>
                  <a:close/>
                </a:path>
                <a:path w="584834" h="755650">
                  <a:moveTo>
                    <a:pt x="17857" y="130246"/>
                  </a:moveTo>
                  <a:lnTo>
                    <a:pt x="13389" y="130246"/>
                  </a:lnTo>
                  <a:lnTo>
                    <a:pt x="8926" y="125905"/>
                  </a:lnTo>
                  <a:lnTo>
                    <a:pt x="8926" y="121563"/>
                  </a:lnTo>
                  <a:lnTo>
                    <a:pt x="13389" y="104201"/>
                  </a:lnTo>
                  <a:lnTo>
                    <a:pt x="17857" y="104201"/>
                  </a:lnTo>
                  <a:lnTo>
                    <a:pt x="26783" y="82489"/>
                  </a:lnTo>
                  <a:lnTo>
                    <a:pt x="31241" y="78148"/>
                  </a:lnTo>
                  <a:lnTo>
                    <a:pt x="35705" y="78148"/>
                  </a:lnTo>
                  <a:lnTo>
                    <a:pt x="40168" y="82489"/>
                  </a:lnTo>
                  <a:lnTo>
                    <a:pt x="40168" y="91172"/>
                  </a:lnTo>
                  <a:lnTo>
                    <a:pt x="26783" y="108539"/>
                  </a:lnTo>
                  <a:lnTo>
                    <a:pt x="22320" y="125905"/>
                  </a:lnTo>
                  <a:lnTo>
                    <a:pt x="17857" y="130246"/>
                  </a:lnTo>
                  <a:close/>
                </a:path>
                <a:path w="584834" h="755650">
                  <a:moveTo>
                    <a:pt x="513261" y="52098"/>
                  </a:moveTo>
                  <a:lnTo>
                    <a:pt x="508802" y="52098"/>
                  </a:lnTo>
                  <a:lnTo>
                    <a:pt x="499876" y="39074"/>
                  </a:lnTo>
                  <a:lnTo>
                    <a:pt x="477556" y="30390"/>
                  </a:lnTo>
                  <a:lnTo>
                    <a:pt x="473093" y="26053"/>
                  </a:lnTo>
                  <a:lnTo>
                    <a:pt x="473093" y="21712"/>
                  </a:lnTo>
                  <a:lnTo>
                    <a:pt x="477556" y="17370"/>
                  </a:lnTo>
                  <a:lnTo>
                    <a:pt x="482019" y="17370"/>
                  </a:lnTo>
                  <a:lnTo>
                    <a:pt x="504339" y="30390"/>
                  </a:lnTo>
                  <a:lnTo>
                    <a:pt x="508802" y="30390"/>
                  </a:lnTo>
                  <a:lnTo>
                    <a:pt x="522187" y="43415"/>
                  </a:lnTo>
                  <a:lnTo>
                    <a:pt x="522187" y="47757"/>
                  </a:lnTo>
                  <a:lnTo>
                    <a:pt x="513261" y="52098"/>
                  </a:lnTo>
                  <a:close/>
                </a:path>
                <a:path w="584834" h="755650">
                  <a:moveTo>
                    <a:pt x="75873" y="52098"/>
                  </a:moveTo>
                  <a:lnTo>
                    <a:pt x="66951" y="52098"/>
                  </a:lnTo>
                  <a:lnTo>
                    <a:pt x="62488" y="47757"/>
                  </a:lnTo>
                  <a:lnTo>
                    <a:pt x="62488" y="43415"/>
                  </a:lnTo>
                  <a:lnTo>
                    <a:pt x="75873" y="30390"/>
                  </a:lnTo>
                  <a:lnTo>
                    <a:pt x="80336" y="30390"/>
                  </a:lnTo>
                  <a:lnTo>
                    <a:pt x="102656" y="17370"/>
                  </a:lnTo>
                  <a:lnTo>
                    <a:pt x="107119" y="17370"/>
                  </a:lnTo>
                  <a:lnTo>
                    <a:pt x="111578" y="21712"/>
                  </a:lnTo>
                  <a:lnTo>
                    <a:pt x="111578" y="26053"/>
                  </a:lnTo>
                  <a:lnTo>
                    <a:pt x="107119" y="30390"/>
                  </a:lnTo>
                  <a:lnTo>
                    <a:pt x="84799" y="39074"/>
                  </a:lnTo>
                  <a:lnTo>
                    <a:pt x="75873" y="52098"/>
                  </a:lnTo>
                  <a:close/>
                </a:path>
                <a:path w="584834" h="755650">
                  <a:moveTo>
                    <a:pt x="178530" y="4341"/>
                  </a:moveTo>
                  <a:lnTo>
                    <a:pt x="156209" y="4341"/>
                  </a:lnTo>
                  <a:lnTo>
                    <a:pt x="156209" y="0"/>
                  </a:lnTo>
                  <a:lnTo>
                    <a:pt x="174062" y="0"/>
                  </a:lnTo>
                  <a:lnTo>
                    <a:pt x="178530" y="4341"/>
                  </a:lnTo>
                  <a:close/>
                </a:path>
                <a:path w="584834" h="755650">
                  <a:moveTo>
                    <a:pt x="178530" y="13024"/>
                  </a:moveTo>
                  <a:lnTo>
                    <a:pt x="151746" y="13024"/>
                  </a:lnTo>
                  <a:lnTo>
                    <a:pt x="151746" y="4341"/>
                  </a:lnTo>
                  <a:lnTo>
                    <a:pt x="182993" y="4341"/>
                  </a:lnTo>
                  <a:lnTo>
                    <a:pt x="187456" y="0"/>
                  </a:lnTo>
                  <a:lnTo>
                    <a:pt x="232083" y="0"/>
                  </a:lnTo>
                  <a:lnTo>
                    <a:pt x="236546" y="4341"/>
                  </a:lnTo>
                  <a:lnTo>
                    <a:pt x="236546" y="8683"/>
                  </a:lnTo>
                  <a:lnTo>
                    <a:pt x="182993" y="8683"/>
                  </a:lnTo>
                  <a:lnTo>
                    <a:pt x="178530" y="13024"/>
                  </a:lnTo>
                  <a:close/>
                </a:path>
                <a:path w="584834" h="755650">
                  <a:moveTo>
                    <a:pt x="236546" y="13024"/>
                  </a:moveTo>
                  <a:lnTo>
                    <a:pt x="182993" y="13024"/>
                  </a:lnTo>
                  <a:lnTo>
                    <a:pt x="182993" y="8683"/>
                  </a:lnTo>
                  <a:lnTo>
                    <a:pt x="236546" y="8683"/>
                  </a:lnTo>
                  <a:lnTo>
                    <a:pt x="236546" y="13024"/>
                  </a:lnTo>
                  <a:close/>
                </a:path>
                <a:path w="584834" h="755650">
                  <a:moveTo>
                    <a:pt x="160673" y="17370"/>
                  </a:moveTo>
                  <a:lnTo>
                    <a:pt x="156209" y="13024"/>
                  </a:lnTo>
                  <a:lnTo>
                    <a:pt x="160673" y="13024"/>
                  </a:lnTo>
                  <a:lnTo>
                    <a:pt x="160673" y="17370"/>
                  </a:lnTo>
                  <a:close/>
                </a:path>
                <a:path w="584834" h="755650">
                  <a:moveTo>
                    <a:pt x="432924" y="13024"/>
                  </a:moveTo>
                  <a:lnTo>
                    <a:pt x="379371" y="13024"/>
                  </a:lnTo>
                  <a:lnTo>
                    <a:pt x="379371" y="4341"/>
                  </a:lnTo>
                  <a:lnTo>
                    <a:pt x="383834" y="0"/>
                  </a:lnTo>
                  <a:lnTo>
                    <a:pt x="428466" y="0"/>
                  </a:lnTo>
                  <a:lnTo>
                    <a:pt x="428466" y="4341"/>
                  </a:lnTo>
                  <a:lnTo>
                    <a:pt x="432924" y="4341"/>
                  </a:lnTo>
                  <a:lnTo>
                    <a:pt x="432924" y="13024"/>
                  </a:lnTo>
                  <a:close/>
                </a:path>
                <a:path w="584834" h="755650">
                  <a:moveTo>
                    <a:pt x="334735" y="13024"/>
                  </a:moveTo>
                  <a:lnTo>
                    <a:pt x="281177" y="13024"/>
                  </a:lnTo>
                  <a:lnTo>
                    <a:pt x="281177" y="4341"/>
                  </a:lnTo>
                  <a:lnTo>
                    <a:pt x="285641" y="0"/>
                  </a:lnTo>
                  <a:lnTo>
                    <a:pt x="330272" y="0"/>
                  </a:lnTo>
                  <a:lnTo>
                    <a:pt x="334735" y="4341"/>
                  </a:lnTo>
                  <a:lnTo>
                    <a:pt x="334735" y="130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161781" y="4780887"/>
              <a:ext cx="433070" cy="755650"/>
            </a:xfrm>
            <a:custGeom>
              <a:avLst/>
              <a:gdLst/>
              <a:ahLst/>
              <a:cxnLst/>
              <a:rect l="l" t="t" r="r" b="b"/>
              <a:pathLst>
                <a:path w="433070" h="755650">
                  <a:moveTo>
                    <a:pt x="187451" y="0"/>
                  </a:moveTo>
                  <a:lnTo>
                    <a:pt x="232083" y="0"/>
                  </a:lnTo>
                  <a:lnTo>
                    <a:pt x="236546" y="4341"/>
                  </a:lnTo>
                  <a:lnTo>
                    <a:pt x="236546" y="8683"/>
                  </a:lnTo>
                  <a:lnTo>
                    <a:pt x="236546" y="13024"/>
                  </a:lnTo>
                  <a:lnTo>
                    <a:pt x="232083" y="13024"/>
                  </a:lnTo>
                  <a:lnTo>
                    <a:pt x="187451" y="13024"/>
                  </a:lnTo>
                  <a:lnTo>
                    <a:pt x="182988" y="13024"/>
                  </a:lnTo>
                  <a:lnTo>
                    <a:pt x="182988" y="8683"/>
                  </a:lnTo>
                  <a:lnTo>
                    <a:pt x="182988" y="4341"/>
                  </a:lnTo>
                  <a:lnTo>
                    <a:pt x="187451" y="0"/>
                  </a:lnTo>
                  <a:close/>
                </a:path>
                <a:path w="433070" h="755650">
                  <a:moveTo>
                    <a:pt x="285641" y="0"/>
                  </a:moveTo>
                  <a:lnTo>
                    <a:pt x="330272" y="0"/>
                  </a:lnTo>
                  <a:lnTo>
                    <a:pt x="334735" y="4341"/>
                  </a:lnTo>
                  <a:lnTo>
                    <a:pt x="334735" y="8683"/>
                  </a:lnTo>
                  <a:lnTo>
                    <a:pt x="334735" y="13024"/>
                  </a:lnTo>
                  <a:lnTo>
                    <a:pt x="330272" y="13024"/>
                  </a:lnTo>
                  <a:lnTo>
                    <a:pt x="285641" y="13024"/>
                  </a:lnTo>
                  <a:lnTo>
                    <a:pt x="281177" y="13024"/>
                  </a:lnTo>
                  <a:lnTo>
                    <a:pt x="281177" y="8683"/>
                  </a:lnTo>
                  <a:lnTo>
                    <a:pt x="281177" y="4341"/>
                  </a:lnTo>
                  <a:lnTo>
                    <a:pt x="285641" y="0"/>
                  </a:lnTo>
                  <a:close/>
                </a:path>
                <a:path w="433070" h="755650">
                  <a:moveTo>
                    <a:pt x="383830" y="0"/>
                  </a:moveTo>
                  <a:lnTo>
                    <a:pt x="410609" y="0"/>
                  </a:lnTo>
                  <a:lnTo>
                    <a:pt x="428461" y="0"/>
                  </a:lnTo>
                  <a:lnTo>
                    <a:pt x="428461" y="4341"/>
                  </a:lnTo>
                  <a:lnTo>
                    <a:pt x="432924" y="4341"/>
                  </a:lnTo>
                  <a:lnTo>
                    <a:pt x="432924" y="8683"/>
                  </a:lnTo>
                  <a:lnTo>
                    <a:pt x="432924" y="13024"/>
                  </a:lnTo>
                  <a:lnTo>
                    <a:pt x="379367" y="13024"/>
                  </a:lnTo>
                  <a:lnTo>
                    <a:pt x="379367" y="8683"/>
                  </a:lnTo>
                  <a:lnTo>
                    <a:pt x="379367" y="4341"/>
                  </a:lnTo>
                  <a:lnTo>
                    <a:pt x="383830" y="0"/>
                  </a:lnTo>
                  <a:close/>
                </a:path>
                <a:path w="433070" h="755650">
                  <a:moveTo>
                    <a:pt x="410609" y="755432"/>
                  </a:moveTo>
                  <a:lnTo>
                    <a:pt x="370440" y="755432"/>
                  </a:lnTo>
                  <a:lnTo>
                    <a:pt x="365977" y="755432"/>
                  </a:lnTo>
                  <a:lnTo>
                    <a:pt x="361514" y="751090"/>
                  </a:lnTo>
                  <a:lnTo>
                    <a:pt x="365977" y="746749"/>
                  </a:lnTo>
                  <a:lnTo>
                    <a:pt x="365977" y="742407"/>
                  </a:lnTo>
                  <a:lnTo>
                    <a:pt x="370440" y="742407"/>
                  </a:lnTo>
                  <a:lnTo>
                    <a:pt x="410609" y="742407"/>
                  </a:lnTo>
                  <a:lnTo>
                    <a:pt x="415072" y="746749"/>
                  </a:lnTo>
                  <a:lnTo>
                    <a:pt x="419535" y="746749"/>
                  </a:lnTo>
                  <a:lnTo>
                    <a:pt x="419535" y="751090"/>
                  </a:lnTo>
                  <a:lnTo>
                    <a:pt x="415072" y="755432"/>
                  </a:lnTo>
                  <a:lnTo>
                    <a:pt x="410609" y="755432"/>
                  </a:lnTo>
                  <a:close/>
                </a:path>
                <a:path w="433070" h="755650">
                  <a:moveTo>
                    <a:pt x="312419" y="755432"/>
                  </a:moveTo>
                  <a:lnTo>
                    <a:pt x="272251" y="755432"/>
                  </a:lnTo>
                  <a:lnTo>
                    <a:pt x="267788" y="755432"/>
                  </a:lnTo>
                  <a:lnTo>
                    <a:pt x="263325" y="751090"/>
                  </a:lnTo>
                  <a:lnTo>
                    <a:pt x="267788" y="746749"/>
                  </a:lnTo>
                  <a:lnTo>
                    <a:pt x="267788" y="742407"/>
                  </a:lnTo>
                  <a:lnTo>
                    <a:pt x="272251" y="742407"/>
                  </a:lnTo>
                  <a:lnTo>
                    <a:pt x="312419" y="742407"/>
                  </a:lnTo>
                  <a:lnTo>
                    <a:pt x="316883" y="742407"/>
                  </a:lnTo>
                  <a:lnTo>
                    <a:pt x="316883" y="746749"/>
                  </a:lnTo>
                  <a:lnTo>
                    <a:pt x="321346" y="746749"/>
                  </a:lnTo>
                  <a:lnTo>
                    <a:pt x="321346" y="751090"/>
                  </a:lnTo>
                  <a:lnTo>
                    <a:pt x="316883" y="755432"/>
                  </a:lnTo>
                  <a:lnTo>
                    <a:pt x="312419" y="755432"/>
                  </a:lnTo>
                  <a:close/>
                </a:path>
                <a:path w="433070" h="755650">
                  <a:moveTo>
                    <a:pt x="214230" y="755432"/>
                  </a:moveTo>
                  <a:lnTo>
                    <a:pt x="174062" y="755432"/>
                  </a:lnTo>
                  <a:lnTo>
                    <a:pt x="169599" y="755432"/>
                  </a:lnTo>
                  <a:lnTo>
                    <a:pt x="165136" y="751090"/>
                  </a:lnTo>
                  <a:lnTo>
                    <a:pt x="169599" y="746749"/>
                  </a:lnTo>
                  <a:lnTo>
                    <a:pt x="174062" y="742407"/>
                  </a:lnTo>
                  <a:lnTo>
                    <a:pt x="214230" y="742407"/>
                  </a:lnTo>
                  <a:lnTo>
                    <a:pt x="218693" y="742407"/>
                  </a:lnTo>
                  <a:lnTo>
                    <a:pt x="223157" y="746749"/>
                  </a:lnTo>
                  <a:lnTo>
                    <a:pt x="223157" y="751090"/>
                  </a:lnTo>
                  <a:lnTo>
                    <a:pt x="223157" y="755432"/>
                  </a:lnTo>
                  <a:lnTo>
                    <a:pt x="218693" y="755432"/>
                  </a:lnTo>
                  <a:lnTo>
                    <a:pt x="214230" y="755432"/>
                  </a:lnTo>
                  <a:close/>
                </a:path>
                <a:path w="433070" h="755650">
                  <a:moveTo>
                    <a:pt x="116041" y="746749"/>
                  </a:moveTo>
                  <a:lnTo>
                    <a:pt x="107115" y="742407"/>
                  </a:lnTo>
                  <a:lnTo>
                    <a:pt x="80336" y="729383"/>
                  </a:lnTo>
                  <a:lnTo>
                    <a:pt x="75873" y="725041"/>
                  </a:lnTo>
                  <a:lnTo>
                    <a:pt x="75873" y="720699"/>
                  </a:lnTo>
                  <a:lnTo>
                    <a:pt x="80336" y="716358"/>
                  </a:lnTo>
                  <a:lnTo>
                    <a:pt x="84799" y="716358"/>
                  </a:lnTo>
                  <a:lnTo>
                    <a:pt x="111578" y="729383"/>
                  </a:lnTo>
                  <a:lnTo>
                    <a:pt x="120504" y="733724"/>
                  </a:lnTo>
                  <a:lnTo>
                    <a:pt x="124967" y="738066"/>
                  </a:lnTo>
                  <a:lnTo>
                    <a:pt x="124967" y="742407"/>
                  </a:lnTo>
                  <a:lnTo>
                    <a:pt x="124967" y="746749"/>
                  </a:lnTo>
                  <a:lnTo>
                    <a:pt x="116041" y="746749"/>
                  </a:lnTo>
                  <a:close/>
                </a:path>
                <a:path w="433070" h="755650">
                  <a:moveTo>
                    <a:pt x="35705" y="690308"/>
                  </a:moveTo>
                  <a:lnTo>
                    <a:pt x="31241" y="681625"/>
                  </a:lnTo>
                  <a:lnTo>
                    <a:pt x="17852" y="655576"/>
                  </a:lnTo>
                  <a:lnTo>
                    <a:pt x="13389" y="655576"/>
                  </a:lnTo>
                  <a:lnTo>
                    <a:pt x="13389" y="651234"/>
                  </a:lnTo>
                  <a:lnTo>
                    <a:pt x="13389" y="646893"/>
                  </a:lnTo>
                  <a:lnTo>
                    <a:pt x="17852" y="642551"/>
                  </a:lnTo>
                  <a:lnTo>
                    <a:pt x="22315" y="642551"/>
                  </a:lnTo>
                  <a:lnTo>
                    <a:pt x="26778" y="642551"/>
                  </a:lnTo>
                  <a:lnTo>
                    <a:pt x="26778" y="646893"/>
                  </a:lnTo>
                  <a:lnTo>
                    <a:pt x="26778" y="651234"/>
                  </a:lnTo>
                  <a:lnTo>
                    <a:pt x="26778" y="646893"/>
                  </a:lnTo>
                  <a:lnTo>
                    <a:pt x="44631" y="677284"/>
                  </a:lnTo>
                  <a:lnTo>
                    <a:pt x="44631" y="672942"/>
                  </a:lnTo>
                  <a:lnTo>
                    <a:pt x="49094" y="681625"/>
                  </a:lnTo>
                  <a:lnTo>
                    <a:pt x="49094" y="685967"/>
                  </a:lnTo>
                  <a:lnTo>
                    <a:pt x="44631" y="690308"/>
                  </a:lnTo>
                  <a:lnTo>
                    <a:pt x="40168" y="690308"/>
                  </a:lnTo>
                  <a:lnTo>
                    <a:pt x="35705" y="690308"/>
                  </a:lnTo>
                  <a:close/>
                </a:path>
                <a:path w="433070" h="755650">
                  <a:moveTo>
                    <a:pt x="0" y="599136"/>
                  </a:moveTo>
                  <a:lnTo>
                    <a:pt x="0" y="590452"/>
                  </a:lnTo>
                  <a:lnTo>
                    <a:pt x="0" y="555720"/>
                  </a:lnTo>
                  <a:lnTo>
                    <a:pt x="4463" y="551378"/>
                  </a:lnTo>
                  <a:lnTo>
                    <a:pt x="8926" y="551378"/>
                  </a:lnTo>
                  <a:lnTo>
                    <a:pt x="13389" y="551378"/>
                  </a:lnTo>
                  <a:lnTo>
                    <a:pt x="13389" y="555720"/>
                  </a:lnTo>
                  <a:lnTo>
                    <a:pt x="13389" y="586111"/>
                  </a:lnTo>
                  <a:lnTo>
                    <a:pt x="17852" y="599136"/>
                  </a:lnTo>
                  <a:lnTo>
                    <a:pt x="13389" y="603477"/>
                  </a:lnTo>
                  <a:lnTo>
                    <a:pt x="8926" y="603477"/>
                  </a:lnTo>
                  <a:lnTo>
                    <a:pt x="4463" y="603477"/>
                  </a:lnTo>
                  <a:lnTo>
                    <a:pt x="4463" y="599136"/>
                  </a:lnTo>
                  <a:lnTo>
                    <a:pt x="0" y="599136"/>
                  </a:lnTo>
                  <a:close/>
                </a:path>
                <a:path w="433070" h="755650">
                  <a:moveTo>
                    <a:pt x="0" y="503621"/>
                  </a:moveTo>
                  <a:lnTo>
                    <a:pt x="0" y="460205"/>
                  </a:lnTo>
                  <a:lnTo>
                    <a:pt x="4463" y="455864"/>
                  </a:lnTo>
                  <a:lnTo>
                    <a:pt x="8926" y="455864"/>
                  </a:lnTo>
                  <a:lnTo>
                    <a:pt x="13389" y="455864"/>
                  </a:lnTo>
                  <a:lnTo>
                    <a:pt x="13389" y="460205"/>
                  </a:lnTo>
                  <a:lnTo>
                    <a:pt x="13389" y="503621"/>
                  </a:lnTo>
                  <a:lnTo>
                    <a:pt x="13389" y="507963"/>
                  </a:lnTo>
                  <a:lnTo>
                    <a:pt x="8926" y="507963"/>
                  </a:lnTo>
                  <a:lnTo>
                    <a:pt x="4463" y="507963"/>
                  </a:lnTo>
                  <a:lnTo>
                    <a:pt x="0" y="503621"/>
                  </a:lnTo>
                  <a:close/>
                </a:path>
                <a:path w="433070" h="755650">
                  <a:moveTo>
                    <a:pt x="0" y="408107"/>
                  </a:moveTo>
                  <a:lnTo>
                    <a:pt x="0" y="364691"/>
                  </a:lnTo>
                  <a:lnTo>
                    <a:pt x="4463" y="360349"/>
                  </a:lnTo>
                  <a:lnTo>
                    <a:pt x="8926" y="360349"/>
                  </a:lnTo>
                  <a:lnTo>
                    <a:pt x="13389" y="360349"/>
                  </a:lnTo>
                  <a:lnTo>
                    <a:pt x="13389" y="364691"/>
                  </a:lnTo>
                  <a:lnTo>
                    <a:pt x="13389" y="408107"/>
                  </a:lnTo>
                  <a:lnTo>
                    <a:pt x="13389" y="412448"/>
                  </a:lnTo>
                  <a:lnTo>
                    <a:pt x="8926" y="412448"/>
                  </a:lnTo>
                  <a:lnTo>
                    <a:pt x="4463" y="412448"/>
                  </a:lnTo>
                  <a:lnTo>
                    <a:pt x="0" y="408107"/>
                  </a:lnTo>
                  <a:close/>
                </a:path>
                <a:path w="433070" h="755650">
                  <a:moveTo>
                    <a:pt x="0" y="312592"/>
                  </a:moveTo>
                  <a:lnTo>
                    <a:pt x="0" y="273518"/>
                  </a:lnTo>
                  <a:lnTo>
                    <a:pt x="0" y="269177"/>
                  </a:lnTo>
                  <a:lnTo>
                    <a:pt x="4463" y="264835"/>
                  </a:lnTo>
                  <a:lnTo>
                    <a:pt x="8926" y="264835"/>
                  </a:lnTo>
                  <a:lnTo>
                    <a:pt x="13389" y="264835"/>
                  </a:lnTo>
                  <a:lnTo>
                    <a:pt x="13389" y="269177"/>
                  </a:lnTo>
                  <a:lnTo>
                    <a:pt x="13389" y="273518"/>
                  </a:lnTo>
                  <a:lnTo>
                    <a:pt x="13389" y="312592"/>
                  </a:lnTo>
                  <a:lnTo>
                    <a:pt x="13389" y="316934"/>
                  </a:lnTo>
                  <a:lnTo>
                    <a:pt x="8926" y="321275"/>
                  </a:lnTo>
                  <a:lnTo>
                    <a:pt x="4463" y="316934"/>
                  </a:lnTo>
                  <a:lnTo>
                    <a:pt x="0" y="316934"/>
                  </a:lnTo>
                  <a:lnTo>
                    <a:pt x="0" y="312592"/>
                  </a:lnTo>
                  <a:close/>
                </a:path>
                <a:path w="433070" h="755650">
                  <a:moveTo>
                    <a:pt x="0" y="217078"/>
                  </a:moveTo>
                  <a:lnTo>
                    <a:pt x="0" y="178004"/>
                  </a:lnTo>
                  <a:lnTo>
                    <a:pt x="0" y="173662"/>
                  </a:lnTo>
                  <a:lnTo>
                    <a:pt x="4463" y="173662"/>
                  </a:lnTo>
                  <a:lnTo>
                    <a:pt x="4463" y="169321"/>
                  </a:lnTo>
                  <a:lnTo>
                    <a:pt x="8926" y="169321"/>
                  </a:lnTo>
                  <a:lnTo>
                    <a:pt x="13389" y="169321"/>
                  </a:lnTo>
                  <a:lnTo>
                    <a:pt x="13389" y="173662"/>
                  </a:lnTo>
                  <a:lnTo>
                    <a:pt x="13389" y="178004"/>
                  </a:lnTo>
                  <a:lnTo>
                    <a:pt x="13389" y="217078"/>
                  </a:lnTo>
                  <a:lnTo>
                    <a:pt x="13389" y="221419"/>
                  </a:lnTo>
                  <a:lnTo>
                    <a:pt x="8926" y="225761"/>
                  </a:lnTo>
                  <a:lnTo>
                    <a:pt x="4463" y="221419"/>
                  </a:lnTo>
                  <a:lnTo>
                    <a:pt x="0" y="221419"/>
                  </a:lnTo>
                  <a:lnTo>
                    <a:pt x="0" y="217078"/>
                  </a:lnTo>
                  <a:close/>
                </a:path>
                <a:path w="433070" h="755650">
                  <a:moveTo>
                    <a:pt x="8926" y="121563"/>
                  </a:moveTo>
                  <a:lnTo>
                    <a:pt x="13389" y="104197"/>
                  </a:lnTo>
                  <a:lnTo>
                    <a:pt x="17852" y="104197"/>
                  </a:lnTo>
                  <a:lnTo>
                    <a:pt x="26778" y="82489"/>
                  </a:lnTo>
                  <a:lnTo>
                    <a:pt x="31241" y="78148"/>
                  </a:lnTo>
                  <a:lnTo>
                    <a:pt x="35705" y="78148"/>
                  </a:lnTo>
                  <a:lnTo>
                    <a:pt x="40168" y="82489"/>
                  </a:lnTo>
                  <a:lnTo>
                    <a:pt x="40168" y="91172"/>
                  </a:lnTo>
                  <a:lnTo>
                    <a:pt x="26778" y="108539"/>
                  </a:lnTo>
                  <a:lnTo>
                    <a:pt x="22315" y="125905"/>
                  </a:lnTo>
                  <a:lnTo>
                    <a:pt x="17852" y="130246"/>
                  </a:lnTo>
                  <a:lnTo>
                    <a:pt x="13389" y="130246"/>
                  </a:lnTo>
                  <a:lnTo>
                    <a:pt x="8926" y="125905"/>
                  </a:lnTo>
                  <a:lnTo>
                    <a:pt x="8926" y="121563"/>
                  </a:lnTo>
                  <a:close/>
                </a:path>
                <a:path w="433070" h="755650">
                  <a:moveTo>
                    <a:pt x="66947" y="39074"/>
                  </a:moveTo>
                  <a:lnTo>
                    <a:pt x="75873" y="30390"/>
                  </a:lnTo>
                  <a:lnTo>
                    <a:pt x="80336" y="30390"/>
                  </a:lnTo>
                  <a:lnTo>
                    <a:pt x="102652" y="17366"/>
                  </a:lnTo>
                  <a:lnTo>
                    <a:pt x="107115" y="17366"/>
                  </a:lnTo>
                  <a:lnTo>
                    <a:pt x="111578" y="21707"/>
                  </a:lnTo>
                  <a:lnTo>
                    <a:pt x="111578" y="26049"/>
                  </a:lnTo>
                  <a:lnTo>
                    <a:pt x="107115" y="30390"/>
                  </a:lnTo>
                  <a:lnTo>
                    <a:pt x="84799" y="39074"/>
                  </a:lnTo>
                  <a:lnTo>
                    <a:pt x="75873" y="52098"/>
                  </a:lnTo>
                  <a:lnTo>
                    <a:pt x="66947" y="52098"/>
                  </a:lnTo>
                  <a:lnTo>
                    <a:pt x="62483" y="47757"/>
                  </a:lnTo>
                  <a:lnTo>
                    <a:pt x="62483" y="43415"/>
                  </a:lnTo>
                  <a:lnTo>
                    <a:pt x="66947" y="39074"/>
                  </a:lnTo>
                  <a:close/>
                </a:path>
                <a:path w="433070" h="755650">
                  <a:moveTo>
                    <a:pt x="156209" y="0"/>
                  </a:moveTo>
                  <a:lnTo>
                    <a:pt x="174062" y="0"/>
                  </a:lnTo>
                  <a:lnTo>
                    <a:pt x="178525" y="4341"/>
                  </a:lnTo>
                  <a:lnTo>
                    <a:pt x="182988" y="4341"/>
                  </a:lnTo>
                  <a:lnTo>
                    <a:pt x="182988" y="8683"/>
                  </a:lnTo>
                  <a:lnTo>
                    <a:pt x="178525" y="13024"/>
                  </a:lnTo>
                  <a:lnTo>
                    <a:pt x="174062" y="13024"/>
                  </a:lnTo>
                  <a:lnTo>
                    <a:pt x="160673" y="13024"/>
                  </a:lnTo>
                  <a:lnTo>
                    <a:pt x="160673" y="17366"/>
                  </a:lnTo>
                  <a:lnTo>
                    <a:pt x="156209" y="13024"/>
                  </a:lnTo>
                  <a:lnTo>
                    <a:pt x="151746" y="13024"/>
                  </a:lnTo>
                  <a:lnTo>
                    <a:pt x="151746" y="8683"/>
                  </a:lnTo>
                  <a:lnTo>
                    <a:pt x="151746" y="4341"/>
                  </a:lnTo>
                  <a:lnTo>
                    <a:pt x="156209" y="4341"/>
                  </a:lnTo>
                  <a:lnTo>
                    <a:pt x="156209" y="0"/>
                  </a:lnTo>
                  <a:close/>
                </a:path>
              </a:pathLst>
            </a:custGeom>
            <a:ln w="44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550076" y="4724450"/>
              <a:ext cx="223520" cy="812165"/>
            </a:xfrm>
            <a:custGeom>
              <a:avLst/>
              <a:gdLst/>
              <a:ahLst/>
              <a:cxnLst/>
              <a:rect l="l" t="t" r="r" b="b"/>
              <a:pathLst>
                <a:path w="223520" h="812164">
                  <a:moveTo>
                    <a:pt x="223152" y="811868"/>
                  </a:moveTo>
                  <a:lnTo>
                    <a:pt x="0" y="811868"/>
                  </a:lnTo>
                  <a:lnTo>
                    <a:pt x="0" y="0"/>
                  </a:lnTo>
                  <a:lnTo>
                    <a:pt x="223152" y="0"/>
                  </a:lnTo>
                  <a:lnTo>
                    <a:pt x="223152" y="8118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550073" y="4724447"/>
              <a:ext cx="223520" cy="812165"/>
            </a:xfrm>
            <a:custGeom>
              <a:avLst/>
              <a:gdLst/>
              <a:ahLst/>
              <a:cxnLst/>
              <a:rect l="l" t="t" r="r" b="b"/>
              <a:pathLst>
                <a:path w="223520" h="812164">
                  <a:moveTo>
                    <a:pt x="223157" y="0"/>
                  </a:moveTo>
                  <a:lnTo>
                    <a:pt x="223157" y="811872"/>
                  </a:lnTo>
                  <a:lnTo>
                    <a:pt x="0" y="811872"/>
                  </a:lnTo>
                  <a:lnTo>
                    <a:pt x="0" y="0"/>
                  </a:lnTo>
                  <a:lnTo>
                    <a:pt x="223157" y="0"/>
                  </a:lnTo>
                  <a:close/>
                </a:path>
              </a:pathLst>
            </a:custGeom>
            <a:ln w="1336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548034" y="4223494"/>
              <a:ext cx="78740" cy="887094"/>
            </a:xfrm>
            <a:custGeom>
              <a:avLst/>
              <a:gdLst/>
              <a:ahLst/>
              <a:cxnLst/>
              <a:rect l="l" t="t" r="r" b="b"/>
              <a:pathLst>
                <a:path w="78740" h="887095">
                  <a:moveTo>
                    <a:pt x="0" y="0"/>
                  </a:moveTo>
                  <a:lnTo>
                    <a:pt x="30528" y="5807"/>
                  </a:lnTo>
                  <a:lnTo>
                    <a:pt x="55459" y="21644"/>
                  </a:lnTo>
                  <a:lnTo>
                    <a:pt x="72267" y="45133"/>
                  </a:lnTo>
                  <a:lnTo>
                    <a:pt x="78431" y="73897"/>
                  </a:lnTo>
                  <a:lnTo>
                    <a:pt x="78431" y="812878"/>
                  </a:lnTo>
                  <a:lnTo>
                    <a:pt x="72267" y="841642"/>
                  </a:lnTo>
                  <a:lnTo>
                    <a:pt x="55459" y="865131"/>
                  </a:lnTo>
                  <a:lnTo>
                    <a:pt x="30528" y="880968"/>
                  </a:lnTo>
                  <a:lnTo>
                    <a:pt x="0" y="886775"/>
                  </a:lnTo>
                </a:path>
              </a:pathLst>
            </a:custGeom>
            <a:ln w="184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102593" y="5580383"/>
              <a:ext cx="934085" cy="74930"/>
            </a:xfrm>
            <a:custGeom>
              <a:avLst/>
              <a:gdLst/>
              <a:ahLst/>
              <a:cxnLst/>
              <a:rect l="l" t="t" r="r" b="b"/>
              <a:pathLst>
                <a:path w="934084" h="74929">
                  <a:moveTo>
                    <a:pt x="933792" y="0"/>
                  </a:moveTo>
                  <a:lnTo>
                    <a:pt x="927677" y="28991"/>
                  </a:lnTo>
                  <a:lnTo>
                    <a:pt x="911000" y="52666"/>
                  </a:lnTo>
                  <a:lnTo>
                    <a:pt x="886266" y="68628"/>
                  </a:lnTo>
                  <a:lnTo>
                    <a:pt x="855976" y="74482"/>
                  </a:lnTo>
                  <a:lnTo>
                    <a:pt x="77815" y="74482"/>
                  </a:lnTo>
                  <a:lnTo>
                    <a:pt x="47526" y="68628"/>
                  </a:lnTo>
                  <a:lnTo>
                    <a:pt x="22791" y="52666"/>
                  </a:lnTo>
                  <a:lnTo>
                    <a:pt x="6115" y="28991"/>
                  </a:lnTo>
                  <a:lnTo>
                    <a:pt x="0" y="0"/>
                  </a:lnTo>
                </a:path>
              </a:pathLst>
            </a:custGeom>
            <a:ln w="184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397175" y="3541763"/>
              <a:ext cx="243204" cy="230504"/>
            </a:xfrm>
            <a:custGeom>
              <a:avLst/>
              <a:gdLst/>
              <a:ahLst/>
              <a:cxnLst/>
              <a:rect l="l" t="t" r="r" b="b"/>
              <a:pathLst>
                <a:path w="243204" h="230504">
                  <a:moveTo>
                    <a:pt x="242675" y="230456"/>
                  </a:moveTo>
                  <a:lnTo>
                    <a:pt x="0" y="0"/>
                  </a:lnTo>
                </a:path>
              </a:pathLst>
            </a:custGeom>
            <a:ln w="134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092677" y="3241206"/>
              <a:ext cx="367665" cy="347980"/>
            </a:xfrm>
            <a:custGeom>
              <a:avLst/>
              <a:gdLst/>
              <a:ahLst/>
              <a:cxnLst/>
              <a:rect l="l" t="t" r="r" b="b"/>
              <a:pathLst>
                <a:path w="367664" h="347979">
                  <a:moveTo>
                    <a:pt x="183159" y="347875"/>
                  </a:moveTo>
                  <a:lnTo>
                    <a:pt x="134468" y="341662"/>
                  </a:lnTo>
                  <a:lnTo>
                    <a:pt x="90715" y="324127"/>
                  </a:lnTo>
                  <a:lnTo>
                    <a:pt x="53646" y="296930"/>
                  </a:lnTo>
                  <a:lnTo>
                    <a:pt x="25006" y="261727"/>
                  </a:lnTo>
                  <a:lnTo>
                    <a:pt x="6542" y="220177"/>
                  </a:lnTo>
                  <a:lnTo>
                    <a:pt x="0" y="173937"/>
                  </a:lnTo>
                  <a:lnTo>
                    <a:pt x="6542" y="127698"/>
                  </a:lnTo>
                  <a:lnTo>
                    <a:pt x="25006" y="86148"/>
                  </a:lnTo>
                  <a:lnTo>
                    <a:pt x="53646" y="50945"/>
                  </a:lnTo>
                  <a:lnTo>
                    <a:pt x="90715" y="23747"/>
                  </a:lnTo>
                  <a:lnTo>
                    <a:pt x="134468" y="6213"/>
                  </a:lnTo>
                  <a:lnTo>
                    <a:pt x="183159" y="0"/>
                  </a:lnTo>
                  <a:lnTo>
                    <a:pt x="231855" y="6190"/>
                  </a:lnTo>
                  <a:lnTo>
                    <a:pt x="275638" y="23569"/>
                  </a:lnTo>
                  <a:lnTo>
                    <a:pt x="312788" y="50342"/>
                  </a:lnTo>
                  <a:lnTo>
                    <a:pt x="341586" y="84720"/>
                  </a:lnTo>
                  <a:lnTo>
                    <a:pt x="360311" y="124909"/>
                  </a:lnTo>
                  <a:lnTo>
                    <a:pt x="367242" y="169118"/>
                  </a:lnTo>
                  <a:lnTo>
                    <a:pt x="360311" y="217388"/>
                  </a:lnTo>
                  <a:lnTo>
                    <a:pt x="341586" y="260299"/>
                  </a:lnTo>
                  <a:lnTo>
                    <a:pt x="312788" y="296327"/>
                  </a:lnTo>
                  <a:lnTo>
                    <a:pt x="275638" y="323949"/>
                  </a:lnTo>
                  <a:lnTo>
                    <a:pt x="231855" y="341639"/>
                  </a:lnTo>
                  <a:lnTo>
                    <a:pt x="183159" y="3478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092677" y="3241206"/>
              <a:ext cx="366395" cy="347980"/>
            </a:xfrm>
            <a:custGeom>
              <a:avLst/>
              <a:gdLst/>
              <a:ahLst/>
              <a:cxnLst/>
              <a:rect l="l" t="t" r="r" b="b"/>
              <a:pathLst>
                <a:path w="366395" h="347979">
                  <a:moveTo>
                    <a:pt x="366319" y="173937"/>
                  </a:moveTo>
                  <a:lnTo>
                    <a:pt x="359777" y="127698"/>
                  </a:lnTo>
                  <a:lnTo>
                    <a:pt x="341312" y="86148"/>
                  </a:lnTo>
                  <a:lnTo>
                    <a:pt x="312673" y="50945"/>
                  </a:lnTo>
                  <a:lnTo>
                    <a:pt x="275603" y="23747"/>
                  </a:lnTo>
                  <a:lnTo>
                    <a:pt x="231850" y="6213"/>
                  </a:lnTo>
                  <a:lnTo>
                    <a:pt x="183159" y="0"/>
                  </a:lnTo>
                  <a:lnTo>
                    <a:pt x="134468" y="6213"/>
                  </a:lnTo>
                  <a:lnTo>
                    <a:pt x="90715" y="23747"/>
                  </a:lnTo>
                  <a:lnTo>
                    <a:pt x="53646" y="50945"/>
                  </a:lnTo>
                  <a:lnTo>
                    <a:pt x="25006" y="86148"/>
                  </a:lnTo>
                  <a:lnTo>
                    <a:pt x="6542" y="127698"/>
                  </a:lnTo>
                  <a:lnTo>
                    <a:pt x="0" y="173937"/>
                  </a:lnTo>
                  <a:lnTo>
                    <a:pt x="6542" y="220177"/>
                  </a:lnTo>
                  <a:lnTo>
                    <a:pt x="25006" y="261727"/>
                  </a:lnTo>
                  <a:lnTo>
                    <a:pt x="53646" y="296930"/>
                  </a:lnTo>
                  <a:lnTo>
                    <a:pt x="90715" y="324127"/>
                  </a:lnTo>
                  <a:lnTo>
                    <a:pt x="134468" y="341662"/>
                  </a:lnTo>
                  <a:lnTo>
                    <a:pt x="183159" y="347875"/>
                  </a:lnTo>
                  <a:lnTo>
                    <a:pt x="231850" y="341662"/>
                  </a:lnTo>
                  <a:lnTo>
                    <a:pt x="275603" y="324127"/>
                  </a:lnTo>
                  <a:lnTo>
                    <a:pt x="312673" y="296930"/>
                  </a:lnTo>
                  <a:lnTo>
                    <a:pt x="341312" y="261727"/>
                  </a:lnTo>
                  <a:lnTo>
                    <a:pt x="359777" y="220177"/>
                  </a:lnTo>
                  <a:lnTo>
                    <a:pt x="366319" y="173937"/>
                  </a:lnTo>
                </a:path>
              </a:pathLst>
            </a:custGeom>
            <a:ln w="269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575950" y="3664002"/>
              <a:ext cx="944880" cy="74930"/>
            </a:xfrm>
            <a:custGeom>
              <a:avLst/>
              <a:gdLst/>
              <a:ahLst/>
              <a:cxnLst/>
              <a:rect l="l" t="t" r="r" b="b"/>
              <a:pathLst>
                <a:path w="944879" h="74929">
                  <a:moveTo>
                    <a:pt x="0" y="74482"/>
                  </a:moveTo>
                  <a:lnTo>
                    <a:pt x="6187" y="45490"/>
                  </a:lnTo>
                  <a:lnTo>
                    <a:pt x="23061" y="21815"/>
                  </a:lnTo>
                  <a:lnTo>
                    <a:pt x="48089" y="5853"/>
                  </a:lnTo>
                  <a:lnTo>
                    <a:pt x="78738" y="0"/>
                  </a:lnTo>
                  <a:lnTo>
                    <a:pt x="866126" y="0"/>
                  </a:lnTo>
                  <a:lnTo>
                    <a:pt x="896775" y="5853"/>
                  </a:lnTo>
                  <a:lnTo>
                    <a:pt x="921803" y="21815"/>
                  </a:lnTo>
                  <a:lnTo>
                    <a:pt x="938677" y="45490"/>
                  </a:lnTo>
                  <a:lnTo>
                    <a:pt x="944865" y="74482"/>
                  </a:lnTo>
                </a:path>
              </a:pathLst>
            </a:custGeom>
            <a:ln w="184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14122" y="710183"/>
            <a:ext cx="5663565" cy="5238750"/>
            <a:chOff x="214122" y="710183"/>
            <a:chExt cx="5663565" cy="5238750"/>
          </a:xfrm>
        </p:grpSpPr>
        <p:sp>
          <p:nvSpPr>
            <p:cNvPr id="28" name="object 28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122" y="948690"/>
              <a:ext cx="5663183" cy="5000243"/>
            </a:xfrm>
            <a:prstGeom prst="rect">
              <a:avLst/>
            </a:prstGeom>
          </p:spPr>
        </p:pic>
      </p:grp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864525" y="172633"/>
            <a:ext cx="502920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003366"/>
                </a:solidFill>
                <a:latin typeface="新宋体"/>
                <a:cs typeface="新宋体"/>
              </a:rPr>
              <a:t>画出</a:t>
            </a:r>
            <a:r>
              <a:rPr dirty="0" sz="2800" spc="-5">
                <a:solidFill>
                  <a:srgbClr val="003366"/>
                </a:solidFill>
                <a:latin typeface="新宋体"/>
                <a:cs typeface="新宋体"/>
              </a:rPr>
              <a:t>D3</a:t>
            </a:r>
            <a:r>
              <a:rPr dirty="0" sz="2800" spc="5">
                <a:solidFill>
                  <a:srgbClr val="003366"/>
                </a:solidFill>
                <a:latin typeface="新宋体"/>
                <a:cs typeface="新宋体"/>
              </a:rPr>
              <a:t>触</a:t>
            </a:r>
            <a:r>
              <a:rPr dirty="0" sz="2800">
                <a:solidFill>
                  <a:srgbClr val="003366"/>
                </a:solidFill>
                <a:latin typeface="新宋体"/>
                <a:cs typeface="新宋体"/>
              </a:rPr>
              <a:t>发器激励信号的卡诺图</a:t>
            </a:r>
            <a:endParaRPr sz="2800">
              <a:latin typeface="新宋体"/>
              <a:cs typeface="新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596006" y="5855534"/>
            <a:ext cx="8826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40" b="1">
                <a:latin typeface="Times New Roman"/>
                <a:cs typeface="Times New Roman"/>
              </a:rPr>
              <a:t>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104575" y="6252699"/>
            <a:ext cx="389255" cy="0"/>
          </a:xfrm>
          <a:custGeom>
            <a:avLst/>
            <a:gdLst/>
            <a:ahLst/>
            <a:cxnLst/>
            <a:rect l="l" t="t" r="r" b="b"/>
            <a:pathLst>
              <a:path w="389254" h="0">
                <a:moveTo>
                  <a:pt x="0" y="0"/>
                </a:moveTo>
                <a:lnTo>
                  <a:pt x="389057" y="0"/>
                </a:lnTo>
              </a:path>
            </a:pathLst>
          </a:custGeom>
          <a:ln w="1453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946124" y="6297231"/>
            <a:ext cx="3023870" cy="42989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50800">
              <a:lnSpc>
                <a:spcPts val="1960"/>
              </a:lnSpc>
              <a:spcBef>
                <a:spcPts val="140"/>
              </a:spcBef>
            </a:pPr>
            <a:r>
              <a:rPr dirty="0" sz="2250" spc="145" b="1" i="1">
                <a:latin typeface="Times New Roman"/>
                <a:cs typeface="Times New Roman"/>
              </a:rPr>
              <a:t>D</a:t>
            </a:r>
            <a:r>
              <a:rPr dirty="0" baseline="-19097" sz="2400" spc="15" b="1">
                <a:latin typeface="Times New Roman"/>
                <a:cs typeface="Times New Roman"/>
              </a:rPr>
              <a:t>3</a:t>
            </a:r>
            <a:r>
              <a:rPr dirty="0" baseline="-19097" sz="2400" b="1">
                <a:latin typeface="Times New Roman"/>
                <a:cs typeface="Times New Roman"/>
              </a:rPr>
              <a:t> </a:t>
            </a:r>
            <a:r>
              <a:rPr dirty="0" baseline="-19097" sz="2400" spc="187" b="1">
                <a:latin typeface="Times New Roman"/>
                <a:cs typeface="Times New Roman"/>
              </a:rPr>
              <a:t> </a:t>
            </a:r>
            <a:r>
              <a:rPr dirty="0" sz="2250" spc="35" b="1">
                <a:latin typeface="Symbol"/>
                <a:cs typeface="Symbol"/>
              </a:rPr>
              <a:t></a:t>
            </a:r>
            <a:r>
              <a:rPr dirty="0" sz="2250" spc="15">
                <a:latin typeface="Times New Roman"/>
                <a:cs typeface="Times New Roman"/>
              </a:rPr>
              <a:t> </a:t>
            </a:r>
            <a:r>
              <a:rPr dirty="0" sz="2250" spc="360" b="1" i="1">
                <a:latin typeface="Times New Roman"/>
                <a:cs typeface="Times New Roman"/>
              </a:rPr>
              <a:t>Q</a:t>
            </a:r>
            <a:r>
              <a:rPr dirty="0" baseline="36458" sz="2400" spc="15" b="1" i="1">
                <a:latin typeface="Times New Roman"/>
                <a:cs typeface="Times New Roman"/>
              </a:rPr>
              <a:t>n</a:t>
            </a:r>
            <a:r>
              <a:rPr dirty="0" baseline="36458" sz="2400" spc="-82" b="1" i="1">
                <a:latin typeface="Times New Roman"/>
                <a:cs typeface="Times New Roman"/>
              </a:rPr>
              <a:t> </a:t>
            </a:r>
            <a:r>
              <a:rPr dirty="0" sz="2250" spc="360" b="1" i="1">
                <a:latin typeface="Times New Roman"/>
                <a:cs typeface="Times New Roman"/>
              </a:rPr>
              <a:t>Q</a:t>
            </a:r>
            <a:r>
              <a:rPr dirty="0" baseline="36458" sz="2400" spc="15" b="1" i="1">
                <a:latin typeface="Times New Roman"/>
                <a:cs typeface="Times New Roman"/>
              </a:rPr>
              <a:t>n</a:t>
            </a:r>
            <a:r>
              <a:rPr dirty="0" baseline="36458" sz="2400" b="1" i="1">
                <a:latin typeface="Times New Roman"/>
                <a:cs typeface="Times New Roman"/>
              </a:rPr>
              <a:t> </a:t>
            </a:r>
            <a:r>
              <a:rPr dirty="0" baseline="36458" sz="2400" spc="-60" b="1" i="1">
                <a:latin typeface="Times New Roman"/>
                <a:cs typeface="Times New Roman"/>
              </a:rPr>
              <a:t> </a:t>
            </a:r>
            <a:r>
              <a:rPr dirty="0" sz="2250" spc="35" b="1">
                <a:latin typeface="Symbol"/>
                <a:cs typeface="Symbol"/>
              </a:rPr>
              <a:t></a:t>
            </a:r>
            <a:r>
              <a:rPr dirty="0" sz="2250" spc="-120">
                <a:latin typeface="Times New Roman"/>
                <a:cs typeface="Times New Roman"/>
              </a:rPr>
              <a:t> </a:t>
            </a:r>
            <a:r>
              <a:rPr dirty="0" sz="2250" spc="360" b="1" i="1">
                <a:latin typeface="Times New Roman"/>
                <a:cs typeface="Times New Roman"/>
              </a:rPr>
              <a:t>Q</a:t>
            </a:r>
            <a:r>
              <a:rPr dirty="0" baseline="36458" sz="2400" spc="15" b="1" i="1">
                <a:latin typeface="Times New Roman"/>
                <a:cs typeface="Times New Roman"/>
              </a:rPr>
              <a:t>n</a:t>
            </a:r>
            <a:r>
              <a:rPr dirty="0" baseline="36458" sz="2400" spc="-352" b="1" i="1">
                <a:latin typeface="Times New Roman"/>
                <a:cs typeface="Times New Roman"/>
              </a:rPr>
              <a:t> </a:t>
            </a:r>
            <a:r>
              <a:rPr dirty="0" sz="2250" spc="360" b="1" i="1">
                <a:latin typeface="Times New Roman"/>
                <a:cs typeface="Times New Roman"/>
              </a:rPr>
              <a:t>Q</a:t>
            </a:r>
            <a:r>
              <a:rPr dirty="0" baseline="36458" sz="2400" spc="15" b="1" i="1">
                <a:latin typeface="Times New Roman"/>
                <a:cs typeface="Times New Roman"/>
              </a:rPr>
              <a:t>n</a:t>
            </a:r>
            <a:r>
              <a:rPr dirty="0" baseline="36458" sz="2400" spc="-352" b="1" i="1">
                <a:latin typeface="Times New Roman"/>
                <a:cs typeface="Times New Roman"/>
              </a:rPr>
              <a:t> </a:t>
            </a:r>
            <a:r>
              <a:rPr dirty="0" sz="2250" spc="360" b="1" i="1">
                <a:latin typeface="Times New Roman"/>
                <a:cs typeface="Times New Roman"/>
              </a:rPr>
              <a:t>Q</a:t>
            </a:r>
            <a:r>
              <a:rPr dirty="0" baseline="36458" sz="2400" spc="15" b="1" i="1">
                <a:latin typeface="Times New Roman"/>
                <a:cs typeface="Times New Roman"/>
              </a:rPr>
              <a:t>n</a:t>
            </a:r>
            <a:endParaRPr baseline="36458" sz="2400">
              <a:latin typeface="Times New Roman"/>
              <a:cs typeface="Times New Roman"/>
            </a:endParaRPr>
          </a:p>
          <a:p>
            <a:pPr marL="962025">
              <a:lnSpc>
                <a:spcPts val="1180"/>
              </a:lnSpc>
              <a:tabLst>
                <a:tab pos="1370330" algn="l"/>
                <a:tab pos="2056764" algn="l"/>
                <a:tab pos="2432685" algn="l"/>
                <a:tab pos="2830830" algn="l"/>
              </a:tabLst>
            </a:pPr>
            <a:r>
              <a:rPr dirty="0" sz="1600" spc="10" b="1">
                <a:latin typeface="Times New Roman"/>
                <a:cs typeface="Times New Roman"/>
              </a:rPr>
              <a:t>3	0	2	1	0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4139184" y="886743"/>
          <a:ext cx="5023485" cy="4986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945"/>
                <a:gridCol w="579755"/>
                <a:gridCol w="579755"/>
                <a:gridCol w="415925"/>
                <a:gridCol w="164464"/>
                <a:gridCol w="580390"/>
                <a:gridCol w="114300"/>
                <a:gridCol w="466725"/>
                <a:gridCol w="494665"/>
                <a:gridCol w="105410"/>
                <a:gridCol w="367029"/>
                <a:gridCol w="214629"/>
                <a:gridCol w="258445"/>
                <a:gridCol w="323850"/>
                <a:gridCol w="295910"/>
              </a:tblGrid>
              <a:tr h="37084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 b="1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1187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252095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9525">
                        <a:lnSpc>
                          <a:spcPts val="1535"/>
                        </a:lnSpc>
                      </a:pPr>
                      <a:r>
                        <a:rPr dirty="0" sz="1800" spc="-135">
                          <a:latin typeface="Arial"/>
                          <a:cs typeface="Arial"/>
                        </a:rPr>
                        <a:t>11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535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667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FFFF99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11"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1185"/>
                        </a:spcBef>
                        <a:tabLst>
                          <a:tab pos="2209165" algn="l"/>
                        </a:tabLst>
                      </a:pPr>
                      <a:r>
                        <a:rPr dirty="0" baseline="-3831" sz="2175" spc="60" b="1" i="1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dirty="0" baseline="-12345" sz="1350" spc="60" b="1">
                          <a:latin typeface="Times New Roman"/>
                          <a:cs typeface="Times New Roman"/>
                        </a:rPr>
                        <a:t>3	</a:t>
                      </a:r>
                      <a:r>
                        <a:rPr dirty="0" baseline="-36398" sz="2175" spc="142" b="1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900" spc="95" b="1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r" marR="925194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900" b="1">
                          <a:latin typeface="Times New Roman"/>
                          <a:cs typeface="Times New Roman"/>
                        </a:rPr>
                        <a:t>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049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48945">
                <a:tc gridSpan="4"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5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5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3664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 marR="1206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366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366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CFCF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3664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147320">
                        <a:lnSpc>
                          <a:spcPct val="100000"/>
                        </a:lnSpc>
                      </a:pPr>
                      <a:r>
                        <a:rPr dirty="0" baseline="-36398" sz="2175" spc="142" b="1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900" spc="95" b="1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900" b="1">
                          <a:latin typeface="Times New Roman"/>
                          <a:cs typeface="Times New Roman"/>
                        </a:rPr>
                        <a:t>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 rowSpan="4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41959">
                <a:tc gridSpan="4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marL="4508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baseline="-36398" sz="2175" spc="60" b="1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900" spc="40" b="1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r" marR="6985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900" b="1">
                          <a:latin typeface="Times New Roman"/>
                          <a:cs typeface="Times New Roman"/>
                        </a:rPr>
                        <a:t>3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 rowSpan="4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8425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 marR="1206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84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84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8425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CFCFC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41959">
                <a:tc gridSpan="4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50" b="1">
                          <a:latin typeface="宋体"/>
                          <a:cs typeface="宋体"/>
                        </a:rPr>
                        <a:t>×</a:t>
                      </a:r>
                      <a:endParaRPr sz="1450">
                        <a:latin typeface="宋体"/>
                        <a:cs typeface="宋体"/>
                      </a:endParaRPr>
                    </a:p>
                  </a:txBody>
                  <a:tcPr marL="0" marR="0" marB="0" marT="10287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524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50" b="1">
                          <a:latin typeface="宋体"/>
                          <a:cs typeface="宋体"/>
                        </a:rPr>
                        <a:t>×</a:t>
                      </a:r>
                      <a:endParaRPr sz="1450">
                        <a:latin typeface="宋体"/>
                        <a:cs typeface="宋体"/>
                      </a:endParaRPr>
                    </a:p>
                  </a:txBody>
                  <a:tcPr marL="0" marR="0" marB="0" marT="10287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50" b="1">
                          <a:latin typeface="宋体"/>
                          <a:cs typeface="宋体"/>
                        </a:rPr>
                        <a:t>×</a:t>
                      </a:r>
                      <a:endParaRPr sz="1450">
                        <a:latin typeface="宋体"/>
                        <a:cs typeface="宋体"/>
                      </a:endParaRPr>
                    </a:p>
                  </a:txBody>
                  <a:tcPr marL="0" marR="0" marB="0" marT="10287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50" b="1">
                          <a:latin typeface="宋体"/>
                          <a:cs typeface="宋体"/>
                        </a:rPr>
                        <a:t>×</a:t>
                      </a:r>
                      <a:endParaRPr sz="1450">
                        <a:latin typeface="宋体"/>
                        <a:cs typeface="宋体"/>
                      </a:endParaRPr>
                    </a:p>
                  </a:txBody>
                  <a:tcPr marL="0" marR="0" marB="0" marT="10287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CFCFC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48945">
                <a:tc gridSpan="4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315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 marR="12065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31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450" b="1">
                          <a:latin typeface="宋体"/>
                          <a:cs typeface="宋体"/>
                        </a:rPr>
                        <a:t>×</a:t>
                      </a:r>
                      <a:endParaRPr sz="1450">
                        <a:latin typeface="宋体"/>
                        <a:cs typeface="宋体"/>
                      </a:endParaRPr>
                    </a:p>
                  </a:txBody>
                  <a:tcPr marL="0" marR="0" marB="0" marT="10731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CFCF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450" b="1">
                          <a:latin typeface="宋体"/>
                          <a:cs typeface="宋体"/>
                        </a:rPr>
                        <a:t>×</a:t>
                      </a:r>
                      <a:endParaRPr sz="1450">
                        <a:latin typeface="宋体"/>
                        <a:cs typeface="宋体"/>
                      </a:endParaRPr>
                    </a:p>
                  </a:txBody>
                  <a:tcPr marL="0" marR="0" marB="0" marT="107315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CFCFC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12420">
                <a:tc gridSpan="4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CFCF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>
                        <a:lnSpc>
                          <a:spcPts val="1225"/>
                        </a:lnSpc>
                        <a:spcBef>
                          <a:spcPts val="1135"/>
                        </a:spcBef>
                      </a:pPr>
                      <a:r>
                        <a:rPr dirty="0" sz="1450" b="1" i="1">
                          <a:latin typeface="Times New Roman"/>
                          <a:cs typeface="Times New Roman"/>
                        </a:rPr>
                        <a:t>Q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4145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dirty="0" sz="900" b="1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885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CFCF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CFCFC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6" name="object 36"/>
          <p:cNvGrpSpPr/>
          <p:nvPr/>
        </p:nvGrpSpPr>
        <p:grpSpPr>
          <a:xfrm>
            <a:off x="6083157" y="3252665"/>
            <a:ext cx="2859405" cy="2834640"/>
            <a:chOff x="6083157" y="3252665"/>
            <a:chExt cx="2859405" cy="2834640"/>
          </a:xfrm>
        </p:grpSpPr>
        <p:sp>
          <p:nvSpPr>
            <p:cNvPr id="37" name="object 37"/>
            <p:cNvSpPr/>
            <p:nvPr/>
          </p:nvSpPr>
          <p:spPr>
            <a:xfrm>
              <a:off x="6443973" y="4318666"/>
              <a:ext cx="2301875" cy="1224915"/>
            </a:xfrm>
            <a:custGeom>
              <a:avLst/>
              <a:gdLst/>
              <a:ahLst/>
              <a:cxnLst/>
              <a:rect l="l" t="t" r="r" b="b"/>
              <a:pathLst>
                <a:path w="2301875" h="1224914">
                  <a:moveTo>
                    <a:pt x="2301278" y="0"/>
                  </a:moveTo>
                  <a:lnTo>
                    <a:pt x="0" y="0"/>
                  </a:lnTo>
                  <a:lnTo>
                    <a:pt x="0" y="1224476"/>
                  </a:lnTo>
                  <a:lnTo>
                    <a:pt x="2301278" y="1224476"/>
                  </a:lnTo>
                  <a:lnTo>
                    <a:pt x="2301278" y="0"/>
                  </a:lnTo>
                  <a:close/>
                </a:path>
              </a:pathLst>
            </a:custGeom>
            <a:solidFill>
              <a:srgbClr val="FFFFFF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443973" y="4318666"/>
              <a:ext cx="2301875" cy="1224915"/>
            </a:xfrm>
            <a:custGeom>
              <a:avLst/>
              <a:gdLst/>
              <a:ahLst/>
              <a:cxnLst/>
              <a:rect l="l" t="t" r="r" b="b"/>
              <a:pathLst>
                <a:path w="2301875" h="1224914">
                  <a:moveTo>
                    <a:pt x="2301278" y="1224476"/>
                  </a:moveTo>
                  <a:lnTo>
                    <a:pt x="0" y="1224476"/>
                  </a:lnTo>
                  <a:lnTo>
                    <a:pt x="0" y="0"/>
                  </a:lnTo>
                  <a:lnTo>
                    <a:pt x="2301278" y="0"/>
                  </a:lnTo>
                  <a:lnTo>
                    <a:pt x="2301278" y="1224476"/>
                  </a:lnTo>
                  <a:close/>
                </a:path>
              </a:pathLst>
            </a:custGeom>
            <a:ln w="29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7164755" y="4911318"/>
              <a:ext cx="367030" cy="561975"/>
            </a:xfrm>
            <a:custGeom>
              <a:avLst/>
              <a:gdLst/>
              <a:ahLst/>
              <a:cxnLst/>
              <a:rect l="l" t="t" r="r" b="b"/>
              <a:pathLst>
                <a:path w="367029" h="561975">
                  <a:moveTo>
                    <a:pt x="366922" y="0"/>
                  </a:moveTo>
                  <a:lnTo>
                    <a:pt x="0" y="0"/>
                  </a:lnTo>
                  <a:lnTo>
                    <a:pt x="0" y="561692"/>
                  </a:lnTo>
                  <a:lnTo>
                    <a:pt x="366922" y="561692"/>
                  </a:lnTo>
                  <a:lnTo>
                    <a:pt x="366922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164755" y="4911318"/>
              <a:ext cx="367030" cy="561975"/>
            </a:xfrm>
            <a:custGeom>
              <a:avLst/>
              <a:gdLst/>
              <a:ahLst/>
              <a:cxnLst/>
              <a:rect l="l" t="t" r="r" b="b"/>
              <a:pathLst>
                <a:path w="367029" h="561975">
                  <a:moveTo>
                    <a:pt x="366922" y="561692"/>
                  </a:moveTo>
                  <a:lnTo>
                    <a:pt x="0" y="561692"/>
                  </a:lnTo>
                  <a:lnTo>
                    <a:pt x="0" y="0"/>
                  </a:lnTo>
                  <a:lnTo>
                    <a:pt x="366922" y="0"/>
                  </a:lnTo>
                  <a:lnTo>
                    <a:pt x="366922" y="561692"/>
                  </a:lnTo>
                  <a:close/>
                </a:path>
              </a:pathLst>
            </a:custGeom>
            <a:ln w="398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636340" y="4640265"/>
              <a:ext cx="367030" cy="833119"/>
            </a:xfrm>
            <a:custGeom>
              <a:avLst/>
              <a:gdLst/>
              <a:ahLst/>
              <a:cxnLst/>
              <a:rect l="l" t="t" r="r" b="b"/>
              <a:pathLst>
                <a:path w="367029" h="833120">
                  <a:moveTo>
                    <a:pt x="366922" y="0"/>
                  </a:moveTo>
                  <a:lnTo>
                    <a:pt x="0" y="0"/>
                  </a:lnTo>
                  <a:lnTo>
                    <a:pt x="0" y="832745"/>
                  </a:lnTo>
                  <a:lnTo>
                    <a:pt x="366922" y="832745"/>
                  </a:lnTo>
                  <a:lnTo>
                    <a:pt x="366922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636340" y="4640265"/>
              <a:ext cx="367030" cy="833119"/>
            </a:xfrm>
            <a:custGeom>
              <a:avLst/>
              <a:gdLst/>
              <a:ahLst/>
              <a:cxnLst/>
              <a:rect l="l" t="t" r="r" b="b"/>
              <a:pathLst>
                <a:path w="367029" h="833120">
                  <a:moveTo>
                    <a:pt x="366922" y="832745"/>
                  </a:moveTo>
                  <a:lnTo>
                    <a:pt x="0" y="832745"/>
                  </a:lnTo>
                  <a:lnTo>
                    <a:pt x="0" y="0"/>
                  </a:lnTo>
                  <a:lnTo>
                    <a:pt x="366922" y="0"/>
                  </a:lnTo>
                  <a:lnTo>
                    <a:pt x="366922" y="832745"/>
                  </a:lnTo>
                  <a:close/>
                </a:path>
              </a:pathLst>
            </a:custGeom>
            <a:ln w="427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7693170" y="4446295"/>
              <a:ext cx="367030" cy="1026794"/>
            </a:xfrm>
            <a:custGeom>
              <a:avLst/>
              <a:gdLst/>
              <a:ahLst/>
              <a:cxnLst/>
              <a:rect l="l" t="t" r="r" b="b"/>
              <a:pathLst>
                <a:path w="367029" h="1026795">
                  <a:moveTo>
                    <a:pt x="366922" y="0"/>
                  </a:moveTo>
                  <a:lnTo>
                    <a:pt x="0" y="0"/>
                  </a:lnTo>
                  <a:lnTo>
                    <a:pt x="0" y="1026715"/>
                  </a:lnTo>
                  <a:lnTo>
                    <a:pt x="366922" y="1026715"/>
                  </a:lnTo>
                  <a:lnTo>
                    <a:pt x="366922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7693170" y="4446295"/>
              <a:ext cx="367030" cy="1026794"/>
            </a:xfrm>
            <a:custGeom>
              <a:avLst/>
              <a:gdLst/>
              <a:ahLst/>
              <a:cxnLst/>
              <a:rect l="l" t="t" r="r" b="b"/>
              <a:pathLst>
                <a:path w="367029" h="1026795">
                  <a:moveTo>
                    <a:pt x="366922" y="1026715"/>
                  </a:moveTo>
                  <a:lnTo>
                    <a:pt x="0" y="1026715"/>
                  </a:lnTo>
                  <a:lnTo>
                    <a:pt x="0" y="0"/>
                  </a:lnTo>
                  <a:lnTo>
                    <a:pt x="366922" y="0"/>
                  </a:lnTo>
                  <a:lnTo>
                    <a:pt x="366922" y="1026715"/>
                  </a:lnTo>
                  <a:close/>
                </a:path>
              </a:pathLst>
            </a:custGeom>
            <a:ln w="438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8221586" y="4726825"/>
              <a:ext cx="368300" cy="746760"/>
            </a:xfrm>
            <a:custGeom>
              <a:avLst/>
              <a:gdLst/>
              <a:ahLst/>
              <a:cxnLst/>
              <a:rect l="l" t="t" r="r" b="b"/>
              <a:pathLst>
                <a:path w="368300" h="746760">
                  <a:moveTo>
                    <a:pt x="368109" y="0"/>
                  </a:moveTo>
                  <a:lnTo>
                    <a:pt x="0" y="0"/>
                  </a:lnTo>
                  <a:lnTo>
                    <a:pt x="0" y="746185"/>
                  </a:lnTo>
                  <a:lnTo>
                    <a:pt x="368109" y="746185"/>
                  </a:lnTo>
                  <a:lnTo>
                    <a:pt x="368109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8221586" y="4726825"/>
              <a:ext cx="368300" cy="746760"/>
            </a:xfrm>
            <a:custGeom>
              <a:avLst/>
              <a:gdLst/>
              <a:ahLst/>
              <a:cxnLst/>
              <a:rect l="l" t="t" r="r" b="b"/>
              <a:pathLst>
                <a:path w="368300" h="746760">
                  <a:moveTo>
                    <a:pt x="368109" y="746185"/>
                  </a:moveTo>
                  <a:lnTo>
                    <a:pt x="0" y="746185"/>
                  </a:lnTo>
                  <a:lnTo>
                    <a:pt x="0" y="0"/>
                  </a:lnTo>
                  <a:lnTo>
                    <a:pt x="368109" y="0"/>
                  </a:lnTo>
                  <a:lnTo>
                    <a:pt x="368109" y="746185"/>
                  </a:lnTo>
                  <a:close/>
                </a:path>
              </a:pathLst>
            </a:custGeom>
            <a:ln w="420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7099445" y="4877200"/>
              <a:ext cx="368300" cy="561340"/>
            </a:xfrm>
            <a:custGeom>
              <a:avLst/>
              <a:gdLst/>
              <a:ahLst/>
              <a:cxnLst/>
              <a:rect l="l" t="t" r="r" b="b"/>
              <a:pathLst>
                <a:path w="368300" h="561339">
                  <a:moveTo>
                    <a:pt x="368109" y="0"/>
                  </a:moveTo>
                  <a:lnTo>
                    <a:pt x="0" y="0"/>
                  </a:lnTo>
                  <a:lnTo>
                    <a:pt x="0" y="561060"/>
                  </a:lnTo>
                  <a:lnTo>
                    <a:pt x="368109" y="561060"/>
                  </a:lnTo>
                  <a:lnTo>
                    <a:pt x="368109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7099445" y="4877200"/>
              <a:ext cx="368300" cy="561340"/>
            </a:xfrm>
            <a:custGeom>
              <a:avLst/>
              <a:gdLst/>
              <a:ahLst/>
              <a:cxnLst/>
              <a:rect l="l" t="t" r="r" b="b"/>
              <a:pathLst>
                <a:path w="368300" h="561339">
                  <a:moveTo>
                    <a:pt x="368109" y="561060"/>
                  </a:moveTo>
                  <a:lnTo>
                    <a:pt x="0" y="561060"/>
                  </a:lnTo>
                  <a:lnTo>
                    <a:pt x="0" y="0"/>
                  </a:lnTo>
                  <a:lnTo>
                    <a:pt x="368109" y="0"/>
                  </a:lnTo>
                  <a:lnTo>
                    <a:pt x="368109" y="561060"/>
                  </a:lnTo>
                  <a:close/>
                </a:path>
              </a:pathLst>
            </a:custGeom>
            <a:ln w="39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571030" y="4606147"/>
              <a:ext cx="368300" cy="832485"/>
            </a:xfrm>
            <a:custGeom>
              <a:avLst/>
              <a:gdLst/>
              <a:ahLst/>
              <a:cxnLst/>
              <a:rect l="l" t="t" r="r" b="b"/>
              <a:pathLst>
                <a:path w="368300" h="832485">
                  <a:moveTo>
                    <a:pt x="368109" y="0"/>
                  </a:moveTo>
                  <a:lnTo>
                    <a:pt x="0" y="0"/>
                  </a:lnTo>
                  <a:lnTo>
                    <a:pt x="0" y="832113"/>
                  </a:lnTo>
                  <a:lnTo>
                    <a:pt x="368109" y="832113"/>
                  </a:lnTo>
                  <a:lnTo>
                    <a:pt x="368109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6571030" y="4606147"/>
              <a:ext cx="368300" cy="832485"/>
            </a:xfrm>
            <a:custGeom>
              <a:avLst/>
              <a:gdLst/>
              <a:ahLst/>
              <a:cxnLst/>
              <a:rect l="l" t="t" r="r" b="b"/>
              <a:pathLst>
                <a:path w="368300" h="832485">
                  <a:moveTo>
                    <a:pt x="368109" y="832113"/>
                  </a:moveTo>
                  <a:lnTo>
                    <a:pt x="0" y="832113"/>
                  </a:lnTo>
                  <a:lnTo>
                    <a:pt x="0" y="0"/>
                  </a:lnTo>
                  <a:lnTo>
                    <a:pt x="368109" y="0"/>
                  </a:lnTo>
                  <a:lnTo>
                    <a:pt x="368109" y="832113"/>
                  </a:lnTo>
                  <a:close/>
                </a:path>
              </a:pathLst>
            </a:custGeom>
            <a:ln w="42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7629048" y="4412176"/>
              <a:ext cx="367030" cy="1026160"/>
            </a:xfrm>
            <a:custGeom>
              <a:avLst/>
              <a:gdLst/>
              <a:ahLst/>
              <a:cxnLst/>
              <a:rect l="l" t="t" r="r" b="b"/>
              <a:pathLst>
                <a:path w="367029" h="1026160">
                  <a:moveTo>
                    <a:pt x="366922" y="0"/>
                  </a:moveTo>
                  <a:lnTo>
                    <a:pt x="0" y="0"/>
                  </a:lnTo>
                  <a:lnTo>
                    <a:pt x="0" y="1026083"/>
                  </a:lnTo>
                  <a:lnTo>
                    <a:pt x="366922" y="1026083"/>
                  </a:lnTo>
                  <a:lnTo>
                    <a:pt x="366922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7629048" y="4412176"/>
              <a:ext cx="367030" cy="1026160"/>
            </a:xfrm>
            <a:custGeom>
              <a:avLst/>
              <a:gdLst/>
              <a:ahLst/>
              <a:cxnLst/>
              <a:rect l="l" t="t" r="r" b="b"/>
              <a:pathLst>
                <a:path w="367029" h="1026160">
                  <a:moveTo>
                    <a:pt x="366922" y="1026083"/>
                  </a:moveTo>
                  <a:lnTo>
                    <a:pt x="0" y="1026083"/>
                  </a:lnTo>
                  <a:lnTo>
                    <a:pt x="0" y="0"/>
                  </a:lnTo>
                  <a:lnTo>
                    <a:pt x="366922" y="0"/>
                  </a:lnTo>
                  <a:lnTo>
                    <a:pt x="366922" y="1026083"/>
                  </a:lnTo>
                  <a:close/>
                </a:path>
              </a:pathLst>
            </a:custGeom>
            <a:ln w="43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8157463" y="4692707"/>
              <a:ext cx="367030" cy="746125"/>
            </a:xfrm>
            <a:custGeom>
              <a:avLst/>
              <a:gdLst/>
              <a:ahLst/>
              <a:cxnLst/>
              <a:rect l="l" t="t" r="r" b="b"/>
              <a:pathLst>
                <a:path w="367029" h="746125">
                  <a:moveTo>
                    <a:pt x="366922" y="0"/>
                  </a:moveTo>
                  <a:lnTo>
                    <a:pt x="0" y="0"/>
                  </a:lnTo>
                  <a:lnTo>
                    <a:pt x="0" y="745553"/>
                  </a:lnTo>
                  <a:lnTo>
                    <a:pt x="366922" y="745553"/>
                  </a:lnTo>
                  <a:lnTo>
                    <a:pt x="366922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8157463" y="4692707"/>
              <a:ext cx="367030" cy="746125"/>
            </a:xfrm>
            <a:custGeom>
              <a:avLst/>
              <a:gdLst/>
              <a:ahLst/>
              <a:cxnLst/>
              <a:rect l="l" t="t" r="r" b="b"/>
              <a:pathLst>
                <a:path w="367029" h="746125">
                  <a:moveTo>
                    <a:pt x="366922" y="745553"/>
                  </a:moveTo>
                  <a:lnTo>
                    <a:pt x="0" y="745553"/>
                  </a:lnTo>
                  <a:lnTo>
                    <a:pt x="0" y="0"/>
                  </a:lnTo>
                  <a:lnTo>
                    <a:pt x="366922" y="0"/>
                  </a:lnTo>
                  <a:lnTo>
                    <a:pt x="366922" y="745553"/>
                  </a:lnTo>
                  <a:close/>
                </a:path>
              </a:pathLst>
            </a:custGeom>
            <a:ln w="420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6111235" y="3280743"/>
              <a:ext cx="2802890" cy="2778760"/>
            </a:xfrm>
            <a:custGeom>
              <a:avLst/>
              <a:gdLst/>
              <a:ahLst/>
              <a:cxnLst/>
              <a:rect l="l" t="t" r="r" b="b"/>
              <a:pathLst>
                <a:path w="2802890" h="2778760">
                  <a:moveTo>
                    <a:pt x="2802759" y="0"/>
                  </a:moveTo>
                  <a:lnTo>
                    <a:pt x="0" y="0"/>
                  </a:lnTo>
                  <a:lnTo>
                    <a:pt x="0" y="2778148"/>
                  </a:lnTo>
                  <a:lnTo>
                    <a:pt x="2802759" y="2778148"/>
                  </a:lnTo>
                  <a:lnTo>
                    <a:pt x="2802759" y="0"/>
                  </a:lnTo>
                  <a:close/>
                </a:path>
              </a:pathLst>
            </a:custGeom>
            <a:solidFill>
              <a:srgbClr val="FFFFFF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111235" y="3280743"/>
              <a:ext cx="2802890" cy="2778760"/>
            </a:xfrm>
            <a:custGeom>
              <a:avLst/>
              <a:gdLst/>
              <a:ahLst/>
              <a:cxnLst/>
              <a:rect l="l" t="t" r="r" b="b"/>
              <a:pathLst>
                <a:path w="2802890" h="2778760">
                  <a:moveTo>
                    <a:pt x="2802759" y="2778148"/>
                  </a:moveTo>
                  <a:lnTo>
                    <a:pt x="0" y="2778148"/>
                  </a:lnTo>
                  <a:lnTo>
                    <a:pt x="0" y="0"/>
                  </a:lnTo>
                  <a:lnTo>
                    <a:pt x="2802759" y="0"/>
                  </a:lnTo>
                  <a:lnTo>
                    <a:pt x="2802759" y="2778148"/>
                  </a:lnTo>
                  <a:close/>
                </a:path>
              </a:pathLst>
            </a:custGeom>
            <a:ln w="561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6989086" y="4625378"/>
              <a:ext cx="447040" cy="1274445"/>
            </a:xfrm>
            <a:custGeom>
              <a:avLst/>
              <a:gdLst/>
              <a:ahLst/>
              <a:cxnLst/>
              <a:rect l="l" t="t" r="r" b="b"/>
              <a:pathLst>
                <a:path w="447040" h="1274445">
                  <a:moveTo>
                    <a:pt x="446879" y="0"/>
                  </a:moveTo>
                  <a:lnTo>
                    <a:pt x="0" y="0"/>
                  </a:lnTo>
                  <a:lnTo>
                    <a:pt x="0" y="1274393"/>
                  </a:lnTo>
                  <a:lnTo>
                    <a:pt x="446879" y="1274393"/>
                  </a:lnTo>
                  <a:lnTo>
                    <a:pt x="446879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6989086" y="4625378"/>
              <a:ext cx="447040" cy="1274445"/>
            </a:xfrm>
            <a:custGeom>
              <a:avLst/>
              <a:gdLst/>
              <a:ahLst/>
              <a:cxnLst/>
              <a:rect l="l" t="t" r="r" b="b"/>
              <a:pathLst>
                <a:path w="447040" h="1274445">
                  <a:moveTo>
                    <a:pt x="446879" y="1274393"/>
                  </a:moveTo>
                  <a:lnTo>
                    <a:pt x="0" y="1274393"/>
                  </a:lnTo>
                  <a:lnTo>
                    <a:pt x="0" y="0"/>
                  </a:lnTo>
                  <a:lnTo>
                    <a:pt x="446879" y="0"/>
                  </a:lnTo>
                  <a:lnTo>
                    <a:pt x="446879" y="1274393"/>
                  </a:lnTo>
                  <a:close/>
                </a:path>
              </a:pathLst>
            </a:custGeom>
            <a:ln w="563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6345521" y="4010401"/>
              <a:ext cx="447040" cy="1889760"/>
            </a:xfrm>
            <a:custGeom>
              <a:avLst/>
              <a:gdLst/>
              <a:ahLst/>
              <a:cxnLst/>
              <a:rect l="l" t="t" r="r" b="b"/>
              <a:pathLst>
                <a:path w="447040" h="1889760">
                  <a:moveTo>
                    <a:pt x="446879" y="0"/>
                  </a:moveTo>
                  <a:lnTo>
                    <a:pt x="0" y="0"/>
                  </a:lnTo>
                  <a:lnTo>
                    <a:pt x="0" y="1889370"/>
                  </a:lnTo>
                  <a:lnTo>
                    <a:pt x="446879" y="1889370"/>
                  </a:lnTo>
                  <a:lnTo>
                    <a:pt x="446879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6345521" y="4010401"/>
              <a:ext cx="447040" cy="1889760"/>
            </a:xfrm>
            <a:custGeom>
              <a:avLst/>
              <a:gdLst/>
              <a:ahLst/>
              <a:cxnLst/>
              <a:rect l="l" t="t" r="r" b="b"/>
              <a:pathLst>
                <a:path w="447040" h="1889760">
                  <a:moveTo>
                    <a:pt x="446879" y="1889370"/>
                  </a:moveTo>
                  <a:lnTo>
                    <a:pt x="0" y="1889370"/>
                  </a:lnTo>
                  <a:lnTo>
                    <a:pt x="0" y="0"/>
                  </a:lnTo>
                  <a:lnTo>
                    <a:pt x="446879" y="0"/>
                  </a:lnTo>
                  <a:lnTo>
                    <a:pt x="446879" y="1889370"/>
                  </a:lnTo>
                  <a:close/>
                </a:path>
              </a:pathLst>
            </a:custGeom>
            <a:ln w="563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7632650" y="3570312"/>
              <a:ext cx="447040" cy="2329815"/>
            </a:xfrm>
            <a:custGeom>
              <a:avLst/>
              <a:gdLst/>
              <a:ahLst/>
              <a:cxnLst/>
              <a:rect l="l" t="t" r="r" b="b"/>
              <a:pathLst>
                <a:path w="447040" h="2329815">
                  <a:moveTo>
                    <a:pt x="446879" y="0"/>
                  </a:moveTo>
                  <a:lnTo>
                    <a:pt x="0" y="0"/>
                  </a:lnTo>
                  <a:lnTo>
                    <a:pt x="0" y="2329459"/>
                  </a:lnTo>
                  <a:lnTo>
                    <a:pt x="446879" y="2329459"/>
                  </a:lnTo>
                  <a:lnTo>
                    <a:pt x="446879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7632650" y="3570312"/>
              <a:ext cx="447040" cy="2329815"/>
            </a:xfrm>
            <a:custGeom>
              <a:avLst/>
              <a:gdLst/>
              <a:ahLst/>
              <a:cxnLst/>
              <a:rect l="l" t="t" r="r" b="b"/>
              <a:pathLst>
                <a:path w="447040" h="2329815">
                  <a:moveTo>
                    <a:pt x="446879" y="2329459"/>
                  </a:moveTo>
                  <a:lnTo>
                    <a:pt x="0" y="2329459"/>
                  </a:lnTo>
                  <a:lnTo>
                    <a:pt x="0" y="0"/>
                  </a:lnTo>
                  <a:lnTo>
                    <a:pt x="446879" y="0"/>
                  </a:lnTo>
                  <a:lnTo>
                    <a:pt x="446879" y="2329459"/>
                  </a:lnTo>
                  <a:close/>
                </a:path>
              </a:pathLst>
            </a:custGeom>
            <a:ln w="56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8276215" y="4206792"/>
              <a:ext cx="448945" cy="1693545"/>
            </a:xfrm>
            <a:custGeom>
              <a:avLst/>
              <a:gdLst/>
              <a:ahLst/>
              <a:cxnLst/>
              <a:rect l="l" t="t" r="r" b="b"/>
              <a:pathLst>
                <a:path w="448945" h="1693545">
                  <a:moveTo>
                    <a:pt x="448325" y="0"/>
                  </a:moveTo>
                  <a:lnTo>
                    <a:pt x="0" y="0"/>
                  </a:lnTo>
                  <a:lnTo>
                    <a:pt x="0" y="1692979"/>
                  </a:lnTo>
                  <a:lnTo>
                    <a:pt x="448325" y="1692979"/>
                  </a:lnTo>
                  <a:lnTo>
                    <a:pt x="44832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8276215" y="4206792"/>
              <a:ext cx="448945" cy="1693545"/>
            </a:xfrm>
            <a:custGeom>
              <a:avLst/>
              <a:gdLst/>
              <a:ahLst/>
              <a:cxnLst/>
              <a:rect l="l" t="t" r="r" b="b"/>
              <a:pathLst>
                <a:path w="448945" h="1693545">
                  <a:moveTo>
                    <a:pt x="448325" y="1692979"/>
                  </a:moveTo>
                  <a:lnTo>
                    <a:pt x="0" y="1692979"/>
                  </a:lnTo>
                  <a:lnTo>
                    <a:pt x="0" y="0"/>
                  </a:lnTo>
                  <a:lnTo>
                    <a:pt x="448325" y="0"/>
                  </a:lnTo>
                  <a:lnTo>
                    <a:pt x="448325" y="1692979"/>
                  </a:lnTo>
                  <a:close/>
                </a:path>
              </a:pathLst>
            </a:custGeom>
            <a:ln w="563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5" name="object 65"/>
          <p:cNvGrpSpPr/>
          <p:nvPr/>
        </p:nvGrpSpPr>
        <p:grpSpPr>
          <a:xfrm>
            <a:off x="6881370" y="4519794"/>
            <a:ext cx="504825" cy="1329690"/>
            <a:chOff x="6881370" y="4519794"/>
            <a:chExt cx="504825" cy="1329690"/>
          </a:xfrm>
        </p:grpSpPr>
        <p:sp>
          <p:nvSpPr>
            <p:cNvPr id="66" name="object 66"/>
            <p:cNvSpPr/>
            <p:nvPr/>
          </p:nvSpPr>
          <p:spPr>
            <a:xfrm>
              <a:off x="6909544" y="4547968"/>
              <a:ext cx="448945" cy="1273175"/>
            </a:xfrm>
            <a:custGeom>
              <a:avLst/>
              <a:gdLst/>
              <a:ahLst/>
              <a:cxnLst/>
              <a:rect l="l" t="t" r="r" b="b"/>
              <a:pathLst>
                <a:path w="448945" h="1273175">
                  <a:moveTo>
                    <a:pt x="448325" y="0"/>
                  </a:moveTo>
                  <a:lnTo>
                    <a:pt x="0" y="0"/>
                  </a:lnTo>
                  <a:lnTo>
                    <a:pt x="0" y="1272959"/>
                  </a:lnTo>
                  <a:lnTo>
                    <a:pt x="448325" y="1272959"/>
                  </a:lnTo>
                  <a:lnTo>
                    <a:pt x="44832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6909544" y="4547968"/>
              <a:ext cx="448945" cy="1273175"/>
            </a:xfrm>
            <a:custGeom>
              <a:avLst/>
              <a:gdLst/>
              <a:ahLst/>
              <a:cxnLst/>
              <a:rect l="l" t="t" r="r" b="b"/>
              <a:pathLst>
                <a:path w="448945" h="1273175">
                  <a:moveTo>
                    <a:pt x="448325" y="1272959"/>
                  </a:moveTo>
                  <a:lnTo>
                    <a:pt x="0" y="1272959"/>
                  </a:lnTo>
                  <a:lnTo>
                    <a:pt x="0" y="0"/>
                  </a:lnTo>
                  <a:lnTo>
                    <a:pt x="448325" y="0"/>
                  </a:lnTo>
                  <a:lnTo>
                    <a:pt x="448325" y="1272959"/>
                  </a:lnTo>
                  <a:close/>
                </a:path>
              </a:pathLst>
            </a:custGeom>
            <a:ln w="563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8" name="object 68"/>
          <p:cNvGrpSpPr/>
          <p:nvPr/>
        </p:nvGrpSpPr>
        <p:grpSpPr>
          <a:xfrm>
            <a:off x="6237791" y="3904803"/>
            <a:ext cx="504825" cy="1944370"/>
            <a:chOff x="6237791" y="3904803"/>
            <a:chExt cx="504825" cy="1944370"/>
          </a:xfrm>
        </p:grpSpPr>
        <p:sp>
          <p:nvSpPr>
            <p:cNvPr id="69" name="object 69"/>
            <p:cNvSpPr/>
            <p:nvPr/>
          </p:nvSpPr>
          <p:spPr>
            <a:xfrm>
              <a:off x="6265979" y="3932991"/>
              <a:ext cx="448945" cy="1888489"/>
            </a:xfrm>
            <a:custGeom>
              <a:avLst/>
              <a:gdLst/>
              <a:ahLst/>
              <a:cxnLst/>
              <a:rect l="l" t="t" r="r" b="b"/>
              <a:pathLst>
                <a:path w="448945" h="1888489">
                  <a:moveTo>
                    <a:pt x="448325" y="0"/>
                  </a:moveTo>
                  <a:lnTo>
                    <a:pt x="0" y="0"/>
                  </a:lnTo>
                  <a:lnTo>
                    <a:pt x="0" y="1887936"/>
                  </a:lnTo>
                  <a:lnTo>
                    <a:pt x="448325" y="1887936"/>
                  </a:lnTo>
                  <a:lnTo>
                    <a:pt x="448325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6265979" y="3932991"/>
              <a:ext cx="448945" cy="1888489"/>
            </a:xfrm>
            <a:custGeom>
              <a:avLst/>
              <a:gdLst/>
              <a:ahLst/>
              <a:cxnLst/>
              <a:rect l="l" t="t" r="r" b="b"/>
              <a:pathLst>
                <a:path w="448945" h="1888489">
                  <a:moveTo>
                    <a:pt x="448325" y="1887936"/>
                  </a:moveTo>
                  <a:lnTo>
                    <a:pt x="0" y="1887936"/>
                  </a:lnTo>
                  <a:lnTo>
                    <a:pt x="0" y="0"/>
                  </a:lnTo>
                  <a:lnTo>
                    <a:pt x="448325" y="0"/>
                  </a:lnTo>
                  <a:lnTo>
                    <a:pt x="448325" y="1887936"/>
                  </a:lnTo>
                  <a:close/>
                </a:path>
              </a:pathLst>
            </a:custGeom>
            <a:ln w="563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1" name="object 71"/>
          <p:cNvGrpSpPr/>
          <p:nvPr/>
        </p:nvGrpSpPr>
        <p:grpSpPr>
          <a:xfrm>
            <a:off x="7526363" y="3464710"/>
            <a:ext cx="503555" cy="2384425"/>
            <a:chOff x="7526363" y="3464710"/>
            <a:chExt cx="503555" cy="2384425"/>
          </a:xfrm>
        </p:grpSpPr>
        <p:sp>
          <p:nvSpPr>
            <p:cNvPr id="72" name="object 72"/>
            <p:cNvSpPr/>
            <p:nvPr/>
          </p:nvSpPr>
          <p:spPr>
            <a:xfrm>
              <a:off x="7554555" y="3492903"/>
              <a:ext cx="447040" cy="2328545"/>
            </a:xfrm>
            <a:custGeom>
              <a:avLst/>
              <a:gdLst/>
              <a:ahLst/>
              <a:cxnLst/>
              <a:rect l="l" t="t" r="r" b="b"/>
              <a:pathLst>
                <a:path w="447040" h="2328545">
                  <a:moveTo>
                    <a:pt x="446879" y="0"/>
                  </a:moveTo>
                  <a:lnTo>
                    <a:pt x="0" y="0"/>
                  </a:lnTo>
                  <a:lnTo>
                    <a:pt x="0" y="2328025"/>
                  </a:lnTo>
                  <a:lnTo>
                    <a:pt x="446879" y="2328025"/>
                  </a:lnTo>
                  <a:lnTo>
                    <a:pt x="446879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7554555" y="3492903"/>
              <a:ext cx="447040" cy="2328545"/>
            </a:xfrm>
            <a:custGeom>
              <a:avLst/>
              <a:gdLst/>
              <a:ahLst/>
              <a:cxnLst/>
              <a:rect l="l" t="t" r="r" b="b"/>
              <a:pathLst>
                <a:path w="447040" h="2328545">
                  <a:moveTo>
                    <a:pt x="446879" y="2328025"/>
                  </a:moveTo>
                  <a:lnTo>
                    <a:pt x="0" y="2328025"/>
                  </a:lnTo>
                  <a:lnTo>
                    <a:pt x="0" y="0"/>
                  </a:lnTo>
                  <a:lnTo>
                    <a:pt x="446879" y="0"/>
                  </a:lnTo>
                  <a:lnTo>
                    <a:pt x="446879" y="2328025"/>
                  </a:lnTo>
                  <a:close/>
                </a:path>
              </a:pathLst>
            </a:custGeom>
            <a:ln w="56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4" name="object 74"/>
          <p:cNvGrpSpPr/>
          <p:nvPr/>
        </p:nvGrpSpPr>
        <p:grpSpPr>
          <a:xfrm>
            <a:off x="8169934" y="4101197"/>
            <a:ext cx="503555" cy="1748155"/>
            <a:chOff x="8169934" y="4101197"/>
            <a:chExt cx="503555" cy="1748155"/>
          </a:xfrm>
        </p:grpSpPr>
        <p:sp>
          <p:nvSpPr>
            <p:cNvPr id="75" name="object 75"/>
            <p:cNvSpPr/>
            <p:nvPr/>
          </p:nvSpPr>
          <p:spPr>
            <a:xfrm>
              <a:off x="8198119" y="4129382"/>
              <a:ext cx="447040" cy="1691639"/>
            </a:xfrm>
            <a:custGeom>
              <a:avLst/>
              <a:gdLst/>
              <a:ahLst/>
              <a:cxnLst/>
              <a:rect l="l" t="t" r="r" b="b"/>
              <a:pathLst>
                <a:path w="447040" h="1691639">
                  <a:moveTo>
                    <a:pt x="446879" y="0"/>
                  </a:moveTo>
                  <a:lnTo>
                    <a:pt x="0" y="0"/>
                  </a:lnTo>
                  <a:lnTo>
                    <a:pt x="0" y="1691545"/>
                  </a:lnTo>
                  <a:lnTo>
                    <a:pt x="446879" y="1691545"/>
                  </a:lnTo>
                  <a:lnTo>
                    <a:pt x="446879" y="0"/>
                  </a:lnTo>
                  <a:close/>
                </a:path>
              </a:pathLst>
            </a:custGeom>
            <a:solidFill>
              <a:srgbClr val="000000">
                <a:alpha val="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8198119" y="4129382"/>
              <a:ext cx="447040" cy="1691639"/>
            </a:xfrm>
            <a:custGeom>
              <a:avLst/>
              <a:gdLst/>
              <a:ahLst/>
              <a:cxnLst/>
              <a:rect l="l" t="t" r="r" b="b"/>
              <a:pathLst>
                <a:path w="447040" h="1691639">
                  <a:moveTo>
                    <a:pt x="446879" y="1691545"/>
                  </a:moveTo>
                  <a:lnTo>
                    <a:pt x="0" y="1691545"/>
                  </a:lnTo>
                  <a:lnTo>
                    <a:pt x="0" y="0"/>
                  </a:lnTo>
                  <a:lnTo>
                    <a:pt x="446879" y="0"/>
                  </a:lnTo>
                  <a:lnTo>
                    <a:pt x="446879" y="1691545"/>
                  </a:lnTo>
                  <a:close/>
                </a:path>
              </a:pathLst>
            </a:custGeom>
            <a:ln w="563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250825" cy="6858000"/>
            <a:chOff x="0" y="0"/>
            <a:chExt cx="250825" cy="6858000"/>
          </a:xfrm>
        </p:grpSpPr>
        <p:sp>
          <p:nvSpPr>
            <p:cNvPr id="4" name="object 4"/>
            <p:cNvSpPr/>
            <p:nvPr/>
          </p:nvSpPr>
          <p:spPr>
            <a:xfrm>
              <a:off x="0" y="4292346"/>
              <a:ext cx="250825" cy="2566035"/>
            </a:xfrm>
            <a:custGeom>
              <a:avLst/>
              <a:gdLst/>
              <a:ahLst/>
              <a:cxnLst/>
              <a:rect l="l" t="t" r="r" b="b"/>
              <a:pathLst>
                <a:path w="250825" h="2566034">
                  <a:moveTo>
                    <a:pt x="0" y="2565654"/>
                  </a:moveTo>
                  <a:lnTo>
                    <a:pt x="250697" y="2565654"/>
                  </a:lnTo>
                  <a:lnTo>
                    <a:pt x="250697" y="0"/>
                  </a:lnTo>
                  <a:lnTo>
                    <a:pt x="0" y="0"/>
                  </a:lnTo>
                  <a:lnTo>
                    <a:pt x="0" y="2565654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250825" cy="4292600"/>
            </a:xfrm>
            <a:custGeom>
              <a:avLst/>
              <a:gdLst/>
              <a:ahLst/>
              <a:cxnLst/>
              <a:rect l="l" t="t" r="r" b="b"/>
              <a:pathLst>
                <a:path w="250825" h="4292600">
                  <a:moveTo>
                    <a:pt x="250697" y="0"/>
                  </a:moveTo>
                  <a:lnTo>
                    <a:pt x="0" y="0"/>
                  </a:lnTo>
                  <a:lnTo>
                    <a:pt x="0" y="4292346"/>
                  </a:lnTo>
                  <a:lnTo>
                    <a:pt x="250697" y="4292346"/>
                  </a:lnTo>
                  <a:lnTo>
                    <a:pt x="250697" y="0"/>
                  </a:lnTo>
                  <a:close/>
                </a:path>
              </a:pathLst>
            </a:custGeom>
            <a:solidFill>
              <a:srgbClr val="6666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449580" y="786765"/>
            <a:ext cx="4194810" cy="0"/>
          </a:xfrm>
          <a:custGeom>
            <a:avLst/>
            <a:gdLst/>
            <a:ahLst/>
            <a:cxnLst/>
            <a:rect l="l" t="t" r="r" b="b"/>
            <a:pathLst>
              <a:path w="4194810" h="0">
                <a:moveTo>
                  <a:pt x="0" y="0"/>
                </a:moveTo>
                <a:lnTo>
                  <a:pt x="4194429" y="0"/>
                </a:lnTo>
              </a:path>
            </a:pathLst>
          </a:custGeom>
          <a:ln w="10287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574" y="333756"/>
            <a:ext cx="230504" cy="3527425"/>
          </a:xfrm>
          <a:custGeom>
            <a:avLst/>
            <a:gdLst/>
            <a:ahLst/>
            <a:cxnLst/>
            <a:rect l="l" t="t" r="r" b="b"/>
            <a:pathLst>
              <a:path w="230504" h="3527425">
                <a:moveTo>
                  <a:pt x="230124" y="0"/>
                </a:moveTo>
                <a:lnTo>
                  <a:pt x="0" y="0"/>
                </a:lnTo>
                <a:lnTo>
                  <a:pt x="0" y="3527298"/>
                </a:lnTo>
                <a:lnTo>
                  <a:pt x="230124" y="3527298"/>
                </a:lnTo>
                <a:lnTo>
                  <a:pt x="23012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8634" y="1588006"/>
            <a:ext cx="203835" cy="10172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endParaRPr sz="1600">
              <a:latin typeface="宋体"/>
              <a:cs typeface="宋体"/>
            </a:endParaRPr>
          </a:p>
          <a:p>
            <a:pPr algn="just">
              <a:lnSpc>
                <a:spcPts val="1600"/>
              </a:lnSpc>
              <a:spcBef>
                <a:spcPts val="160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算 机 学 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710183"/>
            <a:ext cx="5662930" cy="5076825"/>
            <a:chOff x="0" y="710183"/>
            <a:chExt cx="5662930" cy="5076825"/>
          </a:xfrm>
        </p:grpSpPr>
        <p:sp>
          <p:nvSpPr>
            <p:cNvPr id="12" name="object 12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85621"/>
              <a:ext cx="5662421" cy="500100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357753" y="1215008"/>
              <a:ext cx="643255" cy="4500880"/>
            </a:xfrm>
            <a:custGeom>
              <a:avLst/>
              <a:gdLst/>
              <a:ahLst/>
              <a:cxnLst/>
              <a:rect l="l" t="t" r="r" b="b"/>
              <a:pathLst>
                <a:path w="643254" h="4500880">
                  <a:moveTo>
                    <a:pt x="643127" y="0"/>
                  </a:moveTo>
                  <a:lnTo>
                    <a:pt x="0" y="0"/>
                  </a:lnTo>
                  <a:lnTo>
                    <a:pt x="0" y="4500372"/>
                  </a:lnTo>
                  <a:lnTo>
                    <a:pt x="643127" y="4500372"/>
                  </a:lnTo>
                  <a:lnTo>
                    <a:pt x="64312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357753" y="1215008"/>
              <a:ext cx="643255" cy="4500880"/>
            </a:xfrm>
            <a:custGeom>
              <a:avLst/>
              <a:gdLst/>
              <a:ahLst/>
              <a:cxnLst/>
              <a:rect l="l" t="t" r="r" b="b"/>
              <a:pathLst>
                <a:path w="643254" h="4500880">
                  <a:moveTo>
                    <a:pt x="0" y="0"/>
                  </a:moveTo>
                  <a:lnTo>
                    <a:pt x="643127" y="0"/>
                  </a:lnTo>
                  <a:lnTo>
                    <a:pt x="643127" y="4500372"/>
                  </a:lnTo>
                  <a:lnTo>
                    <a:pt x="0" y="4500372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293153" y="29781"/>
            <a:ext cx="502920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003366"/>
                </a:solidFill>
                <a:latin typeface="新宋体"/>
                <a:cs typeface="新宋体"/>
              </a:rPr>
              <a:t>画出</a:t>
            </a:r>
            <a:r>
              <a:rPr dirty="0" sz="2800" spc="-5">
                <a:solidFill>
                  <a:srgbClr val="003366"/>
                </a:solidFill>
                <a:latin typeface="新宋体"/>
                <a:cs typeface="新宋体"/>
              </a:rPr>
              <a:t>D2</a:t>
            </a:r>
            <a:r>
              <a:rPr dirty="0" sz="2800" spc="5">
                <a:solidFill>
                  <a:srgbClr val="003366"/>
                </a:solidFill>
                <a:latin typeface="新宋体"/>
                <a:cs typeface="新宋体"/>
              </a:rPr>
              <a:t>触</a:t>
            </a:r>
            <a:r>
              <a:rPr dirty="0" sz="2800">
                <a:solidFill>
                  <a:srgbClr val="003366"/>
                </a:solidFill>
                <a:latin typeface="新宋体"/>
                <a:cs typeface="新宋体"/>
              </a:rPr>
              <a:t>发器激励信号的卡诺图</a:t>
            </a:r>
            <a:endParaRPr sz="2800">
              <a:latin typeface="新宋体"/>
              <a:cs typeface="新宋体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96469" y="3009712"/>
            <a:ext cx="574675" cy="567690"/>
            <a:chOff x="5996469" y="3009712"/>
            <a:chExt cx="574675" cy="567690"/>
          </a:xfrm>
        </p:grpSpPr>
        <p:sp>
          <p:nvSpPr>
            <p:cNvPr id="19" name="object 19"/>
            <p:cNvSpPr/>
            <p:nvPr/>
          </p:nvSpPr>
          <p:spPr>
            <a:xfrm>
              <a:off x="6318169" y="3331396"/>
              <a:ext cx="246379" cy="239395"/>
            </a:xfrm>
            <a:custGeom>
              <a:avLst/>
              <a:gdLst/>
              <a:ahLst/>
              <a:cxnLst/>
              <a:rect l="l" t="t" r="r" b="b"/>
              <a:pathLst>
                <a:path w="246379" h="239395">
                  <a:moveTo>
                    <a:pt x="245889" y="238950"/>
                  </a:moveTo>
                  <a:lnTo>
                    <a:pt x="0" y="0"/>
                  </a:lnTo>
                </a:path>
              </a:pathLst>
            </a:custGeom>
            <a:ln w="132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009691" y="3022930"/>
              <a:ext cx="371475" cy="356870"/>
            </a:xfrm>
            <a:custGeom>
              <a:avLst/>
              <a:gdLst/>
              <a:ahLst/>
              <a:cxnLst/>
              <a:rect l="l" t="t" r="r" b="b"/>
              <a:pathLst>
                <a:path w="371475" h="356870">
                  <a:moveTo>
                    <a:pt x="223535" y="356257"/>
                  </a:moveTo>
                  <a:lnTo>
                    <a:pt x="205652" y="356257"/>
                  </a:lnTo>
                  <a:lnTo>
                    <a:pt x="147533" y="356257"/>
                  </a:lnTo>
                  <a:lnTo>
                    <a:pt x="129650" y="351908"/>
                  </a:lnTo>
                  <a:lnTo>
                    <a:pt x="116238" y="343219"/>
                  </a:lnTo>
                  <a:lnTo>
                    <a:pt x="80472" y="325845"/>
                  </a:lnTo>
                  <a:lnTo>
                    <a:pt x="67060" y="317156"/>
                  </a:lnTo>
                  <a:lnTo>
                    <a:pt x="53648" y="304118"/>
                  </a:lnTo>
                  <a:lnTo>
                    <a:pt x="44707" y="291089"/>
                  </a:lnTo>
                  <a:lnTo>
                    <a:pt x="31290" y="278055"/>
                  </a:lnTo>
                  <a:lnTo>
                    <a:pt x="22353" y="265017"/>
                  </a:lnTo>
                  <a:lnTo>
                    <a:pt x="17882" y="247643"/>
                  </a:lnTo>
                  <a:lnTo>
                    <a:pt x="8941" y="230261"/>
                  </a:lnTo>
                  <a:lnTo>
                    <a:pt x="0" y="195504"/>
                  </a:lnTo>
                  <a:lnTo>
                    <a:pt x="0" y="160752"/>
                  </a:lnTo>
                  <a:lnTo>
                    <a:pt x="8941" y="125996"/>
                  </a:lnTo>
                  <a:lnTo>
                    <a:pt x="17882" y="108613"/>
                  </a:lnTo>
                  <a:lnTo>
                    <a:pt x="22353" y="91239"/>
                  </a:lnTo>
                  <a:lnTo>
                    <a:pt x="31290" y="78201"/>
                  </a:lnTo>
                  <a:lnTo>
                    <a:pt x="44707" y="65168"/>
                  </a:lnTo>
                  <a:lnTo>
                    <a:pt x="53648" y="52138"/>
                  </a:lnTo>
                  <a:lnTo>
                    <a:pt x="67060" y="39100"/>
                  </a:lnTo>
                  <a:lnTo>
                    <a:pt x="80472" y="30411"/>
                  </a:lnTo>
                  <a:lnTo>
                    <a:pt x="116238" y="13038"/>
                  </a:lnTo>
                  <a:lnTo>
                    <a:pt x="129650" y="8693"/>
                  </a:lnTo>
                  <a:lnTo>
                    <a:pt x="147533" y="0"/>
                  </a:lnTo>
                  <a:lnTo>
                    <a:pt x="223535" y="0"/>
                  </a:lnTo>
                  <a:lnTo>
                    <a:pt x="241418" y="8693"/>
                  </a:lnTo>
                  <a:lnTo>
                    <a:pt x="259301" y="13038"/>
                  </a:lnTo>
                  <a:lnTo>
                    <a:pt x="272709" y="21727"/>
                  </a:lnTo>
                  <a:lnTo>
                    <a:pt x="290596" y="30411"/>
                  </a:lnTo>
                  <a:lnTo>
                    <a:pt x="304008" y="39100"/>
                  </a:lnTo>
                  <a:lnTo>
                    <a:pt x="330832" y="65168"/>
                  </a:lnTo>
                  <a:lnTo>
                    <a:pt x="348715" y="91239"/>
                  </a:lnTo>
                  <a:lnTo>
                    <a:pt x="357657" y="108613"/>
                  </a:lnTo>
                  <a:lnTo>
                    <a:pt x="371069" y="160752"/>
                  </a:lnTo>
                  <a:lnTo>
                    <a:pt x="371069" y="195504"/>
                  </a:lnTo>
                  <a:lnTo>
                    <a:pt x="357657" y="247643"/>
                  </a:lnTo>
                  <a:lnTo>
                    <a:pt x="330832" y="291089"/>
                  </a:lnTo>
                  <a:lnTo>
                    <a:pt x="290596" y="325845"/>
                  </a:lnTo>
                  <a:lnTo>
                    <a:pt x="272709" y="334535"/>
                  </a:lnTo>
                  <a:lnTo>
                    <a:pt x="259301" y="343219"/>
                  </a:lnTo>
                  <a:lnTo>
                    <a:pt x="241418" y="351908"/>
                  </a:lnTo>
                  <a:lnTo>
                    <a:pt x="223535" y="3562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009689" y="3022933"/>
              <a:ext cx="371475" cy="356870"/>
            </a:xfrm>
            <a:custGeom>
              <a:avLst/>
              <a:gdLst/>
              <a:ahLst/>
              <a:cxnLst/>
              <a:rect l="l" t="t" r="r" b="b"/>
              <a:pathLst>
                <a:path w="371475" h="356870">
                  <a:moveTo>
                    <a:pt x="187769" y="0"/>
                  </a:moveTo>
                  <a:lnTo>
                    <a:pt x="165416" y="0"/>
                  </a:lnTo>
                  <a:lnTo>
                    <a:pt x="147533" y="0"/>
                  </a:lnTo>
                  <a:lnTo>
                    <a:pt x="129650" y="8689"/>
                  </a:lnTo>
                  <a:lnTo>
                    <a:pt x="116238" y="13033"/>
                  </a:lnTo>
                  <a:lnTo>
                    <a:pt x="98355" y="21722"/>
                  </a:lnTo>
                  <a:lnTo>
                    <a:pt x="80472" y="30411"/>
                  </a:lnTo>
                  <a:lnTo>
                    <a:pt x="67060" y="39100"/>
                  </a:lnTo>
                  <a:lnTo>
                    <a:pt x="53648" y="52134"/>
                  </a:lnTo>
                  <a:lnTo>
                    <a:pt x="44707" y="65168"/>
                  </a:lnTo>
                  <a:lnTo>
                    <a:pt x="31294" y="78201"/>
                  </a:lnTo>
                  <a:lnTo>
                    <a:pt x="22353" y="91235"/>
                  </a:lnTo>
                  <a:lnTo>
                    <a:pt x="17882" y="108613"/>
                  </a:lnTo>
                  <a:lnTo>
                    <a:pt x="8941" y="125992"/>
                  </a:lnTo>
                  <a:lnTo>
                    <a:pt x="4470" y="143370"/>
                  </a:lnTo>
                  <a:lnTo>
                    <a:pt x="0" y="160748"/>
                  </a:lnTo>
                  <a:lnTo>
                    <a:pt x="0" y="178126"/>
                  </a:lnTo>
                  <a:lnTo>
                    <a:pt x="0" y="195504"/>
                  </a:lnTo>
                  <a:lnTo>
                    <a:pt x="4470" y="212883"/>
                  </a:lnTo>
                  <a:lnTo>
                    <a:pt x="8941" y="230261"/>
                  </a:lnTo>
                  <a:lnTo>
                    <a:pt x="17882" y="247639"/>
                  </a:lnTo>
                  <a:lnTo>
                    <a:pt x="22353" y="265017"/>
                  </a:lnTo>
                  <a:lnTo>
                    <a:pt x="31294" y="278051"/>
                  </a:lnTo>
                  <a:lnTo>
                    <a:pt x="44707" y="291085"/>
                  </a:lnTo>
                  <a:lnTo>
                    <a:pt x="53648" y="304118"/>
                  </a:lnTo>
                  <a:lnTo>
                    <a:pt x="67060" y="317152"/>
                  </a:lnTo>
                  <a:lnTo>
                    <a:pt x="80472" y="325841"/>
                  </a:lnTo>
                  <a:lnTo>
                    <a:pt x="98355" y="334530"/>
                  </a:lnTo>
                  <a:lnTo>
                    <a:pt x="116238" y="343219"/>
                  </a:lnTo>
                  <a:lnTo>
                    <a:pt x="129650" y="351908"/>
                  </a:lnTo>
                  <a:lnTo>
                    <a:pt x="147533" y="356253"/>
                  </a:lnTo>
                  <a:lnTo>
                    <a:pt x="165416" y="356253"/>
                  </a:lnTo>
                  <a:lnTo>
                    <a:pt x="187769" y="356253"/>
                  </a:lnTo>
                  <a:lnTo>
                    <a:pt x="205652" y="356253"/>
                  </a:lnTo>
                  <a:lnTo>
                    <a:pt x="223535" y="356253"/>
                  </a:lnTo>
                  <a:lnTo>
                    <a:pt x="241418" y="351908"/>
                  </a:lnTo>
                  <a:lnTo>
                    <a:pt x="259301" y="343219"/>
                  </a:lnTo>
                  <a:lnTo>
                    <a:pt x="272713" y="334530"/>
                  </a:lnTo>
                  <a:lnTo>
                    <a:pt x="290596" y="325841"/>
                  </a:lnTo>
                  <a:lnTo>
                    <a:pt x="304008" y="317152"/>
                  </a:lnTo>
                  <a:lnTo>
                    <a:pt x="317420" y="304118"/>
                  </a:lnTo>
                  <a:lnTo>
                    <a:pt x="330832" y="291085"/>
                  </a:lnTo>
                  <a:lnTo>
                    <a:pt x="339774" y="278051"/>
                  </a:lnTo>
                  <a:lnTo>
                    <a:pt x="348715" y="265017"/>
                  </a:lnTo>
                  <a:lnTo>
                    <a:pt x="357657" y="247639"/>
                  </a:lnTo>
                  <a:lnTo>
                    <a:pt x="362127" y="230261"/>
                  </a:lnTo>
                  <a:lnTo>
                    <a:pt x="366598" y="212883"/>
                  </a:lnTo>
                  <a:lnTo>
                    <a:pt x="371069" y="195504"/>
                  </a:lnTo>
                  <a:lnTo>
                    <a:pt x="371069" y="178126"/>
                  </a:lnTo>
                  <a:lnTo>
                    <a:pt x="371069" y="160748"/>
                  </a:lnTo>
                  <a:lnTo>
                    <a:pt x="366598" y="143370"/>
                  </a:lnTo>
                  <a:lnTo>
                    <a:pt x="362127" y="125992"/>
                  </a:lnTo>
                  <a:lnTo>
                    <a:pt x="357657" y="108613"/>
                  </a:lnTo>
                  <a:lnTo>
                    <a:pt x="348715" y="91235"/>
                  </a:lnTo>
                  <a:lnTo>
                    <a:pt x="339774" y="78201"/>
                  </a:lnTo>
                  <a:lnTo>
                    <a:pt x="330832" y="65168"/>
                  </a:lnTo>
                  <a:lnTo>
                    <a:pt x="317420" y="52134"/>
                  </a:lnTo>
                  <a:lnTo>
                    <a:pt x="304008" y="39100"/>
                  </a:lnTo>
                  <a:lnTo>
                    <a:pt x="290596" y="30411"/>
                  </a:lnTo>
                  <a:lnTo>
                    <a:pt x="272713" y="21722"/>
                  </a:lnTo>
                  <a:lnTo>
                    <a:pt x="259301" y="13033"/>
                  </a:lnTo>
                  <a:lnTo>
                    <a:pt x="241418" y="8689"/>
                  </a:lnTo>
                  <a:lnTo>
                    <a:pt x="223535" y="0"/>
                  </a:lnTo>
                  <a:lnTo>
                    <a:pt x="205652" y="0"/>
                  </a:lnTo>
                  <a:lnTo>
                    <a:pt x="187769" y="0"/>
                  </a:lnTo>
                </a:path>
              </a:pathLst>
            </a:custGeom>
            <a:ln w="264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8072928" y="4026275"/>
            <a:ext cx="583565" cy="934719"/>
            <a:chOff x="8072928" y="4026275"/>
            <a:chExt cx="583565" cy="934719"/>
          </a:xfrm>
        </p:grpSpPr>
        <p:sp>
          <p:nvSpPr>
            <p:cNvPr id="23" name="object 23"/>
            <p:cNvSpPr/>
            <p:nvPr/>
          </p:nvSpPr>
          <p:spPr>
            <a:xfrm>
              <a:off x="8075162" y="4161207"/>
              <a:ext cx="568325" cy="678180"/>
            </a:xfrm>
            <a:custGeom>
              <a:avLst/>
              <a:gdLst/>
              <a:ahLst/>
              <a:cxnLst/>
              <a:rect l="l" t="t" r="r" b="b"/>
              <a:pathLst>
                <a:path w="568325" h="678179">
                  <a:moveTo>
                    <a:pt x="469424" y="677750"/>
                  </a:moveTo>
                  <a:lnTo>
                    <a:pt x="424717" y="677750"/>
                  </a:lnTo>
                  <a:lnTo>
                    <a:pt x="420242" y="673405"/>
                  </a:lnTo>
                  <a:lnTo>
                    <a:pt x="420242" y="664716"/>
                  </a:lnTo>
                  <a:lnTo>
                    <a:pt x="473895" y="664716"/>
                  </a:lnTo>
                  <a:lnTo>
                    <a:pt x="473895" y="673405"/>
                  </a:lnTo>
                  <a:lnTo>
                    <a:pt x="469424" y="677750"/>
                  </a:lnTo>
                  <a:close/>
                </a:path>
                <a:path w="568325" h="678179">
                  <a:moveTo>
                    <a:pt x="371064" y="677750"/>
                  </a:moveTo>
                  <a:lnTo>
                    <a:pt x="330828" y="677750"/>
                  </a:lnTo>
                  <a:lnTo>
                    <a:pt x="321891" y="673405"/>
                  </a:lnTo>
                  <a:lnTo>
                    <a:pt x="321891" y="664716"/>
                  </a:lnTo>
                  <a:lnTo>
                    <a:pt x="375535" y="664716"/>
                  </a:lnTo>
                  <a:lnTo>
                    <a:pt x="375535" y="673405"/>
                  </a:lnTo>
                  <a:lnTo>
                    <a:pt x="371064" y="677750"/>
                  </a:lnTo>
                  <a:close/>
                </a:path>
                <a:path w="568325" h="678179">
                  <a:moveTo>
                    <a:pt x="272713" y="677750"/>
                  </a:moveTo>
                  <a:lnTo>
                    <a:pt x="232477" y="677750"/>
                  </a:lnTo>
                  <a:lnTo>
                    <a:pt x="223535" y="669061"/>
                  </a:lnTo>
                  <a:lnTo>
                    <a:pt x="228006" y="664716"/>
                  </a:lnTo>
                  <a:lnTo>
                    <a:pt x="277184" y="664716"/>
                  </a:lnTo>
                  <a:lnTo>
                    <a:pt x="277184" y="669061"/>
                  </a:lnTo>
                  <a:lnTo>
                    <a:pt x="281654" y="669061"/>
                  </a:lnTo>
                  <a:lnTo>
                    <a:pt x="272713" y="677750"/>
                  </a:lnTo>
                  <a:close/>
                </a:path>
                <a:path w="568325" h="678179">
                  <a:moveTo>
                    <a:pt x="174353" y="677750"/>
                  </a:moveTo>
                  <a:lnTo>
                    <a:pt x="134116" y="677750"/>
                  </a:lnTo>
                  <a:lnTo>
                    <a:pt x="125179" y="669061"/>
                  </a:lnTo>
                  <a:lnTo>
                    <a:pt x="129646" y="664716"/>
                  </a:lnTo>
                  <a:lnTo>
                    <a:pt x="178824" y="664716"/>
                  </a:lnTo>
                  <a:lnTo>
                    <a:pt x="183299" y="669061"/>
                  </a:lnTo>
                  <a:lnTo>
                    <a:pt x="183299" y="673405"/>
                  </a:lnTo>
                  <a:lnTo>
                    <a:pt x="178824" y="673405"/>
                  </a:lnTo>
                  <a:lnTo>
                    <a:pt x="174353" y="677750"/>
                  </a:lnTo>
                  <a:close/>
                </a:path>
                <a:path w="568325" h="678179">
                  <a:moveTo>
                    <a:pt x="80472" y="673405"/>
                  </a:moveTo>
                  <a:lnTo>
                    <a:pt x="76002" y="673405"/>
                  </a:lnTo>
                  <a:lnTo>
                    <a:pt x="62589" y="669061"/>
                  </a:lnTo>
                  <a:lnTo>
                    <a:pt x="35765" y="656027"/>
                  </a:lnTo>
                  <a:lnTo>
                    <a:pt x="35765" y="642994"/>
                  </a:lnTo>
                  <a:lnTo>
                    <a:pt x="44707" y="642994"/>
                  </a:lnTo>
                  <a:lnTo>
                    <a:pt x="53644" y="651683"/>
                  </a:lnTo>
                  <a:lnTo>
                    <a:pt x="60352" y="651683"/>
                  </a:lnTo>
                  <a:lnTo>
                    <a:pt x="67060" y="656027"/>
                  </a:lnTo>
                  <a:lnTo>
                    <a:pt x="80472" y="660372"/>
                  </a:lnTo>
                  <a:lnTo>
                    <a:pt x="84943" y="664716"/>
                  </a:lnTo>
                  <a:lnTo>
                    <a:pt x="84943" y="669061"/>
                  </a:lnTo>
                  <a:lnTo>
                    <a:pt x="80472" y="673405"/>
                  </a:lnTo>
                  <a:close/>
                </a:path>
                <a:path w="568325" h="678179">
                  <a:moveTo>
                    <a:pt x="60352" y="651683"/>
                  </a:moveTo>
                  <a:lnTo>
                    <a:pt x="53644" y="651683"/>
                  </a:lnTo>
                  <a:lnTo>
                    <a:pt x="53644" y="647338"/>
                  </a:lnTo>
                  <a:lnTo>
                    <a:pt x="60352" y="651683"/>
                  </a:lnTo>
                  <a:close/>
                </a:path>
                <a:path w="568325" h="678179">
                  <a:moveTo>
                    <a:pt x="527544" y="660372"/>
                  </a:moveTo>
                  <a:lnTo>
                    <a:pt x="514132" y="660372"/>
                  </a:lnTo>
                  <a:lnTo>
                    <a:pt x="514132" y="656027"/>
                  </a:lnTo>
                  <a:lnTo>
                    <a:pt x="518602" y="647338"/>
                  </a:lnTo>
                  <a:lnTo>
                    <a:pt x="536481" y="629960"/>
                  </a:lnTo>
                  <a:lnTo>
                    <a:pt x="540951" y="621271"/>
                  </a:lnTo>
                  <a:lnTo>
                    <a:pt x="545427" y="616926"/>
                  </a:lnTo>
                  <a:lnTo>
                    <a:pt x="549897" y="616926"/>
                  </a:lnTo>
                  <a:lnTo>
                    <a:pt x="554368" y="621271"/>
                  </a:lnTo>
                  <a:lnTo>
                    <a:pt x="554368" y="629960"/>
                  </a:lnTo>
                  <a:lnTo>
                    <a:pt x="549897" y="634304"/>
                  </a:lnTo>
                  <a:lnTo>
                    <a:pt x="540951" y="647338"/>
                  </a:lnTo>
                  <a:lnTo>
                    <a:pt x="527544" y="660372"/>
                  </a:lnTo>
                  <a:close/>
                </a:path>
                <a:path w="568325" h="678179">
                  <a:moveTo>
                    <a:pt x="8936" y="612582"/>
                  </a:moveTo>
                  <a:lnTo>
                    <a:pt x="8936" y="608237"/>
                  </a:lnTo>
                  <a:lnTo>
                    <a:pt x="4470" y="603893"/>
                  </a:lnTo>
                  <a:lnTo>
                    <a:pt x="4470" y="599548"/>
                  </a:lnTo>
                  <a:lnTo>
                    <a:pt x="0" y="582170"/>
                  </a:lnTo>
                  <a:lnTo>
                    <a:pt x="0" y="560447"/>
                  </a:lnTo>
                  <a:lnTo>
                    <a:pt x="4470" y="560447"/>
                  </a:lnTo>
                  <a:lnTo>
                    <a:pt x="8936" y="556102"/>
                  </a:lnTo>
                  <a:lnTo>
                    <a:pt x="13407" y="560447"/>
                  </a:lnTo>
                  <a:lnTo>
                    <a:pt x="13407" y="582170"/>
                  </a:lnTo>
                  <a:lnTo>
                    <a:pt x="17878" y="599548"/>
                  </a:lnTo>
                  <a:lnTo>
                    <a:pt x="17878" y="608237"/>
                  </a:lnTo>
                  <a:lnTo>
                    <a:pt x="13407" y="608237"/>
                  </a:lnTo>
                  <a:lnTo>
                    <a:pt x="8936" y="612582"/>
                  </a:lnTo>
                  <a:close/>
                </a:path>
                <a:path w="568325" h="678179">
                  <a:moveTo>
                    <a:pt x="563309" y="577825"/>
                  </a:moveTo>
                  <a:lnTo>
                    <a:pt x="554368" y="577825"/>
                  </a:lnTo>
                  <a:lnTo>
                    <a:pt x="554368" y="525691"/>
                  </a:lnTo>
                  <a:lnTo>
                    <a:pt x="563309" y="525691"/>
                  </a:lnTo>
                  <a:lnTo>
                    <a:pt x="567780" y="530035"/>
                  </a:lnTo>
                  <a:lnTo>
                    <a:pt x="567780" y="573481"/>
                  </a:lnTo>
                  <a:lnTo>
                    <a:pt x="563309" y="577825"/>
                  </a:lnTo>
                  <a:close/>
                </a:path>
                <a:path w="568325" h="678179">
                  <a:moveTo>
                    <a:pt x="8936" y="517001"/>
                  </a:moveTo>
                  <a:lnTo>
                    <a:pt x="4470" y="517001"/>
                  </a:lnTo>
                  <a:lnTo>
                    <a:pt x="4470" y="512657"/>
                  </a:lnTo>
                  <a:lnTo>
                    <a:pt x="0" y="512657"/>
                  </a:lnTo>
                  <a:lnTo>
                    <a:pt x="0" y="464867"/>
                  </a:lnTo>
                  <a:lnTo>
                    <a:pt x="4470" y="464867"/>
                  </a:lnTo>
                  <a:lnTo>
                    <a:pt x="8936" y="460522"/>
                  </a:lnTo>
                  <a:lnTo>
                    <a:pt x="13407" y="464867"/>
                  </a:lnTo>
                  <a:lnTo>
                    <a:pt x="13407" y="512657"/>
                  </a:lnTo>
                  <a:lnTo>
                    <a:pt x="8936" y="517001"/>
                  </a:lnTo>
                  <a:close/>
                </a:path>
                <a:path w="568325" h="678179">
                  <a:moveTo>
                    <a:pt x="563309" y="482245"/>
                  </a:moveTo>
                  <a:lnTo>
                    <a:pt x="554368" y="482245"/>
                  </a:lnTo>
                  <a:lnTo>
                    <a:pt x="554368" y="430110"/>
                  </a:lnTo>
                  <a:lnTo>
                    <a:pt x="563309" y="430110"/>
                  </a:lnTo>
                  <a:lnTo>
                    <a:pt x="567780" y="434455"/>
                  </a:lnTo>
                  <a:lnTo>
                    <a:pt x="567780" y="477901"/>
                  </a:lnTo>
                  <a:lnTo>
                    <a:pt x="563309" y="482245"/>
                  </a:lnTo>
                  <a:close/>
                </a:path>
                <a:path w="568325" h="678179">
                  <a:moveTo>
                    <a:pt x="8936" y="421421"/>
                  </a:moveTo>
                  <a:lnTo>
                    <a:pt x="4470" y="421421"/>
                  </a:lnTo>
                  <a:lnTo>
                    <a:pt x="4470" y="417077"/>
                  </a:lnTo>
                  <a:lnTo>
                    <a:pt x="0" y="417077"/>
                  </a:lnTo>
                  <a:lnTo>
                    <a:pt x="0" y="369287"/>
                  </a:lnTo>
                  <a:lnTo>
                    <a:pt x="4470" y="369287"/>
                  </a:lnTo>
                  <a:lnTo>
                    <a:pt x="8936" y="364942"/>
                  </a:lnTo>
                  <a:lnTo>
                    <a:pt x="13407" y="369287"/>
                  </a:lnTo>
                  <a:lnTo>
                    <a:pt x="13407" y="417077"/>
                  </a:lnTo>
                  <a:lnTo>
                    <a:pt x="8936" y="421421"/>
                  </a:lnTo>
                  <a:close/>
                </a:path>
                <a:path w="568325" h="678179">
                  <a:moveTo>
                    <a:pt x="558839" y="391009"/>
                  </a:moveTo>
                  <a:lnTo>
                    <a:pt x="554368" y="386665"/>
                  </a:lnTo>
                  <a:lnTo>
                    <a:pt x="554368" y="338875"/>
                  </a:lnTo>
                  <a:lnTo>
                    <a:pt x="558839" y="334530"/>
                  </a:lnTo>
                  <a:lnTo>
                    <a:pt x="563309" y="334530"/>
                  </a:lnTo>
                  <a:lnTo>
                    <a:pt x="563309" y="338875"/>
                  </a:lnTo>
                  <a:lnTo>
                    <a:pt x="567780" y="343219"/>
                  </a:lnTo>
                  <a:lnTo>
                    <a:pt x="567780" y="382320"/>
                  </a:lnTo>
                  <a:lnTo>
                    <a:pt x="558839" y="391009"/>
                  </a:lnTo>
                  <a:close/>
                </a:path>
                <a:path w="568325" h="678179">
                  <a:moveTo>
                    <a:pt x="13407" y="325841"/>
                  </a:moveTo>
                  <a:lnTo>
                    <a:pt x="4470" y="325841"/>
                  </a:lnTo>
                  <a:lnTo>
                    <a:pt x="0" y="321497"/>
                  </a:lnTo>
                  <a:lnTo>
                    <a:pt x="0" y="273706"/>
                  </a:lnTo>
                  <a:lnTo>
                    <a:pt x="4470" y="273706"/>
                  </a:lnTo>
                  <a:lnTo>
                    <a:pt x="8936" y="269362"/>
                  </a:lnTo>
                  <a:lnTo>
                    <a:pt x="13407" y="273706"/>
                  </a:lnTo>
                  <a:lnTo>
                    <a:pt x="13407" y="325841"/>
                  </a:lnTo>
                  <a:close/>
                </a:path>
                <a:path w="568325" h="678179">
                  <a:moveTo>
                    <a:pt x="558839" y="295429"/>
                  </a:moveTo>
                  <a:lnTo>
                    <a:pt x="554368" y="291085"/>
                  </a:lnTo>
                  <a:lnTo>
                    <a:pt x="554368" y="243295"/>
                  </a:lnTo>
                  <a:lnTo>
                    <a:pt x="558839" y="238950"/>
                  </a:lnTo>
                  <a:lnTo>
                    <a:pt x="563309" y="238950"/>
                  </a:lnTo>
                  <a:lnTo>
                    <a:pt x="563309" y="243295"/>
                  </a:lnTo>
                  <a:lnTo>
                    <a:pt x="567780" y="247639"/>
                  </a:lnTo>
                  <a:lnTo>
                    <a:pt x="567780" y="286740"/>
                  </a:lnTo>
                  <a:lnTo>
                    <a:pt x="558839" y="295429"/>
                  </a:lnTo>
                  <a:close/>
                </a:path>
                <a:path w="568325" h="678179">
                  <a:moveTo>
                    <a:pt x="13407" y="230261"/>
                  </a:moveTo>
                  <a:lnTo>
                    <a:pt x="4470" y="230261"/>
                  </a:lnTo>
                  <a:lnTo>
                    <a:pt x="0" y="225916"/>
                  </a:lnTo>
                  <a:lnTo>
                    <a:pt x="0" y="182471"/>
                  </a:lnTo>
                  <a:lnTo>
                    <a:pt x="4470" y="178126"/>
                  </a:lnTo>
                  <a:lnTo>
                    <a:pt x="13407" y="178126"/>
                  </a:lnTo>
                  <a:lnTo>
                    <a:pt x="13407" y="230261"/>
                  </a:lnTo>
                  <a:close/>
                </a:path>
                <a:path w="568325" h="678179">
                  <a:moveTo>
                    <a:pt x="558839" y="199849"/>
                  </a:moveTo>
                  <a:lnTo>
                    <a:pt x="554368" y="195504"/>
                  </a:lnTo>
                  <a:lnTo>
                    <a:pt x="554368" y="147714"/>
                  </a:lnTo>
                  <a:lnTo>
                    <a:pt x="558839" y="143370"/>
                  </a:lnTo>
                  <a:lnTo>
                    <a:pt x="563309" y="143370"/>
                  </a:lnTo>
                  <a:lnTo>
                    <a:pt x="563309" y="147714"/>
                  </a:lnTo>
                  <a:lnTo>
                    <a:pt x="567780" y="152059"/>
                  </a:lnTo>
                  <a:lnTo>
                    <a:pt x="567780" y="191160"/>
                  </a:lnTo>
                  <a:lnTo>
                    <a:pt x="558839" y="199849"/>
                  </a:lnTo>
                  <a:close/>
                </a:path>
                <a:path w="568325" h="678179">
                  <a:moveTo>
                    <a:pt x="13407" y="134681"/>
                  </a:moveTo>
                  <a:lnTo>
                    <a:pt x="4470" y="134681"/>
                  </a:lnTo>
                  <a:lnTo>
                    <a:pt x="0" y="130336"/>
                  </a:lnTo>
                  <a:lnTo>
                    <a:pt x="0" y="86891"/>
                  </a:lnTo>
                  <a:lnTo>
                    <a:pt x="4470" y="82546"/>
                  </a:lnTo>
                  <a:lnTo>
                    <a:pt x="13407" y="82546"/>
                  </a:lnTo>
                  <a:lnTo>
                    <a:pt x="17878" y="86891"/>
                  </a:lnTo>
                  <a:lnTo>
                    <a:pt x="13407" y="99924"/>
                  </a:lnTo>
                  <a:lnTo>
                    <a:pt x="13407" y="134681"/>
                  </a:lnTo>
                  <a:close/>
                </a:path>
                <a:path w="568325" h="678179">
                  <a:moveTo>
                    <a:pt x="563309" y="104269"/>
                  </a:moveTo>
                  <a:lnTo>
                    <a:pt x="554368" y="104269"/>
                  </a:lnTo>
                  <a:lnTo>
                    <a:pt x="554368" y="99924"/>
                  </a:lnTo>
                  <a:lnTo>
                    <a:pt x="545427" y="65168"/>
                  </a:lnTo>
                  <a:lnTo>
                    <a:pt x="545427" y="52134"/>
                  </a:lnTo>
                  <a:lnTo>
                    <a:pt x="554368" y="52134"/>
                  </a:lnTo>
                  <a:lnTo>
                    <a:pt x="558839" y="56479"/>
                  </a:lnTo>
                  <a:lnTo>
                    <a:pt x="558839" y="60823"/>
                  </a:lnTo>
                  <a:lnTo>
                    <a:pt x="567780" y="95580"/>
                  </a:lnTo>
                  <a:lnTo>
                    <a:pt x="567780" y="99924"/>
                  </a:lnTo>
                  <a:lnTo>
                    <a:pt x="563309" y="104269"/>
                  </a:lnTo>
                  <a:close/>
                </a:path>
                <a:path w="568325" h="678179">
                  <a:moveTo>
                    <a:pt x="31294" y="47790"/>
                  </a:moveTo>
                  <a:lnTo>
                    <a:pt x="22353" y="39100"/>
                  </a:lnTo>
                  <a:lnTo>
                    <a:pt x="44707" y="17378"/>
                  </a:lnTo>
                  <a:lnTo>
                    <a:pt x="62589" y="8689"/>
                  </a:lnTo>
                  <a:lnTo>
                    <a:pt x="67060" y="8689"/>
                  </a:lnTo>
                  <a:lnTo>
                    <a:pt x="71531" y="13033"/>
                  </a:lnTo>
                  <a:lnTo>
                    <a:pt x="71531" y="17378"/>
                  </a:lnTo>
                  <a:lnTo>
                    <a:pt x="67060" y="21722"/>
                  </a:lnTo>
                  <a:lnTo>
                    <a:pt x="40236" y="39100"/>
                  </a:lnTo>
                  <a:lnTo>
                    <a:pt x="31294" y="47790"/>
                  </a:lnTo>
                  <a:close/>
                </a:path>
                <a:path w="568325" h="678179">
                  <a:moveTo>
                    <a:pt x="514132" y="26067"/>
                  </a:moveTo>
                  <a:lnTo>
                    <a:pt x="509661" y="26067"/>
                  </a:lnTo>
                  <a:lnTo>
                    <a:pt x="500715" y="21722"/>
                  </a:lnTo>
                  <a:lnTo>
                    <a:pt x="482837" y="17378"/>
                  </a:lnTo>
                  <a:lnTo>
                    <a:pt x="473895" y="17378"/>
                  </a:lnTo>
                  <a:lnTo>
                    <a:pt x="464954" y="8689"/>
                  </a:lnTo>
                  <a:lnTo>
                    <a:pt x="473895" y="0"/>
                  </a:lnTo>
                  <a:lnTo>
                    <a:pt x="487307" y="4344"/>
                  </a:lnTo>
                  <a:lnTo>
                    <a:pt x="505190" y="8689"/>
                  </a:lnTo>
                  <a:lnTo>
                    <a:pt x="509661" y="8689"/>
                  </a:lnTo>
                  <a:lnTo>
                    <a:pt x="518602" y="17378"/>
                  </a:lnTo>
                  <a:lnTo>
                    <a:pt x="518602" y="21722"/>
                  </a:lnTo>
                  <a:lnTo>
                    <a:pt x="514132" y="26067"/>
                  </a:lnTo>
                  <a:close/>
                </a:path>
                <a:path w="568325" h="678179">
                  <a:moveTo>
                    <a:pt x="460479" y="13033"/>
                  </a:moveTo>
                  <a:lnTo>
                    <a:pt x="406834" y="13033"/>
                  </a:lnTo>
                  <a:lnTo>
                    <a:pt x="406834" y="4344"/>
                  </a:lnTo>
                  <a:lnTo>
                    <a:pt x="411301" y="0"/>
                  </a:lnTo>
                  <a:lnTo>
                    <a:pt x="456008" y="0"/>
                  </a:lnTo>
                  <a:lnTo>
                    <a:pt x="460479" y="4344"/>
                  </a:lnTo>
                  <a:lnTo>
                    <a:pt x="460479" y="13033"/>
                  </a:lnTo>
                  <a:close/>
                </a:path>
                <a:path w="568325" h="678179">
                  <a:moveTo>
                    <a:pt x="362127" y="13033"/>
                  </a:moveTo>
                  <a:lnTo>
                    <a:pt x="308479" y="13033"/>
                  </a:lnTo>
                  <a:lnTo>
                    <a:pt x="308479" y="4344"/>
                  </a:lnTo>
                  <a:lnTo>
                    <a:pt x="312949" y="0"/>
                  </a:lnTo>
                  <a:lnTo>
                    <a:pt x="357657" y="0"/>
                  </a:lnTo>
                  <a:lnTo>
                    <a:pt x="362127" y="4344"/>
                  </a:lnTo>
                  <a:lnTo>
                    <a:pt x="362127" y="13033"/>
                  </a:lnTo>
                  <a:close/>
                </a:path>
                <a:path w="568325" h="678179">
                  <a:moveTo>
                    <a:pt x="263772" y="13033"/>
                  </a:moveTo>
                  <a:lnTo>
                    <a:pt x="210119" y="13033"/>
                  </a:lnTo>
                  <a:lnTo>
                    <a:pt x="210119" y="4344"/>
                  </a:lnTo>
                  <a:lnTo>
                    <a:pt x="214589" y="0"/>
                  </a:lnTo>
                  <a:lnTo>
                    <a:pt x="263772" y="0"/>
                  </a:lnTo>
                  <a:lnTo>
                    <a:pt x="263772" y="13033"/>
                  </a:lnTo>
                  <a:close/>
                </a:path>
                <a:path w="568325" h="678179">
                  <a:moveTo>
                    <a:pt x="165416" y="13033"/>
                  </a:moveTo>
                  <a:lnTo>
                    <a:pt x="116238" y="13033"/>
                  </a:lnTo>
                  <a:lnTo>
                    <a:pt x="111767" y="8689"/>
                  </a:lnTo>
                  <a:lnTo>
                    <a:pt x="111767" y="4344"/>
                  </a:lnTo>
                  <a:lnTo>
                    <a:pt x="116238" y="4344"/>
                  </a:lnTo>
                  <a:lnTo>
                    <a:pt x="116238" y="0"/>
                  </a:lnTo>
                  <a:lnTo>
                    <a:pt x="165416" y="0"/>
                  </a:lnTo>
                  <a:lnTo>
                    <a:pt x="165416" y="4344"/>
                  </a:lnTo>
                  <a:lnTo>
                    <a:pt x="169882" y="8689"/>
                  </a:lnTo>
                  <a:lnTo>
                    <a:pt x="165416" y="8689"/>
                  </a:lnTo>
                  <a:lnTo>
                    <a:pt x="165416" y="130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075160" y="4161206"/>
              <a:ext cx="461009" cy="678180"/>
            </a:xfrm>
            <a:custGeom>
              <a:avLst/>
              <a:gdLst/>
              <a:ahLst/>
              <a:cxnLst/>
              <a:rect l="l" t="t" r="r" b="b"/>
              <a:pathLst>
                <a:path w="461009" h="678179">
                  <a:moveTo>
                    <a:pt x="456012" y="13033"/>
                  </a:moveTo>
                  <a:lnTo>
                    <a:pt x="411305" y="13033"/>
                  </a:lnTo>
                  <a:lnTo>
                    <a:pt x="406834" y="13033"/>
                  </a:lnTo>
                  <a:lnTo>
                    <a:pt x="406834" y="8689"/>
                  </a:lnTo>
                  <a:lnTo>
                    <a:pt x="406834" y="4344"/>
                  </a:lnTo>
                  <a:lnTo>
                    <a:pt x="411305" y="0"/>
                  </a:lnTo>
                  <a:lnTo>
                    <a:pt x="456012" y="0"/>
                  </a:lnTo>
                  <a:lnTo>
                    <a:pt x="460483" y="4344"/>
                  </a:lnTo>
                  <a:lnTo>
                    <a:pt x="460483" y="8689"/>
                  </a:lnTo>
                  <a:lnTo>
                    <a:pt x="460483" y="13033"/>
                  </a:lnTo>
                  <a:lnTo>
                    <a:pt x="456012" y="13033"/>
                  </a:lnTo>
                  <a:close/>
                </a:path>
                <a:path w="461009" h="678179">
                  <a:moveTo>
                    <a:pt x="357657" y="13033"/>
                  </a:moveTo>
                  <a:lnTo>
                    <a:pt x="312949" y="13033"/>
                  </a:lnTo>
                  <a:lnTo>
                    <a:pt x="308479" y="13033"/>
                  </a:lnTo>
                  <a:lnTo>
                    <a:pt x="308479" y="8689"/>
                  </a:lnTo>
                  <a:lnTo>
                    <a:pt x="308479" y="4344"/>
                  </a:lnTo>
                  <a:lnTo>
                    <a:pt x="312949" y="0"/>
                  </a:lnTo>
                  <a:lnTo>
                    <a:pt x="357657" y="0"/>
                  </a:lnTo>
                  <a:lnTo>
                    <a:pt x="362127" y="4344"/>
                  </a:lnTo>
                  <a:lnTo>
                    <a:pt x="362127" y="8689"/>
                  </a:lnTo>
                  <a:lnTo>
                    <a:pt x="362127" y="13033"/>
                  </a:lnTo>
                  <a:lnTo>
                    <a:pt x="357657" y="13033"/>
                  </a:lnTo>
                  <a:close/>
                </a:path>
                <a:path w="461009" h="678179">
                  <a:moveTo>
                    <a:pt x="259301" y="13033"/>
                  </a:moveTo>
                  <a:lnTo>
                    <a:pt x="219064" y="13033"/>
                  </a:lnTo>
                  <a:lnTo>
                    <a:pt x="210123" y="13033"/>
                  </a:lnTo>
                  <a:lnTo>
                    <a:pt x="210123" y="8689"/>
                  </a:lnTo>
                  <a:lnTo>
                    <a:pt x="210123" y="4344"/>
                  </a:lnTo>
                  <a:lnTo>
                    <a:pt x="214594" y="0"/>
                  </a:lnTo>
                  <a:lnTo>
                    <a:pt x="219064" y="0"/>
                  </a:lnTo>
                  <a:lnTo>
                    <a:pt x="259301" y="0"/>
                  </a:lnTo>
                  <a:lnTo>
                    <a:pt x="263772" y="0"/>
                  </a:lnTo>
                  <a:lnTo>
                    <a:pt x="263772" y="4344"/>
                  </a:lnTo>
                  <a:lnTo>
                    <a:pt x="263772" y="8689"/>
                  </a:lnTo>
                  <a:lnTo>
                    <a:pt x="263772" y="13033"/>
                  </a:lnTo>
                  <a:lnTo>
                    <a:pt x="259301" y="13033"/>
                  </a:lnTo>
                  <a:close/>
                </a:path>
                <a:path w="461009" h="678179">
                  <a:moveTo>
                    <a:pt x="160945" y="13033"/>
                  </a:moveTo>
                  <a:lnTo>
                    <a:pt x="120709" y="13033"/>
                  </a:lnTo>
                  <a:lnTo>
                    <a:pt x="116238" y="13033"/>
                  </a:lnTo>
                  <a:lnTo>
                    <a:pt x="111767" y="8689"/>
                  </a:lnTo>
                  <a:lnTo>
                    <a:pt x="111767" y="4344"/>
                  </a:lnTo>
                  <a:lnTo>
                    <a:pt x="116238" y="4344"/>
                  </a:lnTo>
                  <a:lnTo>
                    <a:pt x="116238" y="0"/>
                  </a:lnTo>
                  <a:lnTo>
                    <a:pt x="120709" y="0"/>
                  </a:lnTo>
                  <a:lnTo>
                    <a:pt x="160945" y="0"/>
                  </a:lnTo>
                  <a:lnTo>
                    <a:pt x="165416" y="0"/>
                  </a:lnTo>
                  <a:lnTo>
                    <a:pt x="165416" y="4344"/>
                  </a:lnTo>
                  <a:lnTo>
                    <a:pt x="169887" y="8689"/>
                  </a:lnTo>
                  <a:lnTo>
                    <a:pt x="165416" y="8689"/>
                  </a:lnTo>
                  <a:lnTo>
                    <a:pt x="165416" y="13033"/>
                  </a:lnTo>
                  <a:lnTo>
                    <a:pt x="160945" y="13033"/>
                  </a:lnTo>
                  <a:close/>
                </a:path>
                <a:path w="461009" h="678179">
                  <a:moveTo>
                    <a:pt x="67060" y="21722"/>
                  </a:moveTo>
                  <a:lnTo>
                    <a:pt x="53648" y="30411"/>
                  </a:lnTo>
                  <a:lnTo>
                    <a:pt x="40236" y="39100"/>
                  </a:lnTo>
                  <a:lnTo>
                    <a:pt x="35765" y="43445"/>
                  </a:lnTo>
                  <a:lnTo>
                    <a:pt x="31294" y="47790"/>
                  </a:lnTo>
                  <a:lnTo>
                    <a:pt x="26824" y="43445"/>
                  </a:lnTo>
                  <a:lnTo>
                    <a:pt x="22353" y="39100"/>
                  </a:lnTo>
                  <a:lnTo>
                    <a:pt x="26824" y="34756"/>
                  </a:lnTo>
                  <a:lnTo>
                    <a:pt x="31294" y="30411"/>
                  </a:lnTo>
                  <a:lnTo>
                    <a:pt x="44707" y="17378"/>
                  </a:lnTo>
                  <a:lnTo>
                    <a:pt x="62589" y="8689"/>
                  </a:lnTo>
                  <a:lnTo>
                    <a:pt x="67060" y="8689"/>
                  </a:lnTo>
                  <a:lnTo>
                    <a:pt x="71531" y="13033"/>
                  </a:lnTo>
                  <a:lnTo>
                    <a:pt x="71531" y="17378"/>
                  </a:lnTo>
                  <a:lnTo>
                    <a:pt x="67060" y="21722"/>
                  </a:lnTo>
                  <a:close/>
                </a:path>
                <a:path w="461009" h="678179">
                  <a:moveTo>
                    <a:pt x="17882" y="86891"/>
                  </a:moveTo>
                  <a:lnTo>
                    <a:pt x="13412" y="99924"/>
                  </a:lnTo>
                  <a:lnTo>
                    <a:pt x="13412" y="130336"/>
                  </a:lnTo>
                  <a:lnTo>
                    <a:pt x="13412" y="134681"/>
                  </a:lnTo>
                  <a:lnTo>
                    <a:pt x="8941" y="134681"/>
                  </a:lnTo>
                  <a:lnTo>
                    <a:pt x="4470" y="134681"/>
                  </a:lnTo>
                  <a:lnTo>
                    <a:pt x="0" y="130336"/>
                  </a:lnTo>
                  <a:lnTo>
                    <a:pt x="0" y="95580"/>
                  </a:lnTo>
                  <a:lnTo>
                    <a:pt x="0" y="86891"/>
                  </a:lnTo>
                  <a:lnTo>
                    <a:pt x="4470" y="82546"/>
                  </a:lnTo>
                  <a:lnTo>
                    <a:pt x="8941" y="82546"/>
                  </a:lnTo>
                  <a:lnTo>
                    <a:pt x="13412" y="82546"/>
                  </a:lnTo>
                  <a:lnTo>
                    <a:pt x="17882" y="86891"/>
                  </a:lnTo>
                  <a:close/>
                </a:path>
                <a:path w="461009" h="678179">
                  <a:moveTo>
                    <a:pt x="13412" y="182471"/>
                  </a:moveTo>
                  <a:lnTo>
                    <a:pt x="13412" y="225916"/>
                  </a:lnTo>
                  <a:lnTo>
                    <a:pt x="13412" y="230261"/>
                  </a:lnTo>
                  <a:lnTo>
                    <a:pt x="8941" y="230261"/>
                  </a:lnTo>
                  <a:lnTo>
                    <a:pt x="4470" y="230261"/>
                  </a:lnTo>
                  <a:lnTo>
                    <a:pt x="0" y="225916"/>
                  </a:lnTo>
                  <a:lnTo>
                    <a:pt x="0" y="182471"/>
                  </a:lnTo>
                  <a:lnTo>
                    <a:pt x="4470" y="178126"/>
                  </a:lnTo>
                  <a:lnTo>
                    <a:pt x="8941" y="178126"/>
                  </a:lnTo>
                  <a:lnTo>
                    <a:pt x="13412" y="178126"/>
                  </a:lnTo>
                  <a:lnTo>
                    <a:pt x="13412" y="182471"/>
                  </a:lnTo>
                  <a:close/>
                </a:path>
                <a:path w="461009" h="678179">
                  <a:moveTo>
                    <a:pt x="13412" y="278051"/>
                  </a:moveTo>
                  <a:lnTo>
                    <a:pt x="13412" y="317152"/>
                  </a:lnTo>
                  <a:lnTo>
                    <a:pt x="13412" y="321497"/>
                  </a:lnTo>
                  <a:lnTo>
                    <a:pt x="13412" y="325841"/>
                  </a:lnTo>
                  <a:lnTo>
                    <a:pt x="8941" y="325841"/>
                  </a:lnTo>
                  <a:lnTo>
                    <a:pt x="4470" y="325841"/>
                  </a:lnTo>
                  <a:lnTo>
                    <a:pt x="0" y="321497"/>
                  </a:lnTo>
                  <a:lnTo>
                    <a:pt x="0" y="317152"/>
                  </a:lnTo>
                  <a:lnTo>
                    <a:pt x="0" y="278051"/>
                  </a:lnTo>
                  <a:lnTo>
                    <a:pt x="0" y="273706"/>
                  </a:lnTo>
                  <a:lnTo>
                    <a:pt x="4470" y="273706"/>
                  </a:lnTo>
                  <a:lnTo>
                    <a:pt x="8941" y="269362"/>
                  </a:lnTo>
                  <a:lnTo>
                    <a:pt x="13412" y="273706"/>
                  </a:lnTo>
                  <a:lnTo>
                    <a:pt x="13412" y="278051"/>
                  </a:lnTo>
                  <a:close/>
                </a:path>
                <a:path w="461009" h="678179">
                  <a:moveTo>
                    <a:pt x="13412" y="373631"/>
                  </a:moveTo>
                  <a:lnTo>
                    <a:pt x="13412" y="412732"/>
                  </a:lnTo>
                  <a:lnTo>
                    <a:pt x="13412" y="417077"/>
                  </a:lnTo>
                  <a:lnTo>
                    <a:pt x="8941" y="421421"/>
                  </a:lnTo>
                  <a:lnTo>
                    <a:pt x="4470" y="421421"/>
                  </a:lnTo>
                  <a:lnTo>
                    <a:pt x="4470" y="417077"/>
                  </a:lnTo>
                  <a:lnTo>
                    <a:pt x="0" y="417077"/>
                  </a:lnTo>
                  <a:lnTo>
                    <a:pt x="0" y="412732"/>
                  </a:lnTo>
                  <a:lnTo>
                    <a:pt x="0" y="373631"/>
                  </a:lnTo>
                  <a:lnTo>
                    <a:pt x="0" y="369287"/>
                  </a:lnTo>
                  <a:lnTo>
                    <a:pt x="4470" y="369287"/>
                  </a:lnTo>
                  <a:lnTo>
                    <a:pt x="8941" y="364942"/>
                  </a:lnTo>
                  <a:lnTo>
                    <a:pt x="13412" y="369287"/>
                  </a:lnTo>
                  <a:lnTo>
                    <a:pt x="13412" y="373631"/>
                  </a:lnTo>
                  <a:close/>
                </a:path>
                <a:path w="461009" h="678179">
                  <a:moveTo>
                    <a:pt x="13412" y="469211"/>
                  </a:moveTo>
                  <a:lnTo>
                    <a:pt x="13412" y="508312"/>
                  </a:lnTo>
                  <a:lnTo>
                    <a:pt x="13412" y="512657"/>
                  </a:lnTo>
                  <a:lnTo>
                    <a:pt x="8941" y="517001"/>
                  </a:lnTo>
                  <a:lnTo>
                    <a:pt x="4470" y="517001"/>
                  </a:lnTo>
                  <a:lnTo>
                    <a:pt x="4470" y="512657"/>
                  </a:lnTo>
                  <a:lnTo>
                    <a:pt x="0" y="512657"/>
                  </a:lnTo>
                  <a:lnTo>
                    <a:pt x="0" y="508312"/>
                  </a:lnTo>
                  <a:lnTo>
                    <a:pt x="0" y="469211"/>
                  </a:lnTo>
                  <a:lnTo>
                    <a:pt x="0" y="464867"/>
                  </a:lnTo>
                  <a:lnTo>
                    <a:pt x="4470" y="464867"/>
                  </a:lnTo>
                  <a:lnTo>
                    <a:pt x="8941" y="460522"/>
                  </a:lnTo>
                  <a:lnTo>
                    <a:pt x="13412" y="464867"/>
                  </a:lnTo>
                  <a:lnTo>
                    <a:pt x="13412" y="469211"/>
                  </a:lnTo>
                  <a:close/>
                </a:path>
                <a:path w="461009" h="678179">
                  <a:moveTo>
                    <a:pt x="13412" y="564792"/>
                  </a:moveTo>
                  <a:lnTo>
                    <a:pt x="13412" y="582170"/>
                  </a:lnTo>
                  <a:lnTo>
                    <a:pt x="17882" y="599548"/>
                  </a:lnTo>
                  <a:lnTo>
                    <a:pt x="17882" y="595203"/>
                  </a:lnTo>
                  <a:lnTo>
                    <a:pt x="17882" y="603893"/>
                  </a:lnTo>
                  <a:lnTo>
                    <a:pt x="17882" y="608237"/>
                  </a:lnTo>
                  <a:lnTo>
                    <a:pt x="13412" y="608237"/>
                  </a:lnTo>
                  <a:lnTo>
                    <a:pt x="8941" y="612582"/>
                  </a:lnTo>
                  <a:lnTo>
                    <a:pt x="8941" y="608237"/>
                  </a:lnTo>
                  <a:lnTo>
                    <a:pt x="4470" y="603893"/>
                  </a:lnTo>
                  <a:lnTo>
                    <a:pt x="4470" y="599548"/>
                  </a:lnTo>
                  <a:lnTo>
                    <a:pt x="0" y="582170"/>
                  </a:lnTo>
                  <a:lnTo>
                    <a:pt x="0" y="564792"/>
                  </a:lnTo>
                  <a:lnTo>
                    <a:pt x="0" y="560447"/>
                  </a:lnTo>
                  <a:lnTo>
                    <a:pt x="4470" y="560447"/>
                  </a:lnTo>
                  <a:lnTo>
                    <a:pt x="8941" y="556102"/>
                  </a:lnTo>
                  <a:lnTo>
                    <a:pt x="13412" y="560447"/>
                  </a:lnTo>
                  <a:lnTo>
                    <a:pt x="13412" y="564792"/>
                  </a:lnTo>
                  <a:close/>
                </a:path>
                <a:path w="461009" h="678179">
                  <a:moveTo>
                    <a:pt x="44707" y="642994"/>
                  </a:moveTo>
                  <a:lnTo>
                    <a:pt x="53648" y="651683"/>
                  </a:lnTo>
                  <a:lnTo>
                    <a:pt x="53648" y="647338"/>
                  </a:lnTo>
                  <a:lnTo>
                    <a:pt x="67060" y="656027"/>
                  </a:lnTo>
                  <a:lnTo>
                    <a:pt x="80472" y="660372"/>
                  </a:lnTo>
                  <a:lnTo>
                    <a:pt x="84943" y="664716"/>
                  </a:lnTo>
                  <a:lnTo>
                    <a:pt x="84943" y="669061"/>
                  </a:lnTo>
                  <a:lnTo>
                    <a:pt x="80472" y="673405"/>
                  </a:lnTo>
                  <a:lnTo>
                    <a:pt x="76002" y="673405"/>
                  </a:lnTo>
                  <a:lnTo>
                    <a:pt x="62589" y="669061"/>
                  </a:lnTo>
                  <a:lnTo>
                    <a:pt x="44707" y="660372"/>
                  </a:lnTo>
                  <a:lnTo>
                    <a:pt x="35765" y="656027"/>
                  </a:lnTo>
                  <a:lnTo>
                    <a:pt x="35765" y="651683"/>
                  </a:lnTo>
                  <a:lnTo>
                    <a:pt x="35765" y="642994"/>
                  </a:lnTo>
                  <a:lnTo>
                    <a:pt x="40236" y="642994"/>
                  </a:lnTo>
                  <a:lnTo>
                    <a:pt x="44707" y="642994"/>
                  </a:lnTo>
                  <a:close/>
                </a:path>
                <a:path w="461009" h="678179">
                  <a:moveTo>
                    <a:pt x="134121" y="664716"/>
                  </a:moveTo>
                  <a:lnTo>
                    <a:pt x="174357" y="664716"/>
                  </a:lnTo>
                  <a:lnTo>
                    <a:pt x="178828" y="664716"/>
                  </a:lnTo>
                  <a:lnTo>
                    <a:pt x="183299" y="669061"/>
                  </a:lnTo>
                  <a:lnTo>
                    <a:pt x="183299" y="673405"/>
                  </a:lnTo>
                  <a:lnTo>
                    <a:pt x="178828" y="673405"/>
                  </a:lnTo>
                  <a:lnTo>
                    <a:pt x="174357" y="677750"/>
                  </a:lnTo>
                  <a:lnTo>
                    <a:pt x="134121" y="677750"/>
                  </a:lnTo>
                  <a:lnTo>
                    <a:pt x="129650" y="673405"/>
                  </a:lnTo>
                  <a:lnTo>
                    <a:pt x="125179" y="669061"/>
                  </a:lnTo>
                  <a:lnTo>
                    <a:pt x="129650" y="664716"/>
                  </a:lnTo>
                  <a:lnTo>
                    <a:pt x="134121" y="664716"/>
                  </a:lnTo>
                  <a:close/>
                </a:path>
                <a:path w="461009" h="678179">
                  <a:moveTo>
                    <a:pt x="232477" y="664716"/>
                  </a:moveTo>
                  <a:lnTo>
                    <a:pt x="272713" y="664716"/>
                  </a:lnTo>
                  <a:lnTo>
                    <a:pt x="277184" y="664716"/>
                  </a:lnTo>
                  <a:lnTo>
                    <a:pt x="277184" y="669061"/>
                  </a:lnTo>
                  <a:lnTo>
                    <a:pt x="281654" y="669061"/>
                  </a:lnTo>
                  <a:lnTo>
                    <a:pt x="277184" y="673405"/>
                  </a:lnTo>
                  <a:lnTo>
                    <a:pt x="272713" y="677750"/>
                  </a:lnTo>
                  <a:lnTo>
                    <a:pt x="232477" y="677750"/>
                  </a:lnTo>
                  <a:lnTo>
                    <a:pt x="228006" y="673405"/>
                  </a:lnTo>
                  <a:lnTo>
                    <a:pt x="223535" y="669061"/>
                  </a:lnTo>
                  <a:lnTo>
                    <a:pt x="228006" y="664716"/>
                  </a:lnTo>
                  <a:lnTo>
                    <a:pt x="232477" y="664716"/>
                  </a:lnTo>
                  <a:close/>
                </a:path>
                <a:path w="461009" h="678179">
                  <a:moveTo>
                    <a:pt x="330832" y="664716"/>
                  </a:moveTo>
                  <a:lnTo>
                    <a:pt x="371069" y="664716"/>
                  </a:lnTo>
                  <a:lnTo>
                    <a:pt x="375539" y="664716"/>
                  </a:lnTo>
                  <a:lnTo>
                    <a:pt x="375539" y="669061"/>
                  </a:lnTo>
                  <a:lnTo>
                    <a:pt x="375539" y="673405"/>
                  </a:lnTo>
                  <a:lnTo>
                    <a:pt x="371069" y="677750"/>
                  </a:lnTo>
                  <a:lnTo>
                    <a:pt x="330832" y="677750"/>
                  </a:lnTo>
                  <a:lnTo>
                    <a:pt x="321891" y="673405"/>
                  </a:lnTo>
                  <a:lnTo>
                    <a:pt x="321891" y="669061"/>
                  </a:lnTo>
                  <a:lnTo>
                    <a:pt x="321891" y="664716"/>
                  </a:lnTo>
                  <a:lnTo>
                    <a:pt x="326362" y="664716"/>
                  </a:lnTo>
                  <a:lnTo>
                    <a:pt x="330832" y="664716"/>
                  </a:lnTo>
                  <a:close/>
                </a:path>
              </a:pathLst>
            </a:custGeom>
            <a:ln w="44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481994" y="4096040"/>
              <a:ext cx="174625" cy="756285"/>
            </a:xfrm>
            <a:custGeom>
              <a:avLst/>
              <a:gdLst/>
              <a:ahLst/>
              <a:cxnLst/>
              <a:rect l="l" t="t" r="r" b="b"/>
              <a:pathLst>
                <a:path w="174625" h="756285">
                  <a:moveTo>
                    <a:pt x="174357" y="755952"/>
                  </a:moveTo>
                  <a:lnTo>
                    <a:pt x="0" y="755952"/>
                  </a:lnTo>
                  <a:lnTo>
                    <a:pt x="0" y="0"/>
                  </a:lnTo>
                  <a:lnTo>
                    <a:pt x="174357" y="0"/>
                  </a:lnTo>
                  <a:lnTo>
                    <a:pt x="174357" y="7559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495407" y="4035214"/>
              <a:ext cx="80645" cy="916940"/>
            </a:xfrm>
            <a:custGeom>
              <a:avLst/>
              <a:gdLst/>
              <a:ahLst/>
              <a:cxnLst/>
              <a:rect l="l" t="t" r="r" b="b"/>
              <a:pathLst>
                <a:path w="80645" h="916939">
                  <a:moveTo>
                    <a:pt x="0" y="0"/>
                  </a:moveTo>
                  <a:lnTo>
                    <a:pt x="17882" y="4344"/>
                  </a:lnTo>
                  <a:lnTo>
                    <a:pt x="31294" y="8689"/>
                  </a:lnTo>
                  <a:lnTo>
                    <a:pt x="44707" y="13033"/>
                  </a:lnTo>
                  <a:lnTo>
                    <a:pt x="58119" y="21722"/>
                  </a:lnTo>
                  <a:lnTo>
                    <a:pt x="67060" y="34756"/>
                  </a:lnTo>
                  <a:lnTo>
                    <a:pt x="71531" y="47790"/>
                  </a:lnTo>
                  <a:lnTo>
                    <a:pt x="76002" y="60823"/>
                  </a:lnTo>
                  <a:lnTo>
                    <a:pt x="80472" y="78201"/>
                  </a:lnTo>
                  <a:lnTo>
                    <a:pt x="80472" y="838499"/>
                  </a:lnTo>
                  <a:lnTo>
                    <a:pt x="76002" y="855877"/>
                  </a:lnTo>
                  <a:lnTo>
                    <a:pt x="71531" y="868910"/>
                  </a:lnTo>
                  <a:lnTo>
                    <a:pt x="67060" y="881944"/>
                  </a:lnTo>
                  <a:lnTo>
                    <a:pt x="58119" y="894978"/>
                  </a:lnTo>
                  <a:lnTo>
                    <a:pt x="44707" y="903667"/>
                  </a:lnTo>
                  <a:lnTo>
                    <a:pt x="31294" y="912356"/>
                  </a:lnTo>
                  <a:lnTo>
                    <a:pt x="17882" y="916700"/>
                  </a:lnTo>
                  <a:lnTo>
                    <a:pt x="0" y="916700"/>
                  </a:lnTo>
                </a:path>
              </a:pathLst>
            </a:custGeom>
            <a:ln w="17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/>
          <p:cNvGrpSpPr/>
          <p:nvPr/>
        </p:nvGrpSpPr>
        <p:grpSpPr>
          <a:xfrm>
            <a:off x="7029263" y="5010554"/>
            <a:ext cx="956944" cy="593090"/>
            <a:chOff x="7029263" y="5010554"/>
            <a:chExt cx="956944" cy="593090"/>
          </a:xfrm>
        </p:grpSpPr>
        <p:sp>
          <p:nvSpPr>
            <p:cNvPr id="28" name="object 28"/>
            <p:cNvSpPr/>
            <p:nvPr/>
          </p:nvSpPr>
          <p:spPr>
            <a:xfrm>
              <a:off x="7583381" y="5012736"/>
              <a:ext cx="335915" cy="521970"/>
            </a:xfrm>
            <a:custGeom>
              <a:avLst/>
              <a:gdLst/>
              <a:ahLst/>
              <a:cxnLst/>
              <a:rect l="l" t="t" r="r" b="b"/>
              <a:pathLst>
                <a:path w="335915" h="521970">
                  <a:moveTo>
                    <a:pt x="152004" y="508312"/>
                  </a:moveTo>
                  <a:lnTo>
                    <a:pt x="125179" y="508312"/>
                  </a:lnTo>
                  <a:lnTo>
                    <a:pt x="125179" y="503968"/>
                  </a:lnTo>
                  <a:lnTo>
                    <a:pt x="152004" y="508312"/>
                  </a:lnTo>
                  <a:close/>
                </a:path>
                <a:path w="335915" h="521970">
                  <a:moveTo>
                    <a:pt x="174357" y="521350"/>
                  </a:moveTo>
                  <a:lnTo>
                    <a:pt x="125179" y="521350"/>
                  </a:lnTo>
                  <a:lnTo>
                    <a:pt x="125179" y="517006"/>
                  </a:lnTo>
                  <a:lnTo>
                    <a:pt x="120709" y="517006"/>
                  </a:lnTo>
                  <a:lnTo>
                    <a:pt x="120709" y="508312"/>
                  </a:lnTo>
                  <a:lnTo>
                    <a:pt x="174357" y="508312"/>
                  </a:lnTo>
                  <a:lnTo>
                    <a:pt x="174357" y="521350"/>
                  </a:lnTo>
                  <a:close/>
                </a:path>
                <a:path w="335915" h="521970">
                  <a:moveTo>
                    <a:pt x="228006" y="517006"/>
                  </a:moveTo>
                  <a:lnTo>
                    <a:pt x="219064" y="517006"/>
                  </a:lnTo>
                  <a:lnTo>
                    <a:pt x="219064" y="508312"/>
                  </a:lnTo>
                  <a:lnTo>
                    <a:pt x="223535" y="503968"/>
                  </a:lnTo>
                  <a:lnTo>
                    <a:pt x="241418" y="499628"/>
                  </a:lnTo>
                  <a:lnTo>
                    <a:pt x="259301" y="486594"/>
                  </a:lnTo>
                  <a:lnTo>
                    <a:pt x="263772" y="486594"/>
                  </a:lnTo>
                  <a:lnTo>
                    <a:pt x="268242" y="490939"/>
                  </a:lnTo>
                  <a:lnTo>
                    <a:pt x="268242" y="495283"/>
                  </a:lnTo>
                  <a:lnTo>
                    <a:pt x="263772" y="499628"/>
                  </a:lnTo>
                  <a:lnTo>
                    <a:pt x="245889" y="508312"/>
                  </a:lnTo>
                  <a:lnTo>
                    <a:pt x="245889" y="512657"/>
                  </a:lnTo>
                  <a:lnTo>
                    <a:pt x="228006" y="517006"/>
                  </a:lnTo>
                  <a:close/>
                </a:path>
                <a:path w="335915" h="521970">
                  <a:moveTo>
                    <a:pt x="58119" y="469211"/>
                  </a:moveTo>
                  <a:lnTo>
                    <a:pt x="35765" y="469211"/>
                  </a:lnTo>
                  <a:lnTo>
                    <a:pt x="35765" y="464867"/>
                  </a:lnTo>
                  <a:lnTo>
                    <a:pt x="40236" y="460527"/>
                  </a:lnTo>
                  <a:lnTo>
                    <a:pt x="49177" y="460527"/>
                  </a:lnTo>
                  <a:lnTo>
                    <a:pt x="58119" y="469211"/>
                  </a:lnTo>
                  <a:close/>
                </a:path>
                <a:path w="335915" h="521970">
                  <a:moveTo>
                    <a:pt x="76002" y="499628"/>
                  </a:moveTo>
                  <a:lnTo>
                    <a:pt x="71531" y="499628"/>
                  </a:lnTo>
                  <a:lnTo>
                    <a:pt x="67060" y="495283"/>
                  </a:lnTo>
                  <a:lnTo>
                    <a:pt x="44707" y="482249"/>
                  </a:lnTo>
                  <a:lnTo>
                    <a:pt x="44707" y="477905"/>
                  </a:lnTo>
                  <a:lnTo>
                    <a:pt x="40236" y="469211"/>
                  </a:lnTo>
                  <a:lnTo>
                    <a:pt x="53648" y="469211"/>
                  </a:lnTo>
                  <a:lnTo>
                    <a:pt x="76002" y="486594"/>
                  </a:lnTo>
                  <a:lnTo>
                    <a:pt x="80472" y="486594"/>
                  </a:lnTo>
                  <a:lnTo>
                    <a:pt x="80472" y="495283"/>
                  </a:lnTo>
                  <a:lnTo>
                    <a:pt x="76002" y="499628"/>
                  </a:lnTo>
                  <a:close/>
                </a:path>
                <a:path w="335915" h="521970">
                  <a:moveTo>
                    <a:pt x="328597" y="430110"/>
                  </a:moveTo>
                  <a:lnTo>
                    <a:pt x="312949" y="430110"/>
                  </a:lnTo>
                  <a:lnTo>
                    <a:pt x="317420" y="421426"/>
                  </a:lnTo>
                  <a:lnTo>
                    <a:pt x="317420" y="417081"/>
                  </a:lnTo>
                  <a:lnTo>
                    <a:pt x="326362" y="417081"/>
                  </a:lnTo>
                  <a:lnTo>
                    <a:pt x="330832" y="421426"/>
                  </a:lnTo>
                  <a:lnTo>
                    <a:pt x="330832" y="425766"/>
                  </a:lnTo>
                  <a:lnTo>
                    <a:pt x="328597" y="430110"/>
                  </a:lnTo>
                  <a:close/>
                </a:path>
                <a:path w="335915" h="521970">
                  <a:moveTo>
                    <a:pt x="304008" y="464867"/>
                  </a:moveTo>
                  <a:lnTo>
                    <a:pt x="299537" y="464867"/>
                  </a:lnTo>
                  <a:lnTo>
                    <a:pt x="295067" y="460527"/>
                  </a:lnTo>
                  <a:lnTo>
                    <a:pt x="295067" y="456182"/>
                  </a:lnTo>
                  <a:lnTo>
                    <a:pt x="299537" y="451838"/>
                  </a:lnTo>
                  <a:lnTo>
                    <a:pt x="312949" y="425766"/>
                  </a:lnTo>
                  <a:lnTo>
                    <a:pt x="312949" y="430110"/>
                  </a:lnTo>
                  <a:lnTo>
                    <a:pt x="328597" y="430110"/>
                  </a:lnTo>
                  <a:lnTo>
                    <a:pt x="326362" y="434455"/>
                  </a:lnTo>
                  <a:lnTo>
                    <a:pt x="312949" y="456182"/>
                  </a:lnTo>
                  <a:lnTo>
                    <a:pt x="312949" y="460527"/>
                  </a:lnTo>
                  <a:lnTo>
                    <a:pt x="308479" y="460527"/>
                  </a:lnTo>
                  <a:lnTo>
                    <a:pt x="304008" y="464867"/>
                  </a:lnTo>
                  <a:close/>
                </a:path>
                <a:path w="335915" h="521970">
                  <a:moveTo>
                    <a:pt x="17882" y="425766"/>
                  </a:moveTo>
                  <a:lnTo>
                    <a:pt x="13412" y="425766"/>
                  </a:lnTo>
                  <a:lnTo>
                    <a:pt x="8941" y="421426"/>
                  </a:lnTo>
                  <a:lnTo>
                    <a:pt x="4470" y="408392"/>
                  </a:lnTo>
                  <a:lnTo>
                    <a:pt x="4470" y="373636"/>
                  </a:lnTo>
                  <a:lnTo>
                    <a:pt x="13412" y="373636"/>
                  </a:lnTo>
                  <a:lnTo>
                    <a:pt x="13412" y="377980"/>
                  </a:lnTo>
                  <a:lnTo>
                    <a:pt x="17882" y="377980"/>
                  </a:lnTo>
                  <a:lnTo>
                    <a:pt x="17882" y="404047"/>
                  </a:lnTo>
                  <a:lnTo>
                    <a:pt x="22353" y="417081"/>
                  </a:lnTo>
                  <a:lnTo>
                    <a:pt x="22353" y="421426"/>
                  </a:lnTo>
                  <a:lnTo>
                    <a:pt x="17882" y="425766"/>
                  </a:lnTo>
                  <a:close/>
                </a:path>
                <a:path w="335915" h="521970">
                  <a:moveTo>
                    <a:pt x="335303" y="373636"/>
                  </a:moveTo>
                  <a:lnTo>
                    <a:pt x="326362" y="373636"/>
                  </a:lnTo>
                  <a:lnTo>
                    <a:pt x="321891" y="369291"/>
                  </a:lnTo>
                  <a:lnTo>
                    <a:pt x="321891" y="325845"/>
                  </a:lnTo>
                  <a:lnTo>
                    <a:pt x="326362" y="321501"/>
                  </a:lnTo>
                  <a:lnTo>
                    <a:pt x="335303" y="321501"/>
                  </a:lnTo>
                  <a:lnTo>
                    <a:pt x="335303" y="373636"/>
                  </a:lnTo>
                  <a:close/>
                </a:path>
                <a:path w="335915" h="521970">
                  <a:moveTo>
                    <a:pt x="17882" y="325845"/>
                  </a:moveTo>
                  <a:lnTo>
                    <a:pt x="0" y="325845"/>
                  </a:lnTo>
                  <a:lnTo>
                    <a:pt x="0" y="286744"/>
                  </a:lnTo>
                  <a:lnTo>
                    <a:pt x="4470" y="282400"/>
                  </a:lnTo>
                  <a:lnTo>
                    <a:pt x="4470" y="278051"/>
                  </a:lnTo>
                  <a:lnTo>
                    <a:pt x="13412" y="278051"/>
                  </a:lnTo>
                  <a:lnTo>
                    <a:pt x="13412" y="282400"/>
                  </a:lnTo>
                  <a:lnTo>
                    <a:pt x="17882" y="286744"/>
                  </a:lnTo>
                  <a:lnTo>
                    <a:pt x="17882" y="325845"/>
                  </a:lnTo>
                  <a:close/>
                </a:path>
                <a:path w="335915" h="521970">
                  <a:moveTo>
                    <a:pt x="13412" y="330190"/>
                  </a:moveTo>
                  <a:lnTo>
                    <a:pt x="4470" y="330190"/>
                  </a:lnTo>
                  <a:lnTo>
                    <a:pt x="4470" y="325845"/>
                  </a:lnTo>
                  <a:lnTo>
                    <a:pt x="13412" y="325845"/>
                  </a:lnTo>
                  <a:lnTo>
                    <a:pt x="13412" y="330190"/>
                  </a:lnTo>
                  <a:close/>
                </a:path>
                <a:path w="335915" h="521970">
                  <a:moveTo>
                    <a:pt x="330832" y="282400"/>
                  </a:moveTo>
                  <a:lnTo>
                    <a:pt x="326362" y="278051"/>
                  </a:lnTo>
                  <a:lnTo>
                    <a:pt x="321891" y="278051"/>
                  </a:lnTo>
                  <a:lnTo>
                    <a:pt x="321891" y="230261"/>
                  </a:lnTo>
                  <a:lnTo>
                    <a:pt x="326362" y="225921"/>
                  </a:lnTo>
                  <a:lnTo>
                    <a:pt x="335303" y="225921"/>
                  </a:lnTo>
                  <a:lnTo>
                    <a:pt x="335303" y="278051"/>
                  </a:lnTo>
                  <a:lnTo>
                    <a:pt x="330832" y="282400"/>
                  </a:lnTo>
                  <a:close/>
                </a:path>
                <a:path w="335915" h="521970">
                  <a:moveTo>
                    <a:pt x="8941" y="238950"/>
                  </a:moveTo>
                  <a:lnTo>
                    <a:pt x="0" y="230261"/>
                  </a:lnTo>
                  <a:lnTo>
                    <a:pt x="0" y="191160"/>
                  </a:lnTo>
                  <a:lnTo>
                    <a:pt x="8941" y="182475"/>
                  </a:lnTo>
                  <a:lnTo>
                    <a:pt x="17882" y="191160"/>
                  </a:lnTo>
                  <a:lnTo>
                    <a:pt x="17882" y="230261"/>
                  </a:lnTo>
                  <a:lnTo>
                    <a:pt x="8941" y="238950"/>
                  </a:lnTo>
                  <a:close/>
                </a:path>
                <a:path w="335915" h="521970">
                  <a:moveTo>
                    <a:pt x="330832" y="186820"/>
                  </a:moveTo>
                  <a:lnTo>
                    <a:pt x="326362" y="182475"/>
                  </a:lnTo>
                  <a:lnTo>
                    <a:pt x="321891" y="182475"/>
                  </a:lnTo>
                  <a:lnTo>
                    <a:pt x="321891" y="134685"/>
                  </a:lnTo>
                  <a:lnTo>
                    <a:pt x="326362" y="134685"/>
                  </a:lnTo>
                  <a:lnTo>
                    <a:pt x="326362" y="130340"/>
                  </a:lnTo>
                  <a:lnTo>
                    <a:pt x="330832" y="130340"/>
                  </a:lnTo>
                  <a:lnTo>
                    <a:pt x="335303" y="134685"/>
                  </a:lnTo>
                  <a:lnTo>
                    <a:pt x="335303" y="182475"/>
                  </a:lnTo>
                  <a:lnTo>
                    <a:pt x="330832" y="186820"/>
                  </a:lnTo>
                  <a:close/>
                </a:path>
                <a:path w="335915" h="521970">
                  <a:moveTo>
                    <a:pt x="8941" y="143374"/>
                  </a:moveTo>
                  <a:lnTo>
                    <a:pt x="4470" y="139030"/>
                  </a:lnTo>
                  <a:lnTo>
                    <a:pt x="4470" y="112958"/>
                  </a:lnTo>
                  <a:lnTo>
                    <a:pt x="13412" y="95584"/>
                  </a:lnTo>
                  <a:lnTo>
                    <a:pt x="13412" y="91239"/>
                  </a:lnTo>
                  <a:lnTo>
                    <a:pt x="17882" y="86895"/>
                  </a:lnTo>
                  <a:lnTo>
                    <a:pt x="22353" y="91239"/>
                  </a:lnTo>
                  <a:lnTo>
                    <a:pt x="26824" y="91239"/>
                  </a:lnTo>
                  <a:lnTo>
                    <a:pt x="26824" y="95584"/>
                  </a:lnTo>
                  <a:lnTo>
                    <a:pt x="17882" y="117302"/>
                  </a:lnTo>
                  <a:lnTo>
                    <a:pt x="17882" y="139030"/>
                  </a:lnTo>
                  <a:lnTo>
                    <a:pt x="13412" y="139030"/>
                  </a:lnTo>
                  <a:lnTo>
                    <a:pt x="8941" y="143374"/>
                  </a:lnTo>
                  <a:close/>
                </a:path>
                <a:path w="335915" h="521970">
                  <a:moveTo>
                    <a:pt x="321891" y="91239"/>
                  </a:moveTo>
                  <a:lnTo>
                    <a:pt x="312949" y="91239"/>
                  </a:lnTo>
                  <a:lnTo>
                    <a:pt x="312949" y="86895"/>
                  </a:lnTo>
                  <a:lnTo>
                    <a:pt x="299537" y="69517"/>
                  </a:lnTo>
                  <a:lnTo>
                    <a:pt x="290596" y="56483"/>
                  </a:lnTo>
                  <a:lnTo>
                    <a:pt x="286125" y="52138"/>
                  </a:lnTo>
                  <a:lnTo>
                    <a:pt x="290596" y="47794"/>
                  </a:lnTo>
                  <a:lnTo>
                    <a:pt x="290596" y="43445"/>
                  </a:lnTo>
                  <a:lnTo>
                    <a:pt x="295067" y="43445"/>
                  </a:lnTo>
                  <a:lnTo>
                    <a:pt x="312949" y="60828"/>
                  </a:lnTo>
                  <a:lnTo>
                    <a:pt x="312949" y="65172"/>
                  </a:lnTo>
                  <a:lnTo>
                    <a:pt x="321891" y="82546"/>
                  </a:lnTo>
                  <a:lnTo>
                    <a:pt x="321891" y="91239"/>
                  </a:lnTo>
                  <a:close/>
                </a:path>
                <a:path w="335915" h="521970">
                  <a:moveTo>
                    <a:pt x="49177" y="56483"/>
                  </a:moveTo>
                  <a:lnTo>
                    <a:pt x="44707" y="56483"/>
                  </a:lnTo>
                  <a:lnTo>
                    <a:pt x="40236" y="52138"/>
                  </a:lnTo>
                  <a:lnTo>
                    <a:pt x="40236" y="43445"/>
                  </a:lnTo>
                  <a:lnTo>
                    <a:pt x="44707" y="43445"/>
                  </a:lnTo>
                  <a:lnTo>
                    <a:pt x="44707" y="39100"/>
                  </a:lnTo>
                  <a:lnTo>
                    <a:pt x="67060" y="26071"/>
                  </a:lnTo>
                  <a:lnTo>
                    <a:pt x="67060" y="21727"/>
                  </a:lnTo>
                  <a:lnTo>
                    <a:pt x="76002" y="17382"/>
                  </a:lnTo>
                  <a:lnTo>
                    <a:pt x="80472" y="17382"/>
                  </a:lnTo>
                  <a:lnTo>
                    <a:pt x="89414" y="26071"/>
                  </a:lnTo>
                  <a:lnTo>
                    <a:pt x="84943" y="26071"/>
                  </a:lnTo>
                  <a:lnTo>
                    <a:pt x="84943" y="30416"/>
                  </a:lnTo>
                  <a:lnTo>
                    <a:pt x="76002" y="34756"/>
                  </a:lnTo>
                  <a:lnTo>
                    <a:pt x="53648" y="52138"/>
                  </a:lnTo>
                  <a:lnTo>
                    <a:pt x="49177" y="56483"/>
                  </a:lnTo>
                  <a:close/>
                </a:path>
                <a:path w="335915" h="521970">
                  <a:moveTo>
                    <a:pt x="250359" y="26071"/>
                  </a:moveTo>
                  <a:lnTo>
                    <a:pt x="245889" y="26071"/>
                  </a:lnTo>
                  <a:lnTo>
                    <a:pt x="241418" y="21727"/>
                  </a:lnTo>
                  <a:lnTo>
                    <a:pt x="214594" y="13038"/>
                  </a:lnTo>
                  <a:lnTo>
                    <a:pt x="205652" y="13038"/>
                  </a:lnTo>
                  <a:lnTo>
                    <a:pt x="201182" y="8693"/>
                  </a:lnTo>
                  <a:lnTo>
                    <a:pt x="205652" y="4344"/>
                  </a:lnTo>
                  <a:lnTo>
                    <a:pt x="205652" y="0"/>
                  </a:lnTo>
                  <a:lnTo>
                    <a:pt x="219064" y="0"/>
                  </a:lnTo>
                  <a:lnTo>
                    <a:pt x="245889" y="8693"/>
                  </a:lnTo>
                  <a:lnTo>
                    <a:pt x="254830" y="13038"/>
                  </a:lnTo>
                  <a:lnTo>
                    <a:pt x="254830" y="21727"/>
                  </a:lnTo>
                  <a:lnTo>
                    <a:pt x="250359" y="26071"/>
                  </a:lnTo>
                  <a:close/>
                </a:path>
                <a:path w="335915" h="521970">
                  <a:moveTo>
                    <a:pt x="178828" y="13038"/>
                  </a:moveTo>
                  <a:lnTo>
                    <a:pt x="129650" y="13038"/>
                  </a:lnTo>
                  <a:lnTo>
                    <a:pt x="125179" y="8693"/>
                  </a:lnTo>
                  <a:lnTo>
                    <a:pt x="129650" y="4344"/>
                  </a:lnTo>
                  <a:lnTo>
                    <a:pt x="129650" y="0"/>
                  </a:lnTo>
                  <a:lnTo>
                    <a:pt x="178828" y="0"/>
                  </a:lnTo>
                  <a:lnTo>
                    <a:pt x="178828" y="4344"/>
                  </a:lnTo>
                  <a:lnTo>
                    <a:pt x="183299" y="4344"/>
                  </a:lnTo>
                  <a:lnTo>
                    <a:pt x="178828" y="8693"/>
                  </a:lnTo>
                  <a:lnTo>
                    <a:pt x="178828" y="130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583381" y="5012739"/>
              <a:ext cx="335915" cy="465455"/>
            </a:xfrm>
            <a:custGeom>
              <a:avLst/>
              <a:gdLst/>
              <a:ahLst/>
              <a:cxnLst/>
              <a:rect l="l" t="t" r="r" b="b"/>
              <a:pathLst>
                <a:path w="335915" h="465454">
                  <a:moveTo>
                    <a:pt x="174357" y="13033"/>
                  </a:moveTo>
                  <a:lnTo>
                    <a:pt x="152004" y="13033"/>
                  </a:lnTo>
                  <a:lnTo>
                    <a:pt x="134121" y="13033"/>
                  </a:lnTo>
                  <a:lnTo>
                    <a:pt x="129650" y="13033"/>
                  </a:lnTo>
                  <a:lnTo>
                    <a:pt x="125179" y="8689"/>
                  </a:lnTo>
                  <a:lnTo>
                    <a:pt x="129650" y="4344"/>
                  </a:lnTo>
                  <a:lnTo>
                    <a:pt x="129650" y="0"/>
                  </a:lnTo>
                  <a:lnTo>
                    <a:pt x="134121" y="0"/>
                  </a:lnTo>
                  <a:lnTo>
                    <a:pt x="152004" y="0"/>
                  </a:lnTo>
                  <a:lnTo>
                    <a:pt x="174357" y="0"/>
                  </a:lnTo>
                  <a:lnTo>
                    <a:pt x="178828" y="0"/>
                  </a:lnTo>
                  <a:lnTo>
                    <a:pt x="178828" y="4344"/>
                  </a:lnTo>
                  <a:lnTo>
                    <a:pt x="183299" y="4344"/>
                  </a:lnTo>
                  <a:lnTo>
                    <a:pt x="178828" y="8689"/>
                  </a:lnTo>
                  <a:lnTo>
                    <a:pt x="178828" y="13033"/>
                  </a:lnTo>
                  <a:lnTo>
                    <a:pt x="174357" y="13033"/>
                  </a:lnTo>
                  <a:close/>
                </a:path>
                <a:path w="335915" h="465454">
                  <a:moveTo>
                    <a:pt x="84943" y="30411"/>
                  </a:moveTo>
                  <a:lnTo>
                    <a:pt x="76002" y="34756"/>
                  </a:lnTo>
                  <a:lnTo>
                    <a:pt x="53648" y="52134"/>
                  </a:lnTo>
                  <a:lnTo>
                    <a:pt x="58119" y="52134"/>
                  </a:lnTo>
                  <a:lnTo>
                    <a:pt x="53648" y="52134"/>
                  </a:lnTo>
                  <a:lnTo>
                    <a:pt x="49177" y="56479"/>
                  </a:lnTo>
                  <a:lnTo>
                    <a:pt x="44707" y="56479"/>
                  </a:lnTo>
                  <a:lnTo>
                    <a:pt x="40236" y="52134"/>
                  </a:lnTo>
                  <a:lnTo>
                    <a:pt x="40236" y="47790"/>
                  </a:lnTo>
                  <a:lnTo>
                    <a:pt x="40236" y="43445"/>
                  </a:lnTo>
                  <a:lnTo>
                    <a:pt x="44707" y="43445"/>
                  </a:lnTo>
                  <a:lnTo>
                    <a:pt x="44707" y="39100"/>
                  </a:lnTo>
                  <a:lnTo>
                    <a:pt x="67060" y="26067"/>
                  </a:lnTo>
                  <a:lnTo>
                    <a:pt x="67060" y="21722"/>
                  </a:lnTo>
                  <a:lnTo>
                    <a:pt x="76002" y="17378"/>
                  </a:lnTo>
                  <a:lnTo>
                    <a:pt x="80472" y="17378"/>
                  </a:lnTo>
                  <a:lnTo>
                    <a:pt x="84943" y="21722"/>
                  </a:lnTo>
                  <a:lnTo>
                    <a:pt x="89414" y="26067"/>
                  </a:lnTo>
                  <a:lnTo>
                    <a:pt x="84943" y="26067"/>
                  </a:lnTo>
                  <a:lnTo>
                    <a:pt x="84943" y="30411"/>
                  </a:lnTo>
                  <a:close/>
                </a:path>
                <a:path w="335915" h="465454">
                  <a:moveTo>
                    <a:pt x="26824" y="95580"/>
                  </a:moveTo>
                  <a:lnTo>
                    <a:pt x="17882" y="117302"/>
                  </a:lnTo>
                  <a:lnTo>
                    <a:pt x="17882" y="134681"/>
                  </a:lnTo>
                  <a:lnTo>
                    <a:pt x="17882" y="139025"/>
                  </a:lnTo>
                  <a:lnTo>
                    <a:pt x="13412" y="139025"/>
                  </a:lnTo>
                  <a:lnTo>
                    <a:pt x="8941" y="143370"/>
                  </a:lnTo>
                  <a:lnTo>
                    <a:pt x="4470" y="139025"/>
                  </a:lnTo>
                  <a:lnTo>
                    <a:pt x="4470" y="134681"/>
                  </a:lnTo>
                  <a:lnTo>
                    <a:pt x="4470" y="112958"/>
                  </a:lnTo>
                  <a:lnTo>
                    <a:pt x="13412" y="95580"/>
                  </a:lnTo>
                  <a:lnTo>
                    <a:pt x="13412" y="91235"/>
                  </a:lnTo>
                  <a:lnTo>
                    <a:pt x="17882" y="86891"/>
                  </a:lnTo>
                  <a:lnTo>
                    <a:pt x="22353" y="91235"/>
                  </a:lnTo>
                  <a:lnTo>
                    <a:pt x="26824" y="91235"/>
                  </a:lnTo>
                  <a:lnTo>
                    <a:pt x="26824" y="95580"/>
                  </a:lnTo>
                  <a:close/>
                </a:path>
                <a:path w="335915" h="465454">
                  <a:moveTo>
                    <a:pt x="17882" y="191160"/>
                  </a:moveTo>
                  <a:lnTo>
                    <a:pt x="17882" y="230261"/>
                  </a:lnTo>
                  <a:lnTo>
                    <a:pt x="13412" y="234605"/>
                  </a:lnTo>
                  <a:lnTo>
                    <a:pt x="8941" y="238950"/>
                  </a:lnTo>
                  <a:lnTo>
                    <a:pt x="4470" y="234605"/>
                  </a:lnTo>
                  <a:lnTo>
                    <a:pt x="0" y="230261"/>
                  </a:lnTo>
                  <a:lnTo>
                    <a:pt x="0" y="191160"/>
                  </a:lnTo>
                  <a:lnTo>
                    <a:pt x="4470" y="186815"/>
                  </a:lnTo>
                  <a:lnTo>
                    <a:pt x="8941" y="182471"/>
                  </a:lnTo>
                  <a:lnTo>
                    <a:pt x="13412" y="186815"/>
                  </a:lnTo>
                  <a:lnTo>
                    <a:pt x="17882" y="191160"/>
                  </a:lnTo>
                  <a:close/>
                </a:path>
                <a:path w="335915" h="465454">
                  <a:moveTo>
                    <a:pt x="17882" y="286740"/>
                  </a:moveTo>
                  <a:lnTo>
                    <a:pt x="17882" y="325841"/>
                  </a:lnTo>
                  <a:lnTo>
                    <a:pt x="13412" y="325841"/>
                  </a:lnTo>
                  <a:lnTo>
                    <a:pt x="13412" y="330186"/>
                  </a:lnTo>
                  <a:lnTo>
                    <a:pt x="8941" y="330186"/>
                  </a:lnTo>
                  <a:lnTo>
                    <a:pt x="4470" y="330186"/>
                  </a:lnTo>
                  <a:lnTo>
                    <a:pt x="4470" y="325841"/>
                  </a:lnTo>
                  <a:lnTo>
                    <a:pt x="0" y="325841"/>
                  </a:lnTo>
                  <a:lnTo>
                    <a:pt x="0" y="286740"/>
                  </a:lnTo>
                  <a:lnTo>
                    <a:pt x="4470" y="282396"/>
                  </a:lnTo>
                  <a:lnTo>
                    <a:pt x="4470" y="278051"/>
                  </a:lnTo>
                  <a:lnTo>
                    <a:pt x="8941" y="278051"/>
                  </a:lnTo>
                  <a:lnTo>
                    <a:pt x="13412" y="278051"/>
                  </a:lnTo>
                  <a:lnTo>
                    <a:pt x="13412" y="282396"/>
                  </a:lnTo>
                  <a:lnTo>
                    <a:pt x="17882" y="286740"/>
                  </a:lnTo>
                  <a:close/>
                </a:path>
                <a:path w="335915" h="465454">
                  <a:moveTo>
                    <a:pt x="17882" y="377976"/>
                  </a:moveTo>
                  <a:lnTo>
                    <a:pt x="17882" y="404043"/>
                  </a:lnTo>
                  <a:lnTo>
                    <a:pt x="22353" y="417077"/>
                  </a:lnTo>
                  <a:lnTo>
                    <a:pt x="22353" y="421421"/>
                  </a:lnTo>
                  <a:lnTo>
                    <a:pt x="17882" y="425766"/>
                  </a:lnTo>
                  <a:lnTo>
                    <a:pt x="13412" y="425766"/>
                  </a:lnTo>
                  <a:lnTo>
                    <a:pt x="8941" y="421421"/>
                  </a:lnTo>
                  <a:lnTo>
                    <a:pt x="4470" y="408388"/>
                  </a:lnTo>
                  <a:lnTo>
                    <a:pt x="4470" y="404043"/>
                  </a:lnTo>
                  <a:lnTo>
                    <a:pt x="4470" y="382320"/>
                  </a:lnTo>
                  <a:lnTo>
                    <a:pt x="4470" y="373631"/>
                  </a:lnTo>
                  <a:lnTo>
                    <a:pt x="8941" y="373631"/>
                  </a:lnTo>
                  <a:lnTo>
                    <a:pt x="13412" y="373631"/>
                  </a:lnTo>
                  <a:lnTo>
                    <a:pt x="13412" y="377976"/>
                  </a:lnTo>
                  <a:lnTo>
                    <a:pt x="17882" y="377976"/>
                  </a:lnTo>
                  <a:close/>
                </a:path>
                <a:path w="335915" h="465454">
                  <a:moveTo>
                    <a:pt x="299537" y="451833"/>
                  </a:moveTo>
                  <a:lnTo>
                    <a:pt x="312949" y="425766"/>
                  </a:lnTo>
                  <a:lnTo>
                    <a:pt x="312949" y="430110"/>
                  </a:lnTo>
                  <a:lnTo>
                    <a:pt x="317420" y="421421"/>
                  </a:lnTo>
                  <a:lnTo>
                    <a:pt x="317420" y="417077"/>
                  </a:lnTo>
                  <a:lnTo>
                    <a:pt x="321891" y="417077"/>
                  </a:lnTo>
                  <a:lnTo>
                    <a:pt x="326362" y="417077"/>
                  </a:lnTo>
                  <a:lnTo>
                    <a:pt x="330832" y="421421"/>
                  </a:lnTo>
                  <a:lnTo>
                    <a:pt x="330832" y="425766"/>
                  </a:lnTo>
                  <a:lnTo>
                    <a:pt x="326362" y="434455"/>
                  </a:lnTo>
                  <a:lnTo>
                    <a:pt x="312949" y="456178"/>
                  </a:lnTo>
                  <a:lnTo>
                    <a:pt x="312949" y="460522"/>
                  </a:lnTo>
                  <a:lnTo>
                    <a:pt x="308479" y="460522"/>
                  </a:lnTo>
                  <a:lnTo>
                    <a:pt x="304008" y="464867"/>
                  </a:lnTo>
                  <a:lnTo>
                    <a:pt x="299537" y="464867"/>
                  </a:lnTo>
                  <a:lnTo>
                    <a:pt x="295067" y="460522"/>
                  </a:lnTo>
                  <a:lnTo>
                    <a:pt x="295067" y="456178"/>
                  </a:lnTo>
                  <a:lnTo>
                    <a:pt x="299537" y="451833"/>
                  </a:lnTo>
                  <a:close/>
                </a:path>
                <a:path w="335915" h="465454">
                  <a:moveTo>
                    <a:pt x="321891" y="369287"/>
                  </a:moveTo>
                  <a:lnTo>
                    <a:pt x="321891" y="325841"/>
                  </a:lnTo>
                  <a:lnTo>
                    <a:pt x="326362" y="321497"/>
                  </a:lnTo>
                  <a:lnTo>
                    <a:pt x="330832" y="321497"/>
                  </a:lnTo>
                  <a:lnTo>
                    <a:pt x="335303" y="321497"/>
                  </a:lnTo>
                  <a:lnTo>
                    <a:pt x="335303" y="325841"/>
                  </a:lnTo>
                  <a:lnTo>
                    <a:pt x="335303" y="369287"/>
                  </a:lnTo>
                  <a:lnTo>
                    <a:pt x="335303" y="373631"/>
                  </a:lnTo>
                  <a:lnTo>
                    <a:pt x="330832" y="373631"/>
                  </a:lnTo>
                  <a:lnTo>
                    <a:pt x="326362" y="373631"/>
                  </a:lnTo>
                  <a:lnTo>
                    <a:pt x="321891" y="369287"/>
                  </a:lnTo>
                  <a:close/>
                </a:path>
                <a:path w="335915" h="465454">
                  <a:moveTo>
                    <a:pt x="321891" y="273706"/>
                  </a:moveTo>
                  <a:lnTo>
                    <a:pt x="321891" y="234605"/>
                  </a:lnTo>
                  <a:lnTo>
                    <a:pt x="321891" y="230261"/>
                  </a:lnTo>
                  <a:lnTo>
                    <a:pt x="326362" y="225916"/>
                  </a:lnTo>
                  <a:lnTo>
                    <a:pt x="330832" y="225916"/>
                  </a:lnTo>
                  <a:lnTo>
                    <a:pt x="335303" y="225916"/>
                  </a:lnTo>
                  <a:lnTo>
                    <a:pt x="335303" y="230261"/>
                  </a:lnTo>
                  <a:lnTo>
                    <a:pt x="335303" y="234605"/>
                  </a:lnTo>
                  <a:lnTo>
                    <a:pt x="335303" y="273706"/>
                  </a:lnTo>
                  <a:lnTo>
                    <a:pt x="335303" y="278051"/>
                  </a:lnTo>
                  <a:lnTo>
                    <a:pt x="330832" y="282396"/>
                  </a:lnTo>
                  <a:lnTo>
                    <a:pt x="326362" y="278051"/>
                  </a:lnTo>
                  <a:lnTo>
                    <a:pt x="321891" y="278051"/>
                  </a:lnTo>
                  <a:lnTo>
                    <a:pt x="321891" y="273706"/>
                  </a:lnTo>
                  <a:close/>
                </a:path>
                <a:path w="335915" h="465454">
                  <a:moveTo>
                    <a:pt x="321891" y="178126"/>
                  </a:moveTo>
                  <a:lnTo>
                    <a:pt x="321891" y="143370"/>
                  </a:lnTo>
                  <a:lnTo>
                    <a:pt x="321891" y="139025"/>
                  </a:lnTo>
                  <a:lnTo>
                    <a:pt x="321891" y="134681"/>
                  </a:lnTo>
                  <a:lnTo>
                    <a:pt x="326362" y="134681"/>
                  </a:lnTo>
                  <a:lnTo>
                    <a:pt x="326362" y="130336"/>
                  </a:lnTo>
                  <a:lnTo>
                    <a:pt x="330832" y="130336"/>
                  </a:lnTo>
                  <a:lnTo>
                    <a:pt x="335303" y="134681"/>
                  </a:lnTo>
                  <a:lnTo>
                    <a:pt x="335303" y="139025"/>
                  </a:lnTo>
                  <a:lnTo>
                    <a:pt x="335303" y="143370"/>
                  </a:lnTo>
                  <a:lnTo>
                    <a:pt x="335303" y="178126"/>
                  </a:lnTo>
                  <a:lnTo>
                    <a:pt x="335303" y="182471"/>
                  </a:lnTo>
                  <a:lnTo>
                    <a:pt x="330832" y="186815"/>
                  </a:lnTo>
                  <a:lnTo>
                    <a:pt x="326362" y="182471"/>
                  </a:lnTo>
                  <a:lnTo>
                    <a:pt x="321891" y="182471"/>
                  </a:lnTo>
                  <a:lnTo>
                    <a:pt x="321891" y="178126"/>
                  </a:lnTo>
                  <a:close/>
                </a:path>
                <a:path w="335915" h="465454">
                  <a:moveTo>
                    <a:pt x="312949" y="86891"/>
                  </a:moveTo>
                  <a:lnTo>
                    <a:pt x="299537" y="69512"/>
                  </a:lnTo>
                  <a:lnTo>
                    <a:pt x="290596" y="56479"/>
                  </a:lnTo>
                  <a:lnTo>
                    <a:pt x="286125" y="52134"/>
                  </a:lnTo>
                  <a:lnTo>
                    <a:pt x="290596" y="47790"/>
                  </a:lnTo>
                  <a:lnTo>
                    <a:pt x="290596" y="43445"/>
                  </a:lnTo>
                  <a:lnTo>
                    <a:pt x="295067" y="43445"/>
                  </a:lnTo>
                  <a:lnTo>
                    <a:pt x="299537" y="47790"/>
                  </a:lnTo>
                  <a:lnTo>
                    <a:pt x="312949" y="60823"/>
                  </a:lnTo>
                  <a:lnTo>
                    <a:pt x="312949" y="65168"/>
                  </a:lnTo>
                  <a:lnTo>
                    <a:pt x="321891" y="82546"/>
                  </a:lnTo>
                  <a:lnTo>
                    <a:pt x="321891" y="86891"/>
                  </a:lnTo>
                  <a:lnTo>
                    <a:pt x="321891" y="91235"/>
                  </a:lnTo>
                  <a:lnTo>
                    <a:pt x="312949" y="91235"/>
                  </a:lnTo>
                  <a:lnTo>
                    <a:pt x="312949" y="86891"/>
                  </a:lnTo>
                  <a:close/>
                </a:path>
                <a:path w="335915" h="465454">
                  <a:moveTo>
                    <a:pt x="245889" y="26067"/>
                  </a:moveTo>
                  <a:lnTo>
                    <a:pt x="241418" y="21722"/>
                  </a:lnTo>
                  <a:lnTo>
                    <a:pt x="214594" y="13033"/>
                  </a:lnTo>
                  <a:lnTo>
                    <a:pt x="210123" y="13033"/>
                  </a:lnTo>
                  <a:lnTo>
                    <a:pt x="205652" y="13033"/>
                  </a:lnTo>
                  <a:lnTo>
                    <a:pt x="201182" y="8689"/>
                  </a:lnTo>
                  <a:lnTo>
                    <a:pt x="205652" y="4344"/>
                  </a:lnTo>
                  <a:lnTo>
                    <a:pt x="205652" y="0"/>
                  </a:lnTo>
                  <a:lnTo>
                    <a:pt x="210123" y="0"/>
                  </a:lnTo>
                  <a:lnTo>
                    <a:pt x="219064" y="0"/>
                  </a:lnTo>
                  <a:lnTo>
                    <a:pt x="245889" y="8689"/>
                  </a:lnTo>
                  <a:lnTo>
                    <a:pt x="254830" y="13033"/>
                  </a:lnTo>
                  <a:lnTo>
                    <a:pt x="254830" y="17378"/>
                  </a:lnTo>
                  <a:lnTo>
                    <a:pt x="254830" y="21722"/>
                  </a:lnTo>
                  <a:lnTo>
                    <a:pt x="250359" y="26067"/>
                  </a:lnTo>
                  <a:lnTo>
                    <a:pt x="245889" y="26067"/>
                  </a:lnTo>
                  <a:close/>
                </a:path>
              </a:pathLst>
            </a:custGeom>
            <a:ln w="44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7516319" y="5434159"/>
              <a:ext cx="469900" cy="169545"/>
            </a:xfrm>
            <a:custGeom>
              <a:avLst/>
              <a:gdLst/>
              <a:ahLst/>
              <a:cxnLst/>
              <a:rect l="l" t="t" r="r" b="b"/>
              <a:pathLst>
                <a:path w="469900" h="169545">
                  <a:moveTo>
                    <a:pt x="469424" y="169437"/>
                  </a:moveTo>
                  <a:lnTo>
                    <a:pt x="0" y="169437"/>
                  </a:lnTo>
                  <a:lnTo>
                    <a:pt x="0" y="0"/>
                  </a:lnTo>
                  <a:lnTo>
                    <a:pt x="469424" y="0"/>
                  </a:lnTo>
                  <a:lnTo>
                    <a:pt x="469424" y="1694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037954" y="5438505"/>
              <a:ext cx="939165" cy="78740"/>
            </a:xfrm>
            <a:custGeom>
              <a:avLst/>
              <a:gdLst/>
              <a:ahLst/>
              <a:cxnLst/>
              <a:rect l="l" t="t" r="r" b="b"/>
              <a:pathLst>
                <a:path w="939165" h="78739">
                  <a:moveTo>
                    <a:pt x="938849" y="0"/>
                  </a:moveTo>
                  <a:lnTo>
                    <a:pt x="938849" y="13033"/>
                  </a:lnTo>
                  <a:lnTo>
                    <a:pt x="934379" y="30411"/>
                  </a:lnTo>
                  <a:lnTo>
                    <a:pt x="925437" y="43445"/>
                  </a:lnTo>
                  <a:lnTo>
                    <a:pt x="916496" y="52134"/>
                  </a:lnTo>
                  <a:lnTo>
                    <a:pt x="907554" y="65168"/>
                  </a:lnTo>
                  <a:lnTo>
                    <a:pt x="894142" y="69512"/>
                  </a:lnTo>
                  <a:lnTo>
                    <a:pt x="876259" y="73857"/>
                  </a:lnTo>
                  <a:lnTo>
                    <a:pt x="862847" y="78201"/>
                  </a:lnTo>
                  <a:lnTo>
                    <a:pt x="76002" y="78201"/>
                  </a:lnTo>
                  <a:lnTo>
                    <a:pt x="62589" y="73857"/>
                  </a:lnTo>
                  <a:lnTo>
                    <a:pt x="44707" y="69512"/>
                  </a:lnTo>
                  <a:lnTo>
                    <a:pt x="31294" y="65168"/>
                  </a:lnTo>
                  <a:lnTo>
                    <a:pt x="22353" y="52134"/>
                  </a:lnTo>
                  <a:lnTo>
                    <a:pt x="13412" y="43445"/>
                  </a:lnTo>
                  <a:lnTo>
                    <a:pt x="4470" y="30411"/>
                  </a:lnTo>
                  <a:lnTo>
                    <a:pt x="0" y="13033"/>
                  </a:lnTo>
                  <a:lnTo>
                    <a:pt x="0" y="0"/>
                  </a:lnTo>
                </a:path>
              </a:pathLst>
            </a:custGeom>
            <a:ln w="173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/>
          <p:cNvGrpSpPr/>
          <p:nvPr/>
        </p:nvGrpSpPr>
        <p:grpSpPr>
          <a:xfrm>
            <a:off x="7507630" y="3392222"/>
            <a:ext cx="969644" cy="597535"/>
            <a:chOff x="7507630" y="3392222"/>
            <a:chExt cx="969644" cy="597535"/>
          </a:xfrm>
        </p:grpSpPr>
        <p:sp>
          <p:nvSpPr>
            <p:cNvPr id="33" name="object 33"/>
            <p:cNvSpPr/>
            <p:nvPr/>
          </p:nvSpPr>
          <p:spPr>
            <a:xfrm>
              <a:off x="7578914" y="3461732"/>
              <a:ext cx="335915" cy="525780"/>
            </a:xfrm>
            <a:custGeom>
              <a:avLst/>
              <a:gdLst/>
              <a:ahLst/>
              <a:cxnLst/>
              <a:rect l="l" t="t" r="r" b="b"/>
              <a:pathLst>
                <a:path w="335915" h="525779">
                  <a:moveTo>
                    <a:pt x="165411" y="525691"/>
                  </a:moveTo>
                  <a:lnTo>
                    <a:pt x="147529" y="525691"/>
                  </a:lnTo>
                  <a:lnTo>
                    <a:pt x="120709" y="521346"/>
                  </a:lnTo>
                  <a:lnTo>
                    <a:pt x="116238" y="521346"/>
                  </a:lnTo>
                  <a:lnTo>
                    <a:pt x="116238" y="512657"/>
                  </a:lnTo>
                  <a:lnTo>
                    <a:pt x="120709" y="508312"/>
                  </a:lnTo>
                  <a:lnTo>
                    <a:pt x="125175" y="508312"/>
                  </a:lnTo>
                  <a:lnTo>
                    <a:pt x="147529" y="512657"/>
                  </a:lnTo>
                  <a:lnTo>
                    <a:pt x="169882" y="512657"/>
                  </a:lnTo>
                  <a:lnTo>
                    <a:pt x="169882" y="521346"/>
                  </a:lnTo>
                  <a:lnTo>
                    <a:pt x="165411" y="525691"/>
                  </a:lnTo>
                  <a:close/>
                </a:path>
                <a:path w="335915" h="525779">
                  <a:moveTo>
                    <a:pt x="223531" y="521346"/>
                  </a:moveTo>
                  <a:lnTo>
                    <a:pt x="219060" y="521346"/>
                  </a:lnTo>
                  <a:lnTo>
                    <a:pt x="219060" y="517001"/>
                  </a:lnTo>
                  <a:lnTo>
                    <a:pt x="214589" y="517001"/>
                  </a:lnTo>
                  <a:lnTo>
                    <a:pt x="214589" y="508312"/>
                  </a:lnTo>
                  <a:lnTo>
                    <a:pt x="219060" y="508312"/>
                  </a:lnTo>
                  <a:lnTo>
                    <a:pt x="254826" y="490934"/>
                  </a:lnTo>
                  <a:lnTo>
                    <a:pt x="259296" y="490934"/>
                  </a:lnTo>
                  <a:lnTo>
                    <a:pt x="263767" y="495279"/>
                  </a:lnTo>
                  <a:lnTo>
                    <a:pt x="263767" y="503972"/>
                  </a:lnTo>
                  <a:lnTo>
                    <a:pt x="245884" y="512657"/>
                  </a:lnTo>
                  <a:lnTo>
                    <a:pt x="241418" y="512657"/>
                  </a:lnTo>
                  <a:lnTo>
                    <a:pt x="223531" y="521346"/>
                  </a:lnTo>
                  <a:close/>
                </a:path>
                <a:path w="335915" h="525779">
                  <a:moveTo>
                    <a:pt x="71526" y="503972"/>
                  </a:moveTo>
                  <a:lnTo>
                    <a:pt x="67056" y="499623"/>
                  </a:lnTo>
                  <a:lnTo>
                    <a:pt x="62585" y="499623"/>
                  </a:lnTo>
                  <a:lnTo>
                    <a:pt x="44702" y="482245"/>
                  </a:lnTo>
                  <a:lnTo>
                    <a:pt x="40236" y="482245"/>
                  </a:lnTo>
                  <a:lnTo>
                    <a:pt x="35765" y="473556"/>
                  </a:lnTo>
                  <a:lnTo>
                    <a:pt x="31290" y="469211"/>
                  </a:lnTo>
                  <a:lnTo>
                    <a:pt x="40236" y="460522"/>
                  </a:lnTo>
                  <a:lnTo>
                    <a:pt x="53644" y="473556"/>
                  </a:lnTo>
                  <a:lnTo>
                    <a:pt x="71526" y="486590"/>
                  </a:lnTo>
                  <a:lnTo>
                    <a:pt x="76002" y="490934"/>
                  </a:lnTo>
                  <a:lnTo>
                    <a:pt x="76002" y="499623"/>
                  </a:lnTo>
                  <a:lnTo>
                    <a:pt x="71526" y="503972"/>
                  </a:lnTo>
                  <a:close/>
                </a:path>
                <a:path w="335915" h="525779">
                  <a:moveTo>
                    <a:pt x="299533" y="469211"/>
                  </a:moveTo>
                  <a:lnTo>
                    <a:pt x="290591" y="460522"/>
                  </a:lnTo>
                  <a:lnTo>
                    <a:pt x="295062" y="460522"/>
                  </a:lnTo>
                  <a:lnTo>
                    <a:pt x="295062" y="456178"/>
                  </a:lnTo>
                  <a:lnTo>
                    <a:pt x="299533" y="451833"/>
                  </a:lnTo>
                  <a:lnTo>
                    <a:pt x="295062" y="451833"/>
                  </a:lnTo>
                  <a:lnTo>
                    <a:pt x="308474" y="430110"/>
                  </a:lnTo>
                  <a:lnTo>
                    <a:pt x="312945" y="421421"/>
                  </a:lnTo>
                  <a:lnTo>
                    <a:pt x="317420" y="417077"/>
                  </a:lnTo>
                  <a:lnTo>
                    <a:pt x="321891" y="417077"/>
                  </a:lnTo>
                  <a:lnTo>
                    <a:pt x="326357" y="421421"/>
                  </a:lnTo>
                  <a:lnTo>
                    <a:pt x="326357" y="425770"/>
                  </a:lnTo>
                  <a:lnTo>
                    <a:pt x="308474" y="460522"/>
                  </a:lnTo>
                  <a:lnTo>
                    <a:pt x="299533" y="469211"/>
                  </a:lnTo>
                  <a:close/>
                </a:path>
                <a:path w="335915" h="525779">
                  <a:moveTo>
                    <a:pt x="13407" y="430110"/>
                  </a:moveTo>
                  <a:lnTo>
                    <a:pt x="8936" y="425770"/>
                  </a:lnTo>
                  <a:lnTo>
                    <a:pt x="8936" y="421421"/>
                  </a:lnTo>
                  <a:lnTo>
                    <a:pt x="4466" y="408388"/>
                  </a:lnTo>
                  <a:lnTo>
                    <a:pt x="0" y="408388"/>
                  </a:lnTo>
                  <a:lnTo>
                    <a:pt x="0" y="377976"/>
                  </a:lnTo>
                  <a:lnTo>
                    <a:pt x="4466" y="373631"/>
                  </a:lnTo>
                  <a:lnTo>
                    <a:pt x="8936" y="373631"/>
                  </a:lnTo>
                  <a:lnTo>
                    <a:pt x="8936" y="377976"/>
                  </a:lnTo>
                  <a:lnTo>
                    <a:pt x="13407" y="377976"/>
                  </a:lnTo>
                  <a:lnTo>
                    <a:pt x="13407" y="382320"/>
                  </a:lnTo>
                  <a:lnTo>
                    <a:pt x="17133" y="404043"/>
                  </a:lnTo>
                  <a:lnTo>
                    <a:pt x="13407" y="404043"/>
                  </a:lnTo>
                  <a:lnTo>
                    <a:pt x="22349" y="421421"/>
                  </a:lnTo>
                  <a:lnTo>
                    <a:pt x="13407" y="430110"/>
                  </a:lnTo>
                  <a:close/>
                </a:path>
                <a:path w="335915" h="525779">
                  <a:moveTo>
                    <a:pt x="17878" y="408388"/>
                  </a:moveTo>
                  <a:lnTo>
                    <a:pt x="13407" y="404043"/>
                  </a:lnTo>
                  <a:lnTo>
                    <a:pt x="17133" y="404043"/>
                  </a:lnTo>
                  <a:lnTo>
                    <a:pt x="17878" y="408388"/>
                  </a:lnTo>
                  <a:close/>
                </a:path>
                <a:path w="335915" h="525779">
                  <a:moveTo>
                    <a:pt x="330828" y="377976"/>
                  </a:moveTo>
                  <a:lnTo>
                    <a:pt x="321891" y="377976"/>
                  </a:lnTo>
                  <a:lnTo>
                    <a:pt x="321891" y="325841"/>
                  </a:lnTo>
                  <a:lnTo>
                    <a:pt x="330828" y="325841"/>
                  </a:lnTo>
                  <a:lnTo>
                    <a:pt x="335299" y="330186"/>
                  </a:lnTo>
                  <a:lnTo>
                    <a:pt x="335299" y="373631"/>
                  </a:lnTo>
                  <a:lnTo>
                    <a:pt x="330828" y="377976"/>
                  </a:lnTo>
                  <a:close/>
                </a:path>
                <a:path w="335915" h="525779">
                  <a:moveTo>
                    <a:pt x="4466" y="334530"/>
                  </a:moveTo>
                  <a:lnTo>
                    <a:pt x="0" y="330186"/>
                  </a:lnTo>
                  <a:lnTo>
                    <a:pt x="0" y="282396"/>
                  </a:lnTo>
                  <a:lnTo>
                    <a:pt x="4466" y="282396"/>
                  </a:lnTo>
                  <a:lnTo>
                    <a:pt x="4466" y="278051"/>
                  </a:lnTo>
                  <a:lnTo>
                    <a:pt x="13407" y="286740"/>
                  </a:lnTo>
                  <a:lnTo>
                    <a:pt x="13407" y="325841"/>
                  </a:lnTo>
                  <a:lnTo>
                    <a:pt x="4466" y="334530"/>
                  </a:lnTo>
                  <a:close/>
                </a:path>
                <a:path w="335915" h="525779">
                  <a:moveTo>
                    <a:pt x="330828" y="282396"/>
                  </a:moveTo>
                  <a:lnTo>
                    <a:pt x="321891" y="282396"/>
                  </a:lnTo>
                  <a:lnTo>
                    <a:pt x="321891" y="230265"/>
                  </a:lnTo>
                  <a:lnTo>
                    <a:pt x="330828" y="230265"/>
                  </a:lnTo>
                  <a:lnTo>
                    <a:pt x="335299" y="234605"/>
                  </a:lnTo>
                  <a:lnTo>
                    <a:pt x="335299" y="278051"/>
                  </a:lnTo>
                  <a:lnTo>
                    <a:pt x="330828" y="282396"/>
                  </a:lnTo>
                  <a:close/>
                </a:path>
                <a:path w="335915" h="525779">
                  <a:moveTo>
                    <a:pt x="8936" y="238950"/>
                  </a:moveTo>
                  <a:lnTo>
                    <a:pt x="0" y="238950"/>
                  </a:lnTo>
                  <a:lnTo>
                    <a:pt x="0" y="186815"/>
                  </a:lnTo>
                  <a:lnTo>
                    <a:pt x="8936" y="186815"/>
                  </a:lnTo>
                  <a:lnTo>
                    <a:pt x="13407" y="191164"/>
                  </a:lnTo>
                  <a:lnTo>
                    <a:pt x="13407" y="230265"/>
                  </a:lnTo>
                  <a:lnTo>
                    <a:pt x="8936" y="238950"/>
                  </a:lnTo>
                  <a:close/>
                </a:path>
                <a:path w="335915" h="525779">
                  <a:moveTo>
                    <a:pt x="330828" y="186815"/>
                  </a:moveTo>
                  <a:lnTo>
                    <a:pt x="321891" y="186815"/>
                  </a:lnTo>
                  <a:lnTo>
                    <a:pt x="321891" y="134681"/>
                  </a:lnTo>
                  <a:lnTo>
                    <a:pt x="330828" y="134681"/>
                  </a:lnTo>
                  <a:lnTo>
                    <a:pt x="335299" y="139025"/>
                  </a:lnTo>
                  <a:lnTo>
                    <a:pt x="335299" y="182471"/>
                  </a:lnTo>
                  <a:lnTo>
                    <a:pt x="330828" y="186815"/>
                  </a:lnTo>
                  <a:close/>
                </a:path>
                <a:path w="335915" h="525779">
                  <a:moveTo>
                    <a:pt x="13407" y="143370"/>
                  </a:moveTo>
                  <a:lnTo>
                    <a:pt x="0" y="143370"/>
                  </a:lnTo>
                  <a:lnTo>
                    <a:pt x="0" y="117302"/>
                  </a:lnTo>
                  <a:lnTo>
                    <a:pt x="4466" y="117302"/>
                  </a:lnTo>
                  <a:lnTo>
                    <a:pt x="8936" y="95580"/>
                  </a:lnTo>
                  <a:lnTo>
                    <a:pt x="13407" y="91235"/>
                  </a:lnTo>
                  <a:lnTo>
                    <a:pt x="17878" y="91235"/>
                  </a:lnTo>
                  <a:lnTo>
                    <a:pt x="22349" y="95580"/>
                  </a:lnTo>
                  <a:lnTo>
                    <a:pt x="22349" y="99924"/>
                  </a:lnTo>
                  <a:lnTo>
                    <a:pt x="13407" y="121647"/>
                  </a:lnTo>
                  <a:lnTo>
                    <a:pt x="16984" y="121647"/>
                  </a:lnTo>
                  <a:lnTo>
                    <a:pt x="13407" y="139025"/>
                  </a:lnTo>
                  <a:lnTo>
                    <a:pt x="13407" y="143370"/>
                  </a:lnTo>
                  <a:close/>
                </a:path>
                <a:path w="335915" h="525779">
                  <a:moveTo>
                    <a:pt x="16984" y="121647"/>
                  </a:moveTo>
                  <a:lnTo>
                    <a:pt x="13407" y="121647"/>
                  </a:lnTo>
                  <a:lnTo>
                    <a:pt x="17878" y="117302"/>
                  </a:lnTo>
                  <a:lnTo>
                    <a:pt x="16984" y="121647"/>
                  </a:lnTo>
                  <a:close/>
                </a:path>
                <a:path w="335915" h="525779">
                  <a:moveTo>
                    <a:pt x="317420" y="95580"/>
                  </a:moveTo>
                  <a:lnTo>
                    <a:pt x="312945" y="95580"/>
                  </a:lnTo>
                  <a:lnTo>
                    <a:pt x="308474" y="91235"/>
                  </a:lnTo>
                  <a:lnTo>
                    <a:pt x="295062" y="73861"/>
                  </a:lnTo>
                  <a:lnTo>
                    <a:pt x="299533" y="73861"/>
                  </a:lnTo>
                  <a:lnTo>
                    <a:pt x="286121" y="60823"/>
                  </a:lnTo>
                  <a:lnTo>
                    <a:pt x="286121" y="47790"/>
                  </a:lnTo>
                  <a:lnTo>
                    <a:pt x="290591" y="47790"/>
                  </a:lnTo>
                  <a:lnTo>
                    <a:pt x="308474" y="65168"/>
                  </a:lnTo>
                  <a:lnTo>
                    <a:pt x="321891" y="86891"/>
                  </a:lnTo>
                  <a:lnTo>
                    <a:pt x="321891" y="91235"/>
                  </a:lnTo>
                  <a:lnTo>
                    <a:pt x="317420" y="95580"/>
                  </a:lnTo>
                  <a:close/>
                </a:path>
                <a:path w="335915" h="525779">
                  <a:moveTo>
                    <a:pt x="49173" y="56479"/>
                  </a:moveTo>
                  <a:lnTo>
                    <a:pt x="40236" y="56479"/>
                  </a:lnTo>
                  <a:lnTo>
                    <a:pt x="35765" y="52134"/>
                  </a:lnTo>
                  <a:lnTo>
                    <a:pt x="40236" y="47790"/>
                  </a:lnTo>
                  <a:lnTo>
                    <a:pt x="40236" y="43445"/>
                  </a:lnTo>
                  <a:lnTo>
                    <a:pt x="44702" y="43445"/>
                  </a:lnTo>
                  <a:lnTo>
                    <a:pt x="62585" y="26067"/>
                  </a:lnTo>
                  <a:lnTo>
                    <a:pt x="67056" y="26067"/>
                  </a:lnTo>
                  <a:lnTo>
                    <a:pt x="76002" y="21722"/>
                  </a:lnTo>
                  <a:lnTo>
                    <a:pt x="84939" y="21722"/>
                  </a:lnTo>
                  <a:lnTo>
                    <a:pt x="84939" y="30411"/>
                  </a:lnTo>
                  <a:lnTo>
                    <a:pt x="80472" y="34760"/>
                  </a:lnTo>
                  <a:lnTo>
                    <a:pt x="71526" y="34760"/>
                  </a:lnTo>
                  <a:lnTo>
                    <a:pt x="49173" y="56479"/>
                  </a:lnTo>
                  <a:close/>
                </a:path>
                <a:path w="335915" h="525779">
                  <a:moveTo>
                    <a:pt x="71526" y="39100"/>
                  </a:moveTo>
                  <a:lnTo>
                    <a:pt x="71526" y="34760"/>
                  </a:lnTo>
                  <a:lnTo>
                    <a:pt x="80472" y="34760"/>
                  </a:lnTo>
                  <a:lnTo>
                    <a:pt x="71526" y="39100"/>
                  </a:lnTo>
                  <a:close/>
                </a:path>
                <a:path w="335915" h="525779">
                  <a:moveTo>
                    <a:pt x="250355" y="30411"/>
                  </a:moveTo>
                  <a:lnTo>
                    <a:pt x="245884" y="26067"/>
                  </a:lnTo>
                  <a:lnTo>
                    <a:pt x="236947" y="26067"/>
                  </a:lnTo>
                  <a:lnTo>
                    <a:pt x="210119" y="17378"/>
                  </a:lnTo>
                  <a:lnTo>
                    <a:pt x="205648" y="17378"/>
                  </a:lnTo>
                  <a:lnTo>
                    <a:pt x="201182" y="13033"/>
                  </a:lnTo>
                  <a:lnTo>
                    <a:pt x="201182" y="4344"/>
                  </a:lnTo>
                  <a:lnTo>
                    <a:pt x="214589" y="4344"/>
                  </a:lnTo>
                  <a:lnTo>
                    <a:pt x="241418" y="13033"/>
                  </a:lnTo>
                  <a:lnTo>
                    <a:pt x="245884" y="13033"/>
                  </a:lnTo>
                  <a:lnTo>
                    <a:pt x="254826" y="21722"/>
                  </a:lnTo>
                  <a:lnTo>
                    <a:pt x="254826" y="26067"/>
                  </a:lnTo>
                  <a:lnTo>
                    <a:pt x="250355" y="30411"/>
                  </a:lnTo>
                  <a:close/>
                </a:path>
                <a:path w="335915" h="525779">
                  <a:moveTo>
                    <a:pt x="129646" y="17378"/>
                  </a:moveTo>
                  <a:lnTo>
                    <a:pt x="125175" y="13033"/>
                  </a:lnTo>
                  <a:lnTo>
                    <a:pt x="125175" y="4344"/>
                  </a:lnTo>
                  <a:lnTo>
                    <a:pt x="129646" y="4344"/>
                  </a:lnTo>
                  <a:lnTo>
                    <a:pt x="147529" y="0"/>
                  </a:lnTo>
                  <a:lnTo>
                    <a:pt x="174353" y="0"/>
                  </a:lnTo>
                  <a:lnTo>
                    <a:pt x="178824" y="4344"/>
                  </a:lnTo>
                  <a:lnTo>
                    <a:pt x="178824" y="13033"/>
                  </a:lnTo>
                  <a:lnTo>
                    <a:pt x="147529" y="13033"/>
                  </a:lnTo>
                  <a:lnTo>
                    <a:pt x="129646" y="173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578911" y="3552969"/>
              <a:ext cx="335915" cy="434975"/>
            </a:xfrm>
            <a:custGeom>
              <a:avLst/>
              <a:gdLst/>
              <a:ahLst/>
              <a:cxnLst/>
              <a:rect l="l" t="t" r="r" b="b"/>
              <a:pathLst>
                <a:path w="335915" h="434975">
                  <a:moveTo>
                    <a:pt x="22353" y="8689"/>
                  </a:moveTo>
                  <a:lnTo>
                    <a:pt x="13412" y="30411"/>
                  </a:lnTo>
                  <a:lnTo>
                    <a:pt x="17882" y="26067"/>
                  </a:lnTo>
                  <a:lnTo>
                    <a:pt x="13412" y="47790"/>
                  </a:lnTo>
                  <a:lnTo>
                    <a:pt x="13412" y="52134"/>
                  </a:lnTo>
                  <a:lnTo>
                    <a:pt x="8941" y="52134"/>
                  </a:lnTo>
                  <a:lnTo>
                    <a:pt x="4470" y="52134"/>
                  </a:lnTo>
                  <a:lnTo>
                    <a:pt x="0" y="52134"/>
                  </a:lnTo>
                  <a:lnTo>
                    <a:pt x="0" y="47790"/>
                  </a:lnTo>
                  <a:lnTo>
                    <a:pt x="0" y="43445"/>
                  </a:lnTo>
                  <a:lnTo>
                    <a:pt x="0" y="26067"/>
                  </a:lnTo>
                  <a:lnTo>
                    <a:pt x="4470" y="26067"/>
                  </a:lnTo>
                  <a:lnTo>
                    <a:pt x="8941" y="4344"/>
                  </a:lnTo>
                  <a:lnTo>
                    <a:pt x="13412" y="0"/>
                  </a:lnTo>
                  <a:lnTo>
                    <a:pt x="17882" y="0"/>
                  </a:lnTo>
                  <a:lnTo>
                    <a:pt x="22353" y="4344"/>
                  </a:lnTo>
                  <a:lnTo>
                    <a:pt x="22353" y="8689"/>
                  </a:lnTo>
                  <a:close/>
                </a:path>
                <a:path w="335915" h="434975">
                  <a:moveTo>
                    <a:pt x="13412" y="99924"/>
                  </a:moveTo>
                  <a:lnTo>
                    <a:pt x="13412" y="139025"/>
                  </a:lnTo>
                  <a:lnTo>
                    <a:pt x="8941" y="147714"/>
                  </a:lnTo>
                  <a:lnTo>
                    <a:pt x="4470" y="147714"/>
                  </a:lnTo>
                  <a:lnTo>
                    <a:pt x="0" y="147714"/>
                  </a:lnTo>
                  <a:lnTo>
                    <a:pt x="0" y="143370"/>
                  </a:lnTo>
                  <a:lnTo>
                    <a:pt x="0" y="139025"/>
                  </a:lnTo>
                  <a:lnTo>
                    <a:pt x="0" y="99924"/>
                  </a:lnTo>
                  <a:lnTo>
                    <a:pt x="0" y="95580"/>
                  </a:lnTo>
                  <a:lnTo>
                    <a:pt x="4470" y="95580"/>
                  </a:lnTo>
                  <a:lnTo>
                    <a:pt x="8941" y="95580"/>
                  </a:lnTo>
                  <a:lnTo>
                    <a:pt x="13412" y="99924"/>
                  </a:lnTo>
                  <a:close/>
                </a:path>
                <a:path w="335915" h="434975">
                  <a:moveTo>
                    <a:pt x="13412" y="195504"/>
                  </a:moveTo>
                  <a:lnTo>
                    <a:pt x="13412" y="234605"/>
                  </a:lnTo>
                  <a:lnTo>
                    <a:pt x="8941" y="238950"/>
                  </a:lnTo>
                  <a:lnTo>
                    <a:pt x="4470" y="243295"/>
                  </a:lnTo>
                  <a:lnTo>
                    <a:pt x="0" y="238950"/>
                  </a:lnTo>
                  <a:lnTo>
                    <a:pt x="0" y="234605"/>
                  </a:lnTo>
                  <a:lnTo>
                    <a:pt x="0" y="195504"/>
                  </a:lnTo>
                  <a:lnTo>
                    <a:pt x="0" y="191160"/>
                  </a:lnTo>
                  <a:lnTo>
                    <a:pt x="4470" y="191160"/>
                  </a:lnTo>
                  <a:lnTo>
                    <a:pt x="4470" y="186815"/>
                  </a:lnTo>
                  <a:lnTo>
                    <a:pt x="8941" y="191160"/>
                  </a:lnTo>
                  <a:lnTo>
                    <a:pt x="13412" y="195504"/>
                  </a:lnTo>
                  <a:close/>
                </a:path>
                <a:path w="335915" h="434975">
                  <a:moveTo>
                    <a:pt x="13412" y="291085"/>
                  </a:moveTo>
                  <a:lnTo>
                    <a:pt x="17882" y="317152"/>
                  </a:lnTo>
                  <a:lnTo>
                    <a:pt x="13412" y="312807"/>
                  </a:lnTo>
                  <a:lnTo>
                    <a:pt x="22353" y="330186"/>
                  </a:lnTo>
                  <a:lnTo>
                    <a:pt x="17882" y="334530"/>
                  </a:lnTo>
                  <a:lnTo>
                    <a:pt x="13412" y="338875"/>
                  </a:lnTo>
                  <a:lnTo>
                    <a:pt x="8941" y="334530"/>
                  </a:lnTo>
                  <a:lnTo>
                    <a:pt x="8941" y="330186"/>
                  </a:lnTo>
                  <a:lnTo>
                    <a:pt x="4470" y="317152"/>
                  </a:lnTo>
                  <a:lnTo>
                    <a:pt x="0" y="317152"/>
                  </a:lnTo>
                  <a:lnTo>
                    <a:pt x="0" y="291085"/>
                  </a:lnTo>
                  <a:lnTo>
                    <a:pt x="0" y="286740"/>
                  </a:lnTo>
                  <a:lnTo>
                    <a:pt x="4470" y="282396"/>
                  </a:lnTo>
                  <a:lnTo>
                    <a:pt x="8941" y="282396"/>
                  </a:lnTo>
                  <a:lnTo>
                    <a:pt x="8941" y="286740"/>
                  </a:lnTo>
                  <a:lnTo>
                    <a:pt x="13412" y="286740"/>
                  </a:lnTo>
                  <a:lnTo>
                    <a:pt x="13412" y="291085"/>
                  </a:lnTo>
                  <a:close/>
                </a:path>
                <a:path w="335915" h="434975">
                  <a:moveTo>
                    <a:pt x="44707" y="373631"/>
                  </a:moveTo>
                  <a:lnTo>
                    <a:pt x="53648" y="382320"/>
                  </a:lnTo>
                  <a:lnTo>
                    <a:pt x="71531" y="395354"/>
                  </a:lnTo>
                  <a:lnTo>
                    <a:pt x="76002" y="399699"/>
                  </a:lnTo>
                  <a:lnTo>
                    <a:pt x="76002" y="404043"/>
                  </a:lnTo>
                  <a:lnTo>
                    <a:pt x="76002" y="408388"/>
                  </a:lnTo>
                  <a:lnTo>
                    <a:pt x="71531" y="412732"/>
                  </a:lnTo>
                  <a:lnTo>
                    <a:pt x="67060" y="408388"/>
                  </a:lnTo>
                  <a:lnTo>
                    <a:pt x="62589" y="408388"/>
                  </a:lnTo>
                  <a:lnTo>
                    <a:pt x="44707" y="391009"/>
                  </a:lnTo>
                  <a:lnTo>
                    <a:pt x="40236" y="391009"/>
                  </a:lnTo>
                  <a:lnTo>
                    <a:pt x="35765" y="382320"/>
                  </a:lnTo>
                  <a:lnTo>
                    <a:pt x="31294" y="377976"/>
                  </a:lnTo>
                  <a:lnTo>
                    <a:pt x="35765" y="373631"/>
                  </a:lnTo>
                  <a:lnTo>
                    <a:pt x="40236" y="369287"/>
                  </a:lnTo>
                  <a:lnTo>
                    <a:pt x="44707" y="373631"/>
                  </a:lnTo>
                  <a:close/>
                </a:path>
                <a:path w="335915" h="434975">
                  <a:moveTo>
                    <a:pt x="125179" y="417077"/>
                  </a:moveTo>
                  <a:lnTo>
                    <a:pt x="147533" y="421421"/>
                  </a:lnTo>
                  <a:lnTo>
                    <a:pt x="165416" y="421421"/>
                  </a:lnTo>
                  <a:lnTo>
                    <a:pt x="169887" y="421421"/>
                  </a:lnTo>
                  <a:lnTo>
                    <a:pt x="169887" y="425766"/>
                  </a:lnTo>
                  <a:lnTo>
                    <a:pt x="169887" y="430110"/>
                  </a:lnTo>
                  <a:lnTo>
                    <a:pt x="165416" y="434455"/>
                  </a:lnTo>
                  <a:lnTo>
                    <a:pt x="147533" y="434455"/>
                  </a:lnTo>
                  <a:lnTo>
                    <a:pt x="120709" y="430110"/>
                  </a:lnTo>
                  <a:lnTo>
                    <a:pt x="116238" y="430110"/>
                  </a:lnTo>
                  <a:lnTo>
                    <a:pt x="116238" y="425766"/>
                  </a:lnTo>
                  <a:lnTo>
                    <a:pt x="116238" y="421421"/>
                  </a:lnTo>
                  <a:lnTo>
                    <a:pt x="120709" y="417077"/>
                  </a:lnTo>
                  <a:lnTo>
                    <a:pt x="125179" y="417077"/>
                  </a:lnTo>
                  <a:close/>
                </a:path>
                <a:path w="335915" h="434975">
                  <a:moveTo>
                    <a:pt x="219064" y="417077"/>
                  </a:moveTo>
                  <a:lnTo>
                    <a:pt x="236947" y="408388"/>
                  </a:lnTo>
                  <a:lnTo>
                    <a:pt x="254830" y="399699"/>
                  </a:lnTo>
                  <a:lnTo>
                    <a:pt x="259301" y="399699"/>
                  </a:lnTo>
                  <a:lnTo>
                    <a:pt x="263772" y="404043"/>
                  </a:lnTo>
                  <a:lnTo>
                    <a:pt x="263772" y="408388"/>
                  </a:lnTo>
                  <a:lnTo>
                    <a:pt x="263772" y="412732"/>
                  </a:lnTo>
                  <a:lnTo>
                    <a:pt x="245889" y="421421"/>
                  </a:lnTo>
                  <a:lnTo>
                    <a:pt x="241418" y="421421"/>
                  </a:lnTo>
                  <a:lnTo>
                    <a:pt x="223535" y="430110"/>
                  </a:lnTo>
                  <a:lnTo>
                    <a:pt x="219064" y="430110"/>
                  </a:lnTo>
                  <a:lnTo>
                    <a:pt x="219064" y="425766"/>
                  </a:lnTo>
                  <a:lnTo>
                    <a:pt x="214594" y="425766"/>
                  </a:lnTo>
                  <a:lnTo>
                    <a:pt x="214594" y="421421"/>
                  </a:lnTo>
                  <a:lnTo>
                    <a:pt x="214594" y="417077"/>
                  </a:lnTo>
                  <a:lnTo>
                    <a:pt x="219064" y="417077"/>
                  </a:lnTo>
                  <a:close/>
                </a:path>
                <a:path w="335915" h="434975">
                  <a:moveTo>
                    <a:pt x="295067" y="364942"/>
                  </a:moveTo>
                  <a:lnTo>
                    <a:pt x="299537" y="360598"/>
                  </a:lnTo>
                  <a:lnTo>
                    <a:pt x="295067" y="360598"/>
                  </a:lnTo>
                  <a:lnTo>
                    <a:pt x="308479" y="338875"/>
                  </a:lnTo>
                  <a:lnTo>
                    <a:pt x="312949" y="330186"/>
                  </a:lnTo>
                  <a:lnTo>
                    <a:pt x="317420" y="325841"/>
                  </a:lnTo>
                  <a:lnTo>
                    <a:pt x="321891" y="325841"/>
                  </a:lnTo>
                  <a:lnTo>
                    <a:pt x="326362" y="330186"/>
                  </a:lnTo>
                  <a:lnTo>
                    <a:pt x="326362" y="334530"/>
                  </a:lnTo>
                  <a:lnTo>
                    <a:pt x="321891" y="343219"/>
                  </a:lnTo>
                  <a:lnTo>
                    <a:pt x="308479" y="369287"/>
                  </a:lnTo>
                  <a:lnTo>
                    <a:pt x="304008" y="373631"/>
                  </a:lnTo>
                  <a:lnTo>
                    <a:pt x="299537" y="377976"/>
                  </a:lnTo>
                  <a:lnTo>
                    <a:pt x="295067" y="373631"/>
                  </a:lnTo>
                  <a:lnTo>
                    <a:pt x="290596" y="369287"/>
                  </a:lnTo>
                  <a:lnTo>
                    <a:pt x="295067" y="369287"/>
                  </a:lnTo>
                  <a:lnTo>
                    <a:pt x="295067" y="364942"/>
                  </a:lnTo>
                  <a:close/>
                </a:path>
                <a:path w="335915" h="434975">
                  <a:moveTo>
                    <a:pt x="321891" y="282396"/>
                  </a:moveTo>
                  <a:lnTo>
                    <a:pt x="321891" y="238950"/>
                  </a:lnTo>
                  <a:lnTo>
                    <a:pt x="321891" y="234605"/>
                  </a:lnTo>
                  <a:lnTo>
                    <a:pt x="326362" y="234605"/>
                  </a:lnTo>
                  <a:lnTo>
                    <a:pt x="330832" y="234605"/>
                  </a:lnTo>
                  <a:lnTo>
                    <a:pt x="335303" y="238950"/>
                  </a:lnTo>
                  <a:lnTo>
                    <a:pt x="335303" y="282396"/>
                  </a:lnTo>
                  <a:lnTo>
                    <a:pt x="330832" y="286740"/>
                  </a:lnTo>
                  <a:lnTo>
                    <a:pt x="326362" y="286740"/>
                  </a:lnTo>
                  <a:lnTo>
                    <a:pt x="321891" y="286740"/>
                  </a:lnTo>
                  <a:lnTo>
                    <a:pt x="321891" y="282396"/>
                  </a:lnTo>
                  <a:close/>
                </a:path>
                <a:path w="335915" h="434975">
                  <a:moveTo>
                    <a:pt x="321891" y="186815"/>
                  </a:moveTo>
                  <a:lnTo>
                    <a:pt x="321891" y="143370"/>
                  </a:lnTo>
                  <a:lnTo>
                    <a:pt x="321891" y="139025"/>
                  </a:lnTo>
                  <a:lnTo>
                    <a:pt x="326362" y="139025"/>
                  </a:lnTo>
                  <a:lnTo>
                    <a:pt x="330832" y="139025"/>
                  </a:lnTo>
                  <a:lnTo>
                    <a:pt x="335303" y="143370"/>
                  </a:lnTo>
                  <a:lnTo>
                    <a:pt x="335303" y="186815"/>
                  </a:lnTo>
                  <a:lnTo>
                    <a:pt x="330832" y="191160"/>
                  </a:lnTo>
                  <a:lnTo>
                    <a:pt x="326362" y="191160"/>
                  </a:lnTo>
                  <a:lnTo>
                    <a:pt x="321891" y="191160"/>
                  </a:lnTo>
                  <a:lnTo>
                    <a:pt x="321891" y="186815"/>
                  </a:lnTo>
                  <a:close/>
                </a:path>
                <a:path w="335915" h="434975">
                  <a:moveTo>
                    <a:pt x="321891" y="91235"/>
                  </a:moveTo>
                  <a:lnTo>
                    <a:pt x="321891" y="56479"/>
                  </a:lnTo>
                  <a:lnTo>
                    <a:pt x="321891" y="52134"/>
                  </a:lnTo>
                  <a:lnTo>
                    <a:pt x="321891" y="47790"/>
                  </a:lnTo>
                  <a:lnTo>
                    <a:pt x="321891" y="43445"/>
                  </a:lnTo>
                  <a:lnTo>
                    <a:pt x="326362" y="43445"/>
                  </a:lnTo>
                  <a:lnTo>
                    <a:pt x="330832" y="43445"/>
                  </a:lnTo>
                  <a:lnTo>
                    <a:pt x="335303" y="47790"/>
                  </a:lnTo>
                  <a:lnTo>
                    <a:pt x="335303" y="56479"/>
                  </a:lnTo>
                  <a:lnTo>
                    <a:pt x="335303" y="91235"/>
                  </a:lnTo>
                  <a:lnTo>
                    <a:pt x="330832" y="95580"/>
                  </a:lnTo>
                  <a:lnTo>
                    <a:pt x="326362" y="95580"/>
                  </a:lnTo>
                  <a:lnTo>
                    <a:pt x="321891" y="95580"/>
                  </a:lnTo>
                  <a:lnTo>
                    <a:pt x="321891" y="91235"/>
                  </a:lnTo>
                  <a:close/>
                </a:path>
              </a:pathLst>
            </a:custGeom>
            <a:ln w="44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516320" y="3392222"/>
              <a:ext cx="469900" cy="169545"/>
            </a:xfrm>
            <a:custGeom>
              <a:avLst/>
              <a:gdLst/>
              <a:ahLst/>
              <a:cxnLst/>
              <a:rect l="l" t="t" r="r" b="b"/>
              <a:pathLst>
                <a:path w="469900" h="169545">
                  <a:moveTo>
                    <a:pt x="469424" y="169437"/>
                  </a:moveTo>
                  <a:lnTo>
                    <a:pt x="0" y="169437"/>
                  </a:lnTo>
                  <a:lnTo>
                    <a:pt x="0" y="0"/>
                  </a:lnTo>
                  <a:lnTo>
                    <a:pt x="469424" y="0"/>
                  </a:lnTo>
                  <a:lnTo>
                    <a:pt x="469424" y="1694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516321" y="3457388"/>
              <a:ext cx="952500" cy="78740"/>
            </a:xfrm>
            <a:custGeom>
              <a:avLst/>
              <a:gdLst/>
              <a:ahLst/>
              <a:cxnLst/>
              <a:rect l="l" t="t" r="r" b="b"/>
              <a:pathLst>
                <a:path w="952500" h="78739">
                  <a:moveTo>
                    <a:pt x="0" y="78201"/>
                  </a:moveTo>
                  <a:lnTo>
                    <a:pt x="0" y="60823"/>
                  </a:lnTo>
                  <a:lnTo>
                    <a:pt x="4470" y="47790"/>
                  </a:lnTo>
                  <a:lnTo>
                    <a:pt x="13412" y="34756"/>
                  </a:lnTo>
                  <a:lnTo>
                    <a:pt x="22353" y="21722"/>
                  </a:lnTo>
                  <a:lnTo>
                    <a:pt x="31294" y="13033"/>
                  </a:lnTo>
                  <a:lnTo>
                    <a:pt x="44707" y="8689"/>
                  </a:lnTo>
                  <a:lnTo>
                    <a:pt x="62589" y="4344"/>
                  </a:lnTo>
                  <a:lnTo>
                    <a:pt x="76002" y="0"/>
                  </a:lnTo>
                  <a:lnTo>
                    <a:pt x="871789" y="0"/>
                  </a:lnTo>
                  <a:lnTo>
                    <a:pt x="889672" y="4344"/>
                  </a:lnTo>
                  <a:lnTo>
                    <a:pt x="903084" y="8689"/>
                  </a:lnTo>
                  <a:lnTo>
                    <a:pt x="916496" y="13033"/>
                  </a:lnTo>
                  <a:lnTo>
                    <a:pt x="929908" y="21722"/>
                  </a:lnTo>
                  <a:lnTo>
                    <a:pt x="938849" y="34756"/>
                  </a:lnTo>
                  <a:lnTo>
                    <a:pt x="943320" y="47790"/>
                  </a:lnTo>
                  <a:lnTo>
                    <a:pt x="947791" y="60823"/>
                  </a:lnTo>
                  <a:lnTo>
                    <a:pt x="952262" y="78201"/>
                  </a:lnTo>
                </a:path>
              </a:pathLst>
            </a:custGeom>
            <a:ln w="173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/>
          <p:cNvGrpSpPr/>
          <p:nvPr/>
        </p:nvGrpSpPr>
        <p:grpSpPr>
          <a:xfrm>
            <a:off x="6371817" y="4043903"/>
            <a:ext cx="1066800" cy="1369060"/>
            <a:chOff x="6371817" y="4043903"/>
            <a:chExt cx="1066800" cy="1369060"/>
          </a:xfrm>
        </p:grpSpPr>
        <p:sp>
          <p:nvSpPr>
            <p:cNvPr id="38" name="object 38"/>
            <p:cNvSpPr/>
            <p:nvPr/>
          </p:nvSpPr>
          <p:spPr>
            <a:xfrm>
              <a:off x="7024517" y="4043906"/>
              <a:ext cx="13970" cy="447675"/>
            </a:xfrm>
            <a:custGeom>
              <a:avLst/>
              <a:gdLst/>
              <a:ahLst/>
              <a:cxnLst/>
              <a:rect l="l" t="t" r="r" b="b"/>
              <a:pathLst>
                <a:path w="13970" h="447675">
                  <a:moveTo>
                    <a:pt x="13412" y="447489"/>
                  </a:moveTo>
                  <a:lnTo>
                    <a:pt x="0" y="447489"/>
                  </a:lnTo>
                  <a:lnTo>
                    <a:pt x="0" y="0"/>
                  </a:lnTo>
                  <a:lnTo>
                    <a:pt x="13412" y="0"/>
                  </a:lnTo>
                  <a:lnTo>
                    <a:pt x="13412" y="4474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7024517" y="4043903"/>
              <a:ext cx="0" cy="447675"/>
            </a:xfrm>
            <a:custGeom>
              <a:avLst/>
              <a:gdLst/>
              <a:ahLst/>
              <a:cxnLst/>
              <a:rect l="l" t="t" r="r" b="b"/>
              <a:pathLst>
                <a:path w="0" h="447675">
                  <a:moveTo>
                    <a:pt x="0" y="0"/>
                  </a:moveTo>
                  <a:lnTo>
                    <a:pt x="0" y="4474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024512" y="4491393"/>
              <a:ext cx="0" cy="13335"/>
            </a:xfrm>
            <a:custGeom>
              <a:avLst/>
              <a:gdLst/>
              <a:ahLst/>
              <a:cxnLst/>
              <a:rect l="l" t="t" r="r" b="b"/>
              <a:pathLst>
                <a:path w="0" h="13335">
                  <a:moveTo>
                    <a:pt x="0" y="0"/>
                  </a:moveTo>
                  <a:lnTo>
                    <a:pt x="0" y="130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7024505" y="4504424"/>
              <a:ext cx="13970" cy="443230"/>
            </a:xfrm>
            <a:custGeom>
              <a:avLst/>
              <a:gdLst/>
              <a:ahLst/>
              <a:cxnLst/>
              <a:rect l="l" t="t" r="r" b="b"/>
              <a:pathLst>
                <a:path w="13970" h="443229">
                  <a:moveTo>
                    <a:pt x="13412" y="443148"/>
                  </a:moveTo>
                  <a:lnTo>
                    <a:pt x="0" y="443148"/>
                  </a:lnTo>
                  <a:lnTo>
                    <a:pt x="0" y="0"/>
                  </a:lnTo>
                  <a:lnTo>
                    <a:pt x="13412" y="0"/>
                  </a:lnTo>
                  <a:lnTo>
                    <a:pt x="13412" y="4431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024505" y="4504426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w="0" h="443229">
                  <a:moveTo>
                    <a:pt x="0" y="0"/>
                  </a:moveTo>
                  <a:lnTo>
                    <a:pt x="0" y="4431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631117" y="4100384"/>
              <a:ext cx="805180" cy="808355"/>
            </a:xfrm>
            <a:custGeom>
              <a:avLst/>
              <a:gdLst/>
              <a:ahLst/>
              <a:cxnLst/>
              <a:rect l="l" t="t" r="r" b="b"/>
              <a:pathLst>
                <a:path w="805179" h="808354">
                  <a:moveTo>
                    <a:pt x="661670" y="808087"/>
                  </a:moveTo>
                  <a:lnTo>
                    <a:pt x="612487" y="808087"/>
                  </a:lnTo>
                  <a:lnTo>
                    <a:pt x="608017" y="803742"/>
                  </a:lnTo>
                  <a:lnTo>
                    <a:pt x="608017" y="799393"/>
                  </a:lnTo>
                  <a:lnTo>
                    <a:pt x="612487" y="795049"/>
                  </a:lnTo>
                  <a:lnTo>
                    <a:pt x="661670" y="795049"/>
                  </a:lnTo>
                  <a:lnTo>
                    <a:pt x="666140" y="799393"/>
                  </a:lnTo>
                  <a:lnTo>
                    <a:pt x="661670" y="808087"/>
                  </a:lnTo>
                  <a:close/>
                </a:path>
                <a:path w="805179" h="808354">
                  <a:moveTo>
                    <a:pt x="563309" y="808087"/>
                  </a:moveTo>
                  <a:lnTo>
                    <a:pt x="514132" y="808087"/>
                  </a:lnTo>
                  <a:lnTo>
                    <a:pt x="514132" y="803742"/>
                  </a:lnTo>
                  <a:lnTo>
                    <a:pt x="509665" y="799393"/>
                  </a:lnTo>
                  <a:lnTo>
                    <a:pt x="514132" y="799393"/>
                  </a:lnTo>
                  <a:lnTo>
                    <a:pt x="514132" y="795049"/>
                  </a:lnTo>
                  <a:lnTo>
                    <a:pt x="563309" y="795049"/>
                  </a:lnTo>
                  <a:lnTo>
                    <a:pt x="567780" y="799393"/>
                  </a:lnTo>
                  <a:lnTo>
                    <a:pt x="563309" y="808087"/>
                  </a:lnTo>
                  <a:close/>
                </a:path>
                <a:path w="805179" h="808354">
                  <a:moveTo>
                    <a:pt x="469429" y="808087"/>
                  </a:moveTo>
                  <a:lnTo>
                    <a:pt x="415776" y="808087"/>
                  </a:lnTo>
                  <a:lnTo>
                    <a:pt x="415776" y="795049"/>
                  </a:lnTo>
                  <a:lnTo>
                    <a:pt x="469429" y="795049"/>
                  </a:lnTo>
                  <a:lnTo>
                    <a:pt x="469429" y="808087"/>
                  </a:lnTo>
                  <a:close/>
                </a:path>
                <a:path w="805179" h="808354">
                  <a:moveTo>
                    <a:pt x="371069" y="808087"/>
                  </a:moveTo>
                  <a:lnTo>
                    <a:pt x="317420" y="808087"/>
                  </a:lnTo>
                  <a:lnTo>
                    <a:pt x="317420" y="795049"/>
                  </a:lnTo>
                  <a:lnTo>
                    <a:pt x="371069" y="795049"/>
                  </a:lnTo>
                  <a:lnTo>
                    <a:pt x="371069" y="808087"/>
                  </a:lnTo>
                  <a:close/>
                </a:path>
                <a:path w="805179" h="808354">
                  <a:moveTo>
                    <a:pt x="272713" y="808087"/>
                  </a:moveTo>
                  <a:lnTo>
                    <a:pt x="219069" y="808087"/>
                  </a:lnTo>
                  <a:lnTo>
                    <a:pt x="219069" y="795049"/>
                  </a:lnTo>
                  <a:lnTo>
                    <a:pt x="272713" y="795049"/>
                  </a:lnTo>
                  <a:lnTo>
                    <a:pt x="272713" y="808087"/>
                  </a:lnTo>
                  <a:close/>
                </a:path>
                <a:path w="805179" h="808354">
                  <a:moveTo>
                    <a:pt x="174357" y="808087"/>
                  </a:moveTo>
                  <a:lnTo>
                    <a:pt x="125179" y="808087"/>
                  </a:lnTo>
                  <a:lnTo>
                    <a:pt x="125179" y="803742"/>
                  </a:lnTo>
                  <a:lnTo>
                    <a:pt x="120709" y="803742"/>
                  </a:lnTo>
                  <a:lnTo>
                    <a:pt x="120709" y="795049"/>
                  </a:lnTo>
                  <a:lnTo>
                    <a:pt x="174357" y="795049"/>
                  </a:lnTo>
                  <a:lnTo>
                    <a:pt x="174357" y="808087"/>
                  </a:lnTo>
                  <a:close/>
                </a:path>
                <a:path w="805179" h="808354">
                  <a:moveTo>
                    <a:pt x="746613" y="786364"/>
                  </a:moveTo>
                  <a:lnTo>
                    <a:pt x="715314" y="786364"/>
                  </a:lnTo>
                  <a:lnTo>
                    <a:pt x="737667" y="773330"/>
                  </a:lnTo>
                  <a:lnTo>
                    <a:pt x="746613" y="768986"/>
                  </a:lnTo>
                  <a:lnTo>
                    <a:pt x="746613" y="764641"/>
                  </a:lnTo>
                  <a:lnTo>
                    <a:pt x="751084" y="764641"/>
                  </a:lnTo>
                  <a:lnTo>
                    <a:pt x="755550" y="768986"/>
                  </a:lnTo>
                  <a:lnTo>
                    <a:pt x="755550" y="777675"/>
                  </a:lnTo>
                  <a:lnTo>
                    <a:pt x="746613" y="786364"/>
                  </a:lnTo>
                  <a:close/>
                </a:path>
                <a:path w="805179" h="808354">
                  <a:moveTo>
                    <a:pt x="719784" y="799393"/>
                  </a:moveTo>
                  <a:lnTo>
                    <a:pt x="710847" y="799393"/>
                  </a:lnTo>
                  <a:lnTo>
                    <a:pt x="706377" y="795049"/>
                  </a:lnTo>
                  <a:lnTo>
                    <a:pt x="706377" y="790704"/>
                  </a:lnTo>
                  <a:lnTo>
                    <a:pt x="710847" y="786364"/>
                  </a:lnTo>
                  <a:lnTo>
                    <a:pt x="742142" y="786364"/>
                  </a:lnTo>
                  <a:lnTo>
                    <a:pt x="719784" y="795049"/>
                  </a:lnTo>
                  <a:lnTo>
                    <a:pt x="719784" y="799393"/>
                  </a:lnTo>
                  <a:close/>
                </a:path>
                <a:path w="805179" h="808354">
                  <a:moveTo>
                    <a:pt x="76002" y="790704"/>
                  </a:moveTo>
                  <a:lnTo>
                    <a:pt x="71531" y="790704"/>
                  </a:lnTo>
                  <a:lnTo>
                    <a:pt x="62594" y="786364"/>
                  </a:lnTo>
                  <a:lnTo>
                    <a:pt x="44707" y="768986"/>
                  </a:lnTo>
                  <a:lnTo>
                    <a:pt x="40236" y="768986"/>
                  </a:lnTo>
                  <a:lnTo>
                    <a:pt x="35765" y="764641"/>
                  </a:lnTo>
                  <a:lnTo>
                    <a:pt x="35765" y="751603"/>
                  </a:lnTo>
                  <a:lnTo>
                    <a:pt x="44707" y="751603"/>
                  </a:lnTo>
                  <a:lnTo>
                    <a:pt x="53648" y="760292"/>
                  </a:lnTo>
                  <a:lnTo>
                    <a:pt x="71531" y="773330"/>
                  </a:lnTo>
                  <a:lnTo>
                    <a:pt x="80472" y="782019"/>
                  </a:lnTo>
                  <a:lnTo>
                    <a:pt x="80472" y="786364"/>
                  </a:lnTo>
                  <a:lnTo>
                    <a:pt x="76002" y="790704"/>
                  </a:lnTo>
                  <a:close/>
                </a:path>
                <a:path w="805179" h="808354">
                  <a:moveTo>
                    <a:pt x="800257" y="699473"/>
                  </a:moveTo>
                  <a:lnTo>
                    <a:pt x="786850" y="699473"/>
                  </a:lnTo>
                  <a:lnTo>
                    <a:pt x="791320" y="690784"/>
                  </a:lnTo>
                  <a:lnTo>
                    <a:pt x="791320" y="686439"/>
                  </a:lnTo>
                  <a:lnTo>
                    <a:pt x="800257" y="686439"/>
                  </a:lnTo>
                  <a:lnTo>
                    <a:pt x="804728" y="690784"/>
                  </a:lnTo>
                  <a:lnTo>
                    <a:pt x="800257" y="699473"/>
                  </a:lnTo>
                  <a:close/>
                </a:path>
                <a:path w="805179" h="808354">
                  <a:moveTo>
                    <a:pt x="786850" y="738574"/>
                  </a:moveTo>
                  <a:lnTo>
                    <a:pt x="782379" y="738574"/>
                  </a:lnTo>
                  <a:lnTo>
                    <a:pt x="777904" y="734229"/>
                  </a:lnTo>
                  <a:lnTo>
                    <a:pt x="777904" y="725540"/>
                  </a:lnTo>
                  <a:lnTo>
                    <a:pt x="782379" y="721191"/>
                  </a:lnTo>
                  <a:lnTo>
                    <a:pt x="786850" y="695128"/>
                  </a:lnTo>
                  <a:lnTo>
                    <a:pt x="786850" y="699473"/>
                  </a:lnTo>
                  <a:lnTo>
                    <a:pt x="800257" y="699473"/>
                  </a:lnTo>
                  <a:lnTo>
                    <a:pt x="795787" y="725540"/>
                  </a:lnTo>
                  <a:lnTo>
                    <a:pt x="791320" y="734229"/>
                  </a:lnTo>
                  <a:lnTo>
                    <a:pt x="786850" y="738574"/>
                  </a:lnTo>
                  <a:close/>
                </a:path>
                <a:path w="805179" h="808354">
                  <a:moveTo>
                    <a:pt x="17887" y="716847"/>
                  </a:moveTo>
                  <a:lnTo>
                    <a:pt x="13412" y="716847"/>
                  </a:lnTo>
                  <a:lnTo>
                    <a:pt x="8941" y="712502"/>
                  </a:lnTo>
                  <a:lnTo>
                    <a:pt x="4470" y="699473"/>
                  </a:lnTo>
                  <a:lnTo>
                    <a:pt x="0" y="673401"/>
                  </a:lnTo>
                  <a:lnTo>
                    <a:pt x="0" y="669061"/>
                  </a:lnTo>
                  <a:lnTo>
                    <a:pt x="4470" y="664716"/>
                  </a:lnTo>
                  <a:lnTo>
                    <a:pt x="13412" y="664716"/>
                  </a:lnTo>
                  <a:lnTo>
                    <a:pt x="13412" y="673401"/>
                  </a:lnTo>
                  <a:lnTo>
                    <a:pt x="17887" y="699473"/>
                  </a:lnTo>
                  <a:lnTo>
                    <a:pt x="19377" y="699473"/>
                  </a:lnTo>
                  <a:lnTo>
                    <a:pt x="22358" y="708162"/>
                  </a:lnTo>
                  <a:lnTo>
                    <a:pt x="22358" y="712502"/>
                  </a:lnTo>
                  <a:lnTo>
                    <a:pt x="17887" y="716847"/>
                  </a:lnTo>
                  <a:close/>
                </a:path>
                <a:path w="805179" h="808354">
                  <a:moveTo>
                    <a:pt x="19377" y="699473"/>
                  </a:moveTo>
                  <a:lnTo>
                    <a:pt x="17887" y="699473"/>
                  </a:lnTo>
                  <a:lnTo>
                    <a:pt x="17887" y="695128"/>
                  </a:lnTo>
                  <a:lnTo>
                    <a:pt x="19377" y="699473"/>
                  </a:lnTo>
                  <a:close/>
                </a:path>
                <a:path w="805179" h="808354">
                  <a:moveTo>
                    <a:pt x="804728" y="642989"/>
                  </a:moveTo>
                  <a:lnTo>
                    <a:pt x="791320" y="642989"/>
                  </a:lnTo>
                  <a:lnTo>
                    <a:pt x="791320" y="590859"/>
                  </a:lnTo>
                  <a:lnTo>
                    <a:pt x="804728" y="590859"/>
                  </a:lnTo>
                  <a:lnTo>
                    <a:pt x="804728" y="642989"/>
                  </a:lnTo>
                  <a:close/>
                </a:path>
                <a:path w="805179" h="808354">
                  <a:moveTo>
                    <a:pt x="8941" y="625615"/>
                  </a:moveTo>
                  <a:lnTo>
                    <a:pt x="4470" y="621271"/>
                  </a:lnTo>
                  <a:lnTo>
                    <a:pt x="0" y="621271"/>
                  </a:lnTo>
                  <a:lnTo>
                    <a:pt x="0" y="573481"/>
                  </a:lnTo>
                  <a:lnTo>
                    <a:pt x="4470" y="573481"/>
                  </a:lnTo>
                  <a:lnTo>
                    <a:pt x="8941" y="569136"/>
                  </a:lnTo>
                  <a:lnTo>
                    <a:pt x="13412" y="573481"/>
                  </a:lnTo>
                  <a:lnTo>
                    <a:pt x="13412" y="621271"/>
                  </a:lnTo>
                  <a:lnTo>
                    <a:pt x="8941" y="625615"/>
                  </a:lnTo>
                  <a:close/>
                </a:path>
                <a:path w="805179" h="808354">
                  <a:moveTo>
                    <a:pt x="804728" y="547413"/>
                  </a:moveTo>
                  <a:lnTo>
                    <a:pt x="791320" y="547413"/>
                  </a:lnTo>
                  <a:lnTo>
                    <a:pt x="791320" y="495279"/>
                  </a:lnTo>
                  <a:lnTo>
                    <a:pt x="804728" y="495279"/>
                  </a:lnTo>
                  <a:lnTo>
                    <a:pt x="804728" y="547413"/>
                  </a:lnTo>
                  <a:close/>
                </a:path>
                <a:path w="805179" h="808354">
                  <a:moveTo>
                    <a:pt x="13412" y="530035"/>
                  </a:moveTo>
                  <a:lnTo>
                    <a:pt x="4470" y="530035"/>
                  </a:lnTo>
                  <a:lnTo>
                    <a:pt x="4470" y="525686"/>
                  </a:lnTo>
                  <a:lnTo>
                    <a:pt x="0" y="525686"/>
                  </a:lnTo>
                  <a:lnTo>
                    <a:pt x="0" y="477896"/>
                  </a:lnTo>
                  <a:lnTo>
                    <a:pt x="4470" y="477896"/>
                  </a:lnTo>
                  <a:lnTo>
                    <a:pt x="8941" y="473556"/>
                  </a:lnTo>
                  <a:lnTo>
                    <a:pt x="13412" y="477896"/>
                  </a:lnTo>
                  <a:lnTo>
                    <a:pt x="13412" y="530035"/>
                  </a:lnTo>
                  <a:close/>
                </a:path>
                <a:path w="805179" h="808354">
                  <a:moveTo>
                    <a:pt x="804728" y="451833"/>
                  </a:moveTo>
                  <a:lnTo>
                    <a:pt x="791320" y="451833"/>
                  </a:lnTo>
                  <a:lnTo>
                    <a:pt x="791320" y="404039"/>
                  </a:lnTo>
                  <a:lnTo>
                    <a:pt x="795787" y="399694"/>
                  </a:lnTo>
                  <a:lnTo>
                    <a:pt x="800257" y="399694"/>
                  </a:lnTo>
                  <a:lnTo>
                    <a:pt x="804728" y="404039"/>
                  </a:lnTo>
                  <a:lnTo>
                    <a:pt x="804728" y="451833"/>
                  </a:lnTo>
                  <a:close/>
                </a:path>
                <a:path w="805179" h="808354">
                  <a:moveTo>
                    <a:pt x="800257" y="456178"/>
                  </a:moveTo>
                  <a:lnTo>
                    <a:pt x="795787" y="451833"/>
                  </a:lnTo>
                  <a:lnTo>
                    <a:pt x="800257" y="451833"/>
                  </a:lnTo>
                  <a:lnTo>
                    <a:pt x="800257" y="456178"/>
                  </a:lnTo>
                  <a:close/>
                </a:path>
                <a:path w="805179" h="808354">
                  <a:moveTo>
                    <a:pt x="13412" y="434455"/>
                  </a:moveTo>
                  <a:lnTo>
                    <a:pt x="4470" y="434455"/>
                  </a:lnTo>
                  <a:lnTo>
                    <a:pt x="4470" y="430110"/>
                  </a:lnTo>
                  <a:lnTo>
                    <a:pt x="0" y="430110"/>
                  </a:lnTo>
                  <a:lnTo>
                    <a:pt x="0" y="382320"/>
                  </a:lnTo>
                  <a:lnTo>
                    <a:pt x="4470" y="382320"/>
                  </a:lnTo>
                  <a:lnTo>
                    <a:pt x="8941" y="377976"/>
                  </a:lnTo>
                  <a:lnTo>
                    <a:pt x="13412" y="382320"/>
                  </a:lnTo>
                  <a:lnTo>
                    <a:pt x="13412" y="434455"/>
                  </a:lnTo>
                  <a:close/>
                </a:path>
                <a:path w="805179" h="808354">
                  <a:moveTo>
                    <a:pt x="800257" y="360593"/>
                  </a:moveTo>
                  <a:lnTo>
                    <a:pt x="795787" y="360593"/>
                  </a:lnTo>
                  <a:lnTo>
                    <a:pt x="791320" y="356253"/>
                  </a:lnTo>
                  <a:lnTo>
                    <a:pt x="791320" y="308463"/>
                  </a:lnTo>
                  <a:lnTo>
                    <a:pt x="795787" y="304118"/>
                  </a:lnTo>
                  <a:lnTo>
                    <a:pt x="800257" y="304118"/>
                  </a:lnTo>
                  <a:lnTo>
                    <a:pt x="804728" y="308463"/>
                  </a:lnTo>
                  <a:lnTo>
                    <a:pt x="804728" y="356253"/>
                  </a:lnTo>
                  <a:lnTo>
                    <a:pt x="800257" y="360593"/>
                  </a:lnTo>
                  <a:close/>
                </a:path>
                <a:path w="805179" h="808354">
                  <a:moveTo>
                    <a:pt x="13412" y="338875"/>
                  </a:moveTo>
                  <a:lnTo>
                    <a:pt x="4470" y="338875"/>
                  </a:lnTo>
                  <a:lnTo>
                    <a:pt x="0" y="334530"/>
                  </a:lnTo>
                  <a:lnTo>
                    <a:pt x="0" y="286736"/>
                  </a:lnTo>
                  <a:lnTo>
                    <a:pt x="4470" y="286736"/>
                  </a:lnTo>
                  <a:lnTo>
                    <a:pt x="8941" y="282391"/>
                  </a:lnTo>
                  <a:lnTo>
                    <a:pt x="13412" y="286736"/>
                  </a:lnTo>
                  <a:lnTo>
                    <a:pt x="13412" y="338875"/>
                  </a:lnTo>
                  <a:close/>
                </a:path>
                <a:path w="805179" h="808354">
                  <a:moveTo>
                    <a:pt x="800257" y="265017"/>
                  </a:moveTo>
                  <a:lnTo>
                    <a:pt x="795787" y="265017"/>
                  </a:lnTo>
                  <a:lnTo>
                    <a:pt x="791320" y="260673"/>
                  </a:lnTo>
                  <a:lnTo>
                    <a:pt x="791320" y="212878"/>
                  </a:lnTo>
                  <a:lnTo>
                    <a:pt x="795787" y="208534"/>
                  </a:lnTo>
                  <a:lnTo>
                    <a:pt x="800257" y="208534"/>
                  </a:lnTo>
                  <a:lnTo>
                    <a:pt x="804728" y="212878"/>
                  </a:lnTo>
                  <a:lnTo>
                    <a:pt x="804728" y="260673"/>
                  </a:lnTo>
                  <a:lnTo>
                    <a:pt x="800257" y="265017"/>
                  </a:lnTo>
                  <a:close/>
                </a:path>
                <a:path w="805179" h="808354">
                  <a:moveTo>
                    <a:pt x="13412" y="243290"/>
                  </a:moveTo>
                  <a:lnTo>
                    <a:pt x="4470" y="243290"/>
                  </a:lnTo>
                  <a:lnTo>
                    <a:pt x="0" y="238950"/>
                  </a:lnTo>
                  <a:lnTo>
                    <a:pt x="0" y="195504"/>
                  </a:lnTo>
                  <a:lnTo>
                    <a:pt x="4470" y="191160"/>
                  </a:lnTo>
                  <a:lnTo>
                    <a:pt x="13412" y="191160"/>
                  </a:lnTo>
                  <a:lnTo>
                    <a:pt x="13412" y="243290"/>
                  </a:lnTo>
                  <a:close/>
                </a:path>
                <a:path w="805179" h="808354">
                  <a:moveTo>
                    <a:pt x="804728" y="169433"/>
                  </a:moveTo>
                  <a:lnTo>
                    <a:pt x="791320" y="169433"/>
                  </a:lnTo>
                  <a:lnTo>
                    <a:pt x="791320" y="117302"/>
                  </a:lnTo>
                  <a:lnTo>
                    <a:pt x="800257" y="117302"/>
                  </a:lnTo>
                  <a:lnTo>
                    <a:pt x="804728" y="121647"/>
                  </a:lnTo>
                  <a:lnTo>
                    <a:pt x="804728" y="169433"/>
                  </a:lnTo>
                  <a:close/>
                </a:path>
                <a:path w="805179" h="808354">
                  <a:moveTo>
                    <a:pt x="13412" y="147714"/>
                  </a:moveTo>
                  <a:lnTo>
                    <a:pt x="4470" y="147714"/>
                  </a:lnTo>
                  <a:lnTo>
                    <a:pt x="0" y="143370"/>
                  </a:lnTo>
                  <a:lnTo>
                    <a:pt x="0" y="134676"/>
                  </a:lnTo>
                  <a:lnTo>
                    <a:pt x="4470" y="108613"/>
                  </a:lnTo>
                  <a:lnTo>
                    <a:pt x="8941" y="99924"/>
                  </a:lnTo>
                  <a:lnTo>
                    <a:pt x="8941" y="95575"/>
                  </a:lnTo>
                  <a:lnTo>
                    <a:pt x="17887" y="95575"/>
                  </a:lnTo>
                  <a:lnTo>
                    <a:pt x="17887" y="99924"/>
                  </a:lnTo>
                  <a:lnTo>
                    <a:pt x="22358" y="104269"/>
                  </a:lnTo>
                  <a:lnTo>
                    <a:pt x="17887" y="108613"/>
                  </a:lnTo>
                  <a:lnTo>
                    <a:pt x="13412" y="134676"/>
                  </a:lnTo>
                  <a:lnTo>
                    <a:pt x="13412" y="147714"/>
                  </a:lnTo>
                  <a:close/>
                </a:path>
                <a:path w="805179" h="808354">
                  <a:moveTo>
                    <a:pt x="782379" y="78201"/>
                  </a:moveTo>
                  <a:lnTo>
                    <a:pt x="777904" y="78201"/>
                  </a:lnTo>
                  <a:lnTo>
                    <a:pt x="773433" y="73857"/>
                  </a:lnTo>
                  <a:lnTo>
                    <a:pt x="768962" y="65168"/>
                  </a:lnTo>
                  <a:lnTo>
                    <a:pt x="755550" y="47785"/>
                  </a:lnTo>
                  <a:lnTo>
                    <a:pt x="746613" y="39100"/>
                  </a:lnTo>
                  <a:lnTo>
                    <a:pt x="746613" y="34756"/>
                  </a:lnTo>
                  <a:lnTo>
                    <a:pt x="755550" y="30411"/>
                  </a:lnTo>
                  <a:lnTo>
                    <a:pt x="755550" y="34756"/>
                  </a:lnTo>
                  <a:lnTo>
                    <a:pt x="760021" y="34756"/>
                  </a:lnTo>
                  <a:lnTo>
                    <a:pt x="764492" y="39100"/>
                  </a:lnTo>
                  <a:lnTo>
                    <a:pt x="782379" y="60823"/>
                  </a:lnTo>
                  <a:lnTo>
                    <a:pt x="786850" y="69512"/>
                  </a:lnTo>
                  <a:lnTo>
                    <a:pt x="786850" y="73857"/>
                  </a:lnTo>
                  <a:lnTo>
                    <a:pt x="782379" y="78201"/>
                  </a:lnTo>
                  <a:close/>
                </a:path>
                <a:path w="805179" h="808354">
                  <a:moveTo>
                    <a:pt x="40236" y="60823"/>
                  </a:moveTo>
                  <a:lnTo>
                    <a:pt x="35765" y="60823"/>
                  </a:lnTo>
                  <a:lnTo>
                    <a:pt x="31294" y="56474"/>
                  </a:lnTo>
                  <a:lnTo>
                    <a:pt x="31294" y="47785"/>
                  </a:lnTo>
                  <a:lnTo>
                    <a:pt x="40236" y="39100"/>
                  </a:lnTo>
                  <a:lnTo>
                    <a:pt x="44707" y="39100"/>
                  </a:lnTo>
                  <a:lnTo>
                    <a:pt x="62594" y="21722"/>
                  </a:lnTo>
                  <a:lnTo>
                    <a:pt x="76002" y="21722"/>
                  </a:lnTo>
                  <a:lnTo>
                    <a:pt x="76002" y="30411"/>
                  </a:lnTo>
                  <a:lnTo>
                    <a:pt x="71531" y="34756"/>
                  </a:lnTo>
                  <a:lnTo>
                    <a:pt x="53648" y="47785"/>
                  </a:lnTo>
                  <a:lnTo>
                    <a:pt x="40236" y="60823"/>
                  </a:lnTo>
                  <a:close/>
                </a:path>
                <a:path w="805179" h="808354">
                  <a:moveTo>
                    <a:pt x="657194" y="13029"/>
                  </a:moveTo>
                  <a:lnTo>
                    <a:pt x="608017" y="13029"/>
                  </a:lnTo>
                  <a:lnTo>
                    <a:pt x="603546" y="8684"/>
                  </a:lnTo>
                  <a:lnTo>
                    <a:pt x="603546" y="4344"/>
                  </a:lnTo>
                  <a:lnTo>
                    <a:pt x="608017" y="0"/>
                  </a:lnTo>
                  <a:lnTo>
                    <a:pt x="657194" y="0"/>
                  </a:lnTo>
                  <a:lnTo>
                    <a:pt x="661670" y="4344"/>
                  </a:lnTo>
                  <a:lnTo>
                    <a:pt x="657194" y="13029"/>
                  </a:lnTo>
                  <a:close/>
                </a:path>
                <a:path w="805179" h="808354">
                  <a:moveTo>
                    <a:pt x="706377" y="21722"/>
                  </a:moveTo>
                  <a:lnTo>
                    <a:pt x="701906" y="17373"/>
                  </a:lnTo>
                  <a:lnTo>
                    <a:pt x="692960" y="17373"/>
                  </a:lnTo>
                  <a:lnTo>
                    <a:pt x="666140" y="13029"/>
                  </a:lnTo>
                  <a:lnTo>
                    <a:pt x="661670" y="13029"/>
                  </a:lnTo>
                  <a:lnTo>
                    <a:pt x="661670" y="0"/>
                  </a:lnTo>
                  <a:lnTo>
                    <a:pt x="666140" y="0"/>
                  </a:lnTo>
                  <a:lnTo>
                    <a:pt x="692960" y="4344"/>
                  </a:lnTo>
                  <a:lnTo>
                    <a:pt x="706377" y="4344"/>
                  </a:lnTo>
                  <a:lnTo>
                    <a:pt x="710847" y="8684"/>
                  </a:lnTo>
                  <a:lnTo>
                    <a:pt x="710847" y="17373"/>
                  </a:lnTo>
                  <a:lnTo>
                    <a:pt x="706377" y="21722"/>
                  </a:lnTo>
                  <a:close/>
                </a:path>
                <a:path w="805179" h="808354">
                  <a:moveTo>
                    <a:pt x="558839" y="13029"/>
                  </a:moveTo>
                  <a:lnTo>
                    <a:pt x="509665" y="13029"/>
                  </a:lnTo>
                  <a:lnTo>
                    <a:pt x="505195" y="8684"/>
                  </a:lnTo>
                  <a:lnTo>
                    <a:pt x="505195" y="4344"/>
                  </a:lnTo>
                  <a:lnTo>
                    <a:pt x="509665" y="0"/>
                  </a:lnTo>
                  <a:lnTo>
                    <a:pt x="558839" y="0"/>
                  </a:lnTo>
                  <a:lnTo>
                    <a:pt x="563309" y="4344"/>
                  </a:lnTo>
                  <a:lnTo>
                    <a:pt x="558839" y="13029"/>
                  </a:lnTo>
                  <a:close/>
                </a:path>
                <a:path w="805179" h="808354">
                  <a:moveTo>
                    <a:pt x="460487" y="13029"/>
                  </a:moveTo>
                  <a:lnTo>
                    <a:pt x="411305" y="13029"/>
                  </a:lnTo>
                  <a:lnTo>
                    <a:pt x="406834" y="8684"/>
                  </a:lnTo>
                  <a:lnTo>
                    <a:pt x="406834" y="4344"/>
                  </a:lnTo>
                  <a:lnTo>
                    <a:pt x="411305" y="0"/>
                  </a:lnTo>
                  <a:lnTo>
                    <a:pt x="460487" y="0"/>
                  </a:lnTo>
                  <a:lnTo>
                    <a:pt x="464958" y="4344"/>
                  </a:lnTo>
                  <a:lnTo>
                    <a:pt x="460487" y="13029"/>
                  </a:lnTo>
                  <a:close/>
                </a:path>
                <a:path w="805179" h="808354">
                  <a:moveTo>
                    <a:pt x="362127" y="13029"/>
                  </a:moveTo>
                  <a:lnTo>
                    <a:pt x="312949" y="13029"/>
                  </a:lnTo>
                  <a:lnTo>
                    <a:pt x="312949" y="8684"/>
                  </a:lnTo>
                  <a:lnTo>
                    <a:pt x="308483" y="4344"/>
                  </a:lnTo>
                  <a:lnTo>
                    <a:pt x="312949" y="4344"/>
                  </a:lnTo>
                  <a:lnTo>
                    <a:pt x="312949" y="0"/>
                  </a:lnTo>
                  <a:lnTo>
                    <a:pt x="362127" y="0"/>
                  </a:lnTo>
                  <a:lnTo>
                    <a:pt x="366598" y="4344"/>
                  </a:lnTo>
                  <a:lnTo>
                    <a:pt x="362127" y="13029"/>
                  </a:lnTo>
                  <a:close/>
                </a:path>
                <a:path w="805179" h="808354">
                  <a:moveTo>
                    <a:pt x="268247" y="13029"/>
                  </a:moveTo>
                  <a:lnTo>
                    <a:pt x="214594" y="13029"/>
                  </a:lnTo>
                  <a:lnTo>
                    <a:pt x="214594" y="0"/>
                  </a:lnTo>
                  <a:lnTo>
                    <a:pt x="268247" y="0"/>
                  </a:lnTo>
                  <a:lnTo>
                    <a:pt x="268247" y="13029"/>
                  </a:lnTo>
                  <a:close/>
                </a:path>
                <a:path w="805179" h="808354">
                  <a:moveTo>
                    <a:pt x="169887" y="13029"/>
                  </a:moveTo>
                  <a:lnTo>
                    <a:pt x="116238" y="13029"/>
                  </a:lnTo>
                  <a:lnTo>
                    <a:pt x="116238" y="4344"/>
                  </a:lnTo>
                  <a:lnTo>
                    <a:pt x="120709" y="0"/>
                  </a:lnTo>
                  <a:lnTo>
                    <a:pt x="169887" y="0"/>
                  </a:lnTo>
                  <a:lnTo>
                    <a:pt x="169887" y="130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631119" y="4100383"/>
              <a:ext cx="805180" cy="808355"/>
            </a:xfrm>
            <a:custGeom>
              <a:avLst/>
              <a:gdLst/>
              <a:ahLst/>
              <a:cxnLst/>
              <a:rect l="l" t="t" r="r" b="b"/>
              <a:pathLst>
                <a:path w="805179" h="808354">
                  <a:moveTo>
                    <a:pt x="652724" y="13033"/>
                  </a:moveTo>
                  <a:lnTo>
                    <a:pt x="612487" y="13033"/>
                  </a:lnTo>
                  <a:lnTo>
                    <a:pt x="608017" y="13033"/>
                  </a:lnTo>
                  <a:lnTo>
                    <a:pt x="603546" y="8689"/>
                  </a:lnTo>
                  <a:lnTo>
                    <a:pt x="603546" y="4344"/>
                  </a:lnTo>
                  <a:lnTo>
                    <a:pt x="608017" y="0"/>
                  </a:lnTo>
                  <a:lnTo>
                    <a:pt x="612487" y="0"/>
                  </a:lnTo>
                  <a:lnTo>
                    <a:pt x="652724" y="0"/>
                  </a:lnTo>
                  <a:lnTo>
                    <a:pt x="657194" y="0"/>
                  </a:lnTo>
                  <a:lnTo>
                    <a:pt x="661665" y="4344"/>
                  </a:lnTo>
                  <a:lnTo>
                    <a:pt x="657194" y="13033"/>
                  </a:lnTo>
                  <a:lnTo>
                    <a:pt x="652724" y="13033"/>
                  </a:lnTo>
                  <a:close/>
                </a:path>
                <a:path w="805179" h="808354">
                  <a:moveTo>
                    <a:pt x="554368" y="13033"/>
                  </a:moveTo>
                  <a:lnTo>
                    <a:pt x="514132" y="13033"/>
                  </a:lnTo>
                  <a:lnTo>
                    <a:pt x="509661" y="13033"/>
                  </a:lnTo>
                  <a:lnTo>
                    <a:pt x="505190" y="8689"/>
                  </a:lnTo>
                  <a:lnTo>
                    <a:pt x="505190" y="4344"/>
                  </a:lnTo>
                  <a:lnTo>
                    <a:pt x="509661" y="0"/>
                  </a:lnTo>
                  <a:lnTo>
                    <a:pt x="514132" y="0"/>
                  </a:lnTo>
                  <a:lnTo>
                    <a:pt x="554368" y="0"/>
                  </a:lnTo>
                  <a:lnTo>
                    <a:pt x="558839" y="0"/>
                  </a:lnTo>
                  <a:lnTo>
                    <a:pt x="563309" y="4344"/>
                  </a:lnTo>
                  <a:lnTo>
                    <a:pt x="558839" y="13033"/>
                  </a:lnTo>
                  <a:lnTo>
                    <a:pt x="554368" y="13033"/>
                  </a:lnTo>
                  <a:close/>
                </a:path>
                <a:path w="805179" h="808354">
                  <a:moveTo>
                    <a:pt x="456012" y="13033"/>
                  </a:moveTo>
                  <a:lnTo>
                    <a:pt x="415776" y="13033"/>
                  </a:lnTo>
                  <a:lnTo>
                    <a:pt x="411305" y="13033"/>
                  </a:lnTo>
                  <a:lnTo>
                    <a:pt x="406834" y="8689"/>
                  </a:lnTo>
                  <a:lnTo>
                    <a:pt x="406834" y="4344"/>
                  </a:lnTo>
                  <a:lnTo>
                    <a:pt x="411305" y="0"/>
                  </a:lnTo>
                  <a:lnTo>
                    <a:pt x="415776" y="0"/>
                  </a:lnTo>
                  <a:lnTo>
                    <a:pt x="456012" y="0"/>
                  </a:lnTo>
                  <a:lnTo>
                    <a:pt x="460483" y="0"/>
                  </a:lnTo>
                  <a:lnTo>
                    <a:pt x="464954" y="4344"/>
                  </a:lnTo>
                  <a:lnTo>
                    <a:pt x="460483" y="13033"/>
                  </a:lnTo>
                  <a:lnTo>
                    <a:pt x="456012" y="13033"/>
                  </a:lnTo>
                  <a:close/>
                </a:path>
                <a:path w="805179" h="808354">
                  <a:moveTo>
                    <a:pt x="357657" y="13033"/>
                  </a:moveTo>
                  <a:lnTo>
                    <a:pt x="317420" y="13033"/>
                  </a:lnTo>
                  <a:lnTo>
                    <a:pt x="312949" y="13033"/>
                  </a:lnTo>
                  <a:lnTo>
                    <a:pt x="312949" y="8689"/>
                  </a:lnTo>
                  <a:lnTo>
                    <a:pt x="308479" y="4344"/>
                  </a:lnTo>
                  <a:lnTo>
                    <a:pt x="312949" y="4344"/>
                  </a:lnTo>
                  <a:lnTo>
                    <a:pt x="312949" y="0"/>
                  </a:lnTo>
                  <a:lnTo>
                    <a:pt x="317420" y="0"/>
                  </a:lnTo>
                  <a:lnTo>
                    <a:pt x="357657" y="0"/>
                  </a:lnTo>
                  <a:lnTo>
                    <a:pt x="362127" y="0"/>
                  </a:lnTo>
                  <a:lnTo>
                    <a:pt x="366598" y="4344"/>
                  </a:lnTo>
                  <a:lnTo>
                    <a:pt x="362127" y="13033"/>
                  </a:lnTo>
                  <a:lnTo>
                    <a:pt x="357657" y="13033"/>
                  </a:lnTo>
                  <a:close/>
                </a:path>
                <a:path w="805179" h="808354">
                  <a:moveTo>
                    <a:pt x="259301" y="13033"/>
                  </a:moveTo>
                  <a:lnTo>
                    <a:pt x="219064" y="13033"/>
                  </a:lnTo>
                  <a:lnTo>
                    <a:pt x="214594" y="13033"/>
                  </a:lnTo>
                  <a:lnTo>
                    <a:pt x="214594" y="8689"/>
                  </a:lnTo>
                  <a:lnTo>
                    <a:pt x="214594" y="4344"/>
                  </a:lnTo>
                  <a:lnTo>
                    <a:pt x="214594" y="0"/>
                  </a:lnTo>
                  <a:lnTo>
                    <a:pt x="219064" y="0"/>
                  </a:lnTo>
                  <a:lnTo>
                    <a:pt x="259301" y="0"/>
                  </a:lnTo>
                  <a:lnTo>
                    <a:pt x="263772" y="0"/>
                  </a:lnTo>
                  <a:lnTo>
                    <a:pt x="268242" y="0"/>
                  </a:lnTo>
                  <a:lnTo>
                    <a:pt x="268242" y="4344"/>
                  </a:lnTo>
                  <a:lnTo>
                    <a:pt x="268242" y="13033"/>
                  </a:lnTo>
                  <a:lnTo>
                    <a:pt x="259301" y="13033"/>
                  </a:lnTo>
                  <a:close/>
                </a:path>
                <a:path w="805179" h="808354">
                  <a:moveTo>
                    <a:pt x="165416" y="13033"/>
                  </a:moveTo>
                  <a:lnTo>
                    <a:pt x="138592" y="13033"/>
                  </a:lnTo>
                  <a:lnTo>
                    <a:pt x="120709" y="13033"/>
                  </a:lnTo>
                  <a:lnTo>
                    <a:pt x="116238" y="13033"/>
                  </a:lnTo>
                  <a:lnTo>
                    <a:pt x="116238" y="8689"/>
                  </a:lnTo>
                  <a:lnTo>
                    <a:pt x="116238" y="4344"/>
                  </a:lnTo>
                  <a:lnTo>
                    <a:pt x="120709" y="0"/>
                  </a:lnTo>
                  <a:lnTo>
                    <a:pt x="138592" y="0"/>
                  </a:lnTo>
                  <a:lnTo>
                    <a:pt x="165416" y="0"/>
                  </a:lnTo>
                  <a:lnTo>
                    <a:pt x="169887" y="0"/>
                  </a:lnTo>
                  <a:lnTo>
                    <a:pt x="169887" y="4344"/>
                  </a:lnTo>
                  <a:lnTo>
                    <a:pt x="169887" y="13033"/>
                  </a:lnTo>
                  <a:lnTo>
                    <a:pt x="165416" y="13033"/>
                  </a:lnTo>
                  <a:close/>
                </a:path>
                <a:path w="805179" h="808354">
                  <a:moveTo>
                    <a:pt x="71531" y="34756"/>
                  </a:moveTo>
                  <a:lnTo>
                    <a:pt x="53648" y="47790"/>
                  </a:lnTo>
                  <a:lnTo>
                    <a:pt x="44707" y="56479"/>
                  </a:lnTo>
                  <a:lnTo>
                    <a:pt x="40236" y="60823"/>
                  </a:lnTo>
                  <a:lnTo>
                    <a:pt x="35765" y="60823"/>
                  </a:lnTo>
                  <a:lnTo>
                    <a:pt x="31294" y="56479"/>
                  </a:lnTo>
                  <a:lnTo>
                    <a:pt x="31294" y="47790"/>
                  </a:lnTo>
                  <a:lnTo>
                    <a:pt x="40236" y="39100"/>
                  </a:lnTo>
                  <a:lnTo>
                    <a:pt x="44707" y="39100"/>
                  </a:lnTo>
                  <a:lnTo>
                    <a:pt x="62589" y="21722"/>
                  </a:lnTo>
                  <a:lnTo>
                    <a:pt x="67060" y="21722"/>
                  </a:lnTo>
                  <a:lnTo>
                    <a:pt x="71531" y="21722"/>
                  </a:lnTo>
                  <a:lnTo>
                    <a:pt x="76002" y="21722"/>
                  </a:lnTo>
                  <a:lnTo>
                    <a:pt x="76002" y="26067"/>
                  </a:lnTo>
                  <a:lnTo>
                    <a:pt x="76002" y="30411"/>
                  </a:lnTo>
                  <a:lnTo>
                    <a:pt x="71531" y="34756"/>
                  </a:lnTo>
                  <a:close/>
                </a:path>
                <a:path w="805179" h="808354">
                  <a:moveTo>
                    <a:pt x="22353" y="104269"/>
                  </a:moveTo>
                  <a:lnTo>
                    <a:pt x="17882" y="108613"/>
                  </a:lnTo>
                  <a:lnTo>
                    <a:pt x="13412" y="134681"/>
                  </a:lnTo>
                  <a:lnTo>
                    <a:pt x="13412" y="143370"/>
                  </a:lnTo>
                  <a:lnTo>
                    <a:pt x="13412" y="147714"/>
                  </a:lnTo>
                  <a:lnTo>
                    <a:pt x="8941" y="147714"/>
                  </a:lnTo>
                  <a:lnTo>
                    <a:pt x="4470" y="147714"/>
                  </a:lnTo>
                  <a:lnTo>
                    <a:pt x="0" y="143370"/>
                  </a:lnTo>
                  <a:lnTo>
                    <a:pt x="0" y="134681"/>
                  </a:lnTo>
                  <a:lnTo>
                    <a:pt x="4470" y="108613"/>
                  </a:lnTo>
                  <a:lnTo>
                    <a:pt x="8941" y="99924"/>
                  </a:lnTo>
                  <a:lnTo>
                    <a:pt x="8941" y="95580"/>
                  </a:lnTo>
                  <a:lnTo>
                    <a:pt x="13412" y="95580"/>
                  </a:lnTo>
                  <a:lnTo>
                    <a:pt x="17882" y="95580"/>
                  </a:lnTo>
                  <a:lnTo>
                    <a:pt x="17882" y="99924"/>
                  </a:lnTo>
                  <a:lnTo>
                    <a:pt x="22353" y="104269"/>
                  </a:lnTo>
                  <a:close/>
                </a:path>
                <a:path w="805179" h="808354">
                  <a:moveTo>
                    <a:pt x="13412" y="195504"/>
                  </a:moveTo>
                  <a:lnTo>
                    <a:pt x="13412" y="238950"/>
                  </a:lnTo>
                  <a:lnTo>
                    <a:pt x="13412" y="243295"/>
                  </a:lnTo>
                  <a:lnTo>
                    <a:pt x="8941" y="243295"/>
                  </a:lnTo>
                  <a:lnTo>
                    <a:pt x="4470" y="243295"/>
                  </a:lnTo>
                  <a:lnTo>
                    <a:pt x="0" y="238950"/>
                  </a:lnTo>
                  <a:lnTo>
                    <a:pt x="0" y="195504"/>
                  </a:lnTo>
                  <a:lnTo>
                    <a:pt x="4470" y="191160"/>
                  </a:lnTo>
                  <a:lnTo>
                    <a:pt x="8941" y="191160"/>
                  </a:lnTo>
                  <a:lnTo>
                    <a:pt x="13412" y="191160"/>
                  </a:lnTo>
                  <a:lnTo>
                    <a:pt x="13412" y="195504"/>
                  </a:lnTo>
                  <a:close/>
                </a:path>
                <a:path w="805179" h="808354">
                  <a:moveTo>
                    <a:pt x="13412" y="291085"/>
                  </a:moveTo>
                  <a:lnTo>
                    <a:pt x="13412" y="330186"/>
                  </a:lnTo>
                  <a:lnTo>
                    <a:pt x="13412" y="334530"/>
                  </a:lnTo>
                  <a:lnTo>
                    <a:pt x="13412" y="338875"/>
                  </a:lnTo>
                  <a:lnTo>
                    <a:pt x="8941" y="338875"/>
                  </a:lnTo>
                  <a:lnTo>
                    <a:pt x="4470" y="338875"/>
                  </a:lnTo>
                  <a:lnTo>
                    <a:pt x="0" y="334530"/>
                  </a:lnTo>
                  <a:lnTo>
                    <a:pt x="0" y="330186"/>
                  </a:lnTo>
                  <a:lnTo>
                    <a:pt x="0" y="291085"/>
                  </a:lnTo>
                  <a:lnTo>
                    <a:pt x="0" y="286740"/>
                  </a:lnTo>
                  <a:lnTo>
                    <a:pt x="4470" y="286740"/>
                  </a:lnTo>
                  <a:lnTo>
                    <a:pt x="8941" y="282396"/>
                  </a:lnTo>
                  <a:lnTo>
                    <a:pt x="13412" y="286740"/>
                  </a:lnTo>
                  <a:lnTo>
                    <a:pt x="13412" y="291085"/>
                  </a:lnTo>
                  <a:close/>
                </a:path>
                <a:path w="805179" h="808354">
                  <a:moveTo>
                    <a:pt x="13412" y="386665"/>
                  </a:moveTo>
                  <a:lnTo>
                    <a:pt x="13412" y="425766"/>
                  </a:lnTo>
                  <a:lnTo>
                    <a:pt x="13412" y="430110"/>
                  </a:lnTo>
                  <a:lnTo>
                    <a:pt x="13412" y="434455"/>
                  </a:lnTo>
                  <a:lnTo>
                    <a:pt x="8941" y="434455"/>
                  </a:lnTo>
                  <a:lnTo>
                    <a:pt x="4470" y="434455"/>
                  </a:lnTo>
                  <a:lnTo>
                    <a:pt x="4470" y="430110"/>
                  </a:lnTo>
                  <a:lnTo>
                    <a:pt x="0" y="430110"/>
                  </a:lnTo>
                  <a:lnTo>
                    <a:pt x="0" y="425766"/>
                  </a:lnTo>
                  <a:lnTo>
                    <a:pt x="0" y="386665"/>
                  </a:lnTo>
                  <a:lnTo>
                    <a:pt x="0" y="382320"/>
                  </a:lnTo>
                  <a:lnTo>
                    <a:pt x="4470" y="382320"/>
                  </a:lnTo>
                  <a:lnTo>
                    <a:pt x="8941" y="377976"/>
                  </a:lnTo>
                  <a:lnTo>
                    <a:pt x="13412" y="382320"/>
                  </a:lnTo>
                  <a:lnTo>
                    <a:pt x="13412" y="386665"/>
                  </a:lnTo>
                  <a:close/>
                </a:path>
                <a:path w="805179" h="808354">
                  <a:moveTo>
                    <a:pt x="13412" y="482245"/>
                  </a:moveTo>
                  <a:lnTo>
                    <a:pt x="13412" y="521346"/>
                  </a:lnTo>
                  <a:lnTo>
                    <a:pt x="13412" y="525691"/>
                  </a:lnTo>
                  <a:lnTo>
                    <a:pt x="13412" y="530035"/>
                  </a:lnTo>
                  <a:lnTo>
                    <a:pt x="8941" y="530035"/>
                  </a:lnTo>
                  <a:lnTo>
                    <a:pt x="4470" y="530035"/>
                  </a:lnTo>
                  <a:lnTo>
                    <a:pt x="4470" y="525691"/>
                  </a:lnTo>
                  <a:lnTo>
                    <a:pt x="0" y="525691"/>
                  </a:lnTo>
                  <a:lnTo>
                    <a:pt x="0" y="521346"/>
                  </a:lnTo>
                  <a:lnTo>
                    <a:pt x="0" y="482245"/>
                  </a:lnTo>
                  <a:lnTo>
                    <a:pt x="0" y="477900"/>
                  </a:lnTo>
                  <a:lnTo>
                    <a:pt x="4470" y="477900"/>
                  </a:lnTo>
                  <a:lnTo>
                    <a:pt x="8941" y="473556"/>
                  </a:lnTo>
                  <a:lnTo>
                    <a:pt x="13412" y="477900"/>
                  </a:lnTo>
                  <a:lnTo>
                    <a:pt x="13412" y="482245"/>
                  </a:lnTo>
                  <a:close/>
                </a:path>
                <a:path w="805179" h="808354">
                  <a:moveTo>
                    <a:pt x="13412" y="577825"/>
                  </a:moveTo>
                  <a:lnTo>
                    <a:pt x="13412" y="616926"/>
                  </a:lnTo>
                  <a:lnTo>
                    <a:pt x="13412" y="621271"/>
                  </a:lnTo>
                  <a:lnTo>
                    <a:pt x="8941" y="625615"/>
                  </a:lnTo>
                  <a:lnTo>
                    <a:pt x="4470" y="621271"/>
                  </a:lnTo>
                  <a:lnTo>
                    <a:pt x="0" y="621271"/>
                  </a:lnTo>
                  <a:lnTo>
                    <a:pt x="0" y="616926"/>
                  </a:lnTo>
                  <a:lnTo>
                    <a:pt x="0" y="577825"/>
                  </a:lnTo>
                  <a:lnTo>
                    <a:pt x="0" y="573481"/>
                  </a:lnTo>
                  <a:lnTo>
                    <a:pt x="4470" y="573481"/>
                  </a:lnTo>
                  <a:lnTo>
                    <a:pt x="8941" y="569136"/>
                  </a:lnTo>
                  <a:lnTo>
                    <a:pt x="13412" y="573481"/>
                  </a:lnTo>
                  <a:lnTo>
                    <a:pt x="13412" y="577825"/>
                  </a:lnTo>
                  <a:close/>
                </a:path>
                <a:path w="805179" h="808354">
                  <a:moveTo>
                    <a:pt x="13412" y="673405"/>
                  </a:moveTo>
                  <a:lnTo>
                    <a:pt x="17882" y="699473"/>
                  </a:lnTo>
                  <a:lnTo>
                    <a:pt x="17882" y="695128"/>
                  </a:lnTo>
                  <a:lnTo>
                    <a:pt x="22353" y="708162"/>
                  </a:lnTo>
                  <a:lnTo>
                    <a:pt x="22353" y="712506"/>
                  </a:lnTo>
                  <a:lnTo>
                    <a:pt x="17882" y="716851"/>
                  </a:lnTo>
                  <a:lnTo>
                    <a:pt x="13412" y="716851"/>
                  </a:lnTo>
                  <a:lnTo>
                    <a:pt x="8941" y="712506"/>
                  </a:lnTo>
                  <a:lnTo>
                    <a:pt x="4470" y="699473"/>
                  </a:lnTo>
                  <a:lnTo>
                    <a:pt x="0" y="673405"/>
                  </a:lnTo>
                  <a:lnTo>
                    <a:pt x="0" y="669061"/>
                  </a:lnTo>
                  <a:lnTo>
                    <a:pt x="4470" y="664716"/>
                  </a:lnTo>
                  <a:lnTo>
                    <a:pt x="8941" y="664716"/>
                  </a:lnTo>
                  <a:lnTo>
                    <a:pt x="13412" y="664716"/>
                  </a:lnTo>
                  <a:lnTo>
                    <a:pt x="13412" y="669061"/>
                  </a:lnTo>
                  <a:lnTo>
                    <a:pt x="13412" y="673405"/>
                  </a:lnTo>
                  <a:close/>
                </a:path>
                <a:path w="805179" h="808354">
                  <a:moveTo>
                    <a:pt x="49177" y="755952"/>
                  </a:moveTo>
                  <a:lnTo>
                    <a:pt x="53648" y="760297"/>
                  </a:lnTo>
                  <a:lnTo>
                    <a:pt x="71531" y="773330"/>
                  </a:lnTo>
                  <a:lnTo>
                    <a:pt x="76002" y="777675"/>
                  </a:lnTo>
                  <a:lnTo>
                    <a:pt x="80472" y="782019"/>
                  </a:lnTo>
                  <a:lnTo>
                    <a:pt x="80472" y="786364"/>
                  </a:lnTo>
                  <a:lnTo>
                    <a:pt x="76002" y="790708"/>
                  </a:lnTo>
                  <a:lnTo>
                    <a:pt x="71531" y="790708"/>
                  </a:lnTo>
                  <a:lnTo>
                    <a:pt x="62589" y="786364"/>
                  </a:lnTo>
                  <a:lnTo>
                    <a:pt x="44707" y="768986"/>
                  </a:lnTo>
                  <a:lnTo>
                    <a:pt x="40236" y="768986"/>
                  </a:lnTo>
                  <a:lnTo>
                    <a:pt x="35765" y="764641"/>
                  </a:lnTo>
                  <a:lnTo>
                    <a:pt x="35765" y="755952"/>
                  </a:lnTo>
                  <a:lnTo>
                    <a:pt x="35765" y="751607"/>
                  </a:lnTo>
                  <a:lnTo>
                    <a:pt x="44707" y="751607"/>
                  </a:lnTo>
                  <a:lnTo>
                    <a:pt x="49177" y="755952"/>
                  </a:lnTo>
                  <a:close/>
                </a:path>
                <a:path w="805179" h="808354">
                  <a:moveTo>
                    <a:pt x="129650" y="795053"/>
                  </a:moveTo>
                  <a:lnTo>
                    <a:pt x="143062" y="795053"/>
                  </a:lnTo>
                  <a:lnTo>
                    <a:pt x="169887" y="795053"/>
                  </a:lnTo>
                  <a:lnTo>
                    <a:pt x="174357" y="795053"/>
                  </a:lnTo>
                  <a:lnTo>
                    <a:pt x="174357" y="799398"/>
                  </a:lnTo>
                  <a:lnTo>
                    <a:pt x="174357" y="808087"/>
                  </a:lnTo>
                  <a:lnTo>
                    <a:pt x="169887" y="808087"/>
                  </a:lnTo>
                  <a:lnTo>
                    <a:pt x="138592" y="808087"/>
                  </a:lnTo>
                  <a:lnTo>
                    <a:pt x="125179" y="808087"/>
                  </a:lnTo>
                  <a:lnTo>
                    <a:pt x="125179" y="803742"/>
                  </a:lnTo>
                  <a:lnTo>
                    <a:pt x="120709" y="803742"/>
                  </a:lnTo>
                  <a:lnTo>
                    <a:pt x="120709" y="799398"/>
                  </a:lnTo>
                  <a:lnTo>
                    <a:pt x="120709" y="795053"/>
                  </a:lnTo>
                  <a:lnTo>
                    <a:pt x="125179" y="795053"/>
                  </a:lnTo>
                  <a:lnTo>
                    <a:pt x="129650" y="795053"/>
                  </a:lnTo>
                  <a:close/>
                </a:path>
                <a:path w="805179" h="808354">
                  <a:moveTo>
                    <a:pt x="223535" y="795053"/>
                  </a:moveTo>
                  <a:lnTo>
                    <a:pt x="268242" y="795053"/>
                  </a:lnTo>
                  <a:lnTo>
                    <a:pt x="272713" y="795053"/>
                  </a:lnTo>
                  <a:lnTo>
                    <a:pt x="272713" y="799398"/>
                  </a:lnTo>
                  <a:lnTo>
                    <a:pt x="272713" y="808087"/>
                  </a:lnTo>
                  <a:lnTo>
                    <a:pt x="268242" y="808087"/>
                  </a:lnTo>
                  <a:lnTo>
                    <a:pt x="223535" y="808087"/>
                  </a:lnTo>
                  <a:lnTo>
                    <a:pt x="219064" y="808087"/>
                  </a:lnTo>
                  <a:lnTo>
                    <a:pt x="219064" y="803742"/>
                  </a:lnTo>
                  <a:lnTo>
                    <a:pt x="219064" y="799398"/>
                  </a:lnTo>
                  <a:lnTo>
                    <a:pt x="219064" y="795053"/>
                  </a:lnTo>
                  <a:lnTo>
                    <a:pt x="223535" y="795053"/>
                  </a:lnTo>
                  <a:close/>
                </a:path>
                <a:path w="805179" h="808354">
                  <a:moveTo>
                    <a:pt x="321891" y="795053"/>
                  </a:moveTo>
                  <a:lnTo>
                    <a:pt x="366598" y="795053"/>
                  </a:lnTo>
                  <a:lnTo>
                    <a:pt x="371069" y="795053"/>
                  </a:lnTo>
                  <a:lnTo>
                    <a:pt x="371069" y="799398"/>
                  </a:lnTo>
                  <a:lnTo>
                    <a:pt x="371069" y="808087"/>
                  </a:lnTo>
                  <a:lnTo>
                    <a:pt x="366598" y="808087"/>
                  </a:lnTo>
                  <a:lnTo>
                    <a:pt x="321891" y="808087"/>
                  </a:lnTo>
                  <a:lnTo>
                    <a:pt x="317420" y="808087"/>
                  </a:lnTo>
                  <a:lnTo>
                    <a:pt x="317420" y="803742"/>
                  </a:lnTo>
                  <a:lnTo>
                    <a:pt x="317420" y="799398"/>
                  </a:lnTo>
                  <a:lnTo>
                    <a:pt x="317420" y="795053"/>
                  </a:lnTo>
                  <a:lnTo>
                    <a:pt x="321891" y="795053"/>
                  </a:lnTo>
                  <a:close/>
                </a:path>
                <a:path w="805179" h="808354">
                  <a:moveTo>
                    <a:pt x="420247" y="795053"/>
                  </a:moveTo>
                  <a:lnTo>
                    <a:pt x="460483" y="795053"/>
                  </a:lnTo>
                  <a:lnTo>
                    <a:pt x="464954" y="795053"/>
                  </a:lnTo>
                  <a:lnTo>
                    <a:pt x="469424" y="795053"/>
                  </a:lnTo>
                  <a:lnTo>
                    <a:pt x="469424" y="799398"/>
                  </a:lnTo>
                  <a:lnTo>
                    <a:pt x="469424" y="808087"/>
                  </a:lnTo>
                  <a:lnTo>
                    <a:pt x="464954" y="808087"/>
                  </a:lnTo>
                  <a:lnTo>
                    <a:pt x="460483" y="808087"/>
                  </a:lnTo>
                  <a:lnTo>
                    <a:pt x="420247" y="808087"/>
                  </a:lnTo>
                  <a:lnTo>
                    <a:pt x="415776" y="808087"/>
                  </a:lnTo>
                  <a:lnTo>
                    <a:pt x="415776" y="803742"/>
                  </a:lnTo>
                  <a:lnTo>
                    <a:pt x="415776" y="799398"/>
                  </a:lnTo>
                  <a:lnTo>
                    <a:pt x="415776" y="795053"/>
                  </a:lnTo>
                  <a:lnTo>
                    <a:pt x="420247" y="795053"/>
                  </a:lnTo>
                  <a:close/>
                </a:path>
                <a:path w="805179" h="808354">
                  <a:moveTo>
                    <a:pt x="518602" y="795053"/>
                  </a:moveTo>
                  <a:lnTo>
                    <a:pt x="558839" y="795053"/>
                  </a:lnTo>
                  <a:lnTo>
                    <a:pt x="563309" y="795053"/>
                  </a:lnTo>
                  <a:lnTo>
                    <a:pt x="567780" y="799398"/>
                  </a:lnTo>
                  <a:lnTo>
                    <a:pt x="563309" y="808087"/>
                  </a:lnTo>
                  <a:lnTo>
                    <a:pt x="558839" y="808087"/>
                  </a:lnTo>
                  <a:lnTo>
                    <a:pt x="518602" y="808087"/>
                  </a:lnTo>
                  <a:lnTo>
                    <a:pt x="514132" y="808087"/>
                  </a:lnTo>
                  <a:lnTo>
                    <a:pt x="514132" y="803742"/>
                  </a:lnTo>
                  <a:lnTo>
                    <a:pt x="509661" y="799398"/>
                  </a:lnTo>
                  <a:lnTo>
                    <a:pt x="514132" y="799398"/>
                  </a:lnTo>
                  <a:lnTo>
                    <a:pt x="514132" y="795053"/>
                  </a:lnTo>
                  <a:lnTo>
                    <a:pt x="518602" y="795053"/>
                  </a:lnTo>
                  <a:close/>
                </a:path>
                <a:path w="805179" h="808354">
                  <a:moveTo>
                    <a:pt x="616958" y="795053"/>
                  </a:moveTo>
                  <a:lnTo>
                    <a:pt x="657194" y="795053"/>
                  </a:lnTo>
                  <a:lnTo>
                    <a:pt x="661665" y="795053"/>
                  </a:lnTo>
                  <a:lnTo>
                    <a:pt x="666136" y="799398"/>
                  </a:lnTo>
                  <a:lnTo>
                    <a:pt x="661665" y="808087"/>
                  </a:lnTo>
                  <a:lnTo>
                    <a:pt x="657194" y="808087"/>
                  </a:lnTo>
                  <a:lnTo>
                    <a:pt x="616958" y="808087"/>
                  </a:lnTo>
                  <a:lnTo>
                    <a:pt x="612487" y="808087"/>
                  </a:lnTo>
                  <a:lnTo>
                    <a:pt x="608017" y="803742"/>
                  </a:lnTo>
                  <a:lnTo>
                    <a:pt x="608017" y="799398"/>
                  </a:lnTo>
                  <a:lnTo>
                    <a:pt x="612487" y="795053"/>
                  </a:lnTo>
                  <a:lnTo>
                    <a:pt x="616958" y="795053"/>
                  </a:lnTo>
                  <a:close/>
                </a:path>
                <a:path w="805179" h="808354">
                  <a:moveTo>
                    <a:pt x="710843" y="786364"/>
                  </a:moveTo>
                  <a:lnTo>
                    <a:pt x="715314" y="786364"/>
                  </a:lnTo>
                  <a:lnTo>
                    <a:pt x="737667" y="773330"/>
                  </a:lnTo>
                  <a:lnTo>
                    <a:pt x="746609" y="768986"/>
                  </a:lnTo>
                  <a:lnTo>
                    <a:pt x="746609" y="764641"/>
                  </a:lnTo>
                  <a:lnTo>
                    <a:pt x="751079" y="764641"/>
                  </a:lnTo>
                  <a:lnTo>
                    <a:pt x="755550" y="768986"/>
                  </a:lnTo>
                  <a:lnTo>
                    <a:pt x="755550" y="773330"/>
                  </a:lnTo>
                  <a:lnTo>
                    <a:pt x="755550" y="777675"/>
                  </a:lnTo>
                  <a:lnTo>
                    <a:pt x="746609" y="786364"/>
                  </a:lnTo>
                  <a:lnTo>
                    <a:pt x="742138" y="786364"/>
                  </a:lnTo>
                  <a:lnTo>
                    <a:pt x="719784" y="795053"/>
                  </a:lnTo>
                  <a:lnTo>
                    <a:pt x="719784" y="799398"/>
                  </a:lnTo>
                  <a:lnTo>
                    <a:pt x="715314" y="799398"/>
                  </a:lnTo>
                  <a:lnTo>
                    <a:pt x="710843" y="799398"/>
                  </a:lnTo>
                  <a:lnTo>
                    <a:pt x="706372" y="795053"/>
                  </a:lnTo>
                  <a:lnTo>
                    <a:pt x="706372" y="790708"/>
                  </a:lnTo>
                  <a:lnTo>
                    <a:pt x="710843" y="786364"/>
                  </a:lnTo>
                  <a:close/>
                </a:path>
                <a:path w="805179" h="808354">
                  <a:moveTo>
                    <a:pt x="777904" y="725540"/>
                  </a:moveTo>
                  <a:lnTo>
                    <a:pt x="782374" y="721196"/>
                  </a:lnTo>
                  <a:lnTo>
                    <a:pt x="786845" y="695128"/>
                  </a:lnTo>
                  <a:lnTo>
                    <a:pt x="786845" y="699473"/>
                  </a:lnTo>
                  <a:lnTo>
                    <a:pt x="791316" y="690784"/>
                  </a:lnTo>
                  <a:lnTo>
                    <a:pt x="791316" y="686439"/>
                  </a:lnTo>
                  <a:lnTo>
                    <a:pt x="795787" y="686439"/>
                  </a:lnTo>
                  <a:lnTo>
                    <a:pt x="800257" y="686439"/>
                  </a:lnTo>
                  <a:lnTo>
                    <a:pt x="804728" y="690784"/>
                  </a:lnTo>
                  <a:lnTo>
                    <a:pt x="800257" y="699473"/>
                  </a:lnTo>
                  <a:lnTo>
                    <a:pt x="795787" y="725540"/>
                  </a:lnTo>
                  <a:lnTo>
                    <a:pt x="791316" y="734229"/>
                  </a:lnTo>
                  <a:lnTo>
                    <a:pt x="786845" y="738574"/>
                  </a:lnTo>
                  <a:lnTo>
                    <a:pt x="782374" y="738574"/>
                  </a:lnTo>
                  <a:lnTo>
                    <a:pt x="777904" y="734229"/>
                  </a:lnTo>
                  <a:lnTo>
                    <a:pt x="777904" y="729885"/>
                  </a:lnTo>
                  <a:lnTo>
                    <a:pt x="777904" y="725540"/>
                  </a:lnTo>
                  <a:close/>
                </a:path>
                <a:path w="805179" h="808354">
                  <a:moveTo>
                    <a:pt x="791316" y="638649"/>
                  </a:moveTo>
                  <a:lnTo>
                    <a:pt x="791316" y="595203"/>
                  </a:lnTo>
                  <a:lnTo>
                    <a:pt x="791316" y="590859"/>
                  </a:lnTo>
                  <a:lnTo>
                    <a:pt x="795787" y="590859"/>
                  </a:lnTo>
                  <a:lnTo>
                    <a:pt x="800257" y="590859"/>
                  </a:lnTo>
                  <a:lnTo>
                    <a:pt x="804728" y="590859"/>
                  </a:lnTo>
                  <a:lnTo>
                    <a:pt x="804728" y="595203"/>
                  </a:lnTo>
                  <a:lnTo>
                    <a:pt x="804728" y="638649"/>
                  </a:lnTo>
                  <a:lnTo>
                    <a:pt x="804728" y="642994"/>
                  </a:lnTo>
                  <a:lnTo>
                    <a:pt x="800257" y="642994"/>
                  </a:lnTo>
                  <a:lnTo>
                    <a:pt x="795787" y="642994"/>
                  </a:lnTo>
                  <a:lnTo>
                    <a:pt x="791316" y="642994"/>
                  </a:lnTo>
                  <a:lnTo>
                    <a:pt x="791316" y="638649"/>
                  </a:lnTo>
                  <a:close/>
                </a:path>
                <a:path w="805179" h="808354">
                  <a:moveTo>
                    <a:pt x="791316" y="543069"/>
                  </a:moveTo>
                  <a:lnTo>
                    <a:pt x="791316" y="503968"/>
                  </a:lnTo>
                  <a:lnTo>
                    <a:pt x="791316" y="499623"/>
                  </a:lnTo>
                  <a:lnTo>
                    <a:pt x="791316" y="495279"/>
                  </a:lnTo>
                  <a:lnTo>
                    <a:pt x="795787" y="495279"/>
                  </a:lnTo>
                  <a:lnTo>
                    <a:pt x="800257" y="495279"/>
                  </a:lnTo>
                  <a:lnTo>
                    <a:pt x="804728" y="495279"/>
                  </a:lnTo>
                  <a:lnTo>
                    <a:pt x="804728" y="499623"/>
                  </a:lnTo>
                  <a:lnTo>
                    <a:pt x="804728" y="503968"/>
                  </a:lnTo>
                  <a:lnTo>
                    <a:pt x="804728" y="543069"/>
                  </a:lnTo>
                  <a:lnTo>
                    <a:pt x="804728" y="547413"/>
                  </a:lnTo>
                  <a:lnTo>
                    <a:pt x="800257" y="547413"/>
                  </a:lnTo>
                  <a:lnTo>
                    <a:pt x="795787" y="547413"/>
                  </a:lnTo>
                  <a:lnTo>
                    <a:pt x="791316" y="547413"/>
                  </a:lnTo>
                  <a:lnTo>
                    <a:pt x="791316" y="543069"/>
                  </a:lnTo>
                  <a:close/>
                </a:path>
                <a:path w="805179" h="808354">
                  <a:moveTo>
                    <a:pt x="791316" y="447489"/>
                  </a:moveTo>
                  <a:lnTo>
                    <a:pt x="791316" y="408388"/>
                  </a:lnTo>
                  <a:lnTo>
                    <a:pt x="791316" y="404043"/>
                  </a:lnTo>
                  <a:lnTo>
                    <a:pt x="795787" y="399699"/>
                  </a:lnTo>
                  <a:lnTo>
                    <a:pt x="800257" y="399699"/>
                  </a:lnTo>
                  <a:lnTo>
                    <a:pt x="804728" y="404043"/>
                  </a:lnTo>
                  <a:lnTo>
                    <a:pt x="804728" y="408388"/>
                  </a:lnTo>
                  <a:lnTo>
                    <a:pt x="804728" y="447489"/>
                  </a:lnTo>
                  <a:lnTo>
                    <a:pt x="804728" y="451833"/>
                  </a:lnTo>
                  <a:lnTo>
                    <a:pt x="800257" y="451833"/>
                  </a:lnTo>
                  <a:lnTo>
                    <a:pt x="800257" y="456178"/>
                  </a:lnTo>
                  <a:lnTo>
                    <a:pt x="795787" y="451833"/>
                  </a:lnTo>
                  <a:lnTo>
                    <a:pt x="791316" y="451833"/>
                  </a:lnTo>
                  <a:lnTo>
                    <a:pt x="791316" y="447489"/>
                  </a:lnTo>
                  <a:close/>
                </a:path>
                <a:path w="805179" h="808354">
                  <a:moveTo>
                    <a:pt x="791316" y="351908"/>
                  </a:moveTo>
                  <a:lnTo>
                    <a:pt x="791316" y="312807"/>
                  </a:lnTo>
                  <a:lnTo>
                    <a:pt x="791316" y="308463"/>
                  </a:lnTo>
                  <a:lnTo>
                    <a:pt x="795787" y="304118"/>
                  </a:lnTo>
                  <a:lnTo>
                    <a:pt x="800257" y="304118"/>
                  </a:lnTo>
                  <a:lnTo>
                    <a:pt x="804728" y="308463"/>
                  </a:lnTo>
                  <a:lnTo>
                    <a:pt x="804728" y="312807"/>
                  </a:lnTo>
                  <a:lnTo>
                    <a:pt x="804728" y="351908"/>
                  </a:lnTo>
                  <a:lnTo>
                    <a:pt x="804728" y="356253"/>
                  </a:lnTo>
                  <a:lnTo>
                    <a:pt x="800257" y="360598"/>
                  </a:lnTo>
                  <a:lnTo>
                    <a:pt x="795787" y="360598"/>
                  </a:lnTo>
                  <a:lnTo>
                    <a:pt x="791316" y="356253"/>
                  </a:lnTo>
                  <a:lnTo>
                    <a:pt x="791316" y="351908"/>
                  </a:lnTo>
                  <a:close/>
                </a:path>
                <a:path w="805179" h="808354">
                  <a:moveTo>
                    <a:pt x="791316" y="256328"/>
                  </a:moveTo>
                  <a:lnTo>
                    <a:pt x="791316" y="217227"/>
                  </a:lnTo>
                  <a:lnTo>
                    <a:pt x="791316" y="212883"/>
                  </a:lnTo>
                  <a:lnTo>
                    <a:pt x="795787" y="208538"/>
                  </a:lnTo>
                  <a:lnTo>
                    <a:pt x="800257" y="208538"/>
                  </a:lnTo>
                  <a:lnTo>
                    <a:pt x="804728" y="212883"/>
                  </a:lnTo>
                  <a:lnTo>
                    <a:pt x="804728" y="217227"/>
                  </a:lnTo>
                  <a:lnTo>
                    <a:pt x="804728" y="256328"/>
                  </a:lnTo>
                  <a:lnTo>
                    <a:pt x="804728" y="260673"/>
                  </a:lnTo>
                  <a:lnTo>
                    <a:pt x="800257" y="265017"/>
                  </a:lnTo>
                  <a:lnTo>
                    <a:pt x="795787" y="265017"/>
                  </a:lnTo>
                  <a:lnTo>
                    <a:pt x="791316" y="260673"/>
                  </a:lnTo>
                  <a:lnTo>
                    <a:pt x="791316" y="256328"/>
                  </a:lnTo>
                  <a:close/>
                </a:path>
                <a:path w="805179" h="808354">
                  <a:moveTo>
                    <a:pt x="791316" y="160748"/>
                  </a:moveTo>
                  <a:lnTo>
                    <a:pt x="791316" y="134681"/>
                  </a:lnTo>
                  <a:lnTo>
                    <a:pt x="791316" y="121647"/>
                  </a:lnTo>
                  <a:lnTo>
                    <a:pt x="791316" y="117302"/>
                  </a:lnTo>
                  <a:lnTo>
                    <a:pt x="795787" y="117302"/>
                  </a:lnTo>
                  <a:lnTo>
                    <a:pt x="800257" y="117302"/>
                  </a:lnTo>
                  <a:lnTo>
                    <a:pt x="804728" y="121647"/>
                  </a:lnTo>
                  <a:lnTo>
                    <a:pt x="804728" y="134681"/>
                  </a:lnTo>
                  <a:lnTo>
                    <a:pt x="804728" y="160748"/>
                  </a:lnTo>
                  <a:lnTo>
                    <a:pt x="804728" y="165093"/>
                  </a:lnTo>
                  <a:lnTo>
                    <a:pt x="804728" y="169437"/>
                  </a:lnTo>
                  <a:lnTo>
                    <a:pt x="800257" y="169437"/>
                  </a:lnTo>
                  <a:lnTo>
                    <a:pt x="795787" y="169437"/>
                  </a:lnTo>
                  <a:lnTo>
                    <a:pt x="791316" y="169437"/>
                  </a:lnTo>
                  <a:lnTo>
                    <a:pt x="791316" y="165093"/>
                  </a:lnTo>
                  <a:lnTo>
                    <a:pt x="791316" y="160748"/>
                  </a:lnTo>
                  <a:close/>
                </a:path>
                <a:path w="805179" h="808354">
                  <a:moveTo>
                    <a:pt x="773433" y="73857"/>
                  </a:moveTo>
                  <a:lnTo>
                    <a:pt x="768962" y="65168"/>
                  </a:lnTo>
                  <a:lnTo>
                    <a:pt x="755550" y="47790"/>
                  </a:lnTo>
                  <a:lnTo>
                    <a:pt x="751079" y="43445"/>
                  </a:lnTo>
                  <a:lnTo>
                    <a:pt x="746609" y="39100"/>
                  </a:lnTo>
                  <a:lnTo>
                    <a:pt x="746609" y="34756"/>
                  </a:lnTo>
                  <a:lnTo>
                    <a:pt x="755550" y="30411"/>
                  </a:lnTo>
                  <a:lnTo>
                    <a:pt x="755550" y="34756"/>
                  </a:lnTo>
                  <a:lnTo>
                    <a:pt x="760021" y="34756"/>
                  </a:lnTo>
                  <a:lnTo>
                    <a:pt x="764492" y="39100"/>
                  </a:lnTo>
                  <a:lnTo>
                    <a:pt x="782374" y="60823"/>
                  </a:lnTo>
                  <a:lnTo>
                    <a:pt x="786845" y="69512"/>
                  </a:lnTo>
                  <a:lnTo>
                    <a:pt x="786845" y="73857"/>
                  </a:lnTo>
                  <a:lnTo>
                    <a:pt x="782374" y="78201"/>
                  </a:lnTo>
                  <a:lnTo>
                    <a:pt x="777904" y="78201"/>
                  </a:lnTo>
                  <a:lnTo>
                    <a:pt x="773433" y="73857"/>
                  </a:lnTo>
                  <a:close/>
                </a:path>
                <a:path w="805179" h="808354">
                  <a:moveTo>
                    <a:pt x="701902" y="17378"/>
                  </a:moveTo>
                  <a:lnTo>
                    <a:pt x="692960" y="17378"/>
                  </a:lnTo>
                  <a:lnTo>
                    <a:pt x="666136" y="13033"/>
                  </a:lnTo>
                  <a:lnTo>
                    <a:pt x="661665" y="13033"/>
                  </a:lnTo>
                  <a:lnTo>
                    <a:pt x="661665" y="8689"/>
                  </a:lnTo>
                  <a:lnTo>
                    <a:pt x="661665" y="4344"/>
                  </a:lnTo>
                  <a:lnTo>
                    <a:pt x="661665" y="0"/>
                  </a:lnTo>
                  <a:lnTo>
                    <a:pt x="666136" y="0"/>
                  </a:lnTo>
                  <a:lnTo>
                    <a:pt x="692960" y="4344"/>
                  </a:lnTo>
                  <a:lnTo>
                    <a:pt x="697431" y="4344"/>
                  </a:lnTo>
                  <a:lnTo>
                    <a:pt x="706372" y="4344"/>
                  </a:lnTo>
                  <a:lnTo>
                    <a:pt x="710843" y="8689"/>
                  </a:lnTo>
                  <a:lnTo>
                    <a:pt x="710843" y="13033"/>
                  </a:lnTo>
                  <a:lnTo>
                    <a:pt x="710843" y="17378"/>
                  </a:lnTo>
                  <a:lnTo>
                    <a:pt x="706372" y="21722"/>
                  </a:lnTo>
                  <a:lnTo>
                    <a:pt x="701902" y="17378"/>
                  </a:lnTo>
                  <a:close/>
                </a:path>
              </a:pathLst>
            </a:custGeom>
            <a:ln w="44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385231" y="4161207"/>
              <a:ext cx="568325" cy="678180"/>
            </a:xfrm>
            <a:custGeom>
              <a:avLst/>
              <a:gdLst/>
              <a:ahLst/>
              <a:cxnLst/>
              <a:rect l="l" t="t" r="r" b="b"/>
              <a:pathLst>
                <a:path w="568325" h="678179">
                  <a:moveTo>
                    <a:pt x="433659" y="677750"/>
                  </a:moveTo>
                  <a:lnTo>
                    <a:pt x="393422" y="677750"/>
                  </a:lnTo>
                  <a:lnTo>
                    <a:pt x="388952" y="673405"/>
                  </a:lnTo>
                  <a:lnTo>
                    <a:pt x="384481" y="673405"/>
                  </a:lnTo>
                  <a:lnTo>
                    <a:pt x="384481" y="669061"/>
                  </a:lnTo>
                  <a:lnTo>
                    <a:pt x="388952" y="664716"/>
                  </a:lnTo>
                  <a:lnTo>
                    <a:pt x="438129" y="664716"/>
                  </a:lnTo>
                  <a:lnTo>
                    <a:pt x="438129" y="669061"/>
                  </a:lnTo>
                  <a:lnTo>
                    <a:pt x="442600" y="669061"/>
                  </a:lnTo>
                  <a:lnTo>
                    <a:pt x="433659" y="677750"/>
                  </a:lnTo>
                  <a:close/>
                </a:path>
                <a:path w="568325" h="678179">
                  <a:moveTo>
                    <a:pt x="344244" y="673405"/>
                  </a:moveTo>
                  <a:lnTo>
                    <a:pt x="286125" y="673405"/>
                  </a:lnTo>
                  <a:lnTo>
                    <a:pt x="286125" y="669061"/>
                  </a:lnTo>
                  <a:lnTo>
                    <a:pt x="290596" y="664716"/>
                  </a:lnTo>
                  <a:lnTo>
                    <a:pt x="339769" y="664716"/>
                  </a:lnTo>
                  <a:lnTo>
                    <a:pt x="344244" y="669061"/>
                  </a:lnTo>
                  <a:lnTo>
                    <a:pt x="344244" y="673405"/>
                  </a:lnTo>
                  <a:close/>
                </a:path>
                <a:path w="568325" h="678179">
                  <a:moveTo>
                    <a:pt x="335303" y="677750"/>
                  </a:moveTo>
                  <a:lnTo>
                    <a:pt x="295067" y="677750"/>
                  </a:lnTo>
                  <a:lnTo>
                    <a:pt x="290596" y="673405"/>
                  </a:lnTo>
                  <a:lnTo>
                    <a:pt x="339769" y="673405"/>
                  </a:lnTo>
                  <a:lnTo>
                    <a:pt x="335303" y="677750"/>
                  </a:lnTo>
                  <a:close/>
                </a:path>
                <a:path w="568325" h="678179">
                  <a:moveTo>
                    <a:pt x="245889" y="673405"/>
                  </a:moveTo>
                  <a:lnTo>
                    <a:pt x="187769" y="673405"/>
                  </a:lnTo>
                  <a:lnTo>
                    <a:pt x="187769" y="669061"/>
                  </a:lnTo>
                  <a:lnTo>
                    <a:pt x="192240" y="664716"/>
                  </a:lnTo>
                  <a:lnTo>
                    <a:pt x="241418" y="664716"/>
                  </a:lnTo>
                  <a:lnTo>
                    <a:pt x="245889" y="669061"/>
                  </a:lnTo>
                  <a:lnTo>
                    <a:pt x="245889" y="673405"/>
                  </a:lnTo>
                  <a:close/>
                </a:path>
                <a:path w="568325" h="678179">
                  <a:moveTo>
                    <a:pt x="236947" y="677750"/>
                  </a:moveTo>
                  <a:lnTo>
                    <a:pt x="196711" y="677750"/>
                  </a:lnTo>
                  <a:lnTo>
                    <a:pt x="192240" y="673405"/>
                  </a:lnTo>
                  <a:lnTo>
                    <a:pt x="241418" y="673405"/>
                  </a:lnTo>
                  <a:lnTo>
                    <a:pt x="236947" y="677750"/>
                  </a:lnTo>
                  <a:close/>
                </a:path>
                <a:path w="568325" h="678179">
                  <a:moveTo>
                    <a:pt x="138587" y="677750"/>
                  </a:moveTo>
                  <a:lnTo>
                    <a:pt x="93884" y="677750"/>
                  </a:lnTo>
                  <a:lnTo>
                    <a:pt x="93884" y="664716"/>
                  </a:lnTo>
                  <a:lnTo>
                    <a:pt x="147533" y="664716"/>
                  </a:lnTo>
                  <a:lnTo>
                    <a:pt x="147533" y="673405"/>
                  </a:lnTo>
                  <a:lnTo>
                    <a:pt x="138587" y="677750"/>
                  </a:lnTo>
                  <a:close/>
                </a:path>
                <a:path w="568325" h="678179">
                  <a:moveTo>
                    <a:pt x="532014" y="651683"/>
                  </a:moveTo>
                  <a:lnTo>
                    <a:pt x="514132" y="651683"/>
                  </a:lnTo>
                  <a:lnTo>
                    <a:pt x="523073" y="642994"/>
                  </a:lnTo>
                  <a:lnTo>
                    <a:pt x="532014" y="642994"/>
                  </a:lnTo>
                  <a:lnTo>
                    <a:pt x="532014" y="651683"/>
                  </a:lnTo>
                  <a:close/>
                </a:path>
                <a:path w="568325" h="678179">
                  <a:moveTo>
                    <a:pt x="491778" y="673405"/>
                  </a:moveTo>
                  <a:lnTo>
                    <a:pt x="487307" y="673405"/>
                  </a:lnTo>
                  <a:lnTo>
                    <a:pt x="482837" y="669061"/>
                  </a:lnTo>
                  <a:lnTo>
                    <a:pt x="482837" y="664716"/>
                  </a:lnTo>
                  <a:lnTo>
                    <a:pt x="487307" y="660372"/>
                  </a:lnTo>
                  <a:lnTo>
                    <a:pt x="500715" y="656027"/>
                  </a:lnTo>
                  <a:lnTo>
                    <a:pt x="514132" y="647338"/>
                  </a:lnTo>
                  <a:lnTo>
                    <a:pt x="514132" y="651683"/>
                  </a:lnTo>
                  <a:lnTo>
                    <a:pt x="532014" y="651683"/>
                  </a:lnTo>
                  <a:lnTo>
                    <a:pt x="532014" y="656027"/>
                  </a:lnTo>
                  <a:lnTo>
                    <a:pt x="505190" y="669061"/>
                  </a:lnTo>
                  <a:lnTo>
                    <a:pt x="491778" y="673405"/>
                  </a:lnTo>
                  <a:close/>
                </a:path>
                <a:path w="568325" h="678179">
                  <a:moveTo>
                    <a:pt x="53648" y="660372"/>
                  </a:moveTo>
                  <a:lnTo>
                    <a:pt x="40236" y="660372"/>
                  </a:lnTo>
                  <a:lnTo>
                    <a:pt x="26824" y="647338"/>
                  </a:lnTo>
                  <a:lnTo>
                    <a:pt x="17878" y="634304"/>
                  </a:lnTo>
                  <a:lnTo>
                    <a:pt x="13412" y="625615"/>
                  </a:lnTo>
                  <a:lnTo>
                    <a:pt x="13412" y="616926"/>
                  </a:lnTo>
                  <a:lnTo>
                    <a:pt x="22353" y="616926"/>
                  </a:lnTo>
                  <a:lnTo>
                    <a:pt x="26824" y="621271"/>
                  </a:lnTo>
                  <a:lnTo>
                    <a:pt x="26824" y="629960"/>
                  </a:lnTo>
                  <a:lnTo>
                    <a:pt x="31294" y="629960"/>
                  </a:lnTo>
                  <a:lnTo>
                    <a:pt x="53648" y="651683"/>
                  </a:lnTo>
                  <a:lnTo>
                    <a:pt x="53648" y="660372"/>
                  </a:lnTo>
                  <a:close/>
                </a:path>
                <a:path w="568325" h="678179">
                  <a:moveTo>
                    <a:pt x="31294" y="629960"/>
                  </a:moveTo>
                  <a:lnTo>
                    <a:pt x="26824" y="629960"/>
                  </a:lnTo>
                  <a:lnTo>
                    <a:pt x="26824" y="625615"/>
                  </a:lnTo>
                  <a:lnTo>
                    <a:pt x="31294" y="629960"/>
                  </a:lnTo>
                  <a:close/>
                </a:path>
                <a:path w="568325" h="678179">
                  <a:moveTo>
                    <a:pt x="554368" y="612582"/>
                  </a:moveTo>
                  <a:lnTo>
                    <a:pt x="549897" y="608237"/>
                  </a:lnTo>
                  <a:lnTo>
                    <a:pt x="549897" y="564792"/>
                  </a:lnTo>
                  <a:lnTo>
                    <a:pt x="554368" y="560447"/>
                  </a:lnTo>
                  <a:lnTo>
                    <a:pt x="554368" y="556102"/>
                  </a:lnTo>
                  <a:lnTo>
                    <a:pt x="563309" y="556102"/>
                  </a:lnTo>
                  <a:lnTo>
                    <a:pt x="563309" y="560447"/>
                  </a:lnTo>
                  <a:lnTo>
                    <a:pt x="567780" y="564792"/>
                  </a:lnTo>
                  <a:lnTo>
                    <a:pt x="567780" y="582170"/>
                  </a:lnTo>
                  <a:lnTo>
                    <a:pt x="563309" y="599548"/>
                  </a:lnTo>
                  <a:lnTo>
                    <a:pt x="563309" y="603893"/>
                  </a:lnTo>
                  <a:lnTo>
                    <a:pt x="554368" y="612582"/>
                  </a:lnTo>
                  <a:close/>
                </a:path>
                <a:path w="568325" h="678179">
                  <a:moveTo>
                    <a:pt x="13412" y="577825"/>
                  </a:moveTo>
                  <a:lnTo>
                    <a:pt x="0" y="577825"/>
                  </a:lnTo>
                  <a:lnTo>
                    <a:pt x="0" y="525691"/>
                  </a:lnTo>
                  <a:lnTo>
                    <a:pt x="13412" y="525691"/>
                  </a:lnTo>
                  <a:lnTo>
                    <a:pt x="13412" y="577825"/>
                  </a:lnTo>
                  <a:close/>
                </a:path>
                <a:path w="568325" h="678179">
                  <a:moveTo>
                    <a:pt x="558839" y="517001"/>
                  </a:moveTo>
                  <a:lnTo>
                    <a:pt x="549897" y="508312"/>
                  </a:lnTo>
                  <a:lnTo>
                    <a:pt x="549897" y="469211"/>
                  </a:lnTo>
                  <a:lnTo>
                    <a:pt x="554368" y="464867"/>
                  </a:lnTo>
                  <a:lnTo>
                    <a:pt x="554368" y="460522"/>
                  </a:lnTo>
                  <a:lnTo>
                    <a:pt x="563309" y="460522"/>
                  </a:lnTo>
                  <a:lnTo>
                    <a:pt x="563309" y="464867"/>
                  </a:lnTo>
                  <a:lnTo>
                    <a:pt x="567780" y="469211"/>
                  </a:lnTo>
                  <a:lnTo>
                    <a:pt x="567780" y="508312"/>
                  </a:lnTo>
                  <a:lnTo>
                    <a:pt x="558839" y="517001"/>
                  </a:lnTo>
                  <a:close/>
                </a:path>
                <a:path w="568325" h="678179">
                  <a:moveTo>
                    <a:pt x="13412" y="482245"/>
                  </a:moveTo>
                  <a:lnTo>
                    <a:pt x="0" y="482245"/>
                  </a:lnTo>
                  <a:lnTo>
                    <a:pt x="0" y="430110"/>
                  </a:lnTo>
                  <a:lnTo>
                    <a:pt x="13412" y="430110"/>
                  </a:lnTo>
                  <a:lnTo>
                    <a:pt x="13412" y="482245"/>
                  </a:lnTo>
                  <a:close/>
                </a:path>
                <a:path w="568325" h="678179">
                  <a:moveTo>
                    <a:pt x="558839" y="421421"/>
                  </a:moveTo>
                  <a:lnTo>
                    <a:pt x="549897" y="412732"/>
                  </a:lnTo>
                  <a:lnTo>
                    <a:pt x="549897" y="373631"/>
                  </a:lnTo>
                  <a:lnTo>
                    <a:pt x="558839" y="364942"/>
                  </a:lnTo>
                  <a:lnTo>
                    <a:pt x="567780" y="373631"/>
                  </a:lnTo>
                  <a:lnTo>
                    <a:pt x="567780" y="412732"/>
                  </a:lnTo>
                  <a:lnTo>
                    <a:pt x="558839" y="421421"/>
                  </a:lnTo>
                  <a:close/>
                </a:path>
                <a:path w="568325" h="678179">
                  <a:moveTo>
                    <a:pt x="13412" y="386665"/>
                  </a:moveTo>
                  <a:lnTo>
                    <a:pt x="0" y="386665"/>
                  </a:lnTo>
                  <a:lnTo>
                    <a:pt x="0" y="334530"/>
                  </a:lnTo>
                  <a:lnTo>
                    <a:pt x="13412" y="334530"/>
                  </a:lnTo>
                  <a:lnTo>
                    <a:pt x="13412" y="386665"/>
                  </a:lnTo>
                  <a:close/>
                </a:path>
                <a:path w="568325" h="678179">
                  <a:moveTo>
                    <a:pt x="563309" y="325841"/>
                  </a:moveTo>
                  <a:lnTo>
                    <a:pt x="554368" y="325841"/>
                  </a:lnTo>
                  <a:lnTo>
                    <a:pt x="554368" y="321497"/>
                  </a:lnTo>
                  <a:lnTo>
                    <a:pt x="549897" y="317152"/>
                  </a:lnTo>
                  <a:lnTo>
                    <a:pt x="549897" y="278051"/>
                  </a:lnTo>
                  <a:lnTo>
                    <a:pt x="554368" y="273706"/>
                  </a:lnTo>
                  <a:lnTo>
                    <a:pt x="563309" y="273706"/>
                  </a:lnTo>
                  <a:lnTo>
                    <a:pt x="567780" y="278051"/>
                  </a:lnTo>
                  <a:lnTo>
                    <a:pt x="567780" y="317152"/>
                  </a:lnTo>
                  <a:lnTo>
                    <a:pt x="563309" y="321497"/>
                  </a:lnTo>
                  <a:lnTo>
                    <a:pt x="563309" y="325841"/>
                  </a:lnTo>
                  <a:close/>
                </a:path>
                <a:path w="568325" h="678179">
                  <a:moveTo>
                    <a:pt x="13412" y="291085"/>
                  </a:moveTo>
                  <a:lnTo>
                    <a:pt x="0" y="291085"/>
                  </a:lnTo>
                  <a:lnTo>
                    <a:pt x="0" y="243295"/>
                  </a:lnTo>
                  <a:lnTo>
                    <a:pt x="4470" y="238950"/>
                  </a:lnTo>
                  <a:lnTo>
                    <a:pt x="13412" y="243295"/>
                  </a:lnTo>
                  <a:lnTo>
                    <a:pt x="13412" y="291085"/>
                  </a:lnTo>
                  <a:close/>
                </a:path>
                <a:path w="568325" h="678179">
                  <a:moveTo>
                    <a:pt x="4470" y="295429"/>
                  </a:moveTo>
                  <a:lnTo>
                    <a:pt x="4470" y="291085"/>
                  </a:lnTo>
                  <a:lnTo>
                    <a:pt x="8941" y="291085"/>
                  </a:lnTo>
                  <a:lnTo>
                    <a:pt x="4470" y="295429"/>
                  </a:lnTo>
                  <a:close/>
                </a:path>
                <a:path w="568325" h="678179">
                  <a:moveTo>
                    <a:pt x="563309" y="182471"/>
                  </a:moveTo>
                  <a:lnTo>
                    <a:pt x="554368" y="182471"/>
                  </a:lnTo>
                  <a:lnTo>
                    <a:pt x="554368" y="178126"/>
                  </a:lnTo>
                  <a:lnTo>
                    <a:pt x="563309" y="178126"/>
                  </a:lnTo>
                  <a:lnTo>
                    <a:pt x="563309" y="182471"/>
                  </a:lnTo>
                  <a:close/>
                </a:path>
                <a:path w="568325" h="678179">
                  <a:moveTo>
                    <a:pt x="567780" y="225916"/>
                  </a:moveTo>
                  <a:lnTo>
                    <a:pt x="549897" y="225916"/>
                  </a:lnTo>
                  <a:lnTo>
                    <a:pt x="549897" y="182471"/>
                  </a:lnTo>
                  <a:lnTo>
                    <a:pt x="567780" y="182471"/>
                  </a:lnTo>
                  <a:lnTo>
                    <a:pt x="567780" y="225916"/>
                  </a:lnTo>
                  <a:close/>
                </a:path>
                <a:path w="568325" h="678179">
                  <a:moveTo>
                    <a:pt x="563309" y="230261"/>
                  </a:moveTo>
                  <a:lnTo>
                    <a:pt x="554368" y="230261"/>
                  </a:lnTo>
                  <a:lnTo>
                    <a:pt x="554368" y="225916"/>
                  </a:lnTo>
                  <a:lnTo>
                    <a:pt x="563309" y="225916"/>
                  </a:lnTo>
                  <a:lnTo>
                    <a:pt x="563309" y="230261"/>
                  </a:lnTo>
                  <a:close/>
                </a:path>
                <a:path w="568325" h="678179">
                  <a:moveTo>
                    <a:pt x="8941" y="199849"/>
                  </a:moveTo>
                  <a:lnTo>
                    <a:pt x="4470" y="199849"/>
                  </a:lnTo>
                  <a:lnTo>
                    <a:pt x="0" y="195504"/>
                  </a:lnTo>
                  <a:lnTo>
                    <a:pt x="0" y="147714"/>
                  </a:lnTo>
                  <a:lnTo>
                    <a:pt x="4470" y="143370"/>
                  </a:lnTo>
                  <a:lnTo>
                    <a:pt x="13412" y="147714"/>
                  </a:lnTo>
                  <a:lnTo>
                    <a:pt x="13412" y="195504"/>
                  </a:lnTo>
                  <a:lnTo>
                    <a:pt x="8941" y="199849"/>
                  </a:lnTo>
                  <a:close/>
                </a:path>
                <a:path w="568325" h="678179">
                  <a:moveTo>
                    <a:pt x="567780" y="130336"/>
                  </a:moveTo>
                  <a:lnTo>
                    <a:pt x="549897" y="130336"/>
                  </a:lnTo>
                  <a:lnTo>
                    <a:pt x="554368" y="99924"/>
                  </a:lnTo>
                  <a:lnTo>
                    <a:pt x="549897" y="91235"/>
                  </a:lnTo>
                  <a:lnTo>
                    <a:pt x="554368" y="82546"/>
                  </a:lnTo>
                  <a:lnTo>
                    <a:pt x="563309" y="82546"/>
                  </a:lnTo>
                  <a:lnTo>
                    <a:pt x="563309" y="86891"/>
                  </a:lnTo>
                  <a:lnTo>
                    <a:pt x="567780" y="95580"/>
                  </a:lnTo>
                  <a:lnTo>
                    <a:pt x="567780" y="130336"/>
                  </a:lnTo>
                  <a:close/>
                </a:path>
                <a:path w="568325" h="678179">
                  <a:moveTo>
                    <a:pt x="563309" y="134681"/>
                  </a:moveTo>
                  <a:lnTo>
                    <a:pt x="554368" y="134681"/>
                  </a:lnTo>
                  <a:lnTo>
                    <a:pt x="554368" y="130336"/>
                  </a:lnTo>
                  <a:lnTo>
                    <a:pt x="563309" y="130336"/>
                  </a:lnTo>
                  <a:lnTo>
                    <a:pt x="563309" y="134681"/>
                  </a:lnTo>
                  <a:close/>
                </a:path>
                <a:path w="568325" h="678179">
                  <a:moveTo>
                    <a:pt x="4470" y="104269"/>
                  </a:moveTo>
                  <a:lnTo>
                    <a:pt x="0" y="99924"/>
                  </a:lnTo>
                  <a:lnTo>
                    <a:pt x="0" y="78201"/>
                  </a:lnTo>
                  <a:lnTo>
                    <a:pt x="8941" y="60823"/>
                  </a:lnTo>
                  <a:lnTo>
                    <a:pt x="8941" y="56479"/>
                  </a:lnTo>
                  <a:lnTo>
                    <a:pt x="13412" y="52134"/>
                  </a:lnTo>
                  <a:lnTo>
                    <a:pt x="22353" y="52134"/>
                  </a:lnTo>
                  <a:lnTo>
                    <a:pt x="22353" y="65168"/>
                  </a:lnTo>
                  <a:lnTo>
                    <a:pt x="13412" y="82546"/>
                  </a:lnTo>
                  <a:lnTo>
                    <a:pt x="13412" y="99924"/>
                  </a:lnTo>
                  <a:lnTo>
                    <a:pt x="4470" y="104269"/>
                  </a:lnTo>
                  <a:close/>
                </a:path>
                <a:path w="568325" h="678179">
                  <a:moveTo>
                    <a:pt x="536485" y="47790"/>
                  </a:moveTo>
                  <a:lnTo>
                    <a:pt x="527544" y="39100"/>
                  </a:lnTo>
                  <a:lnTo>
                    <a:pt x="500715" y="21722"/>
                  </a:lnTo>
                  <a:lnTo>
                    <a:pt x="496249" y="17378"/>
                  </a:lnTo>
                  <a:lnTo>
                    <a:pt x="496249" y="13033"/>
                  </a:lnTo>
                  <a:lnTo>
                    <a:pt x="500715" y="8689"/>
                  </a:lnTo>
                  <a:lnTo>
                    <a:pt x="505190" y="8689"/>
                  </a:lnTo>
                  <a:lnTo>
                    <a:pt x="523073" y="17378"/>
                  </a:lnTo>
                  <a:lnTo>
                    <a:pt x="545427" y="39100"/>
                  </a:lnTo>
                  <a:lnTo>
                    <a:pt x="536485" y="47790"/>
                  </a:lnTo>
                  <a:close/>
                </a:path>
                <a:path w="568325" h="678179">
                  <a:moveTo>
                    <a:pt x="58114" y="26067"/>
                  </a:moveTo>
                  <a:lnTo>
                    <a:pt x="53648" y="26067"/>
                  </a:lnTo>
                  <a:lnTo>
                    <a:pt x="49177" y="21722"/>
                  </a:lnTo>
                  <a:lnTo>
                    <a:pt x="49177" y="17378"/>
                  </a:lnTo>
                  <a:lnTo>
                    <a:pt x="58114" y="8689"/>
                  </a:lnTo>
                  <a:lnTo>
                    <a:pt x="62589" y="8689"/>
                  </a:lnTo>
                  <a:lnTo>
                    <a:pt x="80472" y="4344"/>
                  </a:lnTo>
                  <a:lnTo>
                    <a:pt x="93884" y="0"/>
                  </a:lnTo>
                  <a:lnTo>
                    <a:pt x="102826" y="8689"/>
                  </a:lnTo>
                  <a:lnTo>
                    <a:pt x="93884" y="17378"/>
                  </a:lnTo>
                  <a:lnTo>
                    <a:pt x="80472" y="17378"/>
                  </a:lnTo>
                  <a:lnTo>
                    <a:pt x="67060" y="21722"/>
                  </a:lnTo>
                  <a:lnTo>
                    <a:pt x="58114" y="26067"/>
                  </a:lnTo>
                  <a:close/>
                </a:path>
                <a:path w="568325" h="678179">
                  <a:moveTo>
                    <a:pt x="451542" y="13033"/>
                  </a:moveTo>
                  <a:lnTo>
                    <a:pt x="402364" y="13033"/>
                  </a:lnTo>
                  <a:lnTo>
                    <a:pt x="397893" y="8689"/>
                  </a:lnTo>
                  <a:lnTo>
                    <a:pt x="397893" y="4344"/>
                  </a:lnTo>
                  <a:lnTo>
                    <a:pt x="402364" y="4344"/>
                  </a:lnTo>
                  <a:lnTo>
                    <a:pt x="402364" y="0"/>
                  </a:lnTo>
                  <a:lnTo>
                    <a:pt x="451542" y="0"/>
                  </a:lnTo>
                  <a:lnTo>
                    <a:pt x="451542" y="4344"/>
                  </a:lnTo>
                  <a:lnTo>
                    <a:pt x="456012" y="8689"/>
                  </a:lnTo>
                  <a:lnTo>
                    <a:pt x="451542" y="13033"/>
                  </a:lnTo>
                  <a:close/>
                </a:path>
                <a:path w="568325" h="678179">
                  <a:moveTo>
                    <a:pt x="353186" y="13033"/>
                  </a:moveTo>
                  <a:lnTo>
                    <a:pt x="304008" y="13033"/>
                  </a:lnTo>
                  <a:lnTo>
                    <a:pt x="304008" y="8689"/>
                  </a:lnTo>
                  <a:lnTo>
                    <a:pt x="299533" y="8689"/>
                  </a:lnTo>
                  <a:lnTo>
                    <a:pt x="304008" y="4344"/>
                  </a:lnTo>
                  <a:lnTo>
                    <a:pt x="304008" y="0"/>
                  </a:lnTo>
                  <a:lnTo>
                    <a:pt x="353186" y="0"/>
                  </a:lnTo>
                  <a:lnTo>
                    <a:pt x="353186" y="4344"/>
                  </a:lnTo>
                  <a:lnTo>
                    <a:pt x="357657" y="8689"/>
                  </a:lnTo>
                  <a:lnTo>
                    <a:pt x="353186" y="13033"/>
                  </a:lnTo>
                  <a:close/>
                </a:path>
                <a:path w="568325" h="678179">
                  <a:moveTo>
                    <a:pt x="259296" y="13033"/>
                  </a:moveTo>
                  <a:lnTo>
                    <a:pt x="205652" y="13033"/>
                  </a:lnTo>
                  <a:lnTo>
                    <a:pt x="205652" y="4344"/>
                  </a:lnTo>
                  <a:lnTo>
                    <a:pt x="210123" y="0"/>
                  </a:lnTo>
                  <a:lnTo>
                    <a:pt x="254830" y="0"/>
                  </a:lnTo>
                  <a:lnTo>
                    <a:pt x="259296" y="4344"/>
                  </a:lnTo>
                  <a:lnTo>
                    <a:pt x="259296" y="13033"/>
                  </a:lnTo>
                  <a:close/>
                </a:path>
                <a:path w="568325" h="678179">
                  <a:moveTo>
                    <a:pt x="160945" y="13033"/>
                  </a:moveTo>
                  <a:lnTo>
                    <a:pt x="107297" y="13033"/>
                  </a:lnTo>
                  <a:lnTo>
                    <a:pt x="107297" y="4344"/>
                  </a:lnTo>
                  <a:lnTo>
                    <a:pt x="111767" y="0"/>
                  </a:lnTo>
                  <a:lnTo>
                    <a:pt x="156474" y="0"/>
                  </a:lnTo>
                  <a:lnTo>
                    <a:pt x="160945" y="4344"/>
                  </a:lnTo>
                  <a:lnTo>
                    <a:pt x="160945" y="130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492527" y="4161206"/>
              <a:ext cx="461009" cy="678180"/>
            </a:xfrm>
            <a:custGeom>
              <a:avLst/>
              <a:gdLst/>
              <a:ahLst/>
              <a:cxnLst/>
              <a:rect l="l" t="t" r="r" b="b"/>
              <a:pathLst>
                <a:path w="461009" h="678179">
                  <a:moveTo>
                    <a:pt x="4470" y="0"/>
                  </a:moveTo>
                  <a:lnTo>
                    <a:pt x="49177" y="0"/>
                  </a:lnTo>
                  <a:lnTo>
                    <a:pt x="53648" y="4344"/>
                  </a:lnTo>
                  <a:lnTo>
                    <a:pt x="53648" y="8689"/>
                  </a:lnTo>
                  <a:lnTo>
                    <a:pt x="53648" y="13033"/>
                  </a:lnTo>
                  <a:lnTo>
                    <a:pt x="49177" y="13033"/>
                  </a:lnTo>
                  <a:lnTo>
                    <a:pt x="4470" y="13033"/>
                  </a:lnTo>
                  <a:lnTo>
                    <a:pt x="0" y="13033"/>
                  </a:lnTo>
                  <a:lnTo>
                    <a:pt x="0" y="8689"/>
                  </a:lnTo>
                  <a:lnTo>
                    <a:pt x="0" y="4344"/>
                  </a:lnTo>
                  <a:lnTo>
                    <a:pt x="4470" y="0"/>
                  </a:lnTo>
                  <a:close/>
                </a:path>
                <a:path w="461009" h="678179">
                  <a:moveTo>
                    <a:pt x="102826" y="0"/>
                  </a:moveTo>
                  <a:lnTo>
                    <a:pt x="143062" y="0"/>
                  </a:lnTo>
                  <a:lnTo>
                    <a:pt x="147533" y="0"/>
                  </a:lnTo>
                  <a:lnTo>
                    <a:pt x="152004" y="4344"/>
                  </a:lnTo>
                  <a:lnTo>
                    <a:pt x="152004" y="8689"/>
                  </a:lnTo>
                  <a:lnTo>
                    <a:pt x="152004" y="13033"/>
                  </a:lnTo>
                  <a:lnTo>
                    <a:pt x="143062" y="13033"/>
                  </a:lnTo>
                  <a:lnTo>
                    <a:pt x="102826" y="13033"/>
                  </a:lnTo>
                  <a:lnTo>
                    <a:pt x="98355" y="13033"/>
                  </a:lnTo>
                  <a:lnTo>
                    <a:pt x="98355" y="8689"/>
                  </a:lnTo>
                  <a:lnTo>
                    <a:pt x="98355" y="4344"/>
                  </a:lnTo>
                  <a:lnTo>
                    <a:pt x="102826" y="0"/>
                  </a:lnTo>
                  <a:close/>
                </a:path>
                <a:path w="461009" h="678179">
                  <a:moveTo>
                    <a:pt x="201182" y="0"/>
                  </a:moveTo>
                  <a:lnTo>
                    <a:pt x="241418" y="0"/>
                  </a:lnTo>
                  <a:lnTo>
                    <a:pt x="245889" y="0"/>
                  </a:lnTo>
                  <a:lnTo>
                    <a:pt x="245889" y="4344"/>
                  </a:lnTo>
                  <a:lnTo>
                    <a:pt x="250359" y="8689"/>
                  </a:lnTo>
                  <a:lnTo>
                    <a:pt x="245889" y="13033"/>
                  </a:lnTo>
                  <a:lnTo>
                    <a:pt x="241418" y="13033"/>
                  </a:lnTo>
                  <a:lnTo>
                    <a:pt x="201182" y="13033"/>
                  </a:lnTo>
                  <a:lnTo>
                    <a:pt x="196711" y="13033"/>
                  </a:lnTo>
                  <a:lnTo>
                    <a:pt x="196711" y="8689"/>
                  </a:lnTo>
                  <a:lnTo>
                    <a:pt x="192240" y="8689"/>
                  </a:lnTo>
                  <a:lnTo>
                    <a:pt x="196711" y="4344"/>
                  </a:lnTo>
                  <a:lnTo>
                    <a:pt x="196711" y="0"/>
                  </a:lnTo>
                  <a:lnTo>
                    <a:pt x="201182" y="0"/>
                  </a:lnTo>
                  <a:close/>
                </a:path>
                <a:path w="461009" h="678179">
                  <a:moveTo>
                    <a:pt x="299537" y="0"/>
                  </a:moveTo>
                  <a:lnTo>
                    <a:pt x="339774" y="0"/>
                  </a:lnTo>
                  <a:lnTo>
                    <a:pt x="344244" y="0"/>
                  </a:lnTo>
                  <a:lnTo>
                    <a:pt x="344244" y="4344"/>
                  </a:lnTo>
                  <a:lnTo>
                    <a:pt x="348715" y="8689"/>
                  </a:lnTo>
                  <a:lnTo>
                    <a:pt x="344244" y="13033"/>
                  </a:lnTo>
                  <a:lnTo>
                    <a:pt x="339774" y="13033"/>
                  </a:lnTo>
                  <a:lnTo>
                    <a:pt x="299537" y="13033"/>
                  </a:lnTo>
                  <a:lnTo>
                    <a:pt x="295067" y="13033"/>
                  </a:lnTo>
                  <a:lnTo>
                    <a:pt x="290596" y="8689"/>
                  </a:lnTo>
                  <a:lnTo>
                    <a:pt x="290596" y="4344"/>
                  </a:lnTo>
                  <a:lnTo>
                    <a:pt x="295067" y="4344"/>
                  </a:lnTo>
                  <a:lnTo>
                    <a:pt x="295067" y="0"/>
                  </a:lnTo>
                  <a:lnTo>
                    <a:pt x="299537" y="0"/>
                  </a:lnTo>
                  <a:close/>
                </a:path>
                <a:path w="461009" h="678179">
                  <a:moveTo>
                    <a:pt x="397893" y="8689"/>
                  </a:moveTo>
                  <a:lnTo>
                    <a:pt x="415776" y="17378"/>
                  </a:lnTo>
                  <a:lnTo>
                    <a:pt x="429188" y="30411"/>
                  </a:lnTo>
                  <a:lnTo>
                    <a:pt x="433659" y="34756"/>
                  </a:lnTo>
                  <a:lnTo>
                    <a:pt x="438129" y="39100"/>
                  </a:lnTo>
                  <a:lnTo>
                    <a:pt x="433659" y="43445"/>
                  </a:lnTo>
                  <a:lnTo>
                    <a:pt x="429188" y="47790"/>
                  </a:lnTo>
                  <a:lnTo>
                    <a:pt x="424717" y="43445"/>
                  </a:lnTo>
                  <a:lnTo>
                    <a:pt x="420247" y="39100"/>
                  </a:lnTo>
                  <a:lnTo>
                    <a:pt x="406834" y="30411"/>
                  </a:lnTo>
                  <a:lnTo>
                    <a:pt x="393422" y="21722"/>
                  </a:lnTo>
                  <a:lnTo>
                    <a:pt x="388952" y="17378"/>
                  </a:lnTo>
                  <a:lnTo>
                    <a:pt x="388952" y="13033"/>
                  </a:lnTo>
                  <a:lnTo>
                    <a:pt x="393422" y="8689"/>
                  </a:lnTo>
                  <a:lnTo>
                    <a:pt x="397893" y="8689"/>
                  </a:lnTo>
                  <a:close/>
                </a:path>
                <a:path w="461009" h="678179">
                  <a:moveTo>
                    <a:pt x="456012" y="86891"/>
                  </a:moveTo>
                  <a:lnTo>
                    <a:pt x="460483" y="95580"/>
                  </a:lnTo>
                  <a:lnTo>
                    <a:pt x="460483" y="130336"/>
                  </a:lnTo>
                  <a:lnTo>
                    <a:pt x="456012" y="130336"/>
                  </a:lnTo>
                  <a:lnTo>
                    <a:pt x="456012" y="134681"/>
                  </a:lnTo>
                  <a:lnTo>
                    <a:pt x="451542" y="134681"/>
                  </a:lnTo>
                  <a:lnTo>
                    <a:pt x="447071" y="134681"/>
                  </a:lnTo>
                  <a:lnTo>
                    <a:pt x="447071" y="130336"/>
                  </a:lnTo>
                  <a:lnTo>
                    <a:pt x="442600" y="130336"/>
                  </a:lnTo>
                  <a:lnTo>
                    <a:pt x="447071" y="99924"/>
                  </a:lnTo>
                  <a:lnTo>
                    <a:pt x="442600" y="91235"/>
                  </a:lnTo>
                  <a:lnTo>
                    <a:pt x="447071" y="82546"/>
                  </a:lnTo>
                  <a:lnTo>
                    <a:pt x="451542" y="82546"/>
                  </a:lnTo>
                  <a:lnTo>
                    <a:pt x="456012" y="82546"/>
                  </a:lnTo>
                  <a:lnTo>
                    <a:pt x="456012" y="86891"/>
                  </a:lnTo>
                  <a:close/>
                </a:path>
                <a:path w="461009" h="678179">
                  <a:moveTo>
                    <a:pt x="460483" y="182471"/>
                  </a:moveTo>
                  <a:lnTo>
                    <a:pt x="460483" y="225916"/>
                  </a:lnTo>
                  <a:lnTo>
                    <a:pt x="456012" y="225916"/>
                  </a:lnTo>
                  <a:lnTo>
                    <a:pt x="456012" y="230261"/>
                  </a:lnTo>
                  <a:lnTo>
                    <a:pt x="451542" y="230261"/>
                  </a:lnTo>
                  <a:lnTo>
                    <a:pt x="447071" y="230261"/>
                  </a:lnTo>
                  <a:lnTo>
                    <a:pt x="447071" y="225916"/>
                  </a:lnTo>
                  <a:lnTo>
                    <a:pt x="442600" y="225916"/>
                  </a:lnTo>
                  <a:lnTo>
                    <a:pt x="442600" y="182471"/>
                  </a:lnTo>
                  <a:lnTo>
                    <a:pt x="447071" y="182471"/>
                  </a:lnTo>
                  <a:lnTo>
                    <a:pt x="447071" y="178126"/>
                  </a:lnTo>
                  <a:lnTo>
                    <a:pt x="451542" y="178126"/>
                  </a:lnTo>
                  <a:lnTo>
                    <a:pt x="456012" y="178126"/>
                  </a:lnTo>
                  <a:lnTo>
                    <a:pt x="456012" y="182471"/>
                  </a:lnTo>
                  <a:lnTo>
                    <a:pt x="460483" y="182471"/>
                  </a:lnTo>
                  <a:close/>
                </a:path>
                <a:path w="461009" h="678179">
                  <a:moveTo>
                    <a:pt x="460483" y="278051"/>
                  </a:moveTo>
                  <a:lnTo>
                    <a:pt x="460483" y="317152"/>
                  </a:lnTo>
                  <a:lnTo>
                    <a:pt x="456012" y="321497"/>
                  </a:lnTo>
                  <a:lnTo>
                    <a:pt x="456012" y="325841"/>
                  </a:lnTo>
                  <a:lnTo>
                    <a:pt x="451542" y="325841"/>
                  </a:lnTo>
                  <a:lnTo>
                    <a:pt x="447071" y="325841"/>
                  </a:lnTo>
                  <a:lnTo>
                    <a:pt x="447071" y="321497"/>
                  </a:lnTo>
                  <a:lnTo>
                    <a:pt x="442600" y="317152"/>
                  </a:lnTo>
                  <a:lnTo>
                    <a:pt x="442600" y="278051"/>
                  </a:lnTo>
                  <a:lnTo>
                    <a:pt x="447071" y="273706"/>
                  </a:lnTo>
                  <a:lnTo>
                    <a:pt x="451542" y="273706"/>
                  </a:lnTo>
                  <a:lnTo>
                    <a:pt x="456012" y="273706"/>
                  </a:lnTo>
                  <a:lnTo>
                    <a:pt x="460483" y="278051"/>
                  </a:lnTo>
                  <a:close/>
                </a:path>
                <a:path w="461009" h="678179">
                  <a:moveTo>
                    <a:pt x="460483" y="373631"/>
                  </a:moveTo>
                  <a:lnTo>
                    <a:pt x="460483" y="412732"/>
                  </a:lnTo>
                  <a:lnTo>
                    <a:pt x="456012" y="417077"/>
                  </a:lnTo>
                  <a:lnTo>
                    <a:pt x="451542" y="421421"/>
                  </a:lnTo>
                  <a:lnTo>
                    <a:pt x="447071" y="417077"/>
                  </a:lnTo>
                  <a:lnTo>
                    <a:pt x="442600" y="412732"/>
                  </a:lnTo>
                  <a:lnTo>
                    <a:pt x="442600" y="373631"/>
                  </a:lnTo>
                  <a:lnTo>
                    <a:pt x="447071" y="369287"/>
                  </a:lnTo>
                  <a:lnTo>
                    <a:pt x="451542" y="364942"/>
                  </a:lnTo>
                  <a:lnTo>
                    <a:pt x="456012" y="369287"/>
                  </a:lnTo>
                  <a:lnTo>
                    <a:pt x="460483" y="373631"/>
                  </a:lnTo>
                  <a:close/>
                </a:path>
                <a:path w="461009" h="678179">
                  <a:moveTo>
                    <a:pt x="460483" y="469211"/>
                  </a:moveTo>
                  <a:lnTo>
                    <a:pt x="460483" y="508312"/>
                  </a:lnTo>
                  <a:lnTo>
                    <a:pt x="456012" y="512657"/>
                  </a:lnTo>
                  <a:lnTo>
                    <a:pt x="451542" y="517001"/>
                  </a:lnTo>
                  <a:lnTo>
                    <a:pt x="447071" y="512657"/>
                  </a:lnTo>
                  <a:lnTo>
                    <a:pt x="442600" y="508312"/>
                  </a:lnTo>
                  <a:lnTo>
                    <a:pt x="442600" y="469211"/>
                  </a:lnTo>
                  <a:lnTo>
                    <a:pt x="447071" y="464867"/>
                  </a:lnTo>
                  <a:lnTo>
                    <a:pt x="447071" y="460522"/>
                  </a:lnTo>
                  <a:lnTo>
                    <a:pt x="451542" y="460522"/>
                  </a:lnTo>
                  <a:lnTo>
                    <a:pt x="456012" y="460522"/>
                  </a:lnTo>
                  <a:lnTo>
                    <a:pt x="456012" y="464867"/>
                  </a:lnTo>
                  <a:lnTo>
                    <a:pt x="460483" y="469211"/>
                  </a:lnTo>
                  <a:close/>
                </a:path>
                <a:path w="461009" h="678179">
                  <a:moveTo>
                    <a:pt x="460483" y="564792"/>
                  </a:moveTo>
                  <a:lnTo>
                    <a:pt x="460483" y="582170"/>
                  </a:lnTo>
                  <a:lnTo>
                    <a:pt x="456012" y="599548"/>
                  </a:lnTo>
                  <a:lnTo>
                    <a:pt x="456012" y="603893"/>
                  </a:lnTo>
                  <a:lnTo>
                    <a:pt x="451542" y="608237"/>
                  </a:lnTo>
                  <a:lnTo>
                    <a:pt x="447071" y="612582"/>
                  </a:lnTo>
                  <a:lnTo>
                    <a:pt x="442600" y="608237"/>
                  </a:lnTo>
                  <a:lnTo>
                    <a:pt x="442600" y="595203"/>
                  </a:lnTo>
                  <a:lnTo>
                    <a:pt x="442600" y="599548"/>
                  </a:lnTo>
                  <a:lnTo>
                    <a:pt x="442600" y="564792"/>
                  </a:lnTo>
                  <a:lnTo>
                    <a:pt x="447071" y="560447"/>
                  </a:lnTo>
                  <a:lnTo>
                    <a:pt x="447071" y="556102"/>
                  </a:lnTo>
                  <a:lnTo>
                    <a:pt x="451542" y="556102"/>
                  </a:lnTo>
                  <a:lnTo>
                    <a:pt x="456012" y="556102"/>
                  </a:lnTo>
                  <a:lnTo>
                    <a:pt x="456012" y="560447"/>
                  </a:lnTo>
                  <a:lnTo>
                    <a:pt x="460483" y="564792"/>
                  </a:lnTo>
                  <a:close/>
                </a:path>
                <a:path w="461009" h="678179">
                  <a:moveTo>
                    <a:pt x="424717" y="656027"/>
                  </a:moveTo>
                  <a:lnTo>
                    <a:pt x="415776" y="660372"/>
                  </a:lnTo>
                  <a:lnTo>
                    <a:pt x="397893" y="669061"/>
                  </a:lnTo>
                  <a:lnTo>
                    <a:pt x="384481" y="673405"/>
                  </a:lnTo>
                  <a:lnTo>
                    <a:pt x="380010" y="673405"/>
                  </a:lnTo>
                  <a:lnTo>
                    <a:pt x="375539" y="669061"/>
                  </a:lnTo>
                  <a:lnTo>
                    <a:pt x="375539" y="664716"/>
                  </a:lnTo>
                  <a:lnTo>
                    <a:pt x="380010" y="660372"/>
                  </a:lnTo>
                  <a:lnTo>
                    <a:pt x="393422" y="656027"/>
                  </a:lnTo>
                  <a:lnTo>
                    <a:pt x="406834" y="647338"/>
                  </a:lnTo>
                  <a:lnTo>
                    <a:pt x="406834" y="651683"/>
                  </a:lnTo>
                  <a:lnTo>
                    <a:pt x="415776" y="642994"/>
                  </a:lnTo>
                  <a:lnTo>
                    <a:pt x="420247" y="642994"/>
                  </a:lnTo>
                  <a:lnTo>
                    <a:pt x="424717" y="642994"/>
                  </a:lnTo>
                  <a:lnTo>
                    <a:pt x="424717" y="651683"/>
                  </a:lnTo>
                  <a:lnTo>
                    <a:pt x="424717" y="656027"/>
                  </a:lnTo>
                  <a:close/>
                </a:path>
                <a:path w="461009" h="678179">
                  <a:moveTo>
                    <a:pt x="326362" y="677750"/>
                  </a:moveTo>
                  <a:lnTo>
                    <a:pt x="286125" y="677750"/>
                  </a:lnTo>
                  <a:lnTo>
                    <a:pt x="281654" y="673405"/>
                  </a:lnTo>
                  <a:lnTo>
                    <a:pt x="277184" y="673405"/>
                  </a:lnTo>
                  <a:lnTo>
                    <a:pt x="277184" y="669061"/>
                  </a:lnTo>
                  <a:lnTo>
                    <a:pt x="281654" y="664716"/>
                  </a:lnTo>
                  <a:lnTo>
                    <a:pt x="286125" y="664716"/>
                  </a:lnTo>
                  <a:lnTo>
                    <a:pt x="326362" y="664716"/>
                  </a:lnTo>
                  <a:lnTo>
                    <a:pt x="330832" y="664716"/>
                  </a:lnTo>
                  <a:lnTo>
                    <a:pt x="330832" y="669061"/>
                  </a:lnTo>
                  <a:lnTo>
                    <a:pt x="335303" y="669061"/>
                  </a:lnTo>
                  <a:lnTo>
                    <a:pt x="330832" y="673405"/>
                  </a:lnTo>
                  <a:lnTo>
                    <a:pt x="326362" y="677750"/>
                  </a:lnTo>
                  <a:close/>
                </a:path>
                <a:path w="461009" h="678179">
                  <a:moveTo>
                    <a:pt x="228006" y="677750"/>
                  </a:moveTo>
                  <a:lnTo>
                    <a:pt x="187769" y="677750"/>
                  </a:lnTo>
                  <a:lnTo>
                    <a:pt x="183299" y="673405"/>
                  </a:lnTo>
                  <a:lnTo>
                    <a:pt x="178828" y="673405"/>
                  </a:lnTo>
                  <a:lnTo>
                    <a:pt x="178828" y="669061"/>
                  </a:lnTo>
                  <a:lnTo>
                    <a:pt x="183299" y="664716"/>
                  </a:lnTo>
                  <a:lnTo>
                    <a:pt x="187769" y="664716"/>
                  </a:lnTo>
                  <a:lnTo>
                    <a:pt x="228006" y="664716"/>
                  </a:lnTo>
                  <a:lnTo>
                    <a:pt x="232477" y="664716"/>
                  </a:lnTo>
                  <a:lnTo>
                    <a:pt x="236947" y="669061"/>
                  </a:lnTo>
                  <a:lnTo>
                    <a:pt x="236947" y="673405"/>
                  </a:lnTo>
                  <a:lnTo>
                    <a:pt x="232477" y="673405"/>
                  </a:lnTo>
                  <a:lnTo>
                    <a:pt x="228006" y="677750"/>
                  </a:lnTo>
                  <a:close/>
                </a:path>
                <a:path w="461009" h="678179">
                  <a:moveTo>
                    <a:pt x="129650" y="677750"/>
                  </a:moveTo>
                  <a:lnTo>
                    <a:pt x="89414" y="677750"/>
                  </a:lnTo>
                  <a:lnTo>
                    <a:pt x="84943" y="673405"/>
                  </a:lnTo>
                  <a:lnTo>
                    <a:pt x="80472" y="673405"/>
                  </a:lnTo>
                  <a:lnTo>
                    <a:pt x="80472" y="669061"/>
                  </a:lnTo>
                  <a:lnTo>
                    <a:pt x="84943" y="664716"/>
                  </a:lnTo>
                  <a:lnTo>
                    <a:pt x="89414" y="664716"/>
                  </a:lnTo>
                  <a:lnTo>
                    <a:pt x="129650" y="664716"/>
                  </a:lnTo>
                  <a:lnTo>
                    <a:pt x="134121" y="664716"/>
                  </a:lnTo>
                  <a:lnTo>
                    <a:pt x="138592" y="669061"/>
                  </a:lnTo>
                  <a:lnTo>
                    <a:pt x="138592" y="673405"/>
                  </a:lnTo>
                  <a:lnTo>
                    <a:pt x="134121" y="673405"/>
                  </a:lnTo>
                  <a:lnTo>
                    <a:pt x="129650" y="677750"/>
                  </a:lnTo>
                  <a:close/>
                </a:path>
              </a:pathLst>
            </a:custGeom>
            <a:ln w="44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371817" y="4096040"/>
              <a:ext cx="174625" cy="756285"/>
            </a:xfrm>
            <a:custGeom>
              <a:avLst/>
              <a:gdLst/>
              <a:ahLst/>
              <a:cxnLst/>
              <a:rect l="l" t="t" r="r" b="b"/>
              <a:pathLst>
                <a:path w="174625" h="756285">
                  <a:moveTo>
                    <a:pt x="174357" y="755952"/>
                  </a:moveTo>
                  <a:lnTo>
                    <a:pt x="0" y="755952"/>
                  </a:lnTo>
                  <a:lnTo>
                    <a:pt x="0" y="0"/>
                  </a:lnTo>
                  <a:lnTo>
                    <a:pt x="174357" y="0"/>
                  </a:lnTo>
                  <a:lnTo>
                    <a:pt x="174357" y="7559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443349" y="4495737"/>
              <a:ext cx="80645" cy="908050"/>
            </a:xfrm>
            <a:custGeom>
              <a:avLst/>
              <a:gdLst/>
              <a:ahLst/>
              <a:cxnLst/>
              <a:rect l="l" t="t" r="r" b="b"/>
              <a:pathLst>
                <a:path w="80645" h="908050">
                  <a:moveTo>
                    <a:pt x="80472" y="0"/>
                  </a:moveTo>
                  <a:lnTo>
                    <a:pt x="62589" y="4344"/>
                  </a:lnTo>
                  <a:lnTo>
                    <a:pt x="49177" y="8689"/>
                  </a:lnTo>
                  <a:lnTo>
                    <a:pt x="35765" y="13033"/>
                  </a:lnTo>
                  <a:lnTo>
                    <a:pt x="26824" y="26067"/>
                  </a:lnTo>
                  <a:lnTo>
                    <a:pt x="13412" y="34756"/>
                  </a:lnTo>
                  <a:lnTo>
                    <a:pt x="8941" y="47790"/>
                  </a:lnTo>
                  <a:lnTo>
                    <a:pt x="4470" y="60823"/>
                  </a:lnTo>
                  <a:lnTo>
                    <a:pt x="0" y="78201"/>
                  </a:lnTo>
                  <a:lnTo>
                    <a:pt x="0" y="834154"/>
                  </a:lnTo>
                  <a:lnTo>
                    <a:pt x="4470" y="851532"/>
                  </a:lnTo>
                  <a:lnTo>
                    <a:pt x="8941" y="864566"/>
                  </a:lnTo>
                  <a:lnTo>
                    <a:pt x="13412" y="877600"/>
                  </a:lnTo>
                  <a:lnTo>
                    <a:pt x="26824" y="886289"/>
                  </a:lnTo>
                  <a:lnTo>
                    <a:pt x="35765" y="894978"/>
                  </a:lnTo>
                  <a:lnTo>
                    <a:pt x="49177" y="903667"/>
                  </a:lnTo>
                  <a:lnTo>
                    <a:pt x="62589" y="908011"/>
                  </a:lnTo>
                  <a:lnTo>
                    <a:pt x="80472" y="908011"/>
                  </a:lnTo>
                </a:path>
              </a:pathLst>
            </a:custGeom>
            <a:ln w="17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" name="object 49"/>
          <p:cNvGrpSpPr/>
          <p:nvPr/>
        </p:nvGrpSpPr>
        <p:grpSpPr>
          <a:xfrm>
            <a:off x="4781550" y="5953505"/>
            <a:ext cx="4367530" cy="653415"/>
            <a:chOff x="4781550" y="5953505"/>
            <a:chExt cx="4367530" cy="653415"/>
          </a:xfrm>
        </p:grpSpPr>
        <p:sp>
          <p:nvSpPr>
            <p:cNvPr id="50" name="object 50"/>
            <p:cNvSpPr/>
            <p:nvPr/>
          </p:nvSpPr>
          <p:spPr>
            <a:xfrm>
              <a:off x="4786502" y="5958458"/>
              <a:ext cx="4358005" cy="643255"/>
            </a:xfrm>
            <a:custGeom>
              <a:avLst/>
              <a:gdLst/>
              <a:ahLst/>
              <a:cxnLst/>
              <a:rect l="l" t="t" r="r" b="b"/>
              <a:pathLst>
                <a:path w="4358005" h="643254">
                  <a:moveTo>
                    <a:pt x="4357497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4357497" y="643127"/>
                  </a:lnTo>
                  <a:lnTo>
                    <a:pt x="435749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786502" y="5958458"/>
              <a:ext cx="4358005" cy="643255"/>
            </a:xfrm>
            <a:custGeom>
              <a:avLst/>
              <a:gdLst/>
              <a:ahLst/>
              <a:cxnLst/>
              <a:rect l="l" t="t" r="r" b="b"/>
              <a:pathLst>
                <a:path w="4358005" h="643254">
                  <a:moveTo>
                    <a:pt x="0" y="0"/>
                  </a:moveTo>
                  <a:lnTo>
                    <a:pt x="4357497" y="0"/>
                  </a:lnTo>
                </a:path>
                <a:path w="4358005" h="643254">
                  <a:moveTo>
                    <a:pt x="4357497" y="643127"/>
                  </a:moveTo>
                  <a:lnTo>
                    <a:pt x="0" y="643127"/>
                  </a:lnTo>
                  <a:lnTo>
                    <a:pt x="0" y="0"/>
                  </a:lnTo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897655" y="6016548"/>
              <a:ext cx="368300" cy="0"/>
            </a:xfrm>
            <a:custGeom>
              <a:avLst/>
              <a:gdLst/>
              <a:ahLst/>
              <a:cxnLst/>
              <a:rect l="l" t="t" r="r" b="b"/>
              <a:pathLst>
                <a:path w="368300" h="0">
                  <a:moveTo>
                    <a:pt x="0" y="0"/>
                  </a:moveTo>
                  <a:lnTo>
                    <a:pt x="367902" y="0"/>
                  </a:lnTo>
                </a:path>
              </a:pathLst>
            </a:custGeom>
            <a:ln w="144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932654" y="6016549"/>
              <a:ext cx="368300" cy="0"/>
            </a:xfrm>
            <a:custGeom>
              <a:avLst/>
              <a:gdLst/>
              <a:ahLst/>
              <a:cxnLst/>
              <a:rect l="l" t="t" r="r" b="b"/>
              <a:pathLst>
                <a:path w="368300" h="0">
                  <a:moveTo>
                    <a:pt x="0" y="0"/>
                  </a:moveTo>
                  <a:lnTo>
                    <a:pt x="367902" y="0"/>
                  </a:lnTo>
                </a:path>
              </a:pathLst>
            </a:custGeom>
            <a:ln w="144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7578006" y="6016549"/>
              <a:ext cx="368300" cy="0"/>
            </a:xfrm>
            <a:custGeom>
              <a:avLst/>
              <a:gdLst/>
              <a:ahLst/>
              <a:cxnLst/>
              <a:rect l="l" t="t" r="r" b="b"/>
              <a:pathLst>
                <a:path w="368300" h="0">
                  <a:moveTo>
                    <a:pt x="0" y="0"/>
                  </a:moveTo>
                  <a:lnTo>
                    <a:pt x="367902" y="0"/>
                  </a:lnTo>
                </a:path>
              </a:pathLst>
            </a:custGeom>
            <a:ln w="144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6132535" y="4782812"/>
            <a:ext cx="29337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500" spc="60" b="1" i="1">
                <a:latin typeface="Times New Roman"/>
                <a:cs typeface="Times New Roman"/>
              </a:rPr>
              <a:t>Q</a:t>
            </a:r>
            <a:r>
              <a:rPr dirty="0" baseline="-33333" sz="1500" spc="89" b="1">
                <a:latin typeface="Times New Roman"/>
                <a:cs typeface="Times New Roman"/>
              </a:rPr>
              <a:t>3</a:t>
            </a:r>
            <a:endParaRPr baseline="-33333" sz="15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525973" y="5686479"/>
            <a:ext cx="90805" cy="177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00" spc="10" b="1">
                <a:latin typeface="Times New Roman"/>
                <a:cs typeface="Times New Roman"/>
              </a:rPr>
              <a:t>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799366" y="6060631"/>
            <a:ext cx="3900170" cy="42672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50800">
              <a:lnSpc>
                <a:spcPts val="1985"/>
              </a:lnSpc>
              <a:spcBef>
                <a:spcPts val="120"/>
              </a:spcBef>
            </a:pPr>
            <a:r>
              <a:rPr dirty="0" sz="2250" spc="50" b="1" i="1">
                <a:latin typeface="Times New Roman"/>
                <a:cs typeface="Times New Roman"/>
              </a:rPr>
              <a:t>D</a:t>
            </a:r>
            <a:r>
              <a:rPr dirty="0" baseline="-19713" sz="2325" spc="-15" b="1">
                <a:latin typeface="Times New Roman"/>
                <a:cs typeface="Times New Roman"/>
              </a:rPr>
              <a:t>2</a:t>
            </a:r>
            <a:r>
              <a:rPr dirty="0" baseline="-19713" sz="2325" b="1">
                <a:latin typeface="Times New Roman"/>
                <a:cs typeface="Times New Roman"/>
              </a:rPr>
              <a:t> </a:t>
            </a:r>
            <a:r>
              <a:rPr dirty="0" baseline="-19713" sz="2325" spc="142" b="1">
                <a:latin typeface="Times New Roman"/>
                <a:cs typeface="Times New Roman"/>
              </a:rPr>
              <a:t> </a:t>
            </a:r>
            <a:r>
              <a:rPr dirty="0" sz="2250" spc="-35" b="1">
                <a:latin typeface="Symbol"/>
                <a:cs typeface="Symbol"/>
              </a:rPr>
              <a:t></a:t>
            </a:r>
            <a:r>
              <a:rPr dirty="0" sz="2250" spc="-15">
                <a:latin typeface="Times New Roman"/>
                <a:cs typeface="Times New Roman"/>
              </a:rPr>
              <a:t> </a:t>
            </a:r>
            <a:r>
              <a:rPr dirty="0" sz="2250" spc="254" b="1" i="1">
                <a:latin typeface="Times New Roman"/>
                <a:cs typeface="Times New Roman"/>
              </a:rPr>
              <a:t>Q</a:t>
            </a:r>
            <a:r>
              <a:rPr dirty="0" baseline="35842" sz="2325" spc="-15" b="1" i="1">
                <a:latin typeface="Times New Roman"/>
                <a:cs typeface="Times New Roman"/>
              </a:rPr>
              <a:t>n</a:t>
            </a:r>
            <a:r>
              <a:rPr dirty="0" baseline="35842" sz="2325" spc="-89" b="1" i="1">
                <a:latin typeface="Times New Roman"/>
                <a:cs typeface="Times New Roman"/>
              </a:rPr>
              <a:t> </a:t>
            </a:r>
            <a:r>
              <a:rPr dirty="0" sz="2250" spc="254" b="1" i="1">
                <a:latin typeface="Times New Roman"/>
                <a:cs typeface="Times New Roman"/>
              </a:rPr>
              <a:t>Q</a:t>
            </a:r>
            <a:r>
              <a:rPr dirty="0" baseline="35842" sz="2325" spc="-15" b="1" i="1">
                <a:latin typeface="Times New Roman"/>
                <a:cs typeface="Times New Roman"/>
              </a:rPr>
              <a:t>n</a:t>
            </a:r>
            <a:r>
              <a:rPr dirty="0" baseline="35842" sz="2325" b="1" i="1">
                <a:latin typeface="Times New Roman"/>
                <a:cs typeface="Times New Roman"/>
              </a:rPr>
              <a:t> </a:t>
            </a:r>
            <a:r>
              <a:rPr dirty="0" baseline="35842" sz="2325" spc="-82" b="1" i="1">
                <a:latin typeface="Times New Roman"/>
                <a:cs typeface="Times New Roman"/>
              </a:rPr>
              <a:t> </a:t>
            </a:r>
            <a:r>
              <a:rPr dirty="0" sz="2250" spc="-35" b="1">
                <a:latin typeface="Symbol"/>
                <a:cs typeface="Symbol"/>
              </a:rPr>
              <a:t></a:t>
            </a:r>
            <a:r>
              <a:rPr dirty="0" sz="2250" spc="-145">
                <a:latin typeface="Times New Roman"/>
                <a:cs typeface="Times New Roman"/>
              </a:rPr>
              <a:t> </a:t>
            </a:r>
            <a:r>
              <a:rPr dirty="0" sz="2250" spc="254" b="1" i="1">
                <a:latin typeface="Times New Roman"/>
                <a:cs typeface="Times New Roman"/>
              </a:rPr>
              <a:t>Q</a:t>
            </a:r>
            <a:r>
              <a:rPr dirty="0" baseline="35842" sz="2325" spc="-15" b="1" i="1">
                <a:latin typeface="Times New Roman"/>
                <a:cs typeface="Times New Roman"/>
              </a:rPr>
              <a:t>n</a:t>
            </a:r>
            <a:r>
              <a:rPr dirty="0" baseline="35842" sz="2325" spc="-89" b="1" i="1">
                <a:latin typeface="Times New Roman"/>
                <a:cs typeface="Times New Roman"/>
              </a:rPr>
              <a:t> </a:t>
            </a:r>
            <a:r>
              <a:rPr dirty="0" sz="2250" spc="254" b="1" i="1">
                <a:latin typeface="Times New Roman"/>
                <a:cs typeface="Times New Roman"/>
              </a:rPr>
              <a:t>Q</a:t>
            </a:r>
            <a:r>
              <a:rPr dirty="0" baseline="35842" sz="2325" spc="-15" b="1" i="1">
                <a:latin typeface="Times New Roman"/>
                <a:cs typeface="Times New Roman"/>
              </a:rPr>
              <a:t>n</a:t>
            </a:r>
            <a:r>
              <a:rPr dirty="0" baseline="35842" sz="2325" b="1" i="1">
                <a:latin typeface="Times New Roman"/>
                <a:cs typeface="Times New Roman"/>
              </a:rPr>
              <a:t> </a:t>
            </a:r>
            <a:r>
              <a:rPr dirty="0" baseline="35842" sz="2325" spc="-82" b="1" i="1">
                <a:latin typeface="Times New Roman"/>
                <a:cs typeface="Times New Roman"/>
              </a:rPr>
              <a:t> </a:t>
            </a:r>
            <a:r>
              <a:rPr dirty="0" sz="2250" spc="-35" b="1">
                <a:latin typeface="Symbol"/>
                <a:cs typeface="Symbol"/>
              </a:rPr>
              <a:t></a:t>
            </a:r>
            <a:r>
              <a:rPr dirty="0" sz="2250" spc="-145">
                <a:latin typeface="Times New Roman"/>
                <a:cs typeface="Times New Roman"/>
              </a:rPr>
              <a:t> </a:t>
            </a:r>
            <a:r>
              <a:rPr dirty="0" sz="2250" spc="254" b="1" i="1">
                <a:latin typeface="Times New Roman"/>
                <a:cs typeface="Times New Roman"/>
              </a:rPr>
              <a:t>Q</a:t>
            </a:r>
            <a:r>
              <a:rPr dirty="0" baseline="35842" sz="2325" spc="-15" b="1" i="1">
                <a:latin typeface="Times New Roman"/>
                <a:cs typeface="Times New Roman"/>
              </a:rPr>
              <a:t>n</a:t>
            </a:r>
            <a:r>
              <a:rPr dirty="0" baseline="35842" sz="2325" spc="-345" b="1" i="1">
                <a:latin typeface="Times New Roman"/>
                <a:cs typeface="Times New Roman"/>
              </a:rPr>
              <a:t> </a:t>
            </a:r>
            <a:r>
              <a:rPr dirty="0" sz="2250" spc="254" b="1" i="1">
                <a:latin typeface="Times New Roman"/>
                <a:cs typeface="Times New Roman"/>
              </a:rPr>
              <a:t>Q</a:t>
            </a:r>
            <a:r>
              <a:rPr dirty="0" baseline="35842" sz="2325" spc="-15" b="1" i="1">
                <a:latin typeface="Times New Roman"/>
                <a:cs typeface="Times New Roman"/>
              </a:rPr>
              <a:t>n</a:t>
            </a:r>
            <a:r>
              <a:rPr dirty="0" baseline="35842" sz="2325" spc="-345" b="1" i="1">
                <a:latin typeface="Times New Roman"/>
                <a:cs typeface="Times New Roman"/>
              </a:rPr>
              <a:t> </a:t>
            </a:r>
            <a:r>
              <a:rPr dirty="0" sz="2250" spc="254" b="1" i="1">
                <a:latin typeface="Times New Roman"/>
                <a:cs typeface="Times New Roman"/>
              </a:rPr>
              <a:t>Q</a:t>
            </a:r>
            <a:r>
              <a:rPr dirty="0" baseline="35842" sz="2325" spc="-15" b="1" i="1">
                <a:latin typeface="Times New Roman"/>
                <a:cs typeface="Times New Roman"/>
              </a:rPr>
              <a:t>n</a:t>
            </a:r>
            <a:endParaRPr baseline="35842" sz="2325">
              <a:latin typeface="Times New Roman"/>
              <a:cs typeface="Times New Roman"/>
            </a:endParaRPr>
          </a:p>
          <a:p>
            <a:pPr marL="913130">
              <a:lnSpc>
                <a:spcPts val="1145"/>
              </a:lnSpc>
              <a:tabLst>
                <a:tab pos="1290320" algn="l"/>
                <a:tab pos="1947545" algn="l"/>
                <a:tab pos="2333625" algn="l"/>
                <a:tab pos="2982595" algn="l"/>
                <a:tab pos="3338195" algn="l"/>
                <a:tab pos="3714750" algn="l"/>
              </a:tabLst>
            </a:pPr>
            <a:r>
              <a:rPr dirty="0" sz="1550" spc="-10" b="1">
                <a:latin typeface="Times New Roman"/>
                <a:cs typeface="Times New Roman"/>
              </a:rPr>
              <a:t>2	1	2	0	2	1	0</a:t>
            </a:r>
            <a:endParaRPr sz="1550">
              <a:latin typeface="Times New Roman"/>
              <a:cs typeface="Times New Roman"/>
            </a:endParaRPr>
          </a:p>
        </p:txBody>
      </p:sp>
      <p:graphicFrame>
        <p:nvGraphicFramePr>
          <p:cNvPr id="58" name="object 58"/>
          <p:cNvGraphicFramePr>
            <a:graphicFrameLocks noGrp="1"/>
          </p:cNvGraphicFramePr>
          <p:nvPr/>
        </p:nvGraphicFramePr>
        <p:xfrm>
          <a:off x="4495800" y="690570"/>
          <a:ext cx="4685030" cy="5020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510"/>
                <a:gridCol w="521334"/>
                <a:gridCol w="408305"/>
                <a:gridCol w="113665"/>
                <a:gridCol w="521334"/>
                <a:gridCol w="348614"/>
                <a:gridCol w="173355"/>
                <a:gridCol w="304164"/>
                <a:gridCol w="218439"/>
                <a:gridCol w="294004"/>
                <a:gridCol w="147955"/>
                <a:gridCol w="327025"/>
                <a:gridCol w="312420"/>
                <a:gridCol w="165100"/>
                <a:gridCol w="357504"/>
                <a:gridCol w="333375"/>
              </a:tblGrid>
              <a:tr h="36512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 b="1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1581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207010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9525">
                        <a:lnSpc>
                          <a:spcPts val="1220"/>
                        </a:lnSpc>
                      </a:pPr>
                      <a:r>
                        <a:rPr dirty="0" sz="1800" spc="-135">
                          <a:latin typeface="Arial"/>
                          <a:cs typeface="Arial"/>
                        </a:rPr>
                        <a:t>11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6200">
                        <a:lnSpc>
                          <a:spcPts val="1220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3657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62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3657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556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3657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556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3657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49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688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FFFF99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6">
                  <a:txBody>
                    <a:bodyPr/>
                    <a:lstStyle/>
                    <a:p>
                      <a:pPr marL="417195" marR="30480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dirty="0" sz="1500" spc="25" b="1" i="1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dirty="0" baseline="-11111" sz="1500" spc="37" b="1">
                          <a:latin typeface="Times New Roman"/>
                          <a:cs typeface="Times New Roman"/>
                        </a:rPr>
                        <a:t>2</a:t>
                      </a:r>
                      <a:endParaRPr baseline="-11111"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161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13664">
                        <a:lnSpc>
                          <a:spcPts val="880"/>
                        </a:lnSpc>
                      </a:pPr>
                      <a:r>
                        <a:rPr dirty="0" sz="1000" b="1" i="1">
                          <a:latin typeface="Times New Roman"/>
                          <a:cs typeface="Times New Roman"/>
                        </a:rPr>
                        <a:t>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480"/>
                        </a:lnSpc>
                      </a:pPr>
                      <a:r>
                        <a:rPr dirty="0" sz="1500" spc="40" b="1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36111" sz="1500" spc="60" b="1">
                          <a:latin typeface="Times New Roman"/>
                          <a:cs typeface="Times New Roman"/>
                        </a:rPr>
                        <a:t>1</a:t>
                      </a:r>
                      <a:endParaRPr baseline="-36111"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62280">
                <a:tc gridSpan="3"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5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500" b="1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922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302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500" b="1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922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500" b="1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922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500" b="1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922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3390"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15570">
                        <a:lnSpc>
                          <a:spcPct val="100000"/>
                        </a:lnSpc>
                      </a:pPr>
                      <a:r>
                        <a:rPr dirty="0" sz="1000" b="1" i="1">
                          <a:latin typeface="Times New Roman"/>
                          <a:cs typeface="Times New Roman"/>
                        </a:rPr>
                        <a:t>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4">
                  <a:txBody>
                    <a:bodyPr/>
                    <a:lstStyle/>
                    <a:p>
                      <a:pPr marL="187325" marR="30480">
                        <a:lnSpc>
                          <a:spcPct val="100000"/>
                        </a:lnSpc>
                        <a:spcBef>
                          <a:spcPts val="810"/>
                        </a:spcBef>
                        <a:tabLst>
                          <a:tab pos="661035" algn="l"/>
                        </a:tabLst>
                      </a:pPr>
                      <a:r>
                        <a:rPr dirty="0" sz="1500" spc="20" b="1">
                          <a:latin typeface="Times New Roman"/>
                          <a:cs typeface="Times New Roman"/>
                        </a:rPr>
                        <a:t>1	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287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500" b="1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287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500" b="1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287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marL="173990">
                        <a:lnSpc>
                          <a:spcPct val="100000"/>
                        </a:lnSpc>
                      </a:pPr>
                      <a:r>
                        <a:rPr dirty="0" sz="1500" b="1" i="1">
                          <a:latin typeface="Times New Roman"/>
                          <a:cs typeface="Times New Roman"/>
                        </a:rPr>
                        <a:t>Q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000" b="1" i="1">
                          <a:latin typeface="Times New Roman"/>
                          <a:cs typeface="Times New Roman"/>
                        </a:rPr>
                        <a:t>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000" b="1"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</a:tr>
              <a:tr h="462280"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4">
                  <a:txBody>
                    <a:bodyPr/>
                    <a:lstStyle/>
                    <a:p>
                      <a:pPr marL="138430" marR="30480">
                        <a:lnSpc>
                          <a:spcPct val="100000"/>
                        </a:lnSpc>
                        <a:spcBef>
                          <a:spcPts val="825"/>
                        </a:spcBef>
                        <a:tabLst>
                          <a:tab pos="612140" algn="l"/>
                        </a:tabLst>
                      </a:pPr>
                      <a:r>
                        <a:rPr dirty="0" sz="1500" spc="40" b="1">
                          <a:latin typeface="宋体"/>
                          <a:cs typeface="宋体"/>
                        </a:rPr>
                        <a:t>×	×</a:t>
                      </a:r>
                      <a:endParaRPr sz="1500">
                        <a:latin typeface="宋体"/>
                        <a:cs typeface="宋体"/>
                      </a:endParaRPr>
                    </a:p>
                  </a:txBody>
                  <a:tcPr marL="0" marR="0" marB="0" marT="104775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500" b="1">
                          <a:latin typeface="宋体"/>
                          <a:cs typeface="宋体"/>
                        </a:rPr>
                        <a:t>×</a:t>
                      </a:r>
                      <a:endParaRPr sz="1500">
                        <a:latin typeface="宋体"/>
                        <a:cs typeface="宋体"/>
                      </a:endParaRPr>
                    </a:p>
                  </a:txBody>
                  <a:tcPr marL="0" marR="0" marB="0" marT="10477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500" b="1">
                          <a:latin typeface="宋体"/>
                          <a:cs typeface="宋体"/>
                        </a:rPr>
                        <a:t>×</a:t>
                      </a:r>
                      <a:endParaRPr sz="1500">
                        <a:latin typeface="宋体"/>
                        <a:cs typeface="宋体"/>
                      </a:endParaRPr>
                    </a:p>
                  </a:txBody>
                  <a:tcPr marL="0" marR="0" marB="0" marT="104775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985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</a:tr>
              <a:tr h="462280"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500" b="1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287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365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500" b="1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287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500" b="1">
                          <a:latin typeface="宋体"/>
                          <a:cs typeface="宋体"/>
                        </a:rPr>
                        <a:t>×</a:t>
                      </a:r>
                      <a:endParaRPr sz="1500">
                        <a:latin typeface="宋体"/>
                        <a:cs typeface="宋体"/>
                      </a:endParaRPr>
                    </a:p>
                  </a:txBody>
                  <a:tcPr marL="0" marR="0" marB="0" marT="984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500" b="1">
                          <a:latin typeface="宋体"/>
                          <a:cs typeface="宋体"/>
                        </a:rPr>
                        <a:t>×</a:t>
                      </a:r>
                      <a:endParaRPr sz="1500">
                        <a:latin typeface="宋体"/>
                        <a:cs typeface="宋体"/>
                      </a:endParaRPr>
                    </a:p>
                  </a:txBody>
                  <a:tcPr marL="0" marR="0" marB="0" marT="98425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8450"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algn="r">
                        <a:lnSpc>
                          <a:spcPts val="1115"/>
                        </a:lnSpc>
                        <a:spcBef>
                          <a:spcPts val="1135"/>
                        </a:spcBef>
                      </a:pPr>
                      <a:r>
                        <a:rPr dirty="0" sz="1500" b="1" i="1">
                          <a:latin typeface="Times New Roman"/>
                          <a:cs typeface="Times New Roman"/>
                        </a:rPr>
                        <a:t>Q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4145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000" b="1" i="1">
                          <a:latin typeface="Times New Roman"/>
                          <a:cs typeface="Times New Roman"/>
                        </a:rPr>
                        <a:t>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135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250825" cy="6858000"/>
            <a:chOff x="0" y="0"/>
            <a:chExt cx="250825" cy="6858000"/>
          </a:xfrm>
        </p:grpSpPr>
        <p:sp>
          <p:nvSpPr>
            <p:cNvPr id="4" name="object 4"/>
            <p:cNvSpPr/>
            <p:nvPr/>
          </p:nvSpPr>
          <p:spPr>
            <a:xfrm>
              <a:off x="0" y="4292346"/>
              <a:ext cx="250825" cy="2566035"/>
            </a:xfrm>
            <a:custGeom>
              <a:avLst/>
              <a:gdLst/>
              <a:ahLst/>
              <a:cxnLst/>
              <a:rect l="l" t="t" r="r" b="b"/>
              <a:pathLst>
                <a:path w="250825" h="2566034">
                  <a:moveTo>
                    <a:pt x="0" y="2565654"/>
                  </a:moveTo>
                  <a:lnTo>
                    <a:pt x="250697" y="2565654"/>
                  </a:lnTo>
                  <a:lnTo>
                    <a:pt x="250697" y="0"/>
                  </a:lnTo>
                  <a:lnTo>
                    <a:pt x="0" y="0"/>
                  </a:lnTo>
                  <a:lnTo>
                    <a:pt x="0" y="2565654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250825" cy="4292600"/>
            </a:xfrm>
            <a:custGeom>
              <a:avLst/>
              <a:gdLst/>
              <a:ahLst/>
              <a:cxnLst/>
              <a:rect l="l" t="t" r="r" b="b"/>
              <a:pathLst>
                <a:path w="250825" h="4292600">
                  <a:moveTo>
                    <a:pt x="250697" y="0"/>
                  </a:moveTo>
                  <a:lnTo>
                    <a:pt x="0" y="0"/>
                  </a:lnTo>
                  <a:lnTo>
                    <a:pt x="0" y="4292346"/>
                  </a:lnTo>
                  <a:lnTo>
                    <a:pt x="250697" y="4292346"/>
                  </a:lnTo>
                  <a:lnTo>
                    <a:pt x="250697" y="0"/>
                  </a:lnTo>
                  <a:close/>
                </a:path>
              </a:pathLst>
            </a:custGeom>
            <a:solidFill>
              <a:srgbClr val="66669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449580" y="721671"/>
            <a:ext cx="8320405" cy="116839"/>
            <a:chOff x="449580" y="721671"/>
            <a:chExt cx="8320405" cy="116839"/>
          </a:xfrm>
        </p:grpSpPr>
        <p:sp>
          <p:nvSpPr>
            <p:cNvPr id="7" name="object 7"/>
            <p:cNvSpPr/>
            <p:nvPr/>
          </p:nvSpPr>
          <p:spPr>
            <a:xfrm>
              <a:off x="449580" y="799357"/>
              <a:ext cx="5073650" cy="0"/>
            </a:xfrm>
            <a:custGeom>
              <a:avLst/>
              <a:gdLst/>
              <a:ahLst/>
              <a:cxnLst/>
              <a:rect l="l" t="t" r="r" b="b"/>
              <a:pathLst>
                <a:path w="5073650" h="0">
                  <a:moveTo>
                    <a:pt x="0" y="0"/>
                  </a:moveTo>
                  <a:lnTo>
                    <a:pt x="5073091" y="0"/>
                  </a:lnTo>
                </a:path>
              </a:pathLst>
            </a:custGeom>
            <a:ln w="7768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49580" y="773639"/>
              <a:ext cx="5594350" cy="0"/>
            </a:xfrm>
            <a:custGeom>
              <a:avLst/>
              <a:gdLst/>
              <a:ahLst/>
              <a:cxnLst/>
              <a:rect l="l" t="t" r="r" b="b"/>
              <a:pathLst>
                <a:path w="5594350" h="0">
                  <a:moveTo>
                    <a:pt x="0" y="0"/>
                  </a:moveTo>
                  <a:lnTo>
                    <a:pt x="5594057" y="0"/>
                  </a:lnTo>
                </a:path>
              </a:pathLst>
            </a:custGeom>
            <a:ln w="262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49580" y="734796"/>
              <a:ext cx="8320405" cy="0"/>
            </a:xfrm>
            <a:custGeom>
              <a:avLst/>
              <a:gdLst/>
              <a:ahLst/>
              <a:cxnLst/>
              <a:rect l="l" t="t" r="r" b="b"/>
              <a:pathLst>
                <a:path w="8320405" h="0">
                  <a:moveTo>
                    <a:pt x="0" y="0"/>
                  </a:moveTo>
                  <a:lnTo>
                    <a:pt x="8320278" y="0"/>
                  </a:lnTo>
                </a:path>
              </a:pathLst>
            </a:custGeom>
            <a:ln w="262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20574" y="333756"/>
            <a:ext cx="230504" cy="3527425"/>
          </a:xfrm>
          <a:custGeom>
            <a:avLst/>
            <a:gdLst/>
            <a:ahLst/>
            <a:cxnLst/>
            <a:rect l="l" t="t" r="r" b="b"/>
            <a:pathLst>
              <a:path w="230504" h="3527425">
                <a:moveTo>
                  <a:pt x="230124" y="0"/>
                </a:moveTo>
                <a:lnTo>
                  <a:pt x="0" y="0"/>
                </a:lnTo>
                <a:lnTo>
                  <a:pt x="0" y="3527298"/>
                </a:lnTo>
                <a:lnTo>
                  <a:pt x="230124" y="3527298"/>
                </a:lnTo>
                <a:lnTo>
                  <a:pt x="23012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8634" y="1588006"/>
            <a:ext cx="203835" cy="10172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endParaRPr sz="1600">
              <a:latin typeface="宋体"/>
              <a:cs typeface="宋体"/>
            </a:endParaRPr>
          </a:p>
          <a:p>
            <a:pPr algn="just">
              <a:lnSpc>
                <a:spcPts val="1600"/>
              </a:lnSpc>
              <a:spcBef>
                <a:spcPts val="160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算 机 学 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710056"/>
            <a:ext cx="5662930" cy="5076825"/>
            <a:chOff x="0" y="710056"/>
            <a:chExt cx="5662930" cy="5076825"/>
          </a:xfrm>
        </p:grpSpPr>
        <p:sp>
          <p:nvSpPr>
            <p:cNvPr id="15" name="object 15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85621"/>
              <a:ext cx="5662421" cy="500100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001386" y="1492034"/>
              <a:ext cx="571500" cy="4223385"/>
            </a:xfrm>
            <a:custGeom>
              <a:avLst/>
              <a:gdLst/>
              <a:ahLst/>
              <a:cxnLst/>
              <a:rect l="l" t="t" r="r" b="b"/>
              <a:pathLst>
                <a:path w="571500" h="4223385">
                  <a:moveTo>
                    <a:pt x="0" y="4223346"/>
                  </a:moveTo>
                  <a:lnTo>
                    <a:pt x="571500" y="4223346"/>
                  </a:lnTo>
                  <a:lnTo>
                    <a:pt x="571500" y="0"/>
                  </a:lnTo>
                  <a:lnTo>
                    <a:pt x="0" y="0"/>
                  </a:lnTo>
                  <a:lnTo>
                    <a:pt x="0" y="4223346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293177" y="244095"/>
            <a:ext cx="502920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003366"/>
                </a:solidFill>
                <a:latin typeface="新宋体"/>
                <a:cs typeface="新宋体"/>
              </a:rPr>
              <a:t>画出</a:t>
            </a:r>
            <a:r>
              <a:rPr dirty="0" sz="2800" spc="-5">
                <a:solidFill>
                  <a:srgbClr val="003366"/>
                </a:solidFill>
                <a:latin typeface="新宋体"/>
                <a:cs typeface="新宋体"/>
              </a:rPr>
              <a:t>D1</a:t>
            </a:r>
            <a:r>
              <a:rPr dirty="0" sz="2800" spc="5">
                <a:solidFill>
                  <a:srgbClr val="003366"/>
                </a:solidFill>
                <a:latin typeface="新宋体"/>
                <a:cs typeface="新宋体"/>
              </a:rPr>
              <a:t>触</a:t>
            </a:r>
            <a:r>
              <a:rPr dirty="0" sz="2800">
                <a:solidFill>
                  <a:srgbClr val="003366"/>
                </a:solidFill>
                <a:latin typeface="新宋体"/>
                <a:cs typeface="新宋体"/>
              </a:rPr>
              <a:t>发器激励信号的卡诺图</a:t>
            </a:r>
            <a:endParaRPr sz="2800">
              <a:latin typeface="新宋体"/>
              <a:cs typeface="新宋体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84276" y="1210055"/>
            <a:ext cx="8336280" cy="5572125"/>
            <a:chOff x="684276" y="1210055"/>
            <a:chExt cx="8336280" cy="5572125"/>
          </a:xfrm>
        </p:grpSpPr>
        <p:sp>
          <p:nvSpPr>
            <p:cNvPr id="21" name="object 21"/>
            <p:cNvSpPr/>
            <p:nvPr/>
          </p:nvSpPr>
          <p:spPr>
            <a:xfrm>
              <a:off x="3357752" y="1215008"/>
              <a:ext cx="1143000" cy="4500880"/>
            </a:xfrm>
            <a:custGeom>
              <a:avLst/>
              <a:gdLst/>
              <a:ahLst/>
              <a:cxnLst/>
              <a:rect l="l" t="t" r="r" b="b"/>
              <a:pathLst>
                <a:path w="1143000" h="4500880">
                  <a:moveTo>
                    <a:pt x="1143000" y="0"/>
                  </a:moveTo>
                  <a:lnTo>
                    <a:pt x="0" y="0"/>
                  </a:lnTo>
                  <a:lnTo>
                    <a:pt x="0" y="4500372"/>
                  </a:lnTo>
                  <a:lnTo>
                    <a:pt x="1143000" y="4500372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357752" y="1215008"/>
              <a:ext cx="1143000" cy="4500880"/>
            </a:xfrm>
            <a:custGeom>
              <a:avLst/>
              <a:gdLst/>
              <a:ahLst/>
              <a:cxnLst/>
              <a:rect l="l" t="t" r="r" b="b"/>
              <a:pathLst>
                <a:path w="1143000" h="4500880">
                  <a:moveTo>
                    <a:pt x="0" y="0"/>
                  </a:moveTo>
                  <a:lnTo>
                    <a:pt x="1143000" y="0"/>
                  </a:lnTo>
                  <a:lnTo>
                    <a:pt x="1143000" y="4500372"/>
                  </a:lnTo>
                  <a:lnTo>
                    <a:pt x="0" y="4500372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8299" y="2781300"/>
              <a:ext cx="3572255" cy="400048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89229" y="6001130"/>
              <a:ext cx="4429125" cy="643255"/>
            </a:xfrm>
            <a:custGeom>
              <a:avLst/>
              <a:gdLst/>
              <a:ahLst/>
              <a:cxnLst/>
              <a:rect l="l" t="t" r="r" b="b"/>
              <a:pathLst>
                <a:path w="4429125" h="643254">
                  <a:moveTo>
                    <a:pt x="4428744" y="0"/>
                  </a:moveTo>
                  <a:lnTo>
                    <a:pt x="0" y="0"/>
                  </a:lnTo>
                  <a:lnTo>
                    <a:pt x="0" y="643128"/>
                  </a:lnTo>
                  <a:lnTo>
                    <a:pt x="4428744" y="643128"/>
                  </a:lnTo>
                  <a:lnTo>
                    <a:pt x="442874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89229" y="6001130"/>
              <a:ext cx="4429125" cy="643255"/>
            </a:xfrm>
            <a:custGeom>
              <a:avLst/>
              <a:gdLst/>
              <a:ahLst/>
              <a:cxnLst/>
              <a:rect l="l" t="t" r="r" b="b"/>
              <a:pathLst>
                <a:path w="4429125" h="643254">
                  <a:moveTo>
                    <a:pt x="0" y="0"/>
                  </a:moveTo>
                  <a:lnTo>
                    <a:pt x="4428744" y="0"/>
                  </a:lnTo>
                  <a:lnTo>
                    <a:pt x="4428744" y="643128"/>
                  </a:lnTo>
                  <a:lnTo>
                    <a:pt x="0" y="643128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325751" y="6082264"/>
              <a:ext cx="395605" cy="0"/>
            </a:xfrm>
            <a:custGeom>
              <a:avLst/>
              <a:gdLst/>
              <a:ahLst/>
              <a:cxnLst/>
              <a:rect l="l" t="t" r="r" b="b"/>
              <a:pathLst>
                <a:path w="395605" h="0">
                  <a:moveTo>
                    <a:pt x="0" y="0"/>
                  </a:moveTo>
                  <a:lnTo>
                    <a:pt x="395449" y="0"/>
                  </a:lnTo>
                </a:path>
              </a:pathLst>
            </a:custGeom>
            <a:ln w="143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019424" y="6082264"/>
              <a:ext cx="395605" cy="0"/>
            </a:xfrm>
            <a:custGeom>
              <a:avLst/>
              <a:gdLst/>
              <a:ahLst/>
              <a:cxnLst/>
              <a:rect l="l" t="t" r="r" b="b"/>
              <a:pathLst>
                <a:path w="395604" h="0">
                  <a:moveTo>
                    <a:pt x="0" y="0"/>
                  </a:moveTo>
                  <a:lnTo>
                    <a:pt x="395449" y="0"/>
                  </a:lnTo>
                </a:path>
              </a:pathLst>
            </a:custGeom>
            <a:ln w="143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438246" y="6082264"/>
              <a:ext cx="395605" cy="0"/>
            </a:xfrm>
            <a:custGeom>
              <a:avLst/>
              <a:gdLst/>
              <a:ahLst/>
              <a:cxnLst/>
              <a:rect l="l" t="t" r="r" b="b"/>
              <a:pathLst>
                <a:path w="395604" h="0">
                  <a:moveTo>
                    <a:pt x="0" y="0"/>
                  </a:moveTo>
                  <a:lnTo>
                    <a:pt x="395449" y="0"/>
                  </a:lnTo>
                </a:path>
              </a:pathLst>
            </a:custGeom>
            <a:ln w="143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181698" y="6125971"/>
            <a:ext cx="3062605" cy="4241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ts val="1980"/>
              </a:lnSpc>
              <a:spcBef>
                <a:spcPts val="105"/>
              </a:spcBef>
            </a:pPr>
            <a:r>
              <a:rPr dirty="0" sz="2250" spc="70" b="1" i="1">
                <a:latin typeface="Times New Roman"/>
                <a:cs typeface="Times New Roman"/>
              </a:rPr>
              <a:t>D</a:t>
            </a:r>
            <a:r>
              <a:rPr dirty="0" baseline="-19713" sz="2325" spc="67" b="1">
                <a:latin typeface="Times New Roman"/>
                <a:cs typeface="Times New Roman"/>
              </a:rPr>
              <a:t>1</a:t>
            </a:r>
            <a:r>
              <a:rPr dirty="0" baseline="-19713" sz="2325" b="1">
                <a:latin typeface="Times New Roman"/>
                <a:cs typeface="Times New Roman"/>
              </a:rPr>
              <a:t> </a:t>
            </a:r>
            <a:r>
              <a:rPr dirty="0" baseline="-19713" sz="2325" spc="172" b="1">
                <a:latin typeface="Times New Roman"/>
                <a:cs typeface="Times New Roman"/>
              </a:rPr>
              <a:t> </a:t>
            </a:r>
            <a:r>
              <a:rPr dirty="0" sz="2250" spc="55" b="1">
                <a:latin typeface="Symbol"/>
                <a:cs typeface="Symbol"/>
              </a:rPr>
              <a:t></a:t>
            </a:r>
            <a:r>
              <a:rPr dirty="0" sz="2250" spc="25">
                <a:latin typeface="Times New Roman"/>
                <a:cs typeface="Times New Roman"/>
              </a:rPr>
              <a:t> </a:t>
            </a:r>
            <a:r>
              <a:rPr dirty="0" sz="2250" spc="395" b="1" i="1">
                <a:latin typeface="Times New Roman"/>
                <a:cs typeface="Times New Roman"/>
              </a:rPr>
              <a:t>Q</a:t>
            </a:r>
            <a:r>
              <a:rPr dirty="0" baseline="35842" sz="2325" spc="82" b="1" i="1">
                <a:latin typeface="Times New Roman"/>
                <a:cs typeface="Times New Roman"/>
              </a:rPr>
              <a:t>n</a:t>
            </a:r>
            <a:r>
              <a:rPr dirty="0" baseline="35842" sz="2325" spc="-52" b="1" i="1">
                <a:latin typeface="Times New Roman"/>
                <a:cs typeface="Times New Roman"/>
              </a:rPr>
              <a:t> </a:t>
            </a:r>
            <a:r>
              <a:rPr dirty="0" sz="2250" spc="395" b="1" i="1">
                <a:latin typeface="Times New Roman"/>
                <a:cs typeface="Times New Roman"/>
              </a:rPr>
              <a:t>Q</a:t>
            </a:r>
            <a:r>
              <a:rPr dirty="0" baseline="35842" sz="2325" spc="82" b="1" i="1">
                <a:latin typeface="Times New Roman"/>
                <a:cs typeface="Times New Roman"/>
              </a:rPr>
              <a:t>n</a:t>
            </a:r>
            <a:r>
              <a:rPr dirty="0" baseline="35842" sz="2325" b="1" i="1">
                <a:latin typeface="Times New Roman"/>
                <a:cs typeface="Times New Roman"/>
              </a:rPr>
              <a:t>  </a:t>
            </a:r>
            <a:r>
              <a:rPr dirty="0" sz="2250" spc="55" b="1">
                <a:latin typeface="Symbol"/>
                <a:cs typeface="Symbol"/>
              </a:rPr>
              <a:t></a:t>
            </a:r>
            <a:r>
              <a:rPr dirty="0" sz="2250" spc="-114">
                <a:latin typeface="Times New Roman"/>
                <a:cs typeface="Times New Roman"/>
              </a:rPr>
              <a:t> </a:t>
            </a:r>
            <a:r>
              <a:rPr dirty="0" sz="2250" spc="395" b="1" i="1">
                <a:latin typeface="Times New Roman"/>
                <a:cs typeface="Times New Roman"/>
              </a:rPr>
              <a:t>Q</a:t>
            </a:r>
            <a:r>
              <a:rPr dirty="0" baseline="35842" sz="2325" spc="82" b="1" i="1">
                <a:latin typeface="Times New Roman"/>
                <a:cs typeface="Times New Roman"/>
              </a:rPr>
              <a:t>n</a:t>
            </a:r>
            <a:r>
              <a:rPr dirty="0" baseline="35842" sz="2325" spc="-52" b="1" i="1">
                <a:latin typeface="Times New Roman"/>
                <a:cs typeface="Times New Roman"/>
              </a:rPr>
              <a:t> </a:t>
            </a:r>
            <a:r>
              <a:rPr dirty="0" sz="2250" spc="395" b="1" i="1">
                <a:latin typeface="Times New Roman"/>
                <a:cs typeface="Times New Roman"/>
              </a:rPr>
              <a:t>Q</a:t>
            </a:r>
            <a:r>
              <a:rPr dirty="0" baseline="35842" sz="2325" spc="82" b="1" i="1">
                <a:latin typeface="Times New Roman"/>
                <a:cs typeface="Times New Roman"/>
              </a:rPr>
              <a:t>n</a:t>
            </a:r>
            <a:r>
              <a:rPr dirty="0" baseline="35842" sz="2325" spc="-330" b="1" i="1">
                <a:latin typeface="Times New Roman"/>
                <a:cs typeface="Times New Roman"/>
              </a:rPr>
              <a:t> </a:t>
            </a:r>
            <a:r>
              <a:rPr dirty="0" sz="2250" spc="395" b="1" i="1">
                <a:latin typeface="Times New Roman"/>
                <a:cs typeface="Times New Roman"/>
              </a:rPr>
              <a:t>Q</a:t>
            </a:r>
            <a:r>
              <a:rPr dirty="0" baseline="35842" sz="2325" spc="82" b="1" i="1">
                <a:latin typeface="Times New Roman"/>
                <a:cs typeface="Times New Roman"/>
              </a:rPr>
              <a:t>n</a:t>
            </a:r>
            <a:endParaRPr baseline="35842" sz="2325">
              <a:latin typeface="Times New Roman"/>
              <a:cs typeface="Times New Roman"/>
            </a:endParaRPr>
          </a:p>
          <a:p>
            <a:pPr marL="931544">
              <a:lnSpc>
                <a:spcPts val="1140"/>
              </a:lnSpc>
              <a:tabLst>
                <a:tab pos="1359535" algn="l"/>
                <a:tab pos="2056764" algn="l"/>
                <a:tab pos="2462530" algn="l"/>
                <a:tab pos="2867660" algn="l"/>
              </a:tabLst>
            </a:pPr>
            <a:r>
              <a:rPr dirty="0" sz="1550" spc="45" b="1">
                <a:latin typeface="Times New Roman"/>
                <a:cs typeface="Times New Roman"/>
              </a:rPr>
              <a:t>1	0	3	1	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001717" y="2589313"/>
            <a:ext cx="4142740" cy="365760"/>
          </a:xfrm>
          <a:custGeom>
            <a:avLst/>
            <a:gdLst/>
            <a:ahLst/>
            <a:cxnLst/>
            <a:rect l="l" t="t" r="r" b="b"/>
            <a:pathLst>
              <a:path w="4142740" h="365760">
                <a:moveTo>
                  <a:pt x="1041908" y="0"/>
                </a:moveTo>
                <a:lnTo>
                  <a:pt x="520954" y="0"/>
                </a:lnTo>
                <a:lnTo>
                  <a:pt x="0" y="0"/>
                </a:lnTo>
                <a:lnTo>
                  <a:pt x="0" y="365760"/>
                </a:lnTo>
                <a:lnTo>
                  <a:pt x="520954" y="365760"/>
                </a:lnTo>
                <a:lnTo>
                  <a:pt x="1041908" y="365760"/>
                </a:lnTo>
                <a:lnTo>
                  <a:pt x="1041908" y="0"/>
                </a:lnTo>
                <a:close/>
              </a:path>
              <a:path w="4142740" h="365760">
                <a:moveTo>
                  <a:pt x="3646690" y="0"/>
                </a:moveTo>
                <a:lnTo>
                  <a:pt x="3646690" y="0"/>
                </a:lnTo>
                <a:lnTo>
                  <a:pt x="1041920" y="0"/>
                </a:lnTo>
                <a:lnTo>
                  <a:pt x="1041920" y="365760"/>
                </a:lnTo>
                <a:lnTo>
                  <a:pt x="3646690" y="365760"/>
                </a:lnTo>
                <a:lnTo>
                  <a:pt x="3646690" y="0"/>
                </a:lnTo>
                <a:close/>
              </a:path>
              <a:path w="4142740" h="365760">
                <a:moveTo>
                  <a:pt x="4142282" y="0"/>
                </a:moveTo>
                <a:lnTo>
                  <a:pt x="3646703" y="0"/>
                </a:lnTo>
                <a:lnTo>
                  <a:pt x="3646703" y="365760"/>
                </a:lnTo>
                <a:lnTo>
                  <a:pt x="4142282" y="365760"/>
                </a:lnTo>
                <a:lnTo>
                  <a:pt x="414228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4995036" y="747820"/>
          <a:ext cx="4149090" cy="4958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500"/>
                <a:gridCol w="470534"/>
                <a:gridCol w="520700"/>
                <a:gridCol w="520700"/>
                <a:gridCol w="520700"/>
                <a:gridCol w="403225"/>
                <a:gridCol w="637539"/>
                <a:gridCol w="494664"/>
              </a:tblGrid>
              <a:tr h="371475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923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4605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800" b="1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88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276860">
                <a:tc>
                  <a:txBody>
                    <a:bodyPr/>
                    <a:lstStyle/>
                    <a:p>
                      <a:pPr marL="141605">
                        <a:lnSpc>
                          <a:spcPts val="1775"/>
                        </a:lnSpc>
                      </a:pPr>
                      <a:r>
                        <a:rPr dirty="0" sz="1800" spc="-135">
                          <a:latin typeface="Arial"/>
                          <a:cs typeface="Arial"/>
                        </a:rPr>
                        <a:t>11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92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543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859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543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859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536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96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36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97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2" name="object 32"/>
          <p:cNvSpPr/>
          <p:nvPr/>
        </p:nvSpPr>
        <p:spPr>
          <a:xfrm>
            <a:off x="4995369" y="754170"/>
            <a:ext cx="4149090" cy="12700"/>
          </a:xfrm>
          <a:custGeom>
            <a:avLst/>
            <a:gdLst/>
            <a:ahLst/>
            <a:cxnLst/>
            <a:rect l="l" t="t" r="r" b="b"/>
            <a:pathLst>
              <a:path w="4149090" h="12700">
                <a:moveTo>
                  <a:pt x="0" y="12700"/>
                </a:moveTo>
                <a:lnTo>
                  <a:pt x="4148630" y="12700"/>
                </a:lnTo>
                <a:lnTo>
                  <a:pt x="414863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34" y="1588006"/>
            <a:ext cx="203835" cy="10172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endParaRPr sz="1600">
              <a:latin typeface="宋体"/>
              <a:cs typeface="宋体"/>
            </a:endParaRPr>
          </a:p>
          <a:p>
            <a:pPr algn="just">
              <a:lnSpc>
                <a:spcPts val="1600"/>
              </a:lnSpc>
              <a:spcBef>
                <a:spcPts val="160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算 机 学 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6125" y="6814566"/>
            <a:ext cx="4209415" cy="0"/>
          </a:xfrm>
          <a:custGeom>
            <a:avLst/>
            <a:gdLst/>
            <a:ahLst/>
            <a:cxnLst/>
            <a:rect l="l" t="t" r="r" b="b"/>
            <a:pathLst>
              <a:path w="4209415" h="0">
                <a:moveTo>
                  <a:pt x="0" y="0"/>
                </a:moveTo>
                <a:lnTo>
                  <a:pt x="4209262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643128"/>
            <a:ext cx="5662930" cy="5000625"/>
            <a:chOff x="0" y="643128"/>
            <a:chExt cx="5662930" cy="5000625"/>
          </a:xfrm>
        </p:grpSpPr>
        <p:sp>
          <p:nvSpPr>
            <p:cNvPr id="6" name="object 6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3128"/>
              <a:ext cx="5662421" cy="500024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357753" y="1071752"/>
              <a:ext cx="1644014" cy="4501515"/>
            </a:xfrm>
            <a:custGeom>
              <a:avLst/>
              <a:gdLst/>
              <a:ahLst/>
              <a:cxnLst/>
              <a:rect l="l" t="t" r="r" b="b"/>
              <a:pathLst>
                <a:path w="1644014" h="4501515">
                  <a:moveTo>
                    <a:pt x="1643621" y="0"/>
                  </a:moveTo>
                  <a:lnTo>
                    <a:pt x="0" y="0"/>
                  </a:lnTo>
                  <a:lnTo>
                    <a:pt x="0" y="4325112"/>
                  </a:lnTo>
                  <a:lnTo>
                    <a:pt x="0" y="4501134"/>
                  </a:lnTo>
                  <a:lnTo>
                    <a:pt x="1618589" y="4501134"/>
                  </a:lnTo>
                  <a:lnTo>
                    <a:pt x="1618589" y="4325112"/>
                  </a:lnTo>
                  <a:lnTo>
                    <a:pt x="1643621" y="4325112"/>
                  </a:lnTo>
                  <a:lnTo>
                    <a:pt x="164362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357753" y="1071752"/>
              <a:ext cx="1644014" cy="4501515"/>
            </a:xfrm>
            <a:custGeom>
              <a:avLst/>
              <a:gdLst/>
              <a:ahLst/>
              <a:cxnLst/>
              <a:rect l="l" t="t" r="r" b="b"/>
              <a:pathLst>
                <a:path w="1644014" h="4501515">
                  <a:moveTo>
                    <a:pt x="0" y="0"/>
                  </a:moveTo>
                  <a:lnTo>
                    <a:pt x="1643633" y="0"/>
                  </a:lnTo>
                  <a:lnTo>
                    <a:pt x="1643633" y="4501134"/>
                  </a:lnTo>
                  <a:lnTo>
                    <a:pt x="0" y="4501134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21677" y="29781"/>
            <a:ext cx="467233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003366"/>
                </a:solidFill>
                <a:latin typeface="新宋体"/>
                <a:cs typeface="新宋体"/>
              </a:rPr>
              <a:t>画出</a:t>
            </a:r>
            <a:r>
              <a:rPr dirty="0" sz="2800" spc="-5">
                <a:solidFill>
                  <a:srgbClr val="003366"/>
                </a:solidFill>
                <a:latin typeface="新宋体"/>
                <a:cs typeface="新宋体"/>
              </a:rPr>
              <a:t>D0</a:t>
            </a:r>
            <a:r>
              <a:rPr dirty="0" sz="2800" spc="5">
                <a:solidFill>
                  <a:srgbClr val="003366"/>
                </a:solidFill>
                <a:latin typeface="新宋体"/>
                <a:cs typeface="新宋体"/>
              </a:rPr>
              <a:t>触</a:t>
            </a:r>
            <a:r>
              <a:rPr dirty="0" sz="2800">
                <a:solidFill>
                  <a:srgbClr val="003366"/>
                </a:solidFill>
                <a:latin typeface="新宋体"/>
                <a:cs typeface="新宋体"/>
              </a:rPr>
              <a:t>发器激励信号的卡诺</a:t>
            </a:r>
            <a:endParaRPr sz="2800">
              <a:latin typeface="新宋体"/>
              <a:cs typeface="新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80901" y="92523"/>
            <a:ext cx="357505" cy="356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800"/>
              </a:lnSpc>
            </a:pPr>
            <a:r>
              <a:rPr dirty="0" sz="2800" b="1">
                <a:solidFill>
                  <a:srgbClr val="003366"/>
                </a:solidFill>
                <a:latin typeface="新宋体"/>
                <a:cs typeface="新宋体"/>
              </a:rPr>
              <a:t>图</a:t>
            </a:r>
            <a:endParaRPr sz="2800">
              <a:latin typeface="新宋体"/>
              <a:cs typeface="新宋体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572505" y="0"/>
            <a:ext cx="3571875" cy="4631055"/>
            <a:chOff x="5572505" y="0"/>
            <a:chExt cx="3571875" cy="463105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2505" y="0"/>
              <a:ext cx="3571493" cy="397230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145655" y="3982592"/>
              <a:ext cx="1858010" cy="643255"/>
            </a:xfrm>
            <a:custGeom>
              <a:avLst/>
              <a:gdLst/>
              <a:ahLst/>
              <a:cxnLst/>
              <a:rect l="l" t="t" r="r" b="b"/>
              <a:pathLst>
                <a:path w="1858009" h="643254">
                  <a:moveTo>
                    <a:pt x="1857755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1857755" y="643127"/>
                  </a:lnTo>
                  <a:lnTo>
                    <a:pt x="185775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145655" y="3982592"/>
              <a:ext cx="1858010" cy="643255"/>
            </a:xfrm>
            <a:custGeom>
              <a:avLst/>
              <a:gdLst/>
              <a:ahLst/>
              <a:cxnLst/>
              <a:rect l="l" t="t" r="r" b="b"/>
              <a:pathLst>
                <a:path w="1858009" h="643254">
                  <a:moveTo>
                    <a:pt x="0" y="0"/>
                  </a:moveTo>
                  <a:lnTo>
                    <a:pt x="1857755" y="0"/>
                  </a:lnTo>
                  <a:lnTo>
                    <a:pt x="1857755" y="643127"/>
                  </a:lnTo>
                  <a:lnTo>
                    <a:pt x="0" y="643127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986366" y="4078761"/>
              <a:ext cx="431165" cy="0"/>
            </a:xfrm>
            <a:custGeom>
              <a:avLst/>
              <a:gdLst/>
              <a:ahLst/>
              <a:cxnLst/>
              <a:rect l="l" t="t" r="r" b="b"/>
              <a:pathLst>
                <a:path w="431165" h="0">
                  <a:moveTo>
                    <a:pt x="0" y="0"/>
                  </a:moveTo>
                  <a:lnTo>
                    <a:pt x="430727" y="0"/>
                  </a:lnTo>
                </a:path>
              </a:pathLst>
            </a:custGeom>
            <a:ln w="15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221582" y="4303953"/>
            <a:ext cx="127000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750" spc="20" b="1">
                <a:latin typeface="Times New Roman"/>
                <a:cs typeface="Times New Roman"/>
              </a:rPr>
              <a:t>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95225" y="4128770"/>
            <a:ext cx="1221105" cy="407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514984" algn="l"/>
              </a:tabLst>
            </a:pPr>
            <a:r>
              <a:rPr dirty="0" sz="2500" spc="70" b="1" i="1">
                <a:latin typeface="Times New Roman"/>
                <a:cs typeface="Times New Roman"/>
              </a:rPr>
              <a:t>D</a:t>
            </a:r>
            <a:r>
              <a:rPr dirty="0" baseline="-20634" sz="2625" spc="104" b="1">
                <a:latin typeface="Times New Roman"/>
                <a:cs typeface="Times New Roman"/>
              </a:rPr>
              <a:t>0	</a:t>
            </a:r>
            <a:r>
              <a:rPr dirty="0" sz="2500" spc="30" b="1">
                <a:latin typeface="Symbol"/>
                <a:cs typeface="Symbol"/>
              </a:rPr>
              <a:t></a:t>
            </a:r>
            <a:r>
              <a:rPr dirty="0" sz="2500" spc="-50" b="1">
                <a:latin typeface="Times New Roman"/>
                <a:cs typeface="Times New Roman"/>
              </a:rPr>
              <a:t> </a:t>
            </a:r>
            <a:r>
              <a:rPr dirty="0" sz="2500" spc="210" b="1" i="1">
                <a:latin typeface="Times New Roman"/>
                <a:cs typeface="Times New Roman"/>
              </a:rPr>
              <a:t>Q</a:t>
            </a:r>
            <a:r>
              <a:rPr dirty="0" baseline="36507" sz="2625" spc="315" b="1" i="1">
                <a:latin typeface="Times New Roman"/>
                <a:cs typeface="Times New Roman"/>
              </a:rPr>
              <a:t>n</a:t>
            </a:r>
            <a:endParaRPr baseline="36507" sz="2625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49037" y="4658982"/>
            <a:ext cx="4695190" cy="2199640"/>
            <a:chOff x="4449037" y="4658982"/>
            <a:chExt cx="4695190" cy="2199640"/>
          </a:xfrm>
        </p:grpSpPr>
        <p:sp>
          <p:nvSpPr>
            <p:cNvPr id="21" name="object 21"/>
            <p:cNvSpPr/>
            <p:nvPr/>
          </p:nvSpPr>
          <p:spPr>
            <a:xfrm>
              <a:off x="8623046" y="4665344"/>
              <a:ext cx="521334" cy="2192655"/>
            </a:xfrm>
            <a:custGeom>
              <a:avLst/>
              <a:gdLst/>
              <a:ahLst/>
              <a:cxnLst/>
              <a:rect l="l" t="t" r="r" b="b"/>
              <a:pathLst>
                <a:path w="521334" h="2192654">
                  <a:moveTo>
                    <a:pt x="520954" y="0"/>
                  </a:moveTo>
                  <a:lnTo>
                    <a:pt x="0" y="0"/>
                  </a:lnTo>
                  <a:lnTo>
                    <a:pt x="0" y="365747"/>
                  </a:lnTo>
                  <a:lnTo>
                    <a:pt x="0" y="365760"/>
                  </a:lnTo>
                  <a:lnTo>
                    <a:pt x="0" y="2192655"/>
                  </a:lnTo>
                  <a:lnTo>
                    <a:pt x="520954" y="2192655"/>
                  </a:lnTo>
                  <a:lnTo>
                    <a:pt x="520954" y="365747"/>
                  </a:lnTo>
                  <a:lnTo>
                    <a:pt x="52095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449026" y="4658982"/>
              <a:ext cx="4695190" cy="2199640"/>
            </a:xfrm>
            <a:custGeom>
              <a:avLst/>
              <a:gdLst/>
              <a:ahLst/>
              <a:cxnLst/>
              <a:rect l="l" t="t" r="r" b="b"/>
              <a:pathLst>
                <a:path w="4695190" h="2199640">
                  <a:moveTo>
                    <a:pt x="4694974" y="0"/>
                  </a:moveTo>
                  <a:lnTo>
                    <a:pt x="4688624" y="0"/>
                  </a:lnTo>
                  <a:lnTo>
                    <a:pt x="4688624" y="12700"/>
                  </a:lnTo>
                  <a:lnTo>
                    <a:pt x="4688624" y="2194560"/>
                  </a:lnTo>
                  <a:lnTo>
                    <a:pt x="533666" y="2194560"/>
                  </a:lnTo>
                  <a:lnTo>
                    <a:pt x="533666" y="1841512"/>
                  </a:lnTo>
                  <a:lnTo>
                    <a:pt x="4688624" y="1841512"/>
                  </a:lnTo>
                  <a:lnTo>
                    <a:pt x="4688624" y="1828812"/>
                  </a:lnTo>
                  <a:lnTo>
                    <a:pt x="533666" y="1828812"/>
                  </a:lnTo>
                  <a:lnTo>
                    <a:pt x="533666" y="1475752"/>
                  </a:lnTo>
                  <a:lnTo>
                    <a:pt x="4688624" y="1475752"/>
                  </a:lnTo>
                  <a:lnTo>
                    <a:pt x="4688624" y="1463052"/>
                  </a:lnTo>
                  <a:lnTo>
                    <a:pt x="533666" y="1463052"/>
                  </a:lnTo>
                  <a:lnTo>
                    <a:pt x="533666" y="1109992"/>
                  </a:lnTo>
                  <a:lnTo>
                    <a:pt x="4688624" y="1109992"/>
                  </a:lnTo>
                  <a:lnTo>
                    <a:pt x="4688624" y="1097292"/>
                  </a:lnTo>
                  <a:lnTo>
                    <a:pt x="533666" y="1097292"/>
                  </a:lnTo>
                  <a:lnTo>
                    <a:pt x="533666" y="744232"/>
                  </a:lnTo>
                  <a:lnTo>
                    <a:pt x="4688624" y="744232"/>
                  </a:lnTo>
                  <a:lnTo>
                    <a:pt x="4688624" y="731532"/>
                  </a:lnTo>
                  <a:lnTo>
                    <a:pt x="533666" y="731532"/>
                  </a:lnTo>
                  <a:lnTo>
                    <a:pt x="533666" y="378472"/>
                  </a:lnTo>
                  <a:lnTo>
                    <a:pt x="4688624" y="378472"/>
                  </a:lnTo>
                  <a:lnTo>
                    <a:pt x="4688624" y="365772"/>
                  </a:lnTo>
                  <a:lnTo>
                    <a:pt x="533666" y="365772"/>
                  </a:lnTo>
                  <a:lnTo>
                    <a:pt x="533666" y="12700"/>
                  </a:lnTo>
                  <a:lnTo>
                    <a:pt x="4688624" y="12700"/>
                  </a:lnTo>
                  <a:lnTo>
                    <a:pt x="4688624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520966" y="12700"/>
                  </a:lnTo>
                  <a:lnTo>
                    <a:pt x="520966" y="365772"/>
                  </a:lnTo>
                  <a:lnTo>
                    <a:pt x="0" y="365772"/>
                  </a:lnTo>
                  <a:lnTo>
                    <a:pt x="0" y="378472"/>
                  </a:lnTo>
                  <a:lnTo>
                    <a:pt x="520966" y="378472"/>
                  </a:lnTo>
                  <a:lnTo>
                    <a:pt x="520966" y="731532"/>
                  </a:lnTo>
                  <a:lnTo>
                    <a:pt x="0" y="731532"/>
                  </a:lnTo>
                  <a:lnTo>
                    <a:pt x="0" y="744232"/>
                  </a:lnTo>
                  <a:lnTo>
                    <a:pt x="520966" y="744232"/>
                  </a:lnTo>
                  <a:lnTo>
                    <a:pt x="520966" y="1097292"/>
                  </a:lnTo>
                  <a:lnTo>
                    <a:pt x="0" y="1097292"/>
                  </a:lnTo>
                  <a:lnTo>
                    <a:pt x="0" y="1109992"/>
                  </a:lnTo>
                  <a:lnTo>
                    <a:pt x="520966" y="1109992"/>
                  </a:lnTo>
                  <a:lnTo>
                    <a:pt x="520966" y="1463052"/>
                  </a:lnTo>
                  <a:lnTo>
                    <a:pt x="0" y="1463052"/>
                  </a:lnTo>
                  <a:lnTo>
                    <a:pt x="0" y="1475752"/>
                  </a:lnTo>
                  <a:lnTo>
                    <a:pt x="520966" y="1475752"/>
                  </a:lnTo>
                  <a:lnTo>
                    <a:pt x="520966" y="1828812"/>
                  </a:lnTo>
                  <a:lnTo>
                    <a:pt x="0" y="1828812"/>
                  </a:lnTo>
                  <a:lnTo>
                    <a:pt x="0" y="1841512"/>
                  </a:lnTo>
                  <a:lnTo>
                    <a:pt x="520966" y="1841512"/>
                  </a:lnTo>
                  <a:lnTo>
                    <a:pt x="520966" y="2194560"/>
                  </a:lnTo>
                  <a:lnTo>
                    <a:pt x="0" y="2194560"/>
                  </a:lnTo>
                  <a:lnTo>
                    <a:pt x="0" y="2199017"/>
                  </a:lnTo>
                  <a:lnTo>
                    <a:pt x="520966" y="2199017"/>
                  </a:lnTo>
                  <a:lnTo>
                    <a:pt x="533666" y="2199017"/>
                  </a:lnTo>
                  <a:lnTo>
                    <a:pt x="4688624" y="2199017"/>
                  </a:lnTo>
                  <a:lnTo>
                    <a:pt x="4694961" y="2199017"/>
                  </a:lnTo>
                  <a:lnTo>
                    <a:pt x="46949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4443084" y="4665332"/>
          <a:ext cx="4192904" cy="2167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1815"/>
                <a:gridCol w="495934"/>
                <a:gridCol w="520700"/>
                <a:gridCol w="520700"/>
                <a:gridCol w="520700"/>
                <a:gridCol w="403225"/>
                <a:gridCol w="637539"/>
                <a:gridCol w="520064"/>
              </a:tblGrid>
              <a:tr h="365760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778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92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 b="1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-135">
                          <a:latin typeface="Arial"/>
                          <a:cs typeface="Arial"/>
                        </a:rPr>
                        <a:t>11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92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65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859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58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859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58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796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52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796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95807" y="1281557"/>
            <a:ext cx="7725409" cy="1581785"/>
            <a:chOff x="995807" y="1281557"/>
            <a:chExt cx="7725409" cy="1581785"/>
          </a:xfrm>
        </p:grpSpPr>
        <p:sp>
          <p:nvSpPr>
            <p:cNvPr id="6" name="object 6"/>
            <p:cNvSpPr/>
            <p:nvPr/>
          </p:nvSpPr>
          <p:spPr>
            <a:xfrm>
              <a:off x="1000887" y="1286637"/>
              <a:ext cx="7715250" cy="1571625"/>
            </a:xfrm>
            <a:custGeom>
              <a:avLst/>
              <a:gdLst/>
              <a:ahLst/>
              <a:cxnLst/>
              <a:rect l="l" t="t" r="r" b="b"/>
              <a:pathLst>
                <a:path w="7715250" h="1571625">
                  <a:moveTo>
                    <a:pt x="7715250" y="0"/>
                  </a:moveTo>
                  <a:lnTo>
                    <a:pt x="0" y="0"/>
                  </a:lnTo>
                  <a:lnTo>
                    <a:pt x="0" y="1571243"/>
                  </a:lnTo>
                  <a:lnTo>
                    <a:pt x="7715250" y="1571243"/>
                  </a:lnTo>
                  <a:lnTo>
                    <a:pt x="771525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00887" y="1286637"/>
              <a:ext cx="7715250" cy="1571625"/>
            </a:xfrm>
            <a:custGeom>
              <a:avLst/>
              <a:gdLst/>
              <a:ahLst/>
              <a:cxnLst/>
              <a:rect l="l" t="t" r="r" b="b"/>
              <a:pathLst>
                <a:path w="7715250" h="1571625">
                  <a:moveTo>
                    <a:pt x="0" y="0"/>
                  </a:moveTo>
                  <a:lnTo>
                    <a:pt x="7715250" y="0"/>
                  </a:lnTo>
                  <a:lnTo>
                    <a:pt x="7715250" y="1571243"/>
                  </a:lnTo>
                  <a:lnTo>
                    <a:pt x="0" y="1571243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352806" y="380"/>
            <a:ext cx="8505825" cy="1016000"/>
            <a:chOff x="352806" y="380"/>
            <a:chExt cx="8505825" cy="1016000"/>
          </a:xfrm>
        </p:grpSpPr>
        <p:sp>
          <p:nvSpPr>
            <p:cNvPr id="9" name="object 9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857881" y="380"/>
              <a:ext cx="6000750" cy="1016000"/>
            </a:xfrm>
            <a:custGeom>
              <a:avLst/>
              <a:gdLst/>
              <a:ahLst/>
              <a:cxnLst/>
              <a:rect l="l" t="t" r="r" b="b"/>
              <a:pathLst>
                <a:path w="6000750" h="1016000">
                  <a:moveTo>
                    <a:pt x="6000750" y="0"/>
                  </a:moveTo>
                  <a:lnTo>
                    <a:pt x="0" y="0"/>
                  </a:lnTo>
                  <a:lnTo>
                    <a:pt x="0" y="1015746"/>
                  </a:lnTo>
                  <a:lnTo>
                    <a:pt x="6000750" y="1015746"/>
                  </a:lnTo>
                  <a:lnTo>
                    <a:pt x="6000750" y="0"/>
                  </a:lnTo>
                  <a:close/>
                </a:path>
              </a:pathLst>
            </a:custGeom>
            <a:solidFill>
              <a:srgbClr val="B7EB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93022" y="257215"/>
            <a:ext cx="155257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003366"/>
                </a:solidFill>
                <a:latin typeface="新宋体"/>
                <a:cs typeface="新宋体"/>
              </a:rPr>
              <a:t>画出逻辑</a:t>
            </a:r>
            <a:r>
              <a:rPr dirty="0" sz="2400" spc="-10">
                <a:solidFill>
                  <a:srgbClr val="003366"/>
                </a:solidFill>
                <a:latin typeface="新宋体"/>
                <a:cs typeface="新宋体"/>
              </a:rPr>
              <a:t>图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01814" y="4591987"/>
            <a:ext cx="5761990" cy="13836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r" marR="5388610">
              <a:lnSpc>
                <a:spcPts val="1160"/>
              </a:lnSpc>
            </a:pPr>
            <a:r>
              <a:rPr dirty="0" sz="1050" i="1">
                <a:latin typeface="Times New Roman"/>
                <a:cs typeface="Times New Roman"/>
              </a:rPr>
              <a:t>CP</a:t>
            </a:r>
            <a:endParaRPr sz="1050">
              <a:latin typeface="Times New Roman"/>
              <a:cs typeface="Times New Roman"/>
            </a:endParaRPr>
          </a:p>
          <a:p>
            <a:pPr algn="r" marR="5363845">
              <a:lnSpc>
                <a:spcPct val="100000"/>
              </a:lnSpc>
              <a:spcBef>
                <a:spcPts val="145"/>
              </a:spcBef>
            </a:pPr>
            <a:r>
              <a:rPr dirty="0" sz="1050" i="1">
                <a:latin typeface="Times New Roman"/>
                <a:cs typeface="Times New Roman"/>
              </a:rPr>
              <a:t>RE</a:t>
            </a:r>
            <a:r>
              <a:rPr dirty="0" sz="1050" spc="5" i="1">
                <a:latin typeface="Times New Roman"/>
                <a:cs typeface="Times New Roman"/>
              </a:rPr>
              <a:t>S</a:t>
            </a:r>
            <a:r>
              <a:rPr dirty="0" sz="1050" i="1">
                <a:latin typeface="Times New Roman"/>
                <a:cs typeface="Times New Roman"/>
              </a:rPr>
              <a:t>ET</a:t>
            </a:r>
            <a:endParaRPr sz="1050">
              <a:latin typeface="Times New Roman"/>
              <a:cs typeface="Times New Roman"/>
            </a:endParaRPr>
          </a:p>
          <a:p>
            <a:pPr marL="1284605" marR="83820" indent="-207645">
              <a:lnSpc>
                <a:spcPct val="61200"/>
              </a:lnSpc>
              <a:spcBef>
                <a:spcPts val="695"/>
              </a:spcBef>
              <a:tabLst>
                <a:tab pos="2413635" algn="l"/>
                <a:tab pos="2620010" algn="l"/>
                <a:tab pos="3738245" algn="l"/>
                <a:tab pos="3945890" algn="l"/>
                <a:tab pos="5034280" algn="l"/>
                <a:tab pos="5241925" algn="l"/>
              </a:tabLst>
            </a:pPr>
            <a:r>
              <a:rPr dirty="0" sz="1050">
                <a:latin typeface="Times New Roman"/>
                <a:cs typeface="Times New Roman"/>
              </a:rPr>
              <a:t>R  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baseline="57777" sz="1875">
                <a:latin typeface="宋体"/>
                <a:cs typeface="宋体"/>
              </a:rPr>
              <a:t>＞</a:t>
            </a:r>
            <a:r>
              <a:rPr dirty="0" baseline="57777" sz="1875" spc="487">
                <a:latin typeface="宋体"/>
                <a:cs typeface="宋体"/>
              </a:rPr>
              <a:t> </a:t>
            </a:r>
            <a:r>
              <a:rPr dirty="0" baseline="2645" sz="1575" spc="7">
                <a:latin typeface="Times New Roman"/>
                <a:cs typeface="Times New Roman"/>
              </a:rPr>
              <a:t>1D	</a:t>
            </a:r>
            <a:r>
              <a:rPr dirty="0" sz="1050">
                <a:latin typeface="Times New Roman"/>
                <a:cs typeface="Times New Roman"/>
              </a:rPr>
              <a:t>R  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baseline="57777" sz="1875">
                <a:latin typeface="宋体"/>
                <a:cs typeface="宋体"/>
              </a:rPr>
              <a:t>＞</a:t>
            </a:r>
            <a:r>
              <a:rPr dirty="0" baseline="57777" sz="1875" spc="277">
                <a:latin typeface="宋体"/>
                <a:cs typeface="宋体"/>
              </a:rPr>
              <a:t> </a:t>
            </a:r>
            <a:r>
              <a:rPr dirty="0" baseline="2645" sz="1575" spc="7">
                <a:latin typeface="Times New Roman"/>
                <a:cs typeface="Times New Roman"/>
              </a:rPr>
              <a:t>1D	</a:t>
            </a:r>
            <a:r>
              <a:rPr dirty="0" sz="1050">
                <a:latin typeface="Times New Roman"/>
                <a:cs typeface="Times New Roman"/>
              </a:rPr>
              <a:t>R  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baseline="60000" sz="1875">
                <a:latin typeface="宋体"/>
                <a:cs typeface="宋体"/>
              </a:rPr>
              <a:t>＞</a:t>
            </a:r>
            <a:r>
              <a:rPr dirty="0" baseline="60000" sz="1875" spc="315">
                <a:latin typeface="宋体"/>
                <a:cs typeface="宋体"/>
              </a:rPr>
              <a:t> </a:t>
            </a:r>
            <a:r>
              <a:rPr dirty="0" baseline="2645" sz="1575" spc="7">
                <a:latin typeface="Times New Roman"/>
                <a:cs typeface="Times New Roman"/>
              </a:rPr>
              <a:t>1D	</a:t>
            </a:r>
            <a:r>
              <a:rPr dirty="0" sz="1050">
                <a:latin typeface="Times New Roman"/>
                <a:cs typeface="Times New Roman"/>
              </a:rPr>
              <a:t>R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baseline="60000" sz="1875">
                <a:latin typeface="宋体"/>
                <a:cs typeface="宋体"/>
              </a:rPr>
              <a:t>＞</a:t>
            </a:r>
            <a:r>
              <a:rPr dirty="0" baseline="60000" sz="1875" spc="209">
                <a:latin typeface="宋体"/>
                <a:cs typeface="宋体"/>
              </a:rPr>
              <a:t> </a:t>
            </a:r>
            <a:r>
              <a:rPr dirty="0" baseline="2645" sz="1575" spc="7">
                <a:latin typeface="Times New Roman"/>
                <a:cs typeface="Times New Roman"/>
              </a:rPr>
              <a:t>1D </a:t>
            </a:r>
            <a:r>
              <a:rPr dirty="0" baseline="2645" sz="1575" spc="-3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C1		C1		C1		C1</a:t>
            </a:r>
            <a:endParaRPr sz="1050">
              <a:latin typeface="Times New Roman"/>
              <a:cs typeface="Times New Roman"/>
            </a:endParaRPr>
          </a:p>
          <a:p>
            <a:pPr marL="394970">
              <a:lnSpc>
                <a:spcPts val="1195"/>
              </a:lnSpc>
              <a:spcBef>
                <a:spcPts val="615"/>
              </a:spcBef>
            </a:pPr>
            <a:r>
              <a:rPr dirty="0" sz="1050" spc="-5">
                <a:latin typeface="Times New Roman"/>
                <a:cs typeface="Times New Roman"/>
              </a:rPr>
              <a:t>+</a:t>
            </a:r>
            <a:r>
              <a:rPr dirty="0" sz="1050" spc="-5" i="1">
                <a:latin typeface="Times New Roman"/>
                <a:cs typeface="Times New Roman"/>
              </a:rPr>
              <a:t>V</a:t>
            </a:r>
            <a:r>
              <a:rPr dirty="0" baseline="-15873" sz="1050" spc="-7">
                <a:latin typeface="Times New Roman"/>
                <a:cs typeface="Times New Roman"/>
              </a:rPr>
              <a:t>DD</a:t>
            </a:r>
            <a:endParaRPr baseline="-15873" sz="1050">
              <a:latin typeface="Times New Roman"/>
              <a:cs typeface="Times New Roman"/>
            </a:endParaRPr>
          </a:p>
          <a:p>
            <a:pPr marL="1134110">
              <a:lnSpc>
                <a:spcPts val="1195"/>
              </a:lnSpc>
              <a:tabLst>
                <a:tab pos="2467610" algn="l"/>
                <a:tab pos="3803015" algn="l"/>
                <a:tab pos="5107940" algn="l"/>
              </a:tabLst>
            </a:pPr>
            <a:r>
              <a:rPr dirty="0" baseline="-15873" sz="1575" i="1">
                <a:latin typeface="Times New Roman"/>
                <a:cs typeface="Times New Roman"/>
              </a:rPr>
              <a:t>Q</a:t>
            </a:r>
            <a:r>
              <a:rPr dirty="0" baseline="-35714" sz="1050">
                <a:latin typeface="Times New Roman"/>
                <a:cs typeface="Times New Roman"/>
              </a:rPr>
              <a:t>3   </a:t>
            </a:r>
            <a:r>
              <a:rPr dirty="0" baseline="-35714" sz="1050" spc="127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FF</a:t>
            </a:r>
            <a:r>
              <a:rPr dirty="0" baseline="-11904" sz="1050">
                <a:latin typeface="Times New Roman"/>
                <a:cs typeface="Times New Roman"/>
              </a:rPr>
              <a:t>3	</a:t>
            </a:r>
            <a:r>
              <a:rPr dirty="0" baseline="-21164" sz="1575" i="1">
                <a:latin typeface="Times New Roman"/>
                <a:cs typeface="Times New Roman"/>
              </a:rPr>
              <a:t>Q</a:t>
            </a:r>
            <a:r>
              <a:rPr dirty="0" baseline="-47619" sz="1050">
                <a:latin typeface="Times New Roman"/>
                <a:cs typeface="Times New Roman"/>
              </a:rPr>
              <a:t>2   </a:t>
            </a:r>
            <a:r>
              <a:rPr dirty="0" baseline="-47619" sz="1050" spc="1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FF</a:t>
            </a:r>
            <a:r>
              <a:rPr dirty="0" baseline="-11904" sz="1050">
                <a:latin typeface="Times New Roman"/>
                <a:cs typeface="Times New Roman"/>
              </a:rPr>
              <a:t>2	</a:t>
            </a:r>
            <a:r>
              <a:rPr dirty="0" baseline="-21164" sz="1575" i="1">
                <a:latin typeface="Times New Roman"/>
                <a:cs typeface="Times New Roman"/>
              </a:rPr>
              <a:t>Q</a:t>
            </a:r>
            <a:r>
              <a:rPr dirty="0" baseline="-47619" sz="1050">
                <a:latin typeface="Times New Roman"/>
                <a:cs typeface="Times New Roman"/>
              </a:rPr>
              <a:t>1  </a:t>
            </a:r>
            <a:r>
              <a:rPr dirty="0" baseline="-47619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FF</a:t>
            </a:r>
            <a:r>
              <a:rPr dirty="0" baseline="-11904" sz="1050">
                <a:latin typeface="Times New Roman"/>
                <a:cs typeface="Times New Roman"/>
              </a:rPr>
              <a:t>1	</a:t>
            </a:r>
            <a:r>
              <a:rPr dirty="0" baseline="-21164" sz="1575" i="1">
                <a:latin typeface="Times New Roman"/>
                <a:cs typeface="Times New Roman"/>
              </a:rPr>
              <a:t>Q</a:t>
            </a:r>
            <a:r>
              <a:rPr dirty="0" baseline="-47619" sz="1050">
                <a:latin typeface="Times New Roman"/>
                <a:cs typeface="Times New Roman"/>
              </a:rPr>
              <a:t>0</a:t>
            </a:r>
            <a:r>
              <a:rPr dirty="0" baseline="-47619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FF</a:t>
            </a:r>
            <a:r>
              <a:rPr dirty="0" baseline="-15873" sz="1050">
                <a:latin typeface="Times New Roman"/>
                <a:cs typeface="Times New Roman"/>
              </a:rPr>
              <a:t>0</a:t>
            </a:r>
            <a:endParaRPr baseline="-15873"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marL="1647825">
              <a:lnSpc>
                <a:spcPct val="100000"/>
              </a:lnSpc>
              <a:tabLst>
                <a:tab pos="2968625" algn="l"/>
                <a:tab pos="4325620" algn="l"/>
                <a:tab pos="5619750" algn="l"/>
              </a:tabLst>
            </a:pPr>
            <a:r>
              <a:rPr dirty="0" baseline="2645" sz="1575" i="1">
                <a:latin typeface="Times New Roman"/>
                <a:cs typeface="Times New Roman"/>
              </a:rPr>
              <a:t>Q</a:t>
            </a:r>
            <a:r>
              <a:rPr dirty="0" baseline="-11904" sz="1050">
                <a:latin typeface="Times New Roman"/>
                <a:cs typeface="Times New Roman"/>
              </a:rPr>
              <a:t>3</a:t>
            </a:r>
            <a:r>
              <a:rPr dirty="0" baseline="-11904" sz="1050">
                <a:latin typeface="Times New Roman"/>
                <a:cs typeface="Times New Roman"/>
              </a:rPr>
              <a:t>	</a:t>
            </a:r>
            <a:r>
              <a:rPr dirty="0" baseline="2645" sz="1575" i="1">
                <a:latin typeface="Times New Roman"/>
                <a:cs typeface="Times New Roman"/>
              </a:rPr>
              <a:t>Q</a:t>
            </a:r>
            <a:r>
              <a:rPr dirty="0" baseline="-11904" sz="1050">
                <a:latin typeface="Times New Roman"/>
                <a:cs typeface="Times New Roman"/>
              </a:rPr>
              <a:t>2</a:t>
            </a:r>
            <a:r>
              <a:rPr dirty="0" baseline="-11904" sz="1050">
                <a:latin typeface="Times New Roman"/>
                <a:cs typeface="Times New Roman"/>
              </a:rPr>
              <a:t>	</a:t>
            </a:r>
            <a:r>
              <a:rPr dirty="0" sz="1050" i="1">
                <a:latin typeface="Times New Roman"/>
                <a:cs typeface="Times New Roman"/>
              </a:rPr>
              <a:t>Q</a:t>
            </a:r>
            <a:r>
              <a:rPr dirty="0" baseline="-11904" sz="1050">
                <a:latin typeface="Times New Roman"/>
                <a:cs typeface="Times New Roman"/>
              </a:rPr>
              <a:t>1</a:t>
            </a:r>
            <a:r>
              <a:rPr dirty="0" baseline="-11904" sz="1050">
                <a:latin typeface="Times New Roman"/>
                <a:cs typeface="Times New Roman"/>
              </a:rPr>
              <a:t>	</a:t>
            </a:r>
            <a:r>
              <a:rPr dirty="0" sz="1050" i="1">
                <a:latin typeface="Times New Roman"/>
                <a:cs typeface="Times New Roman"/>
              </a:rPr>
              <a:t>Q</a:t>
            </a:r>
            <a:r>
              <a:rPr dirty="0" baseline="-15873" sz="1050">
                <a:latin typeface="Times New Roman"/>
                <a:cs typeface="Times New Roman"/>
              </a:rPr>
              <a:t>0</a:t>
            </a:r>
            <a:endParaRPr baseline="-15873" sz="10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218334" y="1500871"/>
            <a:ext cx="389255" cy="0"/>
          </a:xfrm>
          <a:custGeom>
            <a:avLst/>
            <a:gdLst/>
            <a:ahLst/>
            <a:cxnLst/>
            <a:rect l="l" t="t" r="r" b="b"/>
            <a:pathLst>
              <a:path w="389255" h="0">
                <a:moveTo>
                  <a:pt x="0" y="0"/>
                </a:moveTo>
                <a:lnTo>
                  <a:pt x="388960" y="0"/>
                </a:lnTo>
              </a:path>
            </a:pathLst>
          </a:custGeom>
          <a:ln w="1453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103996" y="1705293"/>
            <a:ext cx="902969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8620" algn="l"/>
                <a:tab pos="786765" algn="l"/>
              </a:tabLst>
            </a:pPr>
            <a:r>
              <a:rPr dirty="0" sz="1600" spc="10" b="1">
                <a:latin typeface="Times New Roman"/>
                <a:cs typeface="Times New Roman"/>
              </a:rPr>
              <a:t>2</a:t>
            </a:r>
            <a:r>
              <a:rPr dirty="0" sz="1600" spc="10" b="1">
                <a:latin typeface="Times New Roman"/>
                <a:cs typeface="Times New Roman"/>
              </a:rPr>
              <a:t>	</a:t>
            </a:r>
            <a:r>
              <a:rPr dirty="0" sz="1600" spc="10" b="1">
                <a:latin typeface="Times New Roman"/>
                <a:cs typeface="Times New Roman"/>
              </a:rPr>
              <a:t>1</a:t>
            </a:r>
            <a:r>
              <a:rPr dirty="0" sz="1600" spc="10" b="1">
                <a:latin typeface="Times New Roman"/>
                <a:cs typeface="Times New Roman"/>
              </a:rPr>
              <a:t>	</a:t>
            </a:r>
            <a:r>
              <a:rPr dirty="0" sz="1600" spc="10" b="1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09857" y="1705293"/>
            <a:ext cx="53721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0370" algn="l"/>
              </a:tabLst>
            </a:pPr>
            <a:r>
              <a:rPr dirty="0" sz="1600" spc="10" b="1">
                <a:latin typeface="Times New Roman"/>
                <a:cs typeface="Times New Roman"/>
              </a:rPr>
              <a:t>3</a:t>
            </a:r>
            <a:r>
              <a:rPr dirty="0" sz="1600" spc="10" b="1">
                <a:latin typeface="Times New Roman"/>
                <a:cs typeface="Times New Roman"/>
              </a:rPr>
              <a:t>	</a:t>
            </a:r>
            <a:r>
              <a:rPr dirty="0" sz="1600" spc="10" b="1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30801" y="1545410"/>
            <a:ext cx="1439545" cy="3746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55904" indent="-218440">
              <a:lnSpc>
                <a:spcPct val="100000"/>
              </a:lnSpc>
              <a:spcBef>
                <a:spcPts val="135"/>
              </a:spcBef>
              <a:buFont typeface="Symbol"/>
              <a:buChar char=""/>
              <a:tabLst>
                <a:tab pos="256540" algn="l"/>
              </a:tabLst>
            </a:pPr>
            <a:r>
              <a:rPr dirty="0" sz="2250" spc="360" b="1" i="1">
                <a:latin typeface="Times New Roman"/>
                <a:cs typeface="Times New Roman"/>
              </a:rPr>
              <a:t>Q</a:t>
            </a:r>
            <a:r>
              <a:rPr dirty="0" baseline="36458" sz="2400" spc="15" b="1" i="1">
                <a:latin typeface="Times New Roman"/>
                <a:cs typeface="Times New Roman"/>
              </a:rPr>
              <a:t>n</a:t>
            </a:r>
            <a:r>
              <a:rPr dirty="0" baseline="36458" sz="2400" spc="-352" b="1" i="1">
                <a:latin typeface="Times New Roman"/>
                <a:cs typeface="Times New Roman"/>
              </a:rPr>
              <a:t> </a:t>
            </a:r>
            <a:r>
              <a:rPr dirty="0" sz="2250" spc="360" b="1" i="1">
                <a:latin typeface="Times New Roman"/>
                <a:cs typeface="Times New Roman"/>
              </a:rPr>
              <a:t>Q</a:t>
            </a:r>
            <a:r>
              <a:rPr dirty="0" baseline="36458" sz="2400" spc="15" b="1" i="1">
                <a:latin typeface="Times New Roman"/>
                <a:cs typeface="Times New Roman"/>
              </a:rPr>
              <a:t>n</a:t>
            </a:r>
            <a:r>
              <a:rPr dirty="0" baseline="36458" sz="2400" spc="-352" b="1" i="1">
                <a:latin typeface="Times New Roman"/>
                <a:cs typeface="Times New Roman"/>
              </a:rPr>
              <a:t> </a:t>
            </a:r>
            <a:r>
              <a:rPr dirty="0" sz="2250" spc="45" b="1" i="1">
                <a:latin typeface="Times New Roman"/>
                <a:cs typeface="Times New Roman"/>
              </a:rPr>
              <a:t>Q</a:t>
            </a:r>
            <a:r>
              <a:rPr dirty="0" sz="2250" spc="-245" b="1" i="1">
                <a:latin typeface="Times New Roman"/>
                <a:cs typeface="Times New Roman"/>
              </a:rPr>
              <a:t> </a:t>
            </a:r>
            <a:r>
              <a:rPr dirty="0" baseline="36458" sz="2400" spc="15" b="1" i="1">
                <a:latin typeface="Times New Roman"/>
                <a:cs typeface="Times New Roman"/>
              </a:rPr>
              <a:t>n</a:t>
            </a:r>
            <a:endParaRPr baseline="36458"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72866" y="1545403"/>
            <a:ext cx="1537335" cy="3746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2250" spc="75" b="1" i="1">
                <a:latin typeface="Times New Roman"/>
                <a:cs typeface="Times New Roman"/>
              </a:rPr>
              <a:t>D</a:t>
            </a:r>
            <a:r>
              <a:rPr dirty="0" baseline="-19097" sz="2400" spc="112" b="1">
                <a:latin typeface="Times New Roman"/>
                <a:cs typeface="Times New Roman"/>
              </a:rPr>
              <a:t>3</a:t>
            </a:r>
            <a:r>
              <a:rPr dirty="0" baseline="-19097" sz="2400" spc="735" b="1">
                <a:latin typeface="Times New Roman"/>
                <a:cs typeface="Times New Roman"/>
              </a:rPr>
              <a:t> </a:t>
            </a:r>
            <a:r>
              <a:rPr dirty="0" sz="2250" spc="35" b="1">
                <a:latin typeface="Symbol"/>
                <a:cs typeface="Symbol"/>
              </a:rPr>
              <a:t></a:t>
            </a:r>
            <a:r>
              <a:rPr dirty="0" sz="2250" spc="-5" b="1">
                <a:latin typeface="Times New Roman"/>
                <a:cs typeface="Times New Roman"/>
              </a:rPr>
              <a:t> </a:t>
            </a:r>
            <a:r>
              <a:rPr dirty="0" sz="2250" spc="185" b="1" i="1">
                <a:latin typeface="Times New Roman"/>
                <a:cs typeface="Times New Roman"/>
              </a:rPr>
              <a:t>Q</a:t>
            </a:r>
            <a:r>
              <a:rPr dirty="0" baseline="36458" sz="2400" spc="277" b="1" i="1">
                <a:latin typeface="Times New Roman"/>
                <a:cs typeface="Times New Roman"/>
              </a:rPr>
              <a:t>n</a:t>
            </a:r>
            <a:r>
              <a:rPr dirty="0" baseline="36458" sz="2400" spc="-104" b="1" i="1">
                <a:latin typeface="Times New Roman"/>
                <a:cs typeface="Times New Roman"/>
              </a:rPr>
              <a:t> </a:t>
            </a:r>
            <a:r>
              <a:rPr dirty="0" sz="2250" spc="185" b="1" i="1">
                <a:latin typeface="Times New Roman"/>
                <a:cs typeface="Times New Roman"/>
              </a:rPr>
              <a:t>Q</a:t>
            </a:r>
            <a:r>
              <a:rPr dirty="0" baseline="36458" sz="2400" spc="277" b="1" i="1">
                <a:latin typeface="Times New Roman"/>
                <a:cs typeface="Times New Roman"/>
              </a:rPr>
              <a:t>n</a:t>
            </a:r>
            <a:endParaRPr baseline="36458" sz="24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891877" y="1637536"/>
            <a:ext cx="2063114" cy="14604"/>
            <a:chOff x="5891877" y="1637536"/>
            <a:chExt cx="2063114" cy="14604"/>
          </a:xfrm>
        </p:grpSpPr>
        <p:sp>
          <p:nvSpPr>
            <p:cNvPr id="20" name="object 20"/>
            <p:cNvSpPr/>
            <p:nvPr/>
          </p:nvSpPr>
          <p:spPr>
            <a:xfrm>
              <a:off x="5899179" y="1644838"/>
              <a:ext cx="368300" cy="0"/>
            </a:xfrm>
            <a:custGeom>
              <a:avLst/>
              <a:gdLst/>
              <a:ahLst/>
              <a:cxnLst/>
              <a:rect l="l" t="t" r="r" b="b"/>
              <a:pathLst>
                <a:path w="368300" h="0">
                  <a:moveTo>
                    <a:pt x="0" y="0"/>
                  </a:moveTo>
                  <a:lnTo>
                    <a:pt x="367902" y="0"/>
                  </a:lnTo>
                </a:path>
              </a:pathLst>
            </a:custGeom>
            <a:ln w="144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934178" y="1644838"/>
              <a:ext cx="368300" cy="0"/>
            </a:xfrm>
            <a:custGeom>
              <a:avLst/>
              <a:gdLst/>
              <a:ahLst/>
              <a:cxnLst/>
              <a:rect l="l" t="t" r="r" b="b"/>
              <a:pathLst>
                <a:path w="368300" h="0">
                  <a:moveTo>
                    <a:pt x="0" y="0"/>
                  </a:moveTo>
                  <a:lnTo>
                    <a:pt x="367902" y="0"/>
                  </a:lnTo>
                </a:path>
              </a:pathLst>
            </a:custGeom>
            <a:ln w="144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579530" y="1644838"/>
              <a:ext cx="368300" cy="0"/>
            </a:xfrm>
            <a:custGeom>
              <a:avLst/>
              <a:gdLst/>
              <a:ahLst/>
              <a:cxnLst/>
              <a:rect l="l" t="t" r="r" b="b"/>
              <a:pathLst>
                <a:path w="368300" h="0">
                  <a:moveTo>
                    <a:pt x="0" y="0"/>
                  </a:moveTo>
                  <a:lnTo>
                    <a:pt x="367902" y="0"/>
                  </a:lnTo>
                </a:path>
              </a:pathLst>
            </a:custGeom>
            <a:ln w="144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771214" y="1847265"/>
            <a:ext cx="855344" cy="267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68300" algn="l"/>
                <a:tab pos="744855" algn="l"/>
              </a:tabLst>
            </a:pPr>
            <a:r>
              <a:rPr dirty="0" sz="1550" spc="-10" b="1">
                <a:latin typeface="Times New Roman"/>
                <a:cs typeface="Times New Roman"/>
              </a:rPr>
              <a:t>2</a:t>
            </a:r>
            <a:r>
              <a:rPr dirty="0" sz="1550" spc="-10" b="1">
                <a:latin typeface="Times New Roman"/>
                <a:cs typeface="Times New Roman"/>
              </a:rPr>
              <a:t>	</a:t>
            </a:r>
            <a:r>
              <a:rPr dirty="0" sz="1550" spc="-10" b="1">
                <a:latin typeface="Times New Roman"/>
                <a:cs typeface="Times New Roman"/>
              </a:rPr>
              <a:t>1</a:t>
            </a:r>
            <a:r>
              <a:rPr dirty="0" sz="1550" spc="-10" b="1">
                <a:latin typeface="Times New Roman"/>
                <a:cs typeface="Times New Roman"/>
              </a:rPr>
              <a:t>	</a:t>
            </a:r>
            <a:r>
              <a:rPr dirty="0" sz="1550" spc="-10" b="1">
                <a:latin typeface="Times New Roman"/>
                <a:cs typeface="Times New Roman"/>
              </a:rPr>
              <a:t>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36314" y="1847265"/>
            <a:ext cx="509270" cy="267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98780" algn="l"/>
              </a:tabLst>
            </a:pPr>
            <a:r>
              <a:rPr dirty="0" sz="1550" spc="-10" b="1">
                <a:latin typeface="Times New Roman"/>
                <a:cs typeface="Times New Roman"/>
              </a:rPr>
              <a:t>2</a:t>
            </a:r>
            <a:r>
              <a:rPr dirty="0" sz="1550" spc="-10" b="1">
                <a:latin typeface="Times New Roman"/>
                <a:cs typeface="Times New Roman"/>
              </a:rPr>
              <a:t>	</a:t>
            </a:r>
            <a:r>
              <a:rPr dirty="0" sz="1550" spc="-10" b="1">
                <a:latin typeface="Times New Roman"/>
                <a:cs typeface="Times New Roman"/>
              </a:rPr>
              <a:t>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22260" y="1688844"/>
            <a:ext cx="1365885" cy="3714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3840" indent="-206375">
              <a:lnSpc>
                <a:spcPct val="100000"/>
              </a:lnSpc>
              <a:spcBef>
                <a:spcPts val="114"/>
              </a:spcBef>
              <a:buFont typeface="Symbol"/>
              <a:buChar char=""/>
              <a:tabLst>
                <a:tab pos="244475" algn="l"/>
              </a:tabLst>
            </a:pPr>
            <a:r>
              <a:rPr dirty="0" sz="2250" spc="254" b="1" i="1">
                <a:latin typeface="Times New Roman"/>
                <a:cs typeface="Times New Roman"/>
              </a:rPr>
              <a:t>Q</a:t>
            </a:r>
            <a:r>
              <a:rPr dirty="0" baseline="35842" sz="2325" spc="-15" b="1" i="1">
                <a:latin typeface="Times New Roman"/>
                <a:cs typeface="Times New Roman"/>
              </a:rPr>
              <a:t>n</a:t>
            </a:r>
            <a:r>
              <a:rPr dirty="0" baseline="35842" sz="2325" spc="-345" b="1" i="1">
                <a:latin typeface="Times New Roman"/>
                <a:cs typeface="Times New Roman"/>
              </a:rPr>
              <a:t> </a:t>
            </a:r>
            <a:r>
              <a:rPr dirty="0" sz="2250" spc="254" b="1" i="1">
                <a:latin typeface="Times New Roman"/>
                <a:cs typeface="Times New Roman"/>
              </a:rPr>
              <a:t>Q</a:t>
            </a:r>
            <a:r>
              <a:rPr dirty="0" baseline="35842" sz="2325" spc="-15" b="1" i="1">
                <a:latin typeface="Times New Roman"/>
                <a:cs typeface="Times New Roman"/>
              </a:rPr>
              <a:t>n</a:t>
            </a:r>
            <a:r>
              <a:rPr dirty="0" baseline="35842" sz="2325" spc="-345" b="1" i="1">
                <a:latin typeface="Times New Roman"/>
                <a:cs typeface="Times New Roman"/>
              </a:rPr>
              <a:t> </a:t>
            </a:r>
            <a:r>
              <a:rPr dirty="0" sz="2250" spc="254" b="1" i="1">
                <a:latin typeface="Times New Roman"/>
                <a:cs typeface="Times New Roman"/>
              </a:rPr>
              <a:t>Q</a:t>
            </a:r>
            <a:r>
              <a:rPr dirty="0" baseline="35842" sz="2325" spc="-15" b="1" i="1">
                <a:latin typeface="Times New Roman"/>
                <a:cs typeface="Times New Roman"/>
              </a:rPr>
              <a:t>n</a:t>
            </a:r>
            <a:endParaRPr baseline="35842" sz="2325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87190" y="1688844"/>
            <a:ext cx="1019810" cy="3714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3840" indent="-206375">
              <a:lnSpc>
                <a:spcPct val="100000"/>
              </a:lnSpc>
              <a:spcBef>
                <a:spcPts val="114"/>
              </a:spcBef>
              <a:buFont typeface="Symbol"/>
              <a:buChar char=""/>
              <a:tabLst>
                <a:tab pos="244475" algn="l"/>
              </a:tabLst>
            </a:pPr>
            <a:r>
              <a:rPr dirty="0" sz="2250" spc="254" b="1" i="1">
                <a:latin typeface="Times New Roman"/>
                <a:cs typeface="Times New Roman"/>
              </a:rPr>
              <a:t>Q</a:t>
            </a:r>
            <a:r>
              <a:rPr dirty="0" baseline="35842" sz="2325" spc="-15" b="1" i="1">
                <a:latin typeface="Times New Roman"/>
                <a:cs typeface="Times New Roman"/>
              </a:rPr>
              <a:t>n</a:t>
            </a:r>
            <a:r>
              <a:rPr dirty="0" baseline="35842" sz="2325" spc="-89" b="1" i="1">
                <a:latin typeface="Times New Roman"/>
                <a:cs typeface="Times New Roman"/>
              </a:rPr>
              <a:t> </a:t>
            </a:r>
            <a:r>
              <a:rPr dirty="0" sz="2250" spc="254" b="1" i="1">
                <a:latin typeface="Times New Roman"/>
                <a:cs typeface="Times New Roman"/>
              </a:rPr>
              <a:t>Q</a:t>
            </a:r>
            <a:r>
              <a:rPr dirty="0" baseline="35842" sz="2325" spc="-15" b="1" i="1">
                <a:latin typeface="Times New Roman"/>
                <a:cs typeface="Times New Roman"/>
              </a:rPr>
              <a:t>n</a:t>
            </a:r>
            <a:endParaRPr baseline="35842" sz="2325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00894" y="1688847"/>
            <a:ext cx="1496695" cy="42608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0800">
              <a:lnSpc>
                <a:spcPts val="1985"/>
              </a:lnSpc>
              <a:spcBef>
                <a:spcPts val="114"/>
              </a:spcBef>
            </a:pPr>
            <a:r>
              <a:rPr dirty="0" sz="2250" spc="20" b="1" i="1">
                <a:latin typeface="Times New Roman"/>
                <a:cs typeface="Times New Roman"/>
              </a:rPr>
              <a:t>D</a:t>
            </a:r>
            <a:r>
              <a:rPr dirty="0" baseline="-19713" sz="2325" spc="30" b="1">
                <a:latin typeface="Times New Roman"/>
                <a:cs typeface="Times New Roman"/>
              </a:rPr>
              <a:t>2 </a:t>
            </a:r>
            <a:r>
              <a:rPr dirty="0" baseline="-19713" sz="2325" spc="52" b="1">
                <a:latin typeface="Times New Roman"/>
                <a:cs typeface="Times New Roman"/>
              </a:rPr>
              <a:t> </a:t>
            </a:r>
            <a:r>
              <a:rPr dirty="0" sz="2250" spc="-35" b="1">
                <a:latin typeface="Symbol"/>
                <a:cs typeface="Symbol"/>
              </a:rPr>
              <a:t></a:t>
            </a:r>
            <a:r>
              <a:rPr dirty="0" sz="2250" spc="-40" b="1">
                <a:latin typeface="Times New Roman"/>
                <a:cs typeface="Times New Roman"/>
              </a:rPr>
              <a:t> </a:t>
            </a:r>
            <a:r>
              <a:rPr dirty="0" sz="2250" spc="120" b="1" i="1">
                <a:latin typeface="Times New Roman"/>
                <a:cs typeface="Times New Roman"/>
              </a:rPr>
              <a:t>Q</a:t>
            </a:r>
            <a:r>
              <a:rPr dirty="0" baseline="35842" sz="2325" spc="179" b="1" i="1">
                <a:latin typeface="Times New Roman"/>
                <a:cs typeface="Times New Roman"/>
              </a:rPr>
              <a:t>n</a:t>
            </a:r>
            <a:r>
              <a:rPr dirty="0" baseline="35842" sz="2325" spc="-112" b="1" i="1">
                <a:latin typeface="Times New Roman"/>
                <a:cs typeface="Times New Roman"/>
              </a:rPr>
              <a:t> </a:t>
            </a:r>
            <a:r>
              <a:rPr dirty="0" sz="2250" spc="120" b="1" i="1">
                <a:latin typeface="Times New Roman"/>
                <a:cs typeface="Times New Roman"/>
              </a:rPr>
              <a:t>Q</a:t>
            </a:r>
            <a:r>
              <a:rPr dirty="0" baseline="35842" sz="2325" spc="179" b="1" i="1">
                <a:latin typeface="Times New Roman"/>
                <a:cs typeface="Times New Roman"/>
              </a:rPr>
              <a:t>n</a:t>
            </a:r>
            <a:endParaRPr baseline="35842" sz="2325">
              <a:latin typeface="Times New Roman"/>
              <a:cs typeface="Times New Roman"/>
            </a:endParaRPr>
          </a:p>
          <a:p>
            <a:pPr marL="913130">
              <a:lnSpc>
                <a:spcPts val="1145"/>
              </a:lnSpc>
              <a:tabLst>
                <a:tab pos="1290320" algn="l"/>
              </a:tabLst>
            </a:pPr>
            <a:r>
              <a:rPr dirty="0" sz="1550" spc="-10" b="1">
                <a:latin typeface="Times New Roman"/>
                <a:cs typeface="Times New Roman"/>
              </a:rPr>
              <a:t>2	1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211007" y="2356402"/>
            <a:ext cx="1522730" cy="14604"/>
            <a:chOff x="2211007" y="2356402"/>
            <a:chExt cx="1522730" cy="14604"/>
          </a:xfrm>
        </p:grpSpPr>
        <p:sp>
          <p:nvSpPr>
            <p:cNvPr id="29" name="object 29"/>
            <p:cNvSpPr/>
            <p:nvPr/>
          </p:nvSpPr>
          <p:spPr>
            <a:xfrm>
              <a:off x="2218309" y="2363704"/>
              <a:ext cx="395605" cy="0"/>
            </a:xfrm>
            <a:custGeom>
              <a:avLst/>
              <a:gdLst/>
              <a:ahLst/>
              <a:cxnLst/>
              <a:rect l="l" t="t" r="r" b="b"/>
              <a:pathLst>
                <a:path w="395605" h="0">
                  <a:moveTo>
                    <a:pt x="0" y="0"/>
                  </a:moveTo>
                  <a:lnTo>
                    <a:pt x="395449" y="0"/>
                  </a:lnTo>
                </a:path>
              </a:pathLst>
            </a:custGeom>
            <a:ln w="143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911982" y="2363704"/>
              <a:ext cx="395605" cy="0"/>
            </a:xfrm>
            <a:custGeom>
              <a:avLst/>
              <a:gdLst/>
              <a:ahLst/>
              <a:cxnLst/>
              <a:rect l="l" t="t" r="r" b="b"/>
              <a:pathLst>
                <a:path w="395604" h="0">
                  <a:moveTo>
                    <a:pt x="0" y="0"/>
                  </a:moveTo>
                  <a:lnTo>
                    <a:pt x="395449" y="0"/>
                  </a:lnTo>
                </a:path>
              </a:pathLst>
            </a:custGeom>
            <a:ln w="143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330804" y="2363704"/>
              <a:ext cx="395605" cy="0"/>
            </a:xfrm>
            <a:custGeom>
              <a:avLst/>
              <a:gdLst/>
              <a:ahLst/>
              <a:cxnLst/>
              <a:rect l="l" t="t" r="r" b="b"/>
              <a:pathLst>
                <a:path w="395604" h="0">
                  <a:moveTo>
                    <a:pt x="0" y="0"/>
                  </a:moveTo>
                  <a:lnTo>
                    <a:pt x="395449" y="0"/>
                  </a:lnTo>
                </a:path>
              </a:pathLst>
            </a:custGeom>
            <a:ln w="143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3118973" y="2564995"/>
            <a:ext cx="941069" cy="2660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17830" algn="l"/>
                <a:tab pos="822960" algn="l"/>
              </a:tabLst>
            </a:pPr>
            <a:r>
              <a:rPr dirty="0" sz="1550" spc="45" b="1">
                <a:latin typeface="Times New Roman"/>
                <a:cs typeface="Times New Roman"/>
              </a:rPr>
              <a:t>3</a:t>
            </a:r>
            <a:r>
              <a:rPr dirty="0" sz="1550" spc="45" b="1">
                <a:latin typeface="Times New Roman"/>
                <a:cs typeface="Times New Roman"/>
              </a:rPr>
              <a:t>	</a:t>
            </a:r>
            <a:r>
              <a:rPr dirty="0" sz="1550" spc="45" b="1">
                <a:latin typeface="Times New Roman"/>
                <a:cs typeface="Times New Roman"/>
              </a:rPr>
              <a:t>1</a:t>
            </a:r>
            <a:r>
              <a:rPr dirty="0" sz="1550" spc="45" b="1">
                <a:latin typeface="Times New Roman"/>
                <a:cs typeface="Times New Roman"/>
              </a:rPr>
              <a:t>	</a:t>
            </a:r>
            <a:r>
              <a:rPr dirty="0" sz="1550" spc="45" b="1">
                <a:latin typeface="Times New Roman"/>
                <a:cs typeface="Times New Roman"/>
              </a:rPr>
              <a:t>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38292" y="2407414"/>
            <a:ext cx="1485900" cy="3695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9079" indent="-221615">
              <a:lnSpc>
                <a:spcPct val="100000"/>
              </a:lnSpc>
              <a:spcBef>
                <a:spcPts val="105"/>
              </a:spcBef>
              <a:buFont typeface="Symbol"/>
              <a:buChar char=""/>
              <a:tabLst>
                <a:tab pos="259715" algn="l"/>
              </a:tabLst>
            </a:pPr>
            <a:r>
              <a:rPr dirty="0" sz="2250" spc="395" b="1" i="1">
                <a:latin typeface="Times New Roman"/>
                <a:cs typeface="Times New Roman"/>
              </a:rPr>
              <a:t>Q</a:t>
            </a:r>
            <a:r>
              <a:rPr dirty="0" baseline="35842" sz="2325" spc="82" b="1" i="1">
                <a:latin typeface="Times New Roman"/>
                <a:cs typeface="Times New Roman"/>
              </a:rPr>
              <a:t>n</a:t>
            </a:r>
            <a:r>
              <a:rPr dirty="0" baseline="35842" sz="2325" spc="-52" b="1" i="1">
                <a:latin typeface="Times New Roman"/>
                <a:cs typeface="Times New Roman"/>
              </a:rPr>
              <a:t> </a:t>
            </a:r>
            <a:r>
              <a:rPr dirty="0" sz="2250" spc="395" b="1" i="1">
                <a:latin typeface="Times New Roman"/>
                <a:cs typeface="Times New Roman"/>
              </a:rPr>
              <a:t>Q</a:t>
            </a:r>
            <a:r>
              <a:rPr dirty="0" baseline="35842" sz="2325" spc="82" b="1" i="1">
                <a:latin typeface="Times New Roman"/>
                <a:cs typeface="Times New Roman"/>
              </a:rPr>
              <a:t>n</a:t>
            </a:r>
            <a:r>
              <a:rPr dirty="0" baseline="35842" sz="2325" spc="-330" b="1" i="1">
                <a:latin typeface="Times New Roman"/>
                <a:cs typeface="Times New Roman"/>
              </a:rPr>
              <a:t> </a:t>
            </a:r>
            <a:r>
              <a:rPr dirty="0" sz="2250" spc="395" b="1" i="1">
                <a:latin typeface="Times New Roman"/>
                <a:cs typeface="Times New Roman"/>
              </a:rPr>
              <a:t>Q</a:t>
            </a:r>
            <a:r>
              <a:rPr dirty="0" baseline="35842" sz="2325" spc="82" b="1" i="1">
                <a:latin typeface="Times New Roman"/>
                <a:cs typeface="Times New Roman"/>
              </a:rPr>
              <a:t>n</a:t>
            </a:r>
            <a:endParaRPr baseline="35842" sz="2325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61557" y="2407413"/>
            <a:ext cx="1567180" cy="4241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ts val="1980"/>
              </a:lnSpc>
              <a:spcBef>
                <a:spcPts val="105"/>
              </a:spcBef>
            </a:pPr>
            <a:r>
              <a:rPr dirty="0" sz="2250" spc="60" b="1" i="1">
                <a:latin typeface="Times New Roman"/>
                <a:cs typeface="Times New Roman"/>
              </a:rPr>
              <a:t>D</a:t>
            </a:r>
            <a:r>
              <a:rPr dirty="0" baseline="-19713" sz="2325" spc="89" b="1">
                <a:latin typeface="Times New Roman"/>
                <a:cs typeface="Times New Roman"/>
              </a:rPr>
              <a:t>1</a:t>
            </a:r>
            <a:r>
              <a:rPr dirty="0" baseline="-19713" sz="2325" spc="682" b="1">
                <a:latin typeface="Times New Roman"/>
                <a:cs typeface="Times New Roman"/>
              </a:rPr>
              <a:t> </a:t>
            </a:r>
            <a:r>
              <a:rPr dirty="0" sz="2250" spc="55" b="1">
                <a:latin typeface="Symbol"/>
                <a:cs typeface="Symbol"/>
              </a:rPr>
              <a:t></a:t>
            </a:r>
            <a:r>
              <a:rPr dirty="0" sz="2250" spc="-5" b="1">
                <a:latin typeface="Times New Roman"/>
                <a:cs typeface="Times New Roman"/>
              </a:rPr>
              <a:t> </a:t>
            </a:r>
            <a:r>
              <a:rPr dirty="0" sz="2250" spc="225" b="1" i="1">
                <a:latin typeface="Times New Roman"/>
                <a:cs typeface="Times New Roman"/>
              </a:rPr>
              <a:t>Q</a:t>
            </a:r>
            <a:r>
              <a:rPr dirty="0" baseline="35842" sz="2325" spc="337" b="1" i="1">
                <a:latin typeface="Times New Roman"/>
                <a:cs typeface="Times New Roman"/>
              </a:rPr>
              <a:t>n</a:t>
            </a:r>
            <a:r>
              <a:rPr dirty="0" baseline="35842" sz="2325" spc="-82" b="1" i="1">
                <a:latin typeface="Times New Roman"/>
                <a:cs typeface="Times New Roman"/>
              </a:rPr>
              <a:t> </a:t>
            </a:r>
            <a:r>
              <a:rPr dirty="0" sz="2250" spc="225" b="1" i="1">
                <a:latin typeface="Times New Roman"/>
                <a:cs typeface="Times New Roman"/>
              </a:rPr>
              <a:t>Q</a:t>
            </a:r>
            <a:r>
              <a:rPr dirty="0" baseline="35842" sz="2325" spc="337" b="1" i="1">
                <a:latin typeface="Times New Roman"/>
                <a:cs typeface="Times New Roman"/>
              </a:rPr>
              <a:t>n</a:t>
            </a:r>
            <a:endParaRPr baseline="35842" sz="2325">
              <a:latin typeface="Times New Roman"/>
              <a:cs typeface="Times New Roman"/>
            </a:endParaRPr>
          </a:p>
          <a:p>
            <a:pPr marL="944244">
              <a:lnSpc>
                <a:spcPts val="1140"/>
              </a:lnSpc>
              <a:tabLst>
                <a:tab pos="1372235" algn="l"/>
              </a:tabLst>
            </a:pPr>
            <a:r>
              <a:rPr dirty="0" sz="1550" spc="45" b="1">
                <a:latin typeface="Times New Roman"/>
                <a:cs typeface="Times New Roman"/>
              </a:rPr>
              <a:t>1	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700365" y="2373293"/>
            <a:ext cx="431165" cy="0"/>
          </a:xfrm>
          <a:custGeom>
            <a:avLst/>
            <a:gdLst/>
            <a:ahLst/>
            <a:cxnLst/>
            <a:rect l="l" t="t" r="r" b="b"/>
            <a:pathLst>
              <a:path w="431164" h="0">
                <a:moveTo>
                  <a:pt x="0" y="0"/>
                </a:moveTo>
                <a:lnTo>
                  <a:pt x="430727" y="0"/>
                </a:lnTo>
              </a:path>
            </a:pathLst>
          </a:custGeom>
          <a:ln w="159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883866" y="2423223"/>
            <a:ext cx="1259205" cy="4679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ts val="2190"/>
              </a:lnSpc>
              <a:spcBef>
                <a:spcPts val="105"/>
              </a:spcBef>
              <a:tabLst>
                <a:tab pos="540385" algn="l"/>
              </a:tabLst>
            </a:pPr>
            <a:r>
              <a:rPr dirty="0" sz="2500" spc="70" b="1" i="1">
                <a:latin typeface="Times New Roman"/>
                <a:cs typeface="Times New Roman"/>
              </a:rPr>
              <a:t>D</a:t>
            </a:r>
            <a:r>
              <a:rPr dirty="0" baseline="-20634" sz="2625" spc="104" b="1">
                <a:latin typeface="Times New Roman"/>
                <a:cs typeface="Times New Roman"/>
              </a:rPr>
              <a:t>0	</a:t>
            </a:r>
            <a:r>
              <a:rPr dirty="0" sz="2500" spc="30" b="1">
                <a:latin typeface="Symbol"/>
                <a:cs typeface="Symbol"/>
              </a:rPr>
              <a:t></a:t>
            </a:r>
            <a:r>
              <a:rPr dirty="0" sz="2500" spc="-45" b="1">
                <a:latin typeface="Times New Roman"/>
                <a:cs typeface="Times New Roman"/>
              </a:rPr>
              <a:t> </a:t>
            </a:r>
            <a:r>
              <a:rPr dirty="0" sz="2500" spc="210" b="1" i="1">
                <a:latin typeface="Times New Roman"/>
                <a:cs typeface="Times New Roman"/>
              </a:rPr>
              <a:t>Q</a:t>
            </a:r>
            <a:r>
              <a:rPr dirty="0" baseline="36507" sz="2625" spc="315" b="1" i="1">
                <a:latin typeface="Times New Roman"/>
                <a:cs typeface="Times New Roman"/>
              </a:rPr>
              <a:t>n</a:t>
            </a:r>
            <a:endParaRPr baseline="36507" sz="2625">
              <a:latin typeface="Times New Roman"/>
              <a:cs typeface="Times New Roman"/>
            </a:endParaRPr>
          </a:p>
          <a:p>
            <a:pPr algn="r" marR="85090">
              <a:lnSpc>
                <a:spcPts val="1290"/>
              </a:lnSpc>
            </a:pPr>
            <a:r>
              <a:rPr dirty="0" sz="1750" spc="20" b="1">
                <a:latin typeface="Times New Roman"/>
                <a:cs typeface="Times New Roman"/>
              </a:rPr>
              <a:t>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58840" y="4699967"/>
            <a:ext cx="6315075" cy="13150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70"/>
              </a:lnSpc>
            </a:pPr>
            <a:r>
              <a:rPr dirty="0" sz="1150" i="1">
                <a:latin typeface="Times New Roman"/>
                <a:cs typeface="Times New Roman"/>
              </a:rPr>
              <a:t>RESET</a:t>
            </a:r>
            <a:endParaRPr sz="1150">
              <a:latin typeface="Times New Roman"/>
              <a:cs typeface="Times New Roman"/>
            </a:endParaRPr>
          </a:p>
          <a:p>
            <a:pPr marL="1421765" marR="92710" indent="-227329">
              <a:lnSpc>
                <a:spcPct val="61300"/>
              </a:lnSpc>
              <a:spcBef>
                <a:spcPts val="755"/>
              </a:spcBef>
              <a:tabLst>
                <a:tab pos="1707514" algn="l"/>
                <a:tab pos="2656205" algn="l"/>
                <a:tab pos="2880995" algn="l"/>
                <a:tab pos="4104004" algn="l"/>
                <a:tab pos="4330065" algn="l"/>
                <a:tab pos="5520055" algn="l"/>
                <a:tab pos="5747385" algn="l"/>
              </a:tabLst>
            </a:pPr>
            <a:r>
              <a:rPr dirty="0" sz="1150">
                <a:latin typeface="Times New Roman"/>
                <a:cs typeface="Times New Roman"/>
              </a:rPr>
              <a:t>R  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baseline="59670" sz="2025" spc="22">
                <a:latin typeface="宋体"/>
                <a:cs typeface="宋体"/>
              </a:rPr>
              <a:t>＞	</a:t>
            </a:r>
            <a:r>
              <a:rPr dirty="0" baseline="2415" sz="1725" spc="7">
                <a:latin typeface="Times New Roman"/>
                <a:cs typeface="Times New Roman"/>
              </a:rPr>
              <a:t>1D	</a:t>
            </a:r>
            <a:r>
              <a:rPr dirty="0" sz="1150">
                <a:latin typeface="Times New Roman"/>
                <a:cs typeface="Times New Roman"/>
              </a:rPr>
              <a:t>R	</a:t>
            </a:r>
            <a:r>
              <a:rPr dirty="0" baseline="59670" sz="2025" spc="22">
                <a:latin typeface="宋体"/>
                <a:cs typeface="宋体"/>
              </a:rPr>
              <a:t>＞</a:t>
            </a:r>
            <a:r>
              <a:rPr dirty="0" baseline="59670" sz="2025" spc="307">
                <a:latin typeface="宋体"/>
                <a:cs typeface="宋体"/>
              </a:rPr>
              <a:t> </a:t>
            </a:r>
            <a:r>
              <a:rPr dirty="0" baseline="2415" sz="1725" spc="7">
                <a:latin typeface="Times New Roman"/>
                <a:cs typeface="Times New Roman"/>
              </a:rPr>
              <a:t>1D	</a:t>
            </a:r>
            <a:r>
              <a:rPr dirty="0" sz="1150">
                <a:latin typeface="Times New Roman"/>
                <a:cs typeface="Times New Roman"/>
              </a:rPr>
              <a:t>R	</a:t>
            </a:r>
            <a:r>
              <a:rPr dirty="0" baseline="61728" sz="2025" spc="22">
                <a:latin typeface="宋体"/>
                <a:cs typeface="宋体"/>
              </a:rPr>
              <a:t>＞</a:t>
            </a:r>
            <a:r>
              <a:rPr dirty="0" baseline="61728" sz="2025" spc="352">
                <a:latin typeface="宋体"/>
                <a:cs typeface="宋体"/>
              </a:rPr>
              <a:t> </a:t>
            </a:r>
            <a:r>
              <a:rPr dirty="0" baseline="2415" sz="1725" spc="7">
                <a:latin typeface="Times New Roman"/>
                <a:cs typeface="Times New Roman"/>
              </a:rPr>
              <a:t>1D	</a:t>
            </a:r>
            <a:r>
              <a:rPr dirty="0" sz="1150">
                <a:latin typeface="Times New Roman"/>
                <a:cs typeface="Times New Roman"/>
              </a:rPr>
              <a:t>R	</a:t>
            </a:r>
            <a:r>
              <a:rPr dirty="0" baseline="61728" sz="2025" spc="22">
                <a:latin typeface="宋体"/>
                <a:cs typeface="宋体"/>
              </a:rPr>
              <a:t>＞</a:t>
            </a:r>
            <a:r>
              <a:rPr dirty="0" baseline="61728" sz="2025" spc="172">
                <a:latin typeface="宋体"/>
                <a:cs typeface="宋体"/>
              </a:rPr>
              <a:t> </a:t>
            </a:r>
            <a:r>
              <a:rPr dirty="0" baseline="2415" sz="1725" spc="7">
                <a:latin typeface="Times New Roman"/>
                <a:cs typeface="Times New Roman"/>
              </a:rPr>
              <a:t>1D </a:t>
            </a:r>
            <a:r>
              <a:rPr dirty="0" baseline="2415" sz="1725" spc="-41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C1			C1		C1		C1</a:t>
            </a:r>
            <a:endParaRPr sz="1150">
              <a:latin typeface="Times New Roman"/>
              <a:cs typeface="Times New Roman"/>
            </a:endParaRPr>
          </a:p>
          <a:p>
            <a:pPr marL="431800">
              <a:lnSpc>
                <a:spcPts val="1290"/>
              </a:lnSpc>
              <a:spcBef>
                <a:spcPts val="700"/>
              </a:spcBef>
            </a:pPr>
            <a:r>
              <a:rPr dirty="0" sz="1150" spc="5">
                <a:latin typeface="Times New Roman"/>
                <a:cs typeface="Times New Roman"/>
              </a:rPr>
              <a:t>+</a:t>
            </a:r>
            <a:r>
              <a:rPr dirty="0" sz="1150" spc="5" i="1">
                <a:latin typeface="Times New Roman"/>
                <a:cs typeface="Times New Roman"/>
              </a:rPr>
              <a:t>V</a:t>
            </a:r>
            <a:r>
              <a:rPr dirty="0" baseline="-14814" sz="1125" spc="7">
                <a:latin typeface="Times New Roman"/>
                <a:cs typeface="Times New Roman"/>
              </a:rPr>
              <a:t>DD</a:t>
            </a:r>
            <a:endParaRPr baseline="-14814" sz="1125">
              <a:latin typeface="Times New Roman"/>
              <a:cs typeface="Times New Roman"/>
            </a:endParaRPr>
          </a:p>
          <a:p>
            <a:pPr marL="1273175">
              <a:lnSpc>
                <a:spcPts val="1290"/>
              </a:lnSpc>
              <a:tabLst>
                <a:tab pos="2740660" algn="l"/>
                <a:tab pos="4174490" algn="l"/>
                <a:tab pos="5600700" algn="l"/>
              </a:tabLst>
            </a:pPr>
            <a:r>
              <a:rPr dirty="0" baseline="-24154" sz="1725" i="1">
                <a:latin typeface="Times New Roman"/>
                <a:cs typeface="Times New Roman"/>
              </a:rPr>
              <a:t>Q</a:t>
            </a:r>
            <a:r>
              <a:rPr dirty="0" baseline="-51851" sz="1125">
                <a:latin typeface="Times New Roman"/>
                <a:cs typeface="Times New Roman"/>
              </a:rPr>
              <a:t>3  </a:t>
            </a:r>
            <a:r>
              <a:rPr dirty="0" baseline="-51851" sz="1125" spc="262">
                <a:latin typeface="Times New Roman"/>
                <a:cs typeface="Times New Roman"/>
              </a:rPr>
              <a:t> </a:t>
            </a:r>
            <a:r>
              <a:rPr dirty="0" sz="1150" spc="5">
                <a:latin typeface="Times New Roman"/>
                <a:cs typeface="Times New Roman"/>
              </a:rPr>
              <a:t>FF</a:t>
            </a:r>
            <a:r>
              <a:rPr dirty="0" baseline="-14814" sz="1125" spc="7">
                <a:latin typeface="Times New Roman"/>
                <a:cs typeface="Times New Roman"/>
              </a:rPr>
              <a:t>3	</a:t>
            </a:r>
            <a:r>
              <a:rPr dirty="0" baseline="-19323" sz="1725" i="1">
                <a:latin typeface="Times New Roman"/>
                <a:cs typeface="Times New Roman"/>
              </a:rPr>
              <a:t>Q</a:t>
            </a:r>
            <a:r>
              <a:rPr dirty="0" baseline="-44444" sz="1125">
                <a:latin typeface="Times New Roman"/>
                <a:cs typeface="Times New Roman"/>
              </a:rPr>
              <a:t>2  </a:t>
            </a:r>
            <a:r>
              <a:rPr dirty="0" baseline="-44444" sz="1125" spc="217">
                <a:latin typeface="Times New Roman"/>
                <a:cs typeface="Times New Roman"/>
              </a:rPr>
              <a:t> </a:t>
            </a:r>
            <a:r>
              <a:rPr dirty="0" sz="1150" spc="5">
                <a:latin typeface="Times New Roman"/>
                <a:cs typeface="Times New Roman"/>
              </a:rPr>
              <a:t>FF</a:t>
            </a:r>
            <a:r>
              <a:rPr dirty="0" baseline="-14814" sz="1125" spc="7">
                <a:latin typeface="Times New Roman"/>
                <a:cs typeface="Times New Roman"/>
              </a:rPr>
              <a:t>2	</a:t>
            </a:r>
            <a:r>
              <a:rPr dirty="0" baseline="-21739" sz="1725" i="1">
                <a:latin typeface="Times New Roman"/>
                <a:cs typeface="Times New Roman"/>
              </a:rPr>
              <a:t>Q</a:t>
            </a:r>
            <a:r>
              <a:rPr dirty="0" baseline="-48148" sz="1125">
                <a:latin typeface="Times New Roman"/>
                <a:cs typeface="Times New Roman"/>
              </a:rPr>
              <a:t>1  </a:t>
            </a:r>
            <a:r>
              <a:rPr dirty="0" baseline="-48148" sz="1125" spc="82">
                <a:latin typeface="Times New Roman"/>
                <a:cs typeface="Times New Roman"/>
              </a:rPr>
              <a:t> </a:t>
            </a:r>
            <a:r>
              <a:rPr dirty="0" sz="1150" spc="5">
                <a:latin typeface="Times New Roman"/>
                <a:cs typeface="Times New Roman"/>
              </a:rPr>
              <a:t>FF</a:t>
            </a:r>
            <a:r>
              <a:rPr dirty="0" baseline="-14814" sz="1125" spc="7">
                <a:latin typeface="Times New Roman"/>
                <a:cs typeface="Times New Roman"/>
              </a:rPr>
              <a:t>1	</a:t>
            </a:r>
            <a:r>
              <a:rPr dirty="0" baseline="-21739" sz="1725" i="1">
                <a:latin typeface="Times New Roman"/>
                <a:cs typeface="Times New Roman"/>
              </a:rPr>
              <a:t>Q</a:t>
            </a:r>
            <a:r>
              <a:rPr dirty="0" baseline="-48148" sz="1125">
                <a:latin typeface="Times New Roman"/>
                <a:cs typeface="Times New Roman"/>
              </a:rPr>
              <a:t>0</a:t>
            </a:r>
            <a:r>
              <a:rPr dirty="0" baseline="-48148" sz="1125" spc="150">
                <a:latin typeface="Times New Roman"/>
                <a:cs typeface="Times New Roman"/>
              </a:rPr>
              <a:t> </a:t>
            </a:r>
            <a:r>
              <a:rPr dirty="0" sz="1150" spc="5">
                <a:latin typeface="Times New Roman"/>
                <a:cs typeface="Times New Roman"/>
              </a:rPr>
              <a:t>FF</a:t>
            </a:r>
            <a:r>
              <a:rPr dirty="0" baseline="-14814" sz="1125" spc="7">
                <a:latin typeface="Times New Roman"/>
                <a:cs typeface="Times New Roman"/>
              </a:rPr>
              <a:t>0</a:t>
            </a:r>
            <a:endParaRPr baseline="-14814" sz="112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50">
              <a:latin typeface="Times New Roman"/>
              <a:cs typeface="Times New Roman"/>
            </a:endParaRPr>
          </a:p>
          <a:p>
            <a:pPr marL="1834514">
              <a:lnSpc>
                <a:spcPct val="100000"/>
              </a:lnSpc>
              <a:tabLst>
                <a:tab pos="3296285" algn="l"/>
                <a:tab pos="4745355" algn="l"/>
                <a:tab pos="6160135" algn="l"/>
              </a:tabLst>
            </a:pPr>
            <a:r>
              <a:rPr dirty="0" sz="1150" spc="-5" i="1">
                <a:latin typeface="Times New Roman"/>
                <a:cs typeface="Times New Roman"/>
              </a:rPr>
              <a:t>Q</a:t>
            </a:r>
            <a:r>
              <a:rPr dirty="0" baseline="-14814" sz="1125" spc="15">
                <a:latin typeface="Times New Roman"/>
                <a:cs typeface="Times New Roman"/>
              </a:rPr>
              <a:t>3</a:t>
            </a:r>
            <a:r>
              <a:rPr dirty="0" baseline="-14814" sz="1125">
                <a:latin typeface="Times New Roman"/>
                <a:cs typeface="Times New Roman"/>
              </a:rPr>
              <a:t>	</a:t>
            </a:r>
            <a:r>
              <a:rPr dirty="0" sz="1150" spc="-5" i="1">
                <a:latin typeface="Times New Roman"/>
                <a:cs typeface="Times New Roman"/>
              </a:rPr>
              <a:t>Q</a:t>
            </a:r>
            <a:r>
              <a:rPr dirty="0" baseline="-14814" sz="1125" spc="15">
                <a:latin typeface="Times New Roman"/>
                <a:cs typeface="Times New Roman"/>
              </a:rPr>
              <a:t>2</a:t>
            </a:r>
            <a:r>
              <a:rPr dirty="0" baseline="-14814" sz="1125">
                <a:latin typeface="Times New Roman"/>
                <a:cs typeface="Times New Roman"/>
              </a:rPr>
              <a:t>	</a:t>
            </a:r>
            <a:r>
              <a:rPr dirty="0" sz="1150" spc="-5" i="1">
                <a:latin typeface="Times New Roman"/>
                <a:cs typeface="Times New Roman"/>
              </a:rPr>
              <a:t>Q</a:t>
            </a:r>
            <a:r>
              <a:rPr dirty="0" baseline="-14814" sz="1125" spc="15">
                <a:latin typeface="Times New Roman"/>
                <a:cs typeface="Times New Roman"/>
              </a:rPr>
              <a:t>1</a:t>
            </a:r>
            <a:r>
              <a:rPr dirty="0" baseline="-14814" sz="1125">
                <a:latin typeface="Times New Roman"/>
                <a:cs typeface="Times New Roman"/>
              </a:rPr>
              <a:t>	</a:t>
            </a:r>
            <a:r>
              <a:rPr dirty="0" sz="1150" spc="-5" i="1">
                <a:latin typeface="Times New Roman"/>
                <a:cs typeface="Times New Roman"/>
              </a:rPr>
              <a:t>Q</a:t>
            </a:r>
            <a:r>
              <a:rPr dirty="0" baseline="-14814" sz="1125" spc="15">
                <a:latin typeface="Times New Roman"/>
                <a:cs typeface="Times New Roman"/>
              </a:rPr>
              <a:t>0</a:t>
            </a:r>
            <a:endParaRPr baseline="-14814" sz="1125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99922" y="2922270"/>
            <a:ext cx="6334760" cy="3099435"/>
            <a:chOff x="899922" y="2922270"/>
            <a:chExt cx="6334760" cy="3099435"/>
          </a:xfrm>
        </p:grpSpPr>
        <p:sp>
          <p:nvSpPr>
            <p:cNvPr id="39" name="object 39"/>
            <p:cNvSpPr/>
            <p:nvPr/>
          </p:nvSpPr>
          <p:spPr>
            <a:xfrm>
              <a:off x="899922" y="2922269"/>
              <a:ext cx="6334760" cy="3099435"/>
            </a:xfrm>
            <a:custGeom>
              <a:avLst/>
              <a:gdLst/>
              <a:ahLst/>
              <a:cxnLst/>
              <a:rect l="l" t="t" r="r" b="b"/>
              <a:pathLst>
                <a:path w="6334759" h="3099435">
                  <a:moveTo>
                    <a:pt x="6334506" y="0"/>
                  </a:moveTo>
                  <a:lnTo>
                    <a:pt x="0" y="0"/>
                  </a:lnTo>
                  <a:lnTo>
                    <a:pt x="0" y="1682877"/>
                  </a:lnTo>
                  <a:lnTo>
                    <a:pt x="0" y="3099066"/>
                  </a:lnTo>
                  <a:lnTo>
                    <a:pt x="6334506" y="3099066"/>
                  </a:lnTo>
                  <a:lnTo>
                    <a:pt x="6334506" y="1682877"/>
                  </a:lnTo>
                  <a:lnTo>
                    <a:pt x="63345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643316" y="4605147"/>
              <a:ext cx="0" cy="1090930"/>
            </a:xfrm>
            <a:custGeom>
              <a:avLst/>
              <a:gdLst/>
              <a:ahLst/>
              <a:cxnLst/>
              <a:rect l="l" t="t" r="r" b="b"/>
              <a:pathLst>
                <a:path w="0" h="1090929">
                  <a:moveTo>
                    <a:pt x="0" y="0"/>
                  </a:moveTo>
                  <a:lnTo>
                    <a:pt x="0" y="1090686"/>
                  </a:lnTo>
                </a:path>
              </a:pathLst>
            </a:custGeom>
            <a:ln w="117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771454" y="4605147"/>
              <a:ext cx="0" cy="942975"/>
            </a:xfrm>
            <a:custGeom>
              <a:avLst/>
              <a:gdLst/>
              <a:ahLst/>
              <a:cxnLst/>
              <a:rect l="l" t="t" r="r" b="b"/>
              <a:pathLst>
                <a:path w="0" h="942975">
                  <a:moveTo>
                    <a:pt x="0" y="0"/>
                  </a:moveTo>
                  <a:lnTo>
                    <a:pt x="0" y="942687"/>
                  </a:lnTo>
                </a:path>
              </a:pathLst>
            </a:custGeom>
            <a:ln w="136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124237" y="4605147"/>
              <a:ext cx="0" cy="1090930"/>
            </a:xfrm>
            <a:custGeom>
              <a:avLst/>
              <a:gdLst/>
              <a:ahLst/>
              <a:cxnLst/>
              <a:rect l="l" t="t" r="r" b="b"/>
              <a:pathLst>
                <a:path w="0" h="1090929">
                  <a:moveTo>
                    <a:pt x="0" y="0"/>
                  </a:moveTo>
                  <a:lnTo>
                    <a:pt x="0" y="1090686"/>
                  </a:lnTo>
                </a:path>
              </a:pathLst>
            </a:custGeom>
            <a:ln w="117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234768" y="4605147"/>
              <a:ext cx="0" cy="948690"/>
            </a:xfrm>
            <a:custGeom>
              <a:avLst/>
              <a:gdLst/>
              <a:ahLst/>
              <a:cxnLst/>
              <a:rect l="l" t="t" r="r" b="b"/>
              <a:pathLst>
                <a:path w="0" h="948689">
                  <a:moveTo>
                    <a:pt x="0" y="0"/>
                  </a:moveTo>
                  <a:lnTo>
                    <a:pt x="0" y="948605"/>
                  </a:lnTo>
                </a:path>
              </a:pathLst>
            </a:custGeom>
            <a:ln w="136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604178" y="4605147"/>
              <a:ext cx="0" cy="1096645"/>
            </a:xfrm>
            <a:custGeom>
              <a:avLst/>
              <a:gdLst/>
              <a:ahLst/>
              <a:cxnLst/>
              <a:rect l="l" t="t" r="r" b="b"/>
              <a:pathLst>
                <a:path w="0" h="1096645">
                  <a:moveTo>
                    <a:pt x="0" y="0"/>
                  </a:moveTo>
                  <a:lnTo>
                    <a:pt x="0" y="1096555"/>
                  </a:lnTo>
                </a:path>
              </a:pathLst>
            </a:custGeom>
            <a:ln w="136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714710" y="4605147"/>
              <a:ext cx="0" cy="942975"/>
            </a:xfrm>
            <a:custGeom>
              <a:avLst/>
              <a:gdLst/>
              <a:ahLst/>
              <a:cxnLst/>
              <a:rect l="l" t="t" r="r" b="b"/>
              <a:pathLst>
                <a:path w="0" h="942975">
                  <a:moveTo>
                    <a:pt x="0" y="0"/>
                  </a:moveTo>
                  <a:lnTo>
                    <a:pt x="0" y="942736"/>
                  </a:lnTo>
                </a:path>
              </a:pathLst>
            </a:custGeom>
            <a:ln w="117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822306" y="4889014"/>
              <a:ext cx="966469" cy="519430"/>
            </a:xfrm>
            <a:custGeom>
              <a:avLst/>
              <a:gdLst/>
              <a:ahLst/>
              <a:cxnLst/>
              <a:rect l="l" t="t" r="r" b="b"/>
              <a:pathLst>
                <a:path w="966470" h="519429">
                  <a:moveTo>
                    <a:pt x="0" y="0"/>
                  </a:moveTo>
                  <a:lnTo>
                    <a:pt x="0" y="518810"/>
                  </a:lnTo>
                  <a:lnTo>
                    <a:pt x="966413" y="518810"/>
                  </a:lnTo>
                  <a:lnTo>
                    <a:pt x="966413" y="0"/>
                  </a:lnTo>
                  <a:lnTo>
                    <a:pt x="0" y="0"/>
                  </a:lnTo>
                  <a:close/>
                </a:path>
              </a:pathLst>
            </a:custGeom>
            <a:ln w="255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295094" y="4622705"/>
              <a:ext cx="5395595" cy="2540"/>
            </a:xfrm>
            <a:custGeom>
              <a:avLst/>
              <a:gdLst/>
              <a:ahLst/>
              <a:cxnLst/>
              <a:rect l="l" t="t" r="r" b="b"/>
              <a:pathLst>
                <a:path w="5395595" h="2539">
                  <a:moveTo>
                    <a:pt x="0" y="0"/>
                  </a:moveTo>
                  <a:lnTo>
                    <a:pt x="5395480" y="1972"/>
                  </a:lnTo>
                </a:path>
              </a:pathLst>
            </a:custGeom>
            <a:ln w="118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287269" y="4758818"/>
              <a:ext cx="5121910" cy="0"/>
            </a:xfrm>
            <a:custGeom>
              <a:avLst/>
              <a:gdLst/>
              <a:ahLst/>
              <a:cxnLst/>
              <a:rect l="l" t="t" r="r" b="b"/>
              <a:pathLst>
                <a:path w="5121910" h="0">
                  <a:moveTo>
                    <a:pt x="0" y="0"/>
                  </a:moveTo>
                  <a:lnTo>
                    <a:pt x="5121597" y="0"/>
                  </a:lnTo>
                </a:path>
              </a:pathLst>
            </a:custGeom>
            <a:ln w="118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270299" y="4616787"/>
              <a:ext cx="2540" cy="268605"/>
            </a:xfrm>
            <a:custGeom>
              <a:avLst/>
              <a:gdLst/>
              <a:ahLst/>
              <a:cxnLst/>
              <a:rect l="l" t="t" r="r" b="b"/>
              <a:pathLst>
                <a:path w="2539" h="268604">
                  <a:moveTo>
                    <a:pt x="0" y="0"/>
                  </a:moveTo>
                  <a:lnTo>
                    <a:pt x="1956" y="268282"/>
                  </a:lnTo>
                </a:path>
              </a:pathLst>
            </a:custGeom>
            <a:ln w="117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540269" y="4605147"/>
              <a:ext cx="0" cy="284480"/>
            </a:xfrm>
            <a:custGeom>
              <a:avLst/>
              <a:gdLst/>
              <a:ahLst/>
              <a:cxnLst/>
              <a:rect l="l" t="t" r="r" b="b"/>
              <a:pathLst>
                <a:path w="0" h="284479">
                  <a:moveTo>
                    <a:pt x="0" y="0"/>
                  </a:moveTo>
                  <a:lnTo>
                    <a:pt x="0" y="283867"/>
                  </a:lnTo>
                </a:path>
              </a:pathLst>
            </a:custGeom>
            <a:ln w="117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6022497" y="4605147"/>
              <a:ext cx="0" cy="1096645"/>
            </a:xfrm>
            <a:custGeom>
              <a:avLst/>
              <a:gdLst/>
              <a:ahLst/>
              <a:cxnLst/>
              <a:rect l="l" t="t" r="r" b="b"/>
              <a:pathLst>
                <a:path w="0" h="1096645">
                  <a:moveTo>
                    <a:pt x="0" y="0"/>
                  </a:moveTo>
                  <a:lnTo>
                    <a:pt x="0" y="1096555"/>
                  </a:lnTo>
                </a:path>
              </a:pathLst>
            </a:custGeom>
            <a:ln w="136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133028" y="4605147"/>
              <a:ext cx="0" cy="937260"/>
            </a:xfrm>
            <a:custGeom>
              <a:avLst/>
              <a:gdLst/>
              <a:ahLst/>
              <a:cxnLst/>
              <a:rect l="l" t="t" r="r" b="b"/>
              <a:pathLst>
                <a:path w="0" h="937260">
                  <a:moveTo>
                    <a:pt x="0" y="0"/>
                  </a:moveTo>
                  <a:lnTo>
                    <a:pt x="0" y="936819"/>
                  </a:lnTo>
                </a:path>
              </a:pathLst>
            </a:custGeom>
            <a:ln w="117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35060" y="4587220"/>
              <a:ext cx="68521" cy="6702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240625" y="4889014"/>
              <a:ext cx="966469" cy="519430"/>
            </a:xfrm>
            <a:custGeom>
              <a:avLst/>
              <a:gdLst/>
              <a:ahLst/>
              <a:cxnLst/>
              <a:rect l="l" t="t" r="r" b="b"/>
              <a:pathLst>
                <a:path w="966470" h="519429">
                  <a:moveTo>
                    <a:pt x="0" y="0"/>
                  </a:moveTo>
                  <a:lnTo>
                    <a:pt x="0" y="518810"/>
                  </a:lnTo>
                  <a:lnTo>
                    <a:pt x="966413" y="518810"/>
                  </a:lnTo>
                  <a:lnTo>
                    <a:pt x="966413" y="0"/>
                  </a:lnTo>
                  <a:lnTo>
                    <a:pt x="0" y="0"/>
                  </a:lnTo>
                  <a:close/>
                </a:path>
              </a:pathLst>
            </a:custGeom>
            <a:ln w="255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6688618" y="4622705"/>
              <a:ext cx="2540" cy="262890"/>
            </a:xfrm>
            <a:custGeom>
              <a:avLst/>
              <a:gdLst/>
              <a:ahLst/>
              <a:cxnLst/>
              <a:rect l="l" t="t" r="r" b="b"/>
              <a:pathLst>
                <a:path w="2540" h="262889">
                  <a:moveTo>
                    <a:pt x="0" y="0"/>
                  </a:moveTo>
                  <a:lnTo>
                    <a:pt x="1956" y="262364"/>
                  </a:lnTo>
                </a:path>
              </a:pathLst>
            </a:custGeom>
            <a:ln w="117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945871" y="4605147"/>
              <a:ext cx="0" cy="295910"/>
            </a:xfrm>
            <a:custGeom>
              <a:avLst/>
              <a:gdLst/>
              <a:ahLst/>
              <a:cxnLst/>
              <a:rect l="l" t="t" r="r" b="b"/>
              <a:pathLst>
                <a:path w="0" h="295910">
                  <a:moveTo>
                    <a:pt x="0" y="0"/>
                  </a:moveTo>
                  <a:lnTo>
                    <a:pt x="0" y="295654"/>
                  </a:lnTo>
                </a:path>
              </a:pathLst>
            </a:custGeom>
            <a:ln w="136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6944893" y="5405852"/>
              <a:ext cx="2540" cy="584200"/>
            </a:xfrm>
            <a:custGeom>
              <a:avLst/>
              <a:gdLst/>
              <a:ahLst/>
              <a:cxnLst/>
              <a:rect l="l" t="t" r="r" b="b"/>
              <a:pathLst>
                <a:path w="2540" h="584200">
                  <a:moveTo>
                    <a:pt x="0" y="0"/>
                  </a:moveTo>
                  <a:lnTo>
                    <a:pt x="1956" y="583908"/>
                  </a:lnTo>
                </a:path>
              </a:pathLst>
            </a:custGeom>
            <a:ln w="117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6131072" y="5541966"/>
              <a:ext cx="307340" cy="0"/>
            </a:xfrm>
            <a:custGeom>
              <a:avLst/>
              <a:gdLst/>
              <a:ahLst/>
              <a:cxnLst/>
              <a:rect l="l" t="t" r="r" b="b"/>
              <a:pathLst>
                <a:path w="307339" h="0">
                  <a:moveTo>
                    <a:pt x="307139" y="0"/>
                  </a:moveTo>
                  <a:lnTo>
                    <a:pt x="0" y="0"/>
                  </a:lnTo>
                </a:path>
              </a:pathLst>
            </a:custGeom>
            <a:ln w="118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6021519" y="5695833"/>
              <a:ext cx="942975" cy="0"/>
            </a:xfrm>
            <a:custGeom>
              <a:avLst/>
              <a:gdLst/>
              <a:ahLst/>
              <a:cxnLst/>
              <a:rect l="l" t="t" r="r" b="b"/>
              <a:pathLst>
                <a:path w="942975" h="0">
                  <a:moveTo>
                    <a:pt x="0" y="0"/>
                  </a:moveTo>
                  <a:lnTo>
                    <a:pt x="942937" y="0"/>
                  </a:lnTo>
                </a:path>
              </a:pathLst>
            </a:custGeom>
            <a:ln w="118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09655" y="5658377"/>
              <a:ext cx="68519" cy="68994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5540269" y="5405852"/>
              <a:ext cx="0" cy="584200"/>
            </a:xfrm>
            <a:custGeom>
              <a:avLst/>
              <a:gdLst/>
              <a:ahLst/>
              <a:cxnLst/>
              <a:rect l="l" t="t" r="r" b="b"/>
              <a:pathLst>
                <a:path w="0" h="584200">
                  <a:moveTo>
                    <a:pt x="0" y="0"/>
                  </a:moveTo>
                  <a:lnTo>
                    <a:pt x="0" y="583908"/>
                  </a:lnTo>
                </a:path>
              </a:pathLst>
            </a:custGeom>
            <a:ln w="117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4714710" y="5545911"/>
              <a:ext cx="295910" cy="2540"/>
            </a:xfrm>
            <a:custGeom>
              <a:avLst/>
              <a:gdLst/>
              <a:ahLst/>
              <a:cxnLst/>
              <a:rect l="l" t="t" r="r" b="b"/>
              <a:pathLst>
                <a:path w="295910" h="2539">
                  <a:moveTo>
                    <a:pt x="295401" y="0"/>
                  </a:moveTo>
                  <a:lnTo>
                    <a:pt x="0" y="1972"/>
                  </a:lnTo>
                </a:path>
              </a:pathLst>
            </a:custGeom>
            <a:ln w="118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4603200" y="5695833"/>
              <a:ext cx="942975" cy="0"/>
            </a:xfrm>
            <a:custGeom>
              <a:avLst/>
              <a:gdLst/>
              <a:ahLst/>
              <a:cxnLst/>
              <a:rect l="l" t="t" r="r" b="b"/>
              <a:pathLst>
                <a:path w="942975" h="0">
                  <a:moveTo>
                    <a:pt x="0" y="0"/>
                  </a:moveTo>
                  <a:lnTo>
                    <a:pt x="942937" y="0"/>
                  </a:lnTo>
                </a:path>
              </a:pathLst>
            </a:custGeom>
            <a:ln w="118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5032" y="5658378"/>
              <a:ext cx="66561" cy="68992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3390294" y="4889014"/>
              <a:ext cx="966469" cy="519430"/>
            </a:xfrm>
            <a:custGeom>
              <a:avLst/>
              <a:gdLst/>
              <a:ahLst/>
              <a:cxnLst/>
              <a:rect l="l" t="t" r="r" b="b"/>
              <a:pathLst>
                <a:path w="966470" h="519429">
                  <a:moveTo>
                    <a:pt x="0" y="0"/>
                  </a:moveTo>
                  <a:lnTo>
                    <a:pt x="0" y="518810"/>
                  </a:lnTo>
                  <a:lnTo>
                    <a:pt x="966413" y="518810"/>
                  </a:lnTo>
                  <a:lnTo>
                    <a:pt x="966413" y="0"/>
                  </a:lnTo>
                  <a:lnTo>
                    <a:pt x="0" y="0"/>
                  </a:lnTo>
                  <a:close/>
                </a:path>
              </a:pathLst>
            </a:custGeom>
            <a:ln w="255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828505" y="4616787"/>
              <a:ext cx="0" cy="268605"/>
            </a:xfrm>
            <a:custGeom>
              <a:avLst/>
              <a:gdLst/>
              <a:ahLst/>
              <a:cxnLst/>
              <a:rect l="l" t="t" r="r" b="b"/>
              <a:pathLst>
                <a:path w="0" h="268604">
                  <a:moveTo>
                    <a:pt x="0" y="0"/>
                  </a:moveTo>
                  <a:lnTo>
                    <a:pt x="0" y="268282"/>
                  </a:lnTo>
                </a:path>
              </a:pathLst>
            </a:custGeom>
            <a:ln w="117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4109234" y="4605147"/>
              <a:ext cx="0" cy="292100"/>
            </a:xfrm>
            <a:custGeom>
              <a:avLst/>
              <a:gdLst/>
              <a:ahLst/>
              <a:cxnLst/>
              <a:rect l="l" t="t" r="r" b="b"/>
              <a:pathLst>
                <a:path w="0" h="292100">
                  <a:moveTo>
                    <a:pt x="0" y="0"/>
                  </a:moveTo>
                  <a:lnTo>
                    <a:pt x="0" y="291709"/>
                  </a:lnTo>
                </a:path>
              </a:pathLst>
            </a:custGeom>
            <a:ln w="136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93267" y="4587221"/>
              <a:ext cx="66563" cy="67021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4108256" y="5405852"/>
              <a:ext cx="2540" cy="584200"/>
            </a:xfrm>
            <a:custGeom>
              <a:avLst/>
              <a:gdLst/>
              <a:ahLst/>
              <a:cxnLst/>
              <a:rect l="l" t="t" r="r" b="b"/>
              <a:pathLst>
                <a:path w="2539" h="584200">
                  <a:moveTo>
                    <a:pt x="0" y="0"/>
                  </a:moveTo>
                  <a:lnTo>
                    <a:pt x="1956" y="583908"/>
                  </a:lnTo>
                </a:path>
              </a:pathLst>
            </a:custGeom>
            <a:ln w="117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233789" y="5545911"/>
              <a:ext cx="344805" cy="2540"/>
            </a:xfrm>
            <a:custGeom>
              <a:avLst/>
              <a:gdLst/>
              <a:ahLst/>
              <a:cxnLst/>
              <a:rect l="l" t="t" r="r" b="b"/>
              <a:pathLst>
                <a:path w="344804" h="2539">
                  <a:moveTo>
                    <a:pt x="344309" y="0"/>
                  </a:moveTo>
                  <a:lnTo>
                    <a:pt x="0" y="1972"/>
                  </a:lnTo>
                </a:path>
              </a:pathLst>
            </a:custGeom>
            <a:ln w="118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124237" y="5695833"/>
              <a:ext cx="1003935" cy="0"/>
            </a:xfrm>
            <a:custGeom>
              <a:avLst/>
              <a:gdLst/>
              <a:ahLst/>
              <a:cxnLst/>
              <a:rect l="l" t="t" r="r" b="b"/>
              <a:pathLst>
                <a:path w="1003935" h="0">
                  <a:moveTo>
                    <a:pt x="0" y="0"/>
                  </a:moveTo>
                  <a:lnTo>
                    <a:pt x="1003582" y="0"/>
                  </a:lnTo>
                </a:path>
              </a:pathLst>
            </a:custGeom>
            <a:ln w="118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73018" y="5658377"/>
              <a:ext cx="68519" cy="68994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1911329" y="4889014"/>
              <a:ext cx="966469" cy="519430"/>
            </a:xfrm>
            <a:custGeom>
              <a:avLst/>
              <a:gdLst/>
              <a:ahLst/>
              <a:cxnLst/>
              <a:rect l="l" t="t" r="r" b="b"/>
              <a:pathLst>
                <a:path w="966469" h="519429">
                  <a:moveTo>
                    <a:pt x="0" y="0"/>
                  </a:moveTo>
                  <a:lnTo>
                    <a:pt x="0" y="518810"/>
                  </a:lnTo>
                  <a:lnTo>
                    <a:pt x="966413" y="518810"/>
                  </a:lnTo>
                  <a:lnTo>
                    <a:pt x="966413" y="0"/>
                  </a:lnTo>
                  <a:lnTo>
                    <a:pt x="0" y="0"/>
                  </a:lnTo>
                  <a:close/>
                </a:path>
              </a:pathLst>
            </a:custGeom>
            <a:ln w="255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2347585" y="4616787"/>
              <a:ext cx="2540" cy="268605"/>
            </a:xfrm>
            <a:custGeom>
              <a:avLst/>
              <a:gdLst/>
              <a:ahLst/>
              <a:cxnLst/>
              <a:rect l="l" t="t" r="r" b="b"/>
              <a:pathLst>
                <a:path w="2539" h="268604">
                  <a:moveTo>
                    <a:pt x="0" y="0"/>
                  </a:moveTo>
                  <a:lnTo>
                    <a:pt x="1956" y="268282"/>
                  </a:lnTo>
                </a:path>
              </a:pathLst>
            </a:custGeom>
            <a:ln w="117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2654724" y="4605147"/>
              <a:ext cx="0" cy="286385"/>
            </a:xfrm>
            <a:custGeom>
              <a:avLst/>
              <a:gdLst/>
              <a:ahLst/>
              <a:cxnLst/>
              <a:rect l="l" t="t" r="r" b="b"/>
              <a:pathLst>
                <a:path w="0" h="286385">
                  <a:moveTo>
                    <a:pt x="0" y="0"/>
                  </a:moveTo>
                  <a:lnTo>
                    <a:pt x="0" y="285840"/>
                  </a:lnTo>
                </a:path>
              </a:pathLst>
            </a:custGeom>
            <a:ln w="117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16259" y="4587221"/>
              <a:ext cx="66563" cy="67021"/>
            </a:xfrm>
            <a:prstGeom prst="rect">
              <a:avLst/>
            </a:prstGeom>
          </p:spPr>
        </p:pic>
      </p:grpSp>
      <p:sp>
        <p:nvSpPr>
          <p:cNvPr id="77" name="object 77"/>
          <p:cNvSpPr txBox="1"/>
          <p:nvPr/>
        </p:nvSpPr>
        <p:spPr>
          <a:xfrm>
            <a:off x="1070121" y="4319683"/>
            <a:ext cx="6145530" cy="35115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  <a:tabLst>
                <a:tab pos="1722755" algn="l"/>
                <a:tab pos="3177540" algn="l"/>
                <a:tab pos="4608830" algn="l"/>
                <a:tab pos="5904865" algn="l"/>
              </a:tabLst>
            </a:pPr>
            <a:r>
              <a:rPr dirty="0" baseline="-31400" sz="1725" i="1">
                <a:latin typeface="Times New Roman"/>
                <a:cs typeface="Times New Roman"/>
              </a:rPr>
              <a:t>CP</a:t>
            </a:r>
            <a:r>
              <a:rPr dirty="0" baseline="-31400" sz="1725" i="1">
                <a:latin typeface="Times New Roman"/>
                <a:cs typeface="Times New Roman"/>
              </a:rPr>
              <a:t>	</a:t>
            </a:r>
            <a:r>
              <a:rPr dirty="0" baseline="-10802" sz="2700" b="1">
                <a:latin typeface="Arial Narrow"/>
                <a:cs typeface="Arial Narrow"/>
              </a:rPr>
              <a:t>D3	</a:t>
            </a:r>
            <a:r>
              <a:rPr dirty="0" baseline="6172" sz="2700" b="1">
                <a:latin typeface="Arial Narrow"/>
                <a:cs typeface="Arial Narrow"/>
              </a:rPr>
              <a:t>D2	</a:t>
            </a:r>
            <a:r>
              <a:rPr dirty="0" sz="1800" b="1">
                <a:latin typeface="Arial Narrow"/>
                <a:cs typeface="Arial Narrow"/>
              </a:rPr>
              <a:t>D1	</a:t>
            </a:r>
            <a:r>
              <a:rPr dirty="0" baseline="1543" sz="2700" b="1">
                <a:latin typeface="Arial Narrow"/>
                <a:cs typeface="Arial Narrow"/>
              </a:rPr>
              <a:t>D0</a:t>
            </a:r>
            <a:endParaRPr baseline="1543" sz="2700">
              <a:latin typeface="Arial Narrow"/>
              <a:cs typeface="Arial Narrow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920369" y="2885567"/>
            <a:ext cx="7539990" cy="1724660"/>
            <a:chOff x="920369" y="2885567"/>
            <a:chExt cx="7539990" cy="1724660"/>
          </a:xfrm>
        </p:grpSpPr>
        <p:sp>
          <p:nvSpPr>
            <p:cNvPr id="79" name="object 79"/>
            <p:cNvSpPr/>
            <p:nvPr/>
          </p:nvSpPr>
          <p:spPr>
            <a:xfrm>
              <a:off x="925449" y="2890647"/>
              <a:ext cx="7529830" cy="1714500"/>
            </a:xfrm>
            <a:custGeom>
              <a:avLst/>
              <a:gdLst/>
              <a:ahLst/>
              <a:cxnLst/>
              <a:rect l="l" t="t" r="r" b="b"/>
              <a:pathLst>
                <a:path w="7529830" h="1714500">
                  <a:moveTo>
                    <a:pt x="7529322" y="0"/>
                  </a:moveTo>
                  <a:lnTo>
                    <a:pt x="0" y="0"/>
                  </a:lnTo>
                  <a:lnTo>
                    <a:pt x="0" y="1714500"/>
                  </a:lnTo>
                  <a:lnTo>
                    <a:pt x="7529322" y="1714500"/>
                  </a:lnTo>
                  <a:lnTo>
                    <a:pt x="7529322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925449" y="2890647"/>
              <a:ext cx="7529830" cy="1714500"/>
            </a:xfrm>
            <a:custGeom>
              <a:avLst/>
              <a:gdLst/>
              <a:ahLst/>
              <a:cxnLst/>
              <a:rect l="l" t="t" r="r" b="b"/>
              <a:pathLst>
                <a:path w="7529830" h="1714500">
                  <a:moveTo>
                    <a:pt x="0" y="0"/>
                  </a:moveTo>
                  <a:lnTo>
                    <a:pt x="7529322" y="0"/>
                  </a:lnTo>
                  <a:lnTo>
                    <a:pt x="7529322" y="1714500"/>
                  </a:lnTo>
                  <a:lnTo>
                    <a:pt x="0" y="1714500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/>
          <p:cNvSpPr txBox="1"/>
          <p:nvPr/>
        </p:nvSpPr>
        <p:spPr>
          <a:xfrm>
            <a:off x="1412363" y="4080390"/>
            <a:ext cx="59817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890" algn="l"/>
              </a:tabLst>
            </a:pPr>
            <a:r>
              <a:rPr dirty="0" sz="1400" spc="-5" b="1">
                <a:latin typeface="Arial Narrow"/>
                <a:cs typeface="Arial Narrow"/>
              </a:rPr>
              <a:t>Q3</a:t>
            </a:r>
            <a:r>
              <a:rPr dirty="0" sz="1400" spc="-5" b="1">
                <a:latin typeface="Arial Narrow"/>
                <a:cs typeface="Arial Narrow"/>
              </a:rPr>
              <a:t>	</a:t>
            </a:r>
            <a:r>
              <a:rPr dirty="0" sz="1400" spc="-5" b="1">
                <a:latin typeface="Arial Narrow"/>
                <a:cs typeface="Arial Narrow"/>
              </a:rPr>
              <a:t>Q3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866997" y="4231304"/>
            <a:ext cx="65849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0215" algn="l"/>
              </a:tabLst>
            </a:pPr>
            <a:r>
              <a:rPr dirty="0" sz="1400" spc="-5" b="1">
                <a:latin typeface="Arial Narrow"/>
                <a:cs typeface="Arial Narrow"/>
              </a:rPr>
              <a:t>Q2</a:t>
            </a:r>
            <a:r>
              <a:rPr dirty="0" sz="1400" spc="-5" b="1">
                <a:latin typeface="Arial Narrow"/>
                <a:cs typeface="Arial Narrow"/>
              </a:rPr>
              <a:t>	</a:t>
            </a:r>
            <a:r>
              <a:rPr dirty="0" sz="1400" spc="-5" b="1">
                <a:latin typeface="Arial Narrow"/>
                <a:cs typeface="Arial Narrow"/>
              </a:rPr>
              <a:t>Q2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389277" y="4192777"/>
            <a:ext cx="22034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" b="1">
                <a:latin typeface="Arial Narrow"/>
                <a:cs typeface="Arial Narrow"/>
              </a:rPr>
              <a:t>Q1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747209" y="4228996"/>
            <a:ext cx="22034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" b="1">
                <a:latin typeface="Arial Narrow"/>
                <a:cs typeface="Arial Narrow"/>
              </a:rPr>
              <a:t>Q1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839472" y="4185142"/>
            <a:ext cx="58293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4650" algn="l"/>
              </a:tabLst>
            </a:pPr>
            <a:r>
              <a:rPr dirty="0" sz="1400" spc="-5" b="1">
                <a:latin typeface="Arial Narrow"/>
                <a:cs typeface="Arial Narrow"/>
              </a:rPr>
              <a:t>Q0</a:t>
            </a:r>
            <a:r>
              <a:rPr dirty="0" sz="1400" spc="-5" b="1">
                <a:latin typeface="Arial Narrow"/>
                <a:cs typeface="Arial Narrow"/>
              </a:rPr>
              <a:t>	</a:t>
            </a:r>
            <a:r>
              <a:rPr dirty="0" sz="1400" spc="-5" b="1">
                <a:latin typeface="Arial Narrow"/>
                <a:cs typeface="Arial Narrow"/>
              </a:rPr>
              <a:t>Q0</a:t>
            </a:r>
            <a:endParaRPr sz="1400">
              <a:latin typeface="Arial Narrow"/>
              <a:cs typeface="Arial Narrow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897636" y="4066032"/>
            <a:ext cx="7539990" cy="2019300"/>
            <a:chOff x="897636" y="4066032"/>
            <a:chExt cx="7539990" cy="2019300"/>
          </a:xfrm>
        </p:grpSpPr>
        <p:sp>
          <p:nvSpPr>
            <p:cNvPr id="87" name="object 87"/>
            <p:cNvSpPr/>
            <p:nvPr/>
          </p:nvSpPr>
          <p:spPr>
            <a:xfrm>
              <a:off x="6195821" y="4162806"/>
              <a:ext cx="280670" cy="0"/>
            </a:xfrm>
            <a:custGeom>
              <a:avLst/>
              <a:gdLst/>
              <a:ahLst/>
              <a:cxnLst/>
              <a:rect l="l" t="t" r="r" b="b"/>
              <a:pathLst>
                <a:path w="280670" h="0">
                  <a:moveTo>
                    <a:pt x="0" y="0"/>
                  </a:moveTo>
                  <a:lnTo>
                    <a:pt x="280352" y="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760219" y="4080510"/>
              <a:ext cx="280670" cy="0"/>
            </a:xfrm>
            <a:custGeom>
              <a:avLst/>
              <a:gdLst/>
              <a:ahLst/>
              <a:cxnLst/>
              <a:rect l="l" t="t" r="r" b="b"/>
              <a:pathLst>
                <a:path w="280669" h="0">
                  <a:moveTo>
                    <a:pt x="0" y="0"/>
                  </a:moveTo>
                  <a:lnTo>
                    <a:pt x="280352" y="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275075" y="4235196"/>
              <a:ext cx="280670" cy="0"/>
            </a:xfrm>
            <a:custGeom>
              <a:avLst/>
              <a:gdLst/>
              <a:ahLst/>
              <a:cxnLst/>
              <a:rect l="l" t="t" r="r" b="b"/>
              <a:pathLst>
                <a:path w="280670" h="0">
                  <a:moveTo>
                    <a:pt x="0" y="0"/>
                  </a:moveTo>
                  <a:lnTo>
                    <a:pt x="280352" y="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4717541" y="4235196"/>
              <a:ext cx="280670" cy="0"/>
            </a:xfrm>
            <a:custGeom>
              <a:avLst/>
              <a:gdLst/>
              <a:ahLst/>
              <a:cxnLst/>
              <a:rect l="l" t="t" r="r" b="b"/>
              <a:pathLst>
                <a:path w="280670" h="0">
                  <a:moveTo>
                    <a:pt x="0" y="0"/>
                  </a:moveTo>
                  <a:lnTo>
                    <a:pt x="280352" y="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902589" y="4602099"/>
              <a:ext cx="7530465" cy="1478280"/>
            </a:xfrm>
            <a:custGeom>
              <a:avLst/>
              <a:gdLst/>
              <a:ahLst/>
              <a:cxnLst/>
              <a:rect l="l" t="t" r="r" b="b"/>
              <a:pathLst>
                <a:path w="7530465" h="1478279">
                  <a:moveTo>
                    <a:pt x="7530084" y="0"/>
                  </a:moveTo>
                  <a:lnTo>
                    <a:pt x="0" y="0"/>
                  </a:lnTo>
                  <a:lnTo>
                    <a:pt x="0" y="1478280"/>
                  </a:lnTo>
                  <a:lnTo>
                    <a:pt x="7530084" y="1478280"/>
                  </a:lnTo>
                  <a:lnTo>
                    <a:pt x="753008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902589" y="4602099"/>
              <a:ext cx="7530465" cy="1478280"/>
            </a:xfrm>
            <a:custGeom>
              <a:avLst/>
              <a:gdLst/>
              <a:ahLst/>
              <a:cxnLst/>
              <a:rect l="l" t="t" r="r" b="b"/>
              <a:pathLst>
                <a:path w="7530465" h="1478279">
                  <a:moveTo>
                    <a:pt x="0" y="0"/>
                  </a:moveTo>
                  <a:lnTo>
                    <a:pt x="7530084" y="0"/>
                  </a:lnTo>
                  <a:lnTo>
                    <a:pt x="7530084" y="1478280"/>
                  </a:lnTo>
                  <a:lnTo>
                    <a:pt x="0" y="1478280"/>
                  </a:lnTo>
                  <a:lnTo>
                    <a:pt x="0" y="0"/>
                  </a:lnTo>
                  <a:close/>
                </a:path>
              </a:pathLst>
            </a:custGeom>
            <a:ln w="99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3" name="object 93"/>
          <p:cNvSpPr txBox="1"/>
          <p:nvPr/>
        </p:nvSpPr>
        <p:spPr>
          <a:xfrm>
            <a:off x="2936227" y="41401"/>
            <a:ext cx="5650230" cy="939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000" b="1">
                <a:solidFill>
                  <a:srgbClr val="FF0000"/>
                </a:solidFill>
                <a:latin typeface="新宋体"/>
                <a:cs typeface="新宋体"/>
              </a:rPr>
              <a:t>时序电路的设计最终要转换</a:t>
            </a:r>
            <a:r>
              <a:rPr dirty="0" sz="2000" spc="5" b="1">
                <a:solidFill>
                  <a:srgbClr val="FF0000"/>
                </a:solidFill>
                <a:latin typeface="新宋体"/>
                <a:cs typeface="新宋体"/>
              </a:rPr>
              <a:t>为</a:t>
            </a:r>
            <a:r>
              <a:rPr dirty="0" sz="2000" b="1">
                <a:solidFill>
                  <a:srgbClr val="FF0000"/>
                </a:solidFill>
                <a:latin typeface="新宋体"/>
                <a:cs typeface="新宋体"/>
              </a:rPr>
              <a:t>组</a:t>
            </a:r>
            <a:r>
              <a:rPr dirty="0" sz="2000" spc="5" b="1">
                <a:solidFill>
                  <a:srgbClr val="FF0000"/>
                </a:solidFill>
                <a:latin typeface="新宋体"/>
                <a:cs typeface="新宋体"/>
              </a:rPr>
              <a:t>合</a:t>
            </a:r>
            <a:r>
              <a:rPr dirty="0" sz="2000" b="1">
                <a:solidFill>
                  <a:srgbClr val="FF0000"/>
                </a:solidFill>
                <a:latin typeface="新宋体"/>
                <a:cs typeface="新宋体"/>
              </a:rPr>
              <a:t>电</a:t>
            </a:r>
            <a:r>
              <a:rPr dirty="0" sz="2000" spc="5" b="1">
                <a:solidFill>
                  <a:srgbClr val="FF0000"/>
                </a:solidFill>
                <a:latin typeface="新宋体"/>
                <a:cs typeface="新宋体"/>
              </a:rPr>
              <a:t>路</a:t>
            </a:r>
            <a:r>
              <a:rPr dirty="0" sz="2000" b="1">
                <a:solidFill>
                  <a:srgbClr val="FF0000"/>
                </a:solidFill>
                <a:latin typeface="新宋体"/>
                <a:cs typeface="新宋体"/>
              </a:rPr>
              <a:t>的设</a:t>
            </a:r>
            <a:r>
              <a:rPr dirty="0" sz="2000" spc="5" b="1">
                <a:solidFill>
                  <a:srgbClr val="FF0000"/>
                </a:solidFill>
                <a:latin typeface="新宋体"/>
                <a:cs typeface="新宋体"/>
              </a:rPr>
              <a:t>计</a:t>
            </a:r>
            <a:r>
              <a:rPr dirty="0" sz="2000" b="1">
                <a:solidFill>
                  <a:srgbClr val="FF0000"/>
                </a:solidFill>
                <a:latin typeface="新宋体"/>
                <a:cs typeface="新宋体"/>
              </a:rPr>
              <a:t>。例 如此处知道</a:t>
            </a:r>
            <a:r>
              <a:rPr dirty="0" sz="2000" spc="-5" b="1">
                <a:solidFill>
                  <a:srgbClr val="FF0000"/>
                </a:solidFill>
                <a:latin typeface="新宋体"/>
                <a:cs typeface="新宋体"/>
              </a:rPr>
              <a:t>D3</a:t>
            </a:r>
            <a:r>
              <a:rPr dirty="0" sz="2000" b="1">
                <a:solidFill>
                  <a:srgbClr val="FF0000"/>
                </a:solidFill>
                <a:latin typeface="新宋体"/>
                <a:cs typeface="新宋体"/>
              </a:rPr>
              <a:t>、</a:t>
            </a:r>
            <a:r>
              <a:rPr dirty="0" sz="2000" spc="5" b="1">
                <a:solidFill>
                  <a:srgbClr val="FF0000"/>
                </a:solidFill>
                <a:latin typeface="新宋体"/>
                <a:cs typeface="新宋体"/>
              </a:rPr>
              <a:t>D</a:t>
            </a:r>
            <a:r>
              <a:rPr dirty="0" sz="2000" spc="-5" b="1">
                <a:solidFill>
                  <a:srgbClr val="FF0000"/>
                </a:solidFill>
                <a:latin typeface="新宋体"/>
                <a:cs typeface="新宋体"/>
              </a:rPr>
              <a:t>2</a:t>
            </a:r>
            <a:r>
              <a:rPr dirty="0" sz="2000" spc="5" b="1">
                <a:solidFill>
                  <a:srgbClr val="FF0000"/>
                </a:solidFill>
                <a:latin typeface="新宋体"/>
                <a:cs typeface="新宋体"/>
              </a:rPr>
              <a:t>、</a:t>
            </a:r>
            <a:r>
              <a:rPr dirty="0" sz="2000" spc="-5" b="1">
                <a:solidFill>
                  <a:srgbClr val="FF0000"/>
                </a:solidFill>
                <a:latin typeface="新宋体"/>
                <a:cs typeface="新宋体"/>
              </a:rPr>
              <a:t>D</a:t>
            </a:r>
            <a:r>
              <a:rPr dirty="0" sz="2000" spc="5" b="1">
                <a:solidFill>
                  <a:srgbClr val="FF0000"/>
                </a:solidFill>
                <a:latin typeface="新宋体"/>
                <a:cs typeface="新宋体"/>
              </a:rPr>
              <a:t>1</a:t>
            </a:r>
            <a:r>
              <a:rPr dirty="0" sz="2000" spc="5" b="1">
                <a:solidFill>
                  <a:srgbClr val="FF0000"/>
                </a:solidFill>
                <a:latin typeface="新宋体"/>
                <a:cs typeface="新宋体"/>
              </a:rPr>
              <a:t>和</a:t>
            </a:r>
            <a:r>
              <a:rPr dirty="0" sz="2000" spc="-5" b="1">
                <a:solidFill>
                  <a:srgbClr val="FF0000"/>
                </a:solidFill>
                <a:latin typeface="新宋体"/>
                <a:cs typeface="新宋体"/>
              </a:rPr>
              <a:t>D</a:t>
            </a:r>
            <a:r>
              <a:rPr dirty="0" sz="2000" spc="5" b="1">
                <a:solidFill>
                  <a:srgbClr val="FF0000"/>
                </a:solidFill>
                <a:latin typeface="新宋体"/>
                <a:cs typeface="新宋体"/>
              </a:rPr>
              <a:t>0</a:t>
            </a:r>
            <a:r>
              <a:rPr dirty="0" sz="2000" b="1">
                <a:solidFill>
                  <a:srgbClr val="FF0000"/>
                </a:solidFill>
                <a:latin typeface="新宋体"/>
                <a:cs typeface="新宋体"/>
              </a:rPr>
              <a:t>的</a:t>
            </a:r>
            <a:r>
              <a:rPr dirty="0" sz="2000" spc="5" b="1">
                <a:solidFill>
                  <a:srgbClr val="FF0000"/>
                </a:solidFill>
                <a:latin typeface="新宋体"/>
                <a:cs typeface="新宋体"/>
              </a:rPr>
              <a:t>表</a:t>
            </a:r>
            <a:r>
              <a:rPr dirty="0" sz="2000" b="1">
                <a:solidFill>
                  <a:srgbClr val="FF0000"/>
                </a:solidFill>
                <a:latin typeface="新宋体"/>
                <a:cs typeface="新宋体"/>
              </a:rPr>
              <a:t>达式</a:t>
            </a:r>
            <a:r>
              <a:rPr dirty="0" sz="2000" spc="5" b="1">
                <a:solidFill>
                  <a:srgbClr val="FF0000"/>
                </a:solidFill>
                <a:latin typeface="新宋体"/>
                <a:cs typeface="新宋体"/>
              </a:rPr>
              <a:t>，</a:t>
            </a:r>
            <a:r>
              <a:rPr dirty="0" sz="2000" b="1">
                <a:solidFill>
                  <a:srgbClr val="FF0000"/>
                </a:solidFill>
                <a:latin typeface="新宋体"/>
                <a:cs typeface="新宋体"/>
              </a:rPr>
              <a:t>就</a:t>
            </a:r>
            <a:r>
              <a:rPr dirty="0" sz="2000" spc="5" b="1">
                <a:solidFill>
                  <a:srgbClr val="FF0000"/>
                </a:solidFill>
                <a:latin typeface="新宋体"/>
                <a:cs typeface="新宋体"/>
              </a:rPr>
              <a:t>可</a:t>
            </a:r>
            <a:r>
              <a:rPr dirty="0" sz="2000" b="1">
                <a:solidFill>
                  <a:srgbClr val="FF0000"/>
                </a:solidFill>
                <a:latin typeface="新宋体"/>
                <a:cs typeface="新宋体"/>
              </a:rPr>
              <a:t>以</a:t>
            </a:r>
            <a:r>
              <a:rPr dirty="0" sz="2000" spc="5" b="1">
                <a:solidFill>
                  <a:srgbClr val="FF0000"/>
                </a:solidFill>
                <a:latin typeface="新宋体"/>
                <a:cs typeface="新宋体"/>
              </a:rPr>
              <a:t>画</a:t>
            </a:r>
            <a:r>
              <a:rPr dirty="0" sz="2000" spc="-10" b="1">
                <a:solidFill>
                  <a:srgbClr val="FF0000"/>
                </a:solidFill>
                <a:latin typeface="新宋体"/>
                <a:cs typeface="新宋体"/>
              </a:rPr>
              <a:t>出 </a:t>
            </a:r>
            <a:r>
              <a:rPr dirty="0" sz="2000" b="1">
                <a:solidFill>
                  <a:srgbClr val="FF0000"/>
                </a:solidFill>
                <a:latin typeface="新宋体"/>
                <a:cs typeface="新宋体"/>
              </a:rPr>
              <a:t>整个的时序电路。</a:t>
            </a:r>
            <a:endParaRPr sz="2000">
              <a:latin typeface="新宋体"/>
              <a:cs typeface="新宋体"/>
            </a:endParaRPr>
          </a:p>
        </p:txBody>
      </p:sp>
    </p:spTree>
  </p:cSld>
  <p:clrMapOvr>
    <a:masterClrMapping/>
  </p:clrMapOvr>
  <p:transition spd="fast"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0252" y="786002"/>
            <a:ext cx="8219440" cy="1905"/>
          </a:xfrm>
          <a:custGeom>
            <a:avLst/>
            <a:gdLst/>
            <a:ahLst/>
            <a:cxnLst/>
            <a:rect l="l" t="t" r="r" b="b"/>
            <a:pathLst>
              <a:path w="8219440" h="1904">
                <a:moveTo>
                  <a:pt x="0" y="0"/>
                </a:moveTo>
                <a:lnTo>
                  <a:pt x="8218932" y="1524"/>
                </a:lnTo>
              </a:path>
            </a:pathLst>
          </a:custGeom>
          <a:ln w="101346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574" y="333756"/>
            <a:ext cx="230504" cy="3527425"/>
          </a:xfrm>
          <a:custGeom>
            <a:avLst/>
            <a:gdLst/>
            <a:ahLst/>
            <a:cxnLst/>
            <a:rect l="l" t="t" r="r" b="b"/>
            <a:pathLst>
              <a:path w="230504" h="3527425">
                <a:moveTo>
                  <a:pt x="230124" y="0"/>
                </a:moveTo>
                <a:lnTo>
                  <a:pt x="0" y="0"/>
                </a:lnTo>
                <a:lnTo>
                  <a:pt x="0" y="3527298"/>
                </a:lnTo>
                <a:lnTo>
                  <a:pt x="230124" y="3527298"/>
                </a:lnTo>
                <a:lnTo>
                  <a:pt x="23012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0728" y="710056"/>
            <a:ext cx="8913495" cy="6109970"/>
            <a:chOff x="240728" y="710056"/>
            <a:chExt cx="8913495" cy="6109970"/>
          </a:xfrm>
        </p:grpSpPr>
        <p:sp>
          <p:nvSpPr>
            <p:cNvPr id="6" name="object 6"/>
            <p:cNvSpPr/>
            <p:nvPr/>
          </p:nvSpPr>
          <p:spPr>
            <a:xfrm>
              <a:off x="246125" y="6814566"/>
              <a:ext cx="184150" cy="0"/>
            </a:xfrm>
            <a:custGeom>
              <a:avLst/>
              <a:gdLst/>
              <a:ahLst/>
              <a:cxnLst/>
              <a:rect l="l" t="t" r="r" b="b"/>
              <a:pathLst>
                <a:path w="184150" h="0">
                  <a:moveTo>
                    <a:pt x="0" y="0"/>
                  </a:moveTo>
                  <a:lnTo>
                    <a:pt x="184086" y="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63677" y="909446"/>
              <a:ext cx="8248650" cy="0"/>
            </a:xfrm>
            <a:custGeom>
              <a:avLst/>
              <a:gdLst/>
              <a:ahLst/>
              <a:cxnLst/>
              <a:rect l="l" t="t" r="r" b="b"/>
              <a:pathLst>
                <a:path w="8248650" h="0">
                  <a:moveTo>
                    <a:pt x="0" y="0"/>
                  </a:moveTo>
                  <a:lnTo>
                    <a:pt x="8248650" y="0"/>
                  </a:lnTo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63677" y="5161406"/>
              <a:ext cx="8212455" cy="0"/>
            </a:xfrm>
            <a:custGeom>
              <a:avLst/>
              <a:gdLst/>
              <a:ahLst/>
              <a:cxnLst/>
              <a:rect l="l" t="t" r="r" b="b"/>
              <a:pathLst>
                <a:path w="8212455" h="0">
                  <a:moveTo>
                    <a:pt x="0" y="0"/>
                  </a:moveTo>
                  <a:lnTo>
                    <a:pt x="8212074" y="0"/>
                  </a:lnTo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63677" y="1951862"/>
              <a:ext cx="8212455" cy="17145"/>
            </a:xfrm>
            <a:custGeom>
              <a:avLst/>
              <a:gdLst/>
              <a:ahLst/>
              <a:cxnLst/>
              <a:rect l="l" t="t" r="r" b="b"/>
              <a:pathLst>
                <a:path w="8212455" h="17144">
                  <a:moveTo>
                    <a:pt x="0" y="0"/>
                  </a:moveTo>
                  <a:lnTo>
                    <a:pt x="8212074" y="16764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63677" y="2271903"/>
              <a:ext cx="8248650" cy="0"/>
            </a:xfrm>
            <a:custGeom>
              <a:avLst/>
              <a:gdLst/>
              <a:ahLst/>
              <a:cxnLst/>
              <a:rect l="l" t="t" r="r" b="b"/>
              <a:pathLst>
                <a:path w="8248650" h="0">
                  <a:moveTo>
                    <a:pt x="0" y="0"/>
                  </a:moveTo>
                  <a:lnTo>
                    <a:pt x="8248650" y="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708656" y="6814566"/>
              <a:ext cx="440055" cy="0"/>
            </a:xfrm>
            <a:custGeom>
              <a:avLst/>
              <a:gdLst/>
              <a:ahLst/>
              <a:cxnLst/>
              <a:rect l="l" t="t" r="r" b="b"/>
              <a:pathLst>
                <a:path w="440054" h="0">
                  <a:moveTo>
                    <a:pt x="0" y="0"/>
                  </a:moveTo>
                  <a:lnTo>
                    <a:pt x="439915" y="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18136" y="1384024"/>
            <a:ext cx="154940" cy="3067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15" b="1" i="1">
                <a:latin typeface="Times New Roman"/>
                <a:cs typeface="Times New Roman"/>
              </a:rPr>
              <a:t>n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74130" y="1302468"/>
            <a:ext cx="2699385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30"/>
              </a:spcBef>
              <a:tabLst>
                <a:tab pos="1502410" algn="l"/>
                <a:tab pos="2326640" algn="l"/>
              </a:tabLst>
            </a:pPr>
            <a:r>
              <a:rPr dirty="0" baseline="1461" sz="2850" spc="-7" b="1" i="1">
                <a:latin typeface="Times New Roman"/>
                <a:cs typeface="Times New Roman"/>
              </a:rPr>
              <a:t>n</a:t>
            </a:r>
            <a:r>
              <a:rPr dirty="0" baseline="1461" sz="2850" spc="382" b="1" i="1">
                <a:latin typeface="Times New Roman"/>
                <a:cs typeface="Times New Roman"/>
              </a:rPr>
              <a:t> </a:t>
            </a:r>
            <a:r>
              <a:rPr dirty="0" baseline="-22435" sz="3900" spc="307" b="1" i="1">
                <a:latin typeface="Times New Roman"/>
                <a:cs typeface="Times New Roman"/>
              </a:rPr>
              <a:t>Q</a:t>
            </a:r>
            <a:r>
              <a:rPr dirty="0" baseline="4504" sz="2775" spc="307" b="1" i="1">
                <a:latin typeface="Times New Roman"/>
                <a:cs typeface="Times New Roman"/>
              </a:rPr>
              <a:t>n</a:t>
            </a:r>
            <a:r>
              <a:rPr dirty="0" baseline="-22435" sz="3900" spc="307" b="1" i="1">
                <a:latin typeface="Times New Roman"/>
                <a:cs typeface="Times New Roman"/>
              </a:rPr>
              <a:t>Q</a:t>
            </a:r>
            <a:r>
              <a:rPr dirty="0" baseline="4504" sz="2775" spc="307" b="1" i="1">
                <a:latin typeface="Times New Roman"/>
                <a:cs typeface="Times New Roman"/>
              </a:rPr>
              <a:t>n	</a:t>
            </a:r>
            <a:r>
              <a:rPr dirty="0" sz="1700" spc="20" b="1" i="1">
                <a:latin typeface="Times New Roman"/>
                <a:cs typeface="Times New Roman"/>
              </a:rPr>
              <a:t>n</a:t>
            </a:r>
            <a:r>
              <a:rPr dirty="0" sz="1700" spc="20" b="1">
                <a:latin typeface="Times New Roman"/>
                <a:cs typeface="Times New Roman"/>
              </a:rPr>
              <a:t>+1	</a:t>
            </a:r>
            <a:r>
              <a:rPr dirty="0" baseline="1587" sz="2625" spc="-120" b="1" i="1">
                <a:latin typeface="Times New Roman"/>
                <a:cs typeface="Times New Roman"/>
              </a:rPr>
              <a:t>n</a:t>
            </a:r>
            <a:r>
              <a:rPr dirty="0" baseline="1587" sz="2625" spc="-120" b="1">
                <a:latin typeface="Times New Roman"/>
                <a:cs typeface="Times New Roman"/>
              </a:rPr>
              <a:t>+1</a:t>
            </a:r>
            <a:endParaRPr baseline="1587" sz="2625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19891" y="1454193"/>
            <a:ext cx="396875" cy="4057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2500" spc="-80" b="1" i="1">
                <a:latin typeface="Times New Roman"/>
                <a:cs typeface="Times New Roman"/>
              </a:rPr>
              <a:t>Q</a:t>
            </a:r>
            <a:r>
              <a:rPr dirty="0" baseline="-19047" sz="2625" spc="-120" b="1">
                <a:latin typeface="Times New Roman"/>
                <a:cs typeface="Times New Roman"/>
              </a:rPr>
              <a:t>2</a:t>
            </a:r>
            <a:endParaRPr baseline="-19047" sz="2625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23435" y="1616971"/>
            <a:ext cx="132080" cy="2806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50" spc="10" b="1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74153" y="1313516"/>
            <a:ext cx="694690" cy="3898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dirty="0" baseline="-26004" sz="3525" spc="179" b="1" i="1">
                <a:latin typeface="Times New Roman"/>
                <a:cs typeface="Times New Roman"/>
              </a:rPr>
              <a:t>Q</a:t>
            </a:r>
            <a:r>
              <a:rPr dirty="0" sz="1650" spc="120" b="1" i="1">
                <a:latin typeface="Times New Roman"/>
                <a:cs typeface="Times New Roman"/>
              </a:rPr>
              <a:t>n</a:t>
            </a:r>
            <a:r>
              <a:rPr dirty="0" sz="1650" spc="120" b="1">
                <a:latin typeface="Times New Roman"/>
                <a:cs typeface="Times New Roman"/>
              </a:rPr>
              <a:t>+1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15928" y="1430305"/>
            <a:ext cx="390525" cy="2908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700" spc="85" b="1" i="1">
                <a:latin typeface="Times New Roman"/>
                <a:cs typeface="Times New Roman"/>
              </a:rPr>
              <a:t>n</a:t>
            </a:r>
            <a:r>
              <a:rPr dirty="0" sz="1700" spc="10" b="1">
                <a:latin typeface="Times New Roman"/>
                <a:cs typeface="Times New Roman"/>
              </a:rPr>
              <a:t>+</a:t>
            </a:r>
            <a:r>
              <a:rPr dirty="0" sz="1700" b="1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24703" y="1477641"/>
            <a:ext cx="422909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2450" spc="50" b="1" i="1">
                <a:latin typeface="Times New Roman"/>
                <a:cs typeface="Times New Roman"/>
              </a:rPr>
              <a:t>Q</a:t>
            </a:r>
            <a:r>
              <a:rPr dirty="0" baseline="-19607" sz="2550" spc="75" b="1">
                <a:latin typeface="Times New Roman"/>
                <a:cs typeface="Times New Roman"/>
              </a:rPr>
              <a:t>0</a:t>
            </a:r>
            <a:endParaRPr baseline="-19607" sz="25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39351" y="4827226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70778" y="4827226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19968" y="4827226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81337" y="4827226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23965" y="4827226"/>
            <a:ext cx="156781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4505" algn="l"/>
                <a:tab pos="956310" algn="l"/>
                <a:tab pos="1427480" algn="l"/>
              </a:tabLst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7594" y="4827226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>
                <a:solidFill>
                  <a:srgbClr val="000066"/>
                </a:solidFill>
                <a:latin typeface="Times New Roman"/>
                <a:cs typeface="Times New Roman"/>
              </a:rPr>
              <a:t>9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39605" y="4506491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71032" y="4506491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20222" y="4506491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81591" y="4506491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24218" y="4506491"/>
            <a:ext cx="156781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4505" algn="l"/>
                <a:tab pos="956310" algn="l"/>
                <a:tab pos="1427480" algn="l"/>
              </a:tabLst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87848" y="4506491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>
                <a:solidFill>
                  <a:srgbClr val="000066"/>
                </a:solidFill>
                <a:latin typeface="Times New Roman"/>
                <a:cs typeface="Times New Roman"/>
              </a:rPr>
              <a:t>8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239858" y="4184995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71286" y="4184995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520476" y="4184995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81845" y="4184995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24472" y="4184995"/>
            <a:ext cx="156781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4505" algn="l"/>
                <a:tab pos="956310" algn="l"/>
                <a:tab pos="1427480" algn="l"/>
              </a:tabLst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88101" y="4184995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>
                <a:solidFill>
                  <a:srgbClr val="000066"/>
                </a:solidFill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240112" y="3863499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371539" y="3863499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520729" y="3863499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682098" y="3863499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24726" y="3863499"/>
            <a:ext cx="156781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4505" algn="l"/>
                <a:tab pos="956310" algn="l"/>
                <a:tab pos="1427480" algn="l"/>
              </a:tabLst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88355" y="3863499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>
                <a:solidFill>
                  <a:srgbClr val="000066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682352" y="3542764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24980" y="3542764"/>
            <a:ext cx="109601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4505" algn="l"/>
                <a:tab pos="956310" algn="l"/>
              </a:tabLst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88609" y="3542764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>
                <a:solidFill>
                  <a:srgbClr val="000066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240619" y="3222029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372047" y="3222029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521237" y="3222029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682606" y="3222029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625234" y="3222029"/>
            <a:ext cx="156781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4505" algn="l"/>
                <a:tab pos="956310" algn="l"/>
                <a:tab pos="1427480" algn="l"/>
              </a:tabLst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88863" y="3222029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>
                <a:solidFill>
                  <a:srgbClr val="000066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240873" y="2901294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372301" y="2901294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521490" y="2901294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682860" y="2901294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625487" y="2901294"/>
            <a:ext cx="156781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4505" algn="l"/>
                <a:tab pos="956310" algn="l"/>
                <a:tab pos="1427480" algn="l"/>
              </a:tabLst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89116" y="2901294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>
                <a:solidFill>
                  <a:srgbClr val="000066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372555" y="2579798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521744" y="2579798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83113" y="2579798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625741" y="2579798"/>
            <a:ext cx="109601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4505" algn="l"/>
                <a:tab pos="956310" algn="l"/>
              </a:tabLst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89370" y="2579798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>
                <a:solidFill>
                  <a:srgbClr val="000066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241381" y="2258302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372808" y="2258302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521998" y="2258302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625995" y="2258302"/>
            <a:ext cx="22098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4505" algn="l"/>
                <a:tab pos="956310" algn="l"/>
                <a:tab pos="1427480" algn="l"/>
                <a:tab pos="2069464" algn="l"/>
              </a:tabLst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89624" y="2258302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241634" y="1937567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373062" y="1937567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522252" y="1937567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626248" y="1937567"/>
            <a:ext cx="22098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4505" algn="l"/>
                <a:tab pos="956310" algn="l"/>
                <a:tab pos="1427480" algn="l"/>
                <a:tab pos="2069464" algn="l"/>
              </a:tabLst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89878" y="1937567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757991" y="953696"/>
            <a:ext cx="6000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00066"/>
                </a:solidFill>
                <a:latin typeface="新宋体"/>
                <a:cs typeface="新宋体"/>
              </a:rPr>
              <a:t>次</a:t>
            </a:r>
            <a:r>
              <a:rPr dirty="0" sz="1800" spc="-70" b="1">
                <a:solidFill>
                  <a:srgbClr val="000066"/>
                </a:solidFill>
                <a:latin typeface="新宋体"/>
                <a:cs typeface="新宋体"/>
              </a:rPr>
              <a:t> </a:t>
            </a:r>
            <a:r>
              <a:rPr dirty="0" sz="1800" spc="-10" b="1">
                <a:solidFill>
                  <a:srgbClr val="000066"/>
                </a:solidFill>
                <a:latin typeface="新宋体"/>
                <a:cs typeface="新宋体"/>
              </a:rPr>
              <a:t>态</a:t>
            </a:r>
            <a:endParaRPr sz="1800">
              <a:latin typeface="新宋体"/>
              <a:cs typeface="新宋体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932463" y="964364"/>
            <a:ext cx="94741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5485" algn="l"/>
              </a:tabLst>
            </a:pPr>
            <a:r>
              <a:rPr dirty="0" sz="1800" spc="-10" b="1">
                <a:solidFill>
                  <a:srgbClr val="003366"/>
                </a:solidFill>
                <a:latin typeface="新宋体"/>
                <a:cs typeface="新宋体"/>
              </a:rPr>
              <a:t>现</a:t>
            </a:r>
            <a:r>
              <a:rPr dirty="0" sz="1800" spc="-10" b="1">
                <a:solidFill>
                  <a:srgbClr val="003366"/>
                </a:solidFill>
                <a:latin typeface="新宋体"/>
                <a:cs typeface="新宋体"/>
              </a:rPr>
              <a:t>	</a:t>
            </a:r>
            <a:r>
              <a:rPr dirty="0" sz="1800" spc="-10" b="1">
                <a:solidFill>
                  <a:srgbClr val="003366"/>
                </a:solidFill>
                <a:latin typeface="新宋体"/>
                <a:cs typeface="新宋体"/>
              </a:rPr>
              <a:t>态</a:t>
            </a:r>
            <a:endParaRPr sz="1800">
              <a:latin typeface="新宋体"/>
              <a:cs typeface="新宋体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92296" y="1077108"/>
            <a:ext cx="1790064" cy="78740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38100" marR="1075690" indent="27305">
              <a:lnSpc>
                <a:spcPts val="1839"/>
              </a:lnSpc>
              <a:spcBef>
                <a:spcPts val="229"/>
              </a:spcBef>
            </a:pPr>
            <a:r>
              <a:rPr dirty="0" sz="1600" spc="5" b="1">
                <a:solidFill>
                  <a:srgbClr val="003366"/>
                </a:solidFill>
                <a:latin typeface="新宋体"/>
                <a:cs typeface="新宋体"/>
              </a:rPr>
              <a:t>计数</a:t>
            </a:r>
            <a:r>
              <a:rPr dirty="0" sz="1600" spc="-5" b="1">
                <a:solidFill>
                  <a:srgbClr val="003366"/>
                </a:solidFill>
                <a:latin typeface="新宋体"/>
                <a:cs typeface="新宋体"/>
              </a:rPr>
              <a:t>脉 </a:t>
            </a:r>
            <a:r>
              <a:rPr dirty="0" sz="1600" spc="5" b="1">
                <a:solidFill>
                  <a:srgbClr val="003366"/>
                </a:solidFill>
                <a:latin typeface="新宋体"/>
                <a:cs typeface="新宋体"/>
              </a:rPr>
              <a:t>冲</a:t>
            </a:r>
            <a:r>
              <a:rPr dirty="0" sz="1600" b="1" i="1">
                <a:solidFill>
                  <a:srgbClr val="003366"/>
                </a:solidFill>
                <a:latin typeface="Times New Roman"/>
                <a:cs typeface="Times New Roman"/>
              </a:rPr>
              <a:t>C</a:t>
            </a:r>
            <a:r>
              <a:rPr dirty="0" sz="1600" spc="-5" b="1" i="1">
                <a:solidFill>
                  <a:srgbClr val="003366"/>
                </a:solidFill>
                <a:latin typeface="Times New Roman"/>
                <a:cs typeface="Times New Roman"/>
              </a:rPr>
              <a:t>P</a:t>
            </a:r>
            <a:r>
              <a:rPr dirty="0" sz="1600" spc="-5" b="1">
                <a:solidFill>
                  <a:srgbClr val="003366"/>
                </a:solidFill>
                <a:latin typeface="新宋体"/>
                <a:cs typeface="新宋体"/>
              </a:rPr>
              <a:t>的</a:t>
            </a:r>
            <a:endParaRPr sz="1600">
              <a:latin typeface="新宋体"/>
              <a:cs typeface="新宋体"/>
            </a:endParaRPr>
          </a:p>
          <a:p>
            <a:pPr marL="167005">
              <a:lnSpc>
                <a:spcPts val="2180"/>
              </a:lnSpc>
              <a:tabLst>
                <a:tab pos="853440" algn="l"/>
              </a:tabLst>
            </a:pPr>
            <a:r>
              <a:rPr dirty="0" sz="1600" spc="5" b="1">
                <a:solidFill>
                  <a:srgbClr val="003366"/>
                </a:solidFill>
                <a:latin typeface="新宋体"/>
                <a:cs typeface="新宋体"/>
              </a:rPr>
              <a:t>顺</a:t>
            </a:r>
            <a:r>
              <a:rPr dirty="0" sz="1600" spc="-5" b="1">
                <a:solidFill>
                  <a:srgbClr val="003366"/>
                </a:solidFill>
                <a:latin typeface="新宋体"/>
                <a:cs typeface="新宋体"/>
              </a:rPr>
              <a:t>序	</a:t>
            </a:r>
            <a:r>
              <a:rPr dirty="0" sz="2600" spc="70" b="1" i="1">
                <a:latin typeface="Times New Roman"/>
                <a:cs typeface="Times New Roman"/>
              </a:rPr>
              <a:t>Q</a:t>
            </a:r>
            <a:r>
              <a:rPr dirty="0" baseline="-19519" sz="2775" spc="104" b="1">
                <a:latin typeface="Times New Roman"/>
                <a:cs typeface="Times New Roman"/>
              </a:rPr>
              <a:t>3</a:t>
            </a:r>
            <a:r>
              <a:rPr dirty="0" baseline="-19519" sz="2775" spc="637" b="1">
                <a:latin typeface="Times New Roman"/>
                <a:cs typeface="Times New Roman"/>
              </a:rPr>
              <a:t> </a:t>
            </a:r>
            <a:r>
              <a:rPr dirty="0" baseline="-2057" sz="4050" spc="120" b="1" i="1">
                <a:latin typeface="Times New Roman"/>
                <a:cs typeface="Times New Roman"/>
              </a:rPr>
              <a:t>Q</a:t>
            </a:r>
            <a:r>
              <a:rPr dirty="0" baseline="-23391" sz="2850" spc="120" b="1">
                <a:latin typeface="Times New Roman"/>
                <a:cs typeface="Times New Roman"/>
              </a:rPr>
              <a:t>2</a:t>
            </a:r>
            <a:endParaRPr baseline="-23391" sz="2850">
              <a:latin typeface="Times New Roman"/>
              <a:cs typeface="Times New Roman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425830" y="941641"/>
            <a:ext cx="8291830" cy="4226560"/>
            <a:chOff x="425830" y="941641"/>
            <a:chExt cx="8291830" cy="4226560"/>
          </a:xfrm>
        </p:grpSpPr>
        <p:sp>
          <p:nvSpPr>
            <p:cNvPr id="80" name="object 80"/>
            <p:cNvSpPr/>
            <p:nvPr/>
          </p:nvSpPr>
          <p:spPr>
            <a:xfrm>
              <a:off x="463676" y="948308"/>
              <a:ext cx="0" cy="4213225"/>
            </a:xfrm>
            <a:custGeom>
              <a:avLst/>
              <a:gdLst/>
              <a:ahLst/>
              <a:cxnLst/>
              <a:rect l="l" t="t" r="r" b="b"/>
              <a:pathLst>
                <a:path w="0" h="4213225">
                  <a:moveTo>
                    <a:pt x="0" y="0"/>
                  </a:moveTo>
                  <a:lnTo>
                    <a:pt x="0" y="4213098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766178" y="948308"/>
              <a:ext cx="0" cy="4213225"/>
            </a:xfrm>
            <a:custGeom>
              <a:avLst/>
              <a:gdLst/>
              <a:ahLst/>
              <a:cxnLst/>
              <a:rect l="l" t="t" r="r" b="b"/>
              <a:pathLst>
                <a:path w="0" h="4213225">
                  <a:moveTo>
                    <a:pt x="0" y="0"/>
                  </a:moveTo>
                  <a:lnTo>
                    <a:pt x="0" y="4213098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464183" y="948308"/>
              <a:ext cx="0" cy="4213225"/>
            </a:xfrm>
            <a:custGeom>
              <a:avLst/>
              <a:gdLst/>
              <a:ahLst/>
              <a:cxnLst/>
              <a:rect l="l" t="t" r="r" b="b"/>
              <a:pathLst>
                <a:path w="0" h="4213225">
                  <a:moveTo>
                    <a:pt x="0" y="0"/>
                  </a:moveTo>
                  <a:lnTo>
                    <a:pt x="0" y="4213098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937384" y="1267586"/>
              <a:ext cx="0" cy="684530"/>
            </a:xfrm>
            <a:custGeom>
              <a:avLst/>
              <a:gdLst/>
              <a:ahLst/>
              <a:cxnLst/>
              <a:rect l="l" t="t" r="r" b="b"/>
              <a:pathLst>
                <a:path w="0" h="684530">
                  <a:moveTo>
                    <a:pt x="0" y="0"/>
                  </a:moveTo>
                  <a:lnTo>
                    <a:pt x="0" y="684276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351657" y="948308"/>
              <a:ext cx="0" cy="4213225"/>
            </a:xfrm>
            <a:custGeom>
              <a:avLst/>
              <a:gdLst/>
              <a:ahLst/>
              <a:cxnLst/>
              <a:rect l="l" t="t" r="r" b="b"/>
              <a:pathLst>
                <a:path w="0" h="4213225">
                  <a:moveTo>
                    <a:pt x="0" y="0"/>
                  </a:moveTo>
                  <a:lnTo>
                    <a:pt x="0" y="4213098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2408301" y="1267586"/>
              <a:ext cx="0" cy="3893820"/>
            </a:xfrm>
            <a:custGeom>
              <a:avLst/>
              <a:gdLst/>
              <a:ahLst/>
              <a:cxnLst/>
              <a:rect l="l" t="t" r="r" b="b"/>
              <a:pathLst>
                <a:path w="0" h="3893820">
                  <a:moveTo>
                    <a:pt x="0" y="0"/>
                  </a:moveTo>
                  <a:lnTo>
                    <a:pt x="0" y="389382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2867786" y="1335404"/>
              <a:ext cx="0" cy="684530"/>
            </a:xfrm>
            <a:custGeom>
              <a:avLst/>
              <a:gdLst/>
              <a:ahLst/>
              <a:cxnLst/>
              <a:rect l="l" t="t" r="r" b="b"/>
              <a:pathLst>
                <a:path w="0" h="684530">
                  <a:moveTo>
                    <a:pt x="0" y="0"/>
                  </a:moveTo>
                  <a:lnTo>
                    <a:pt x="0" y="684276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4164710" y="1267586"/>
              <a:ext cx="0" cy="3893820"/>
            </a:xfrm>
            <a:custGeom>
              <a:avLst/>
              <a:gdLst/>
              <a:ahLst/>
              <a:cxnLst/>
              <a:rect l="l" t="t" r="r" b="b"/>
              <a:pathLst>
                <a:path w="0" h="3893820">
                  <a:moveTo>
                    <a:pt x="0" y="0"/>
                  </a:moveTo>
                  <a:lnTo>
                    <a:pt x="0" y="389382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5029580" y="1267586"/>
              <a:ext cx="0" cy="3893820"/>
            </a:xfrm>
            <a:custGeom>
              <a:avLst/>
              <a:gdLst/>
              <a:ahLst/>
              <a:cxnLst/>
              <a:rect l="l" t="t" r="r" b="b"/>
              <a:pathLst>
                <a:path w="0" h="3893820">
                  <a:moveTo>
                    <a:pt x="0" y="0"/>
                  </a:moveTo>
                  <a:lnTo>
                    <a:pt x="0" y="389382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5866257" y="1267586"/>
              <a:ext cx="0" cy="3893820"/>
            </a:xfrm>
            <a:custGeom>
              <a:avLst/>
              <a:gdLst/>
              <a:ahLst/>
              <a:cxnLst/>
              <a:rect l="l" t="t" r="r" b="b"/>
              <a:pathLst>
                <a:path w="0" h="3893820">
                  <a:moveTo>
                    <a:pt x="0" y="0"/>
                  </a:moveTo>
                  <a:lnTo>
                    <a:pt x="0" y="389382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1937384" y="1951862"/>
              <a:ext cx="0" cy="3209925"/>
            </a:xfrm>
            <a:custGeom>
              <a:avLst/>
              <a:gdLst/>
              <a:ahLst/>
              <a:cxnLst/>
              <a:rect l="l" t="t" r="r" b="b"/>
              <a:pathLst>
                <a:path w="0" h="3209925">
                  <a:moveTo>
                    <a:pt x="0" y="0"/>
                  </a:moveTo>
                  <a:lnTo>
                    <a:pt x="0" y="3209544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2879979" y="1951862"/>
              <a:ext cx="0" cy="3209925"/>
            </a:xfrm>
            <a:custGeom>
              <a:avLst/>
              <a:gdLst/>
              <a:ahLst/>
              <a:cxnLst/>
              <a:rect l="l" t="t" r="r" b="b"/>
              <a:pathLst>
                <a:path w="0" h="3209925">
                  <a:moveTo>
                    <a:pt x="0" y="0"/>
                  </a:moveTo>
                  <a:lnTo>
                    <a:pt x="0" y="3209544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463676" y="2592705"/>
              <a:ext cx="8212455" cy="0"/>
            </a:xfrm>
            <a:custGeom>
              <a:avLst/>
              <a:gdLst/>
              <a:ahLst/>
              <a:cxnLst/>
              <a:rect l="l" t="t" r="r" b="b"/>
              <a:pathLst>
                <a:path w="8212455" h="0">
                  <a:moveTo>
                    <a:pt x="0" y="0"/>
                  </a:moveTo>
                  <a:lnTo>
                    <a:pt x="8212074" y="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463676" y="2915030"/>
              <a:ext cx="8212455" cy="0"/>
            </a:xfrm>
            <a:custGeom>
              <a:avLst/>
              <a:gdLst/>
              <a:ahLst/>
              <a:cxnLst/>
              <a:rect l="l" t="t" r="r" b="b"/>
              <a:pathLst>
                <a:path w="8212455" h="0">
                  <a:moveTo>
                    <a:pt x="0" y="0"/>
                  </a:moveTo>
                  <a:lnTo>
                    <a:pt x="8212074" y="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463676" y="3235833"/>
              <a:ext cx="8212455" cy="0"/>
            </a:xfrm>
            <a:custGeom>
              <a:avLst/>
              <a:gdLst/>
              <a:ahLst/>
              <a:cxnLst/>
              <a:rect l="l" t="t" r="r" b="b"/>
              <a:pathLst>
                <a:path w="8212455" h="0">
                  <a:moveTo>
                    <a:pt x="0" y="0"/>
                  </a:moveTo>
                  <a:lnTo>
                    <a:pt x="8212074" y="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463676" y="3556634"/>
              <a:ext cx="8248650" cy="0"/>
            </a:xfrm>
            <a:custGeom>
              <a:avLst/>
              <a:gdLst/>
              <a:ahLst/>
              <a:cxnLst/>
              <a:rect l="l" t="t" r="r" b="b"/>
              <a:pathLst>
                <a:path w="8248650" h="0">
                  <a:moveTo>
                    <a:pt x="0" y="0"/>
                  </a:moveTo>
                  <a:lnTo>
                    <a:pt x="8248650" y="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430910" y="3877436"/>
              <a:ext cx="8248650" cy="0"/>
            </a:xfrm>
            <a:custGeom>
              <a:avLst/>
              <a:gdLst/>
              <a:ahLst/>
              <a:cxnLst/>
              <a:rect l="l" t="t" r="r" b="b"/>
              <a:pathLst>
                <a:path w="8248650" h="0">
                  <a:moveTo>
                    <a:pt x="0" y="0"/>
                  </a:moveTo>
                  <a:lnTo>
                    <a:pt x="8248650" y="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463676" y="4197476"/>
              <a:ext cx="8248650" cy="0"/>
            </a:xfrm>
            <a:custGeom>
              <a:avLst/>
              <a:gdLst/>
              <a:ahLst/>
              <a:cxnLst/>
              <a:rect l="l" t="t" r="r" b="b"/>
              <a:pathLst>
                <a:path w="8248650" h="0">
                  <a:moveTo>
                    <a:pt x="0" y="0"/>
                  </a:moveTo>
                  <a:lnTo>
                    <a:pt x="8248650" y="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463676" y="4519802"/>
              <a:ext cx="8212455" cy="0"/>
            </a:xfrm>
            <a:custGeom>
              <a:avLst/>
              <a:gdLst/>
              <a:ahLst/>
              <a:cxnLst/>
              <a:rect l="l" t="t" r="r" b="b"/>
              <a:pathLst>
                <a:path w="8212455" h="0">
                  <a:moveTo>
                    <a:pt x="0" y="0"/>
                  </a:moveTo>
                  <a:lnTo>
                    <a:pt x="8212074" y="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463676" y="4840605"/>
              <a:ext cx="8212455" cy="0"/>
            </a:xfrm>
            <a:custGeom>
              <a:avLst/>
              <a:gdLst/>
              <a:ahLst/>
              <a:cxnLst/>
              <a:rect l="l" t="t" r="r" b="b"/>
              <a:pathLst>
                <a:path w="8212455" h="0">
                  <a:moveTo>
                    <a:pt x="0" y="0"/>
                  </a:moveTo>
                  <a:lnTo>
                    <a:pt x="8212074" y="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/>
          <p:cNvSpPr txBox="1"/>
          <p:nvPr/>
        </p:nvSpPr>
        <p:spPr>
          <a:xfrm>
            <a:off x="6958000" y="4466440"/>
            <a:ext cx="1567815" cy="66738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  <a:tabLst>
                <a:tab pos="484505" algn="l"/>
                <a:tab pos="956310" algn="l"/>
                <a:tab pos="1427480" algn="l"/>
              </a:tabLst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84505" algn="l"/>
                <a:tab pos="956310" algn="l"/>
                <a:tab pos="1427480" algn="l"/>
              </a:tabLst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6958507" y="4161184"/>
            <a:ext cx="156781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4505" algn="l"/>
                <a:tab pos="956310" algn="l"/>
                <a:tab pos="1427480" algn="l"/>
              </a:tabLst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6958761" y="3839688"/>
            <a:ext cx="156781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4505" algn="l"/>
                <a:tab pos="956310" algn="l"/>
                <a:tab pos="1427480" algn="l"/>
              </a:tabLst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959015" y="3181978"/>
            <a:ext cx="1567815" cy="66738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  <a:tabLst>
                <a:tab pos="484505" algn="l"/>
                <a:tab pos="956310" algn="l"/>
                <a:tab pos="1427480" algn="l"/>
              </a:tabLst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84505" algn="l"/>
                <a:tab pos="956310" algn="l"/>
                <a:tab pos="1427480" algn="l"/>
              </a:tabLst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959522" y="2877483"/>
            <a:ext cx="156781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4505" algn="l"/>
                <a:tab pos="956310" algn="l"/>
                <a:tab pos="1427480" algn="l"/>
              </a:tabLst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6959776" y="2217490"/>
            <a:ext cx="1567815" cy="66865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  <a:tabLst>
                <a:tab pos="484505" algn="l"/>
                <a:tab pos="956310" algn="l"/>
                <a:tab pos="1427480" algn="l"/>
              </a:tabLst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84505" algn="l"/>
                <a:tab pos="956310" algn="l"/>
                <a:tab pos="1427480" algn="l"/>
              </a:tabLst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6960283" y="1913756"/>
            <a:ext cx="156781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4505" algn="l"/>
                <a:tab pos="956310" algn="l"/>
                <a:tab pos="1427480" algn="l"/>
              </a:tabLst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7737220" y="918019"/>
            <a:ext cx="955675" cy="4226560"/>
            <a:chOff x="7737220" y="918019"/>
            <a:chExt cx="955675" cy="4226560"/>
          </a:xfrm>
        </p:grpSpPr>
        <p:sp>
          <p:nvSpPr>
            <p:cNvPr id="108" name="object 108"/>
            <p:cNvSpPr/>
            <p:nvPr/>
          </p:nvSpPr>
          <p:spPr>
            <a:xfrm>
              <a:off x="8685656" y="924687"/>
              <a:ext cx="0" cy="4213225"/>
            </a:xfrm>
            <a:custGeom>
              <a:avLst/>
              <a:gdLst/>
              <a:ahLst/>
              <a:cxnLst/>
              <a:rect l="l" t="t" r="r" b="b"/>
              <a:pathLst>
                <a:path w="0" h="4213225">
                  <a:moveTo>
                    <a:pt x="0" y="0"/>
                  </a:moveTo>
                  <a:lnTo>
                    <a:pt x="0" y="4213098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7742300" y="1243203"/>
              <a:ext cx="0" cy="3895090"/>
            </a:xfrm>
            <a:custGeom>
              <a:avLst/>
              <a:gdLst/>
              <a:ahLst/>
              <a:cxnLst/>
              <a:rect l="l" t="t" r="r" b="b"/>
              <a:pathLst>
                <a:path w="0" h="3895090">
                  <a:moveTo>
                    <a:pt x="0" y="0"/>
                  </a:moveTo>
                  <a:lnTo>
                    <a:pt x="0" y="3894582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" name="object 110"/>
          <p:cNvSpPr txBox="1"/>
          <p:nvPr/>
        </p:nvSpPr>
        <p:spPr>
          <a:xfrm>
            <a:off x="7046956" y="1560828"/>
            <a:ext cx="141605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15" b="1">
                <a:latin typeface="Times New Roman"/>
                <a:cs typeface="Times New Roman"/>
              </a:rPr>
              <a:t>3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6793176" y="1376424"/>
            <a:ext cx="264795" cy="427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spc="-30" b="1" i="1">
                <a:latin typeface="Times New Roman"/>
                <a:cs typeface="Times New Roman"/>
              </a:rPr>
              <a:t>D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7553551" y="1568778"/>
            <a:ext cx="146050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5" b="1"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7289925" y="1377948"/>
            <a:ext cx="274320" cy="44195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00" spc="5" b="1" i="1">
                <a:latin typeface="Times New Roman"/>
                <a:cs typeface="Times New Roman"/>
              </a:rPr>
              <a:t>D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8054698" y="1560271"/>
            <a:ext cx="594360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58470" algn="l"/>
              </a:tabLst>
            </a:pPr>
            <a:r>
              <a:rPr dirty="0" sz="1850" spc="-50" b="1">
                <a:latin typeface="Times New Roman"/>
                <a:cs typeface="Times New Roman"/>
              </a:rPr>
              <a:t>1</a:t>
            </a:r>
            <a:r>
              <a:rPr dirty="0" sz="1850" spc="-50" b="1">
                <a:latin typeface="Times New Roman"/>
                <a:cs typeface="Times New Roman"/>
              </a:rPr>
              <a:t>	</a:t>
            </a:r>
            <a:r>
              <a:rPr dirty="0" sz="1850" spc="40" b="1">
                <a:latin typeface="Times New Roman"/>
                <a:cs typeface="Times New Roman"/>
              </a:rPr>
              <a:t>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7825503" y="1376426"/>
            <a:ext cx="690245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22909" algn="l"/>
              </a:tabLst>
            </a:pPr>
            <a:r>
              <a:rPr dirty="0" sz="2600" spc="-75" b="1" i="1">
                <a:latin typeface="Times New Roman"/>
                <a:cs typeface="Times New Roman"/>
              </a:rPr>
              <a:t>D</a:t>
            </a:r>
            <a:r>
              <a:rPr dirty="0" sz="2600" spc="-75" b="1" i="1">
                <a:latin typeface="Times New Roman"/>
                <a:cs typeface="Times New Roman"/>
              </a:rPr>
              <a:t>	</a:t>
            </a:r>
            <a:r>
              <a:rPr dirty="0" sz="2600" spc="114" b="1" i="1">
                <a:latin typeface="Times New Roman"/>
                <a:cs typeface="Times New Roman"/>
              </a:rPr>
              <a:t>D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7267988" y="940551"/>
            <a:ext cx="9467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FF"/>
                </a:solidFill>
                <a:latin typeface="新宋体"/>
                <a:cs typeface="新宋体"/>
              </a:rPr>
              <a:t>输出信号</a:t>
            </a:r>
            <a:endParaRPr sz="1800">
              <a:latin typeface="新宋体"/>
              <a:cs typeface="新宋体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417512" y="1243393"/>
            <a:ext cx="8303895" cy="5610225"/>
            <a:chOff x="417512" y="1243393"/>
            <a:chExt cx="8303895" cy="5610225"/>
          </a:xfrm>
        </p:grpSpPr>
        <p:sp>
          <p:nvSpPr>
            <p:cNvPr id="118" name="object 118"/>
            <p:cNvSpPr/>
            <p:nvPr/>
          </p:nvSpPr>
          <p:spPr>
            <a:xfrm>
              <a:off x="7271384" y="1250060"/>
              <a:ext cx="0" cy="677545"/>
            </a:xfrm>
            <a:custGeom>
              <a:avLst/>
              <a:gdLst/>
              <a:ahLst/>
              <a:cxnLst/>
              <a:rect l="l" t="t" r="r" b="b"/>
              <a:pathLst>
                <a:path w="0" h="677544">
                  <a:moveTo>
                    <a:pt x="0" y="0"/>
                  </a:moveTo>
                  <a:lnTo>
                    <a:pt x="0" y="677418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8201786" y="1311782"/>
              <a:ext cx="0" cy="684530"/>
            </a:xfrm>
            <a:custGeom>
              <a:avLst/>
              <a:gdLst/>
              <a:ahLst/>
              <a:cxnLst/>
              <a:rect l="l" t="t" r="r" b="b"/>
              <a:pathLst>
                <a:path w="0" h="684530">
                  <a:moveTo>
                    <a:pt x="0" y="0"/>
                  </a:moveTo>
                  <a:lnTo>
                    <a:pt x="0" y="684276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7271384" y="1927479"/>
              <a:ext cx="0" cy="3210560"/>
            </a:xfrm>
            <a:custGeom>
              <a:avLst/>
              <a:gdLst/>
              <a:ahLst/>
              <a:cxnLst/>
              <a:rect l="l" t="t" r="r" b="b"/>
              <a:pathLst>
                <a:path w="0" h="3210560">
                  <a:moveTo>
                    <a:pt x="0" y="0"/>
                  </a:moveTo>
                  <a:lnTo>
                    <a:pt x="0" y="3210306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8213979" y="1927479"/>
              <a:ext cx="0" cy="3210560"/>
            </a:xfrm>
            <a:custGeom>
              <a:avLst/>
              <a:gdLst/>
              <a:ahLst/>
              <a:cxnLst/>
              <a:rect l="l" t="t" r="r" b="b"/>
              <a:pathLst>
                <a:path w="0" h="3210560">
                  <a:moveTo>
                    <a:pt x="0" y="0"/>
                  </a:moveTo>
                  <a:lnTo>
                    <a:pt x="0" y="3210306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474850" y="1285112"/>
              <a:ext cx="7200900" cy="0"/>
            </a:xfrm>
            <a:custGeom>
              <a:avLst/>
              <a:gdLst/>
              <a:ahLst/>
              <a:cxnLst/>
              <a:rect l="l" t="t" r="r" b="b"/>
              <a:pathLst>
                <a:path w="7200900" h="0">
                  <a:moveTo>
                    <a:pt x="0" y="0"/>
                  </a:moveTo>
                  <a:lnTo>
                    <a:pt x="7200900" y="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430212" y="5194388"/>
              <a:ext cx="8278495" cy="1646555"/>
            </a:xfrm>
            <a:custGeom>
              <a:avLst/>
              <a:gdLst/>
              <a:ahLst/>
              <a:cxnLst/>
              <a:rect l="l" t="t" r="r" b="b"/>
              <a:pathLst>
                <a:path w="8278495" h="1646554">
                  <a:moveTo>
                    <a:pt x="2917660" y="0"/>
                  </a:moveTo>
                  <a:lnTo>
                    <a:pt x="2917660" y="0"/>
                  </a:lnTo>
                  <a:lnTo>
                    <a:pt x="0" y="0"/>
                  </a:lnTo>
                  <a:lnTo>
                    <a:pt x="0" y="274320"/>
                  </a:lnTo>
                  <a:lnTo>
                    <a:pt x="0" y="1645932"/>
                  </a:lnTo>
                  <a:lnTo>
                    <a:pt x="973429" y="1645932"/>
                  </a:lnTo>
                  <a:lnTo>
                    <a:pt x="1405483" y="1645932"/>
                  </a:lnTo>
                  <a:lnTo>
                    <a:pt x="2053551" y="1645932"/>
                  </a:lnTo>
                  <a:lnTo>
                    <a:pt x="2485606" y="1645932"/>
                  </a:lnTo>
                  <a:lnTo>
                    <a:pt x="2917660" y="1645932"/>
                  </a:lnTo>
                  <a:lnTo>
                    <a:pt x="2917660" y="1371600"/>
                  </a:lnTo>
                  <a:lnTo>
                    <a:pt x="2917660" y="1097280"/>
                  </a:lnTo>
                  <a:lnTo>
                    <a:pt x="2917660" y="822960"/>
                  </a:lnTo>
                  <a:lnTo>
                    <a:pt x="2917660" y="548640"/>
                  </a:lnTo>
                  <a:lnTo>
                    <a:pt x="2917660" y="274320"/>
                  </a:lnTo>
                  <a:lnTo>
                    <a:pt x="2917660" y="0"/>
                  </a:lnTo>
                  <a:close/>
                </a:path>
                <a:path w="8278495" h="1646554">
                  <a:moveTo>
                    <a:pt x="7814183" y="0"/>
                  </a:moveTo>
                  <a:lnTo>
                    <a:pt x="7814183" y="0"/>
                  </a:lnTo>
                  <a:lnTo>
                    <a:pt x="3709733" y="0"/>
                  </a:lnTo>
                  <a:lnTo>
                    <a:pt x="3709733" y="274320"/>
                  </a:lnTo>
                  <a:lnTo>
                    <a:pt x="3709733" y="1645932"/>
                  </a:lnTo>
                  <a:lnTo>
                    <a:pt x="4645838" y="1645932"/>
                  </a:lnTo>
                  <a:lnTo>
                    <a:pt x="7814183" y="1645932"/>
                  </a:lnTo>
                  <a:lnTo>
                    <a:pt x="7814183" y="1371600"/>
                  </a:lnTo>
                  <a:lnTo>
                    <a:pt x="7814183" y="1097280"/>
                  </a:lnTo>
                  <a:lnTo>
                    <a:pt x="7814183" y="822960"/>
                  </a:lnTo>
                  <a:lnTo>
                    <a:pt x="7814183" y="548640"/>
                  </a:lnTo>
                  <a:lnTo>
                    <a:pt x="7814183" y="274320"/>
                  </a:lnTo>
                  <a:lnTo>
                    <a:pt x="7814183" y="0"/>
                  </a:lnTo>
                  <a:close/>
                </a:path>
                <a:path w="8278495" h="1646554">
                  <a:moveTo>
                    <a:pt x="8278444" y="0"/>
                  </a:moveTo>
                  <a:lnTo>
                    <a:pt x="7814196" y="0"/>
                  </a:lnTo>
                  <a:lnTo>
                    <a:pt x="7814196" y="274320"/>
                  </a:lnTo>
                  <a:lnTo>
                    <a:pt x="7814196" y="548640"/>
                  </a:lnTo>
                  <a:lnTo>
                    <a:pt x="7814196" y="822960"/>
                  </a:lnTo>
                  <a:lnTo>
                    <a:pt x="7814196" y="1097280"/>
                  </a:lnTo>
                  <a:lnTo>
                    <a:pt x="7814196" y="1371600"/>
                  </a:lnTo>
                  <a:lnTo>
                    <a:pt x="8278444" y="1371600"/>
                  </a:lnTo>
                  <a:lnTo>
                    <a:pt x="8278444" y="1097280"/>
                  </a:lnTo>
                  <a:lnTo>
                    <a:pt x="8278444" y="822960"/>
                  </a:lnTo>
                  <a:lnTo>
                    <a:pt x="8278444" y="548640"/>
                  </a:lnTo>
                  <a:lnTo>
                    <a:pt x="8278444" y="274320"/>
                  </a:lnTo>
                  <a:lnTo>
                    <a:pt x="827844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7812354" y="6565988"/>
              <a:ext cx="896619" cy="274955"/>
            </a:xfrm>
            <a:custGeom>
              <a:avLst/>
              <a:gdLst/>
              <a:ahLst/>
              <a:cxnLst/>
              <a:rect l="l" t="t" r="r" b="b"/>
              <a:pathLst>
                <a:path w="896620" h="274954">
                  <a:moveTo>
                    <a:pt x="432041" y="0"/>
                  </a:moveTo>
                  <a:lnTo>
                    <a:pt x="0" y="0"/>
                  </a:lnTo>
                  <a:lnTo>
                    <a:pt x="0" y="274332"/>
                  </a:lnTo>
                  <a:lnTo>
                    <a:pt x="432041" y="274332"/>
                  </a:lnTo>
                  <a:lnTo>
                    <a:pt x="432041" y="0"/>
                  </a:lnTo>
                  <a:close/>
                </a:path>
                <a:path w="896620" h="274954">
                  <a:moveTo>
                    <a:pt x="896302" y="0"/>
                  </a:moveTo>
                  <a:lnTo>
                    <a:pt x="432054" y="0"/>
                  </a:lnTo>
                  <a:lnTo>
                    <a:pt x="432054" y="274332"/>
                  </a:lnTo>
                  <a:lnTo>
                    <a:pt x="896302" y="274332"/>
                  </a:lnTo>
                  <a:lnTo>
                    <a:pt x="89630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403645" y="5188035"/>
              <a:ext cx="0" cy="1658620"/>
            </a:xfrm>
            <a:custGeom>
              <a:avLst/>
              <a:gdLst/>
              <a:ahLst/>
              <a:cxnLst/>
              <a:rect l="l" t="t" r="r" b="b"/>
              <a:pathLst>
                <a:path w="0" h="1658620">
                  <a:moveTo>
                    <a:pt x="0" y="0"/>
                  </a:moveTo>
                  <a:lnTo>
                    <a:pt x="0" y="165861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835693" y="5188035"/>
              <a:ext cx="0" cy="1658620"/>
            </a:xfrm>
            <a:custGeom>
              <a:avLst/>
              <a:gdLst/>
              <a:ahLst/>
              <a:cxnLst/>
              <a:rect l="l" t="t" r="r" b="b"/>
              <a:pathLst>
                <a:path w="0" h="1658620">
                  <a:moveTo>
                    <a:pt x="0" y="0"/>
                  </a:moveTo>
                  <a:lnTo>
                    <a:pt x="0" y="165861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2483765" y="5188035"/>
              <a:ext cx="0" cy="1658620"/>
            </a:xfrm>
            <a:custGeom>
              <a:avLst/>
              <a:gdLst/>
              <a:ahLst/>
              <a:cxnLst/>
              <a:rect l="l" t="t" r="r" b="b"/>
              <a:pathLst>
                <a:path w="0" h="1658620">
                  <a:moveTo>
                    <a:pt x="0" y="0"/>
                  </a:moveTo>
                  <a:lnTo>
                    <a:pt x="0" y="165861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2915813" y="5188035"/>
              <a:ext cx="0" cy="1658620"/>
            </a:xfrm>
            <a:custGeom>
              <a:avLst/>
              <a:gdLst/>
              <a:ahLst/>
              <a:cxnLst/>
              <a:rect l="l" t="t" r="r" b="b"/>
              <a:pathLst>
                <a:path w="0" h="1658620">
                  <a:moveTo>
                    <a:pt x="0" y="0"/>
                  </a:moveTo>
                  <a:lnTo>
                    <a:pt x="0" y="165861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3347862" y="5188035"/>
              <a:ext cx="0" cy="1658620"/>
            </a:xfrm>
            <a:custGeom>
              <a:avLst/>
              <a:gdLst/>
              <a:ahLst/>
              <a:cxnLst/>
              <a:rect l="l" t="t" r="r" b="b"/>
              <a:pathLst>
                <a:path w="0" h="1658620">
                  <a:moveTo>
                    <a:pt x="0" y="0"/>
                  </a:moveTo>
                  <a:lnTo>
                    <a:pt x="0" y="165861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4133599" y="6843481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700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4133599" y="5191211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7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5069704" y="6843481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700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5069704" y="5191211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7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5861791" y="6843481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700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5861791" y="5191211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7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6804245" y="5188035"/>
              <a:ext cx="0" cy="1658620"/>
            </a:xfrm>
            <a:custGeom>
              <a:avLst/>
              <a:gdLst/>
              <a:ahLst/>
              <a:cxnLst/>
              <a:rect l="l" t="t" r="r" b="b"/>
              <a:pathLst>
                <a:path w="0" h="1658620">
                  <a:moveTo>
                    <a:pt x="0" y="0"/>
                  </a:moveTo>
                  <a:lnTo>
                    <a:pt x="0" y="165861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7308302" y="5188035"/>
              <a:ext cx="0" cy="1658620"/>
            </a:xfrm>
            <a:custGeom>
              <a:avLst/>
              <a:gdLst/>
              <a:ahLst/>
              <a:cxnLst/>
              <a:rect l="l" t="t" r="r" b="b"/>
              <a:pathLst>
                <a:path w="0" h="1658620">
                  <a:moveTo>
                    <a:pt x="0" y="0"/>
                  </a:moveTo>
                  <a:lnTo>
                    <a:pt x="0" y="165861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7812358" y="5188035"/>
              <a:ext cx="0" cy="1658620"/>
            </a:xfrm>
            <a:custGeom>
              <a:avLst/>
              <a:gdLst/>
              <a:ahLst/>
              <a:cxnLst/>
              <a:rect l="l" t="t" r="r" b="b"/>
              <a:pathLst>
                <a:path w="0" h="1658620">
                  <a:moveTo>
                    <a:pt x="0" y="0"/>
                  </a:moveTo>
                  <a:lnTo>
                    <a:pt x="0" y="165861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8244405" y="5188035"/>
              <a:ext cx="0" cy="1658620"/>
            </a:xfrm>
            <a:custGeom>
              <a:avLst/>
              <a:gdLst/>
              <a:ahLst/>
              <a:cxnLst/>
              <a:rect l="l" t="t" r="r" b="b"/>
              <a:pathLst>
                <a:path w="0" h="1658620">
                  <a:moveTo>
                    <a:pt x="0" y="0"/>
                  </a:moveTo>
                  <a:lnTo>
                    <a:pt x="0" y="165861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423862" y="5465531"/>
              <a:ext cx="8291195" cy="554990"/>
            </a:xfrm>
            <a:custGeom>
              <a:avLst/>
              <a:gdLst/>
              <a:ahLst/>
              <a:cxnLst/>
              <a:rect l="l" t="t" r="r" b="b"/>
              <a:pathLst>
                <a:path w="8291195" h="554989">
                  <a:moveTo>
                    <a:pt x="0" y="0"/>
                  </a:moveTo>
                  <a:lnTo>
                    <a:pt x="3839552" y="0"/>
                  </a:lnTo>
                </a:path>
                <a:path w="8291195" h="554989">
                  <a:moveTo>
                    <a:pt x="6373812" y="0"/>
                  </a:moveTo>
                  <a:lnTo>
                    <a:pt x="8291144" y="0"/>
                  </a:lnTo>
                </a:path>
                <a:path w="8291195" h="554989">
                  <a:moveTo>
                    <a:pt x="0" y="6350"/>
                  </a:moveTo>
                  <a:lnTo>
                    <a:pt x="2927350" y="6350"/>
                  </a:lnTo>
                </a:path>
                <a:path w="8291195" h="554989">
                  <a:moveTo>
                    <a:pt x="6373812" y="6350"/>
                  </a:moveTo>
                  <a:lnTo>
                    <a:pt x="8291144" y="6350"/>
                  </a:lnTo>
                </a:path>
                <a:path w="8291195" h="554989">
                  <a:moveTo>
                    <a:pt x="0" y="274319"/>
                  </a:moveTo>
                  <a:lnTo>
                    <a:pt x="3839552" y="274319"/>
                  </a:lnTo>
                </a:path>
                <a:path w="8291195" h="554989">
                  <a:moveTo>
                    <a:pt x="6373812" y="274319"/>
                  </a:moveTo>
                  <a:lnTo>
                    <a:pt x="8291144" y="274319"/>
                  </a:lnTo>
                </a:path>
                <a:path w="8291195" h="554989">
                  <a:moveTo>
                    <a:pt x="0" y="280669"/>
                  </a:moveTo>
                  <a:lnTo>
                    <a:pt x="2927350" y="280669"/>
                  </a:lnTo>
                </a:path>
                <a:path w="8291195" h="554989">
                  <a:moveTo>
                    <a:pt x="6373812" y="280669"/>
                  </a:moveTo>
                  <a:lnTo>
                    <a:pt x="8291144" y="280669"/>
                  </a:lnTo>
                </a:path>
                <a:path w="8291195" h="554989">
                  <a:moveTo>
                    <a:pt x="0" y="548639"/>
                  </a:moveTo>
                  <a:lnTo>
                    <a:pt x="3839552" y="548639"/>
                  </a:lnTo>
                </a:path>
                <a:path w="8291195" h="554989">
                  <a:moveTo>
                    <a:pt x="6373812" y="548639"/>
                  </a:moveTo>
                  <a:lnTo>
                    <a:pt x="8291144" y="548639"/>
                  </a:lnTo>
                </a:path>
                <a:path w="8291195" h="554989">
                  <a:moveTo>
                    <a:pt x="0" y="554989"/>
                  </a:moveTo>
                  <a:lnTo>
                    <a:pt x="2927350" y="554989"/>
                  </a:lnTo>
                </a:path>
                <a:path w="8291195" h="554989">
                  <a:moveTo>
                    <a:pt x="6373812" y="554989"/>
                  </a:moveTo>
                  <a:lnTo>
                    <a:pt x="8291144" y="554989"/>
                  </a:lnTo>
                </a:path>
              </a:pathLst>
            </a:custGeom>
            <a:ln w="6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423862" y="6288492"/>
              <a:ext cx="8291195" cy="6350"/>
            </a:xfrm>
            <a:custGeom>
              <a:avLst/>
              <a:gdLst/>
              <a:ahLst/>
              <a:cxnLst/>
              <a:rect l="l" t="t" r="r" b="b"/>
              <a:pathLst>
                <a:path w="8291195" h="6350">
                  <a:moveTo>
                    <a:pt x="0" y="0"/>
                  </a:moveTo>
                  <a:lnTo>
                    <a:pt x="3839552" y="0"/>
                  </a:lnTo>
                </a:path>
                <a:path w="8291195" h="6350">
                  <a:moveTo>
                    <a:pt x="6373812" y="0"/>
                  </a:moveTo>
                  <a:lnTo>
                    <a:pt x="8291144" y="0"/>
                  </a:lnTo>
                </a:path>
                <a:path w="8291195" h="6350">
                  <a:moveTo>
                    <a:pt x="0" y="6349"/>
                  </a:moveTo>
                  <a:lnTo>
                    <a:pt x="2927350" y="6349"/>
                  </a:lnTo>
                </a:path>
                <a:path w="8291195" h="6350">
                  <a:moveTo>
                    <a:pt x="6373812" y="6349"/>
                  </a:moveTo>
                  <a:lnTo>
                    <a:pt x="8291144" y="6349"/>
                  </a:lnTo>
                </a:path>
              </a:pathLst>
            </a:custGeom>
            <a:ln w="6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423862" y="6562811"/>
              <a:ext cx="8291195" cy="6350"/>
            </a:xfrm>
            <a:custGeom>
              <a:avLst/>
              <a:gdLst/>
              <a:ahLst/>
              <a:cxnLst/>
              <a:rect l="l" t="t" r="r" b="b"/>
              <a:pathLst>
                <a:path w="8291195" h="6350">
                  <a:moveTo>
                    <a:pt x="0" y="0"/>
                  </a:moveTo>
                  <a:lnTo>
                    <a:pt x="3839552" y="0"/>
                  </a:lnTo>
                </a:path>
                <a:path w="8291195" h="6350">
                  <a:moveTo>
                    <a:pt x="6373812" y="0"/>
                  </a:moveTo>
                  <a:lnTo>
                    <a:pt x="8291144" y="0"/>
                  </a:lnTo>
                </a:path>
                <a:path w="8291195" h="6350">
                  <a:moveTo>
                    <a:pt x="0" y="6350"/>
                  </a:moveTo>
                  <a:lnTo>
                    <a:pt x="2927350" y="6350"/>
                  </a:lnTo>
                </a:path>
                <a:path w="8291195" h="6350">
                  <a:moveTo>
                    <a:pt x="6373812" y="6350"/>
                  </a:moveTo>
                  <a:lnTo>
                    <a:pt x="8291144" y="6350"/>
                  </a:lnTo>
                </a:path>
              </a:pathLst>
            </a:custGeom>
            <a:ln w="6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430212" y="5188035"/>
              <a:ext cx="0" cy="1658620"/>
            </a:xfrm>
            <a:custGeom>
              <a:avLst/>
              <a:gdLst/>
              <a:ahLst/>
              <a:cxnLst/>
              <a:rect l="l" t="t" r="r" b="b"/>
              <a:pathLst>
                <a:path w="0" h="1658620">
                  <a:moveTo>
                    <a:pt x="0" y="0"/>
                  </a:moveTo>
                  <a:lnTo>
                    <a:pt x="0" y="165861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8708655" y="5188035"/>
              <a:ext cx="0" cy="1658620"/>
            </a:xfrm>
            <a:custGeom>
              <a:avLst/>
              <a:gdLst/>
              <a:ahLst/>
              <a:cxnLst/>
              <a:rect l="l" t="t" r="r" b="b"/>
              <a:pathLst>
                <a:path w="0" h="1658620">
                  <a:moveTo>
                    <a:pt x="0" y="0"/>
                  </a:moveTo>
                  <a:lnTo>
                    <a:pt x="0" y="165861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423862" y="5197561"/>
              <a:ext cx="8291195" cy="0"/>
            </a:xfrm>
            <a:custGeom>
              <a:avLst/>
              <a:gdLst/>
              <a:ahLst/>
              <a:cxnLst/>
              <a:rect l="l" t="t" r="r" b="b"/>
              <a:pathLst>
                <a:path w="8291195" h="0">
                  <a:moveTo>
                    <a:pt x="0" y="0"/>
                  </a:moveTo>
                  <a:lnTo>
                    <a:pt x="3839552" y="0"/>
                  </a:lnTo>
                </a:path>
                <a:path w="8291195" h="0">
                  <a:moveTo>
                    <a:pt x="6373812" y="0"/>
                  </a:moveTo>
                  <a:lnTo>
                    <a:pt x="8291144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423862" y="5191211"/>
              <a:ext cx="8291195" cy="0"/>
            </a:xfrm>
            <a:custGeom>
              <a:avLst/>
              <a:gdLst/>
              <a:ahLst/>
              <a:cxnLst/>
              <a:rect l="l" t="t" r="r" b="b"/>
              <a:pathLst>
                <a:path w="8291195" h="0">
                  <a:moveTo>
                    <a:pt x="0" y="0"/>
                  </a:moveTo>
                  <a:lnTo>
                    <a:pt x="8291144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423862" y="6840304"/>
              <a:ext cx="8291195" cy="0"/>
            </a:xfrm>
            <a:custGeom>
              <a:avLst/>
              <a:gdLst/>
              <a:ahLst/>
              <a:cxnLst/>
              <a:rect l="l" t="t" r="r" b="b"/>
              <a:pathLst>
                <a:path w="8291195" h="0">
                  <a:moveTo>
                    <a:pt x="0" y="0"/>
                  </a:moveTo>
                  <a:lnTo>
                    <a:pt x="829114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8" name="object 148"/>
          <p:cNvSpPr txBox="1"/>
          <p:nvPr/>
        </p:nvSpPr>
        <p:spPr>
          <a:xfrm>
            <a:off x="679704" y="175260"/>
            <a:ext cx="2969895" cy="46228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4254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35"/>
              </a:spcBef>
            </a:pPr>
            <a:r>
              <a:rPr dirty="0" sz="2400" b="1">
                <a:solidFill>
                  <a:srgbClr val="003366"/>
                </a:solidFill>
                <a:latin typeface="新宋体"/>
                <a:cs typeface="新宋体"/>
              </a:rPr>
              <a:t>画出完全状态转换表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819138" y="5222833"/>
            <a:ext cx="1949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1564679" y="522283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2104175" y="522283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2644738" y="522283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3076792" y="522283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6989052" y="5226642"/>
            <a:ext cx="1339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7493039" y="5226642"/>
            <a:ext cx="1339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0000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7961059" y="5226642"/>
            <a:ext cx="1339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8409268" y="5226642"/>
            <a:ext cx="1339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825082" y="5497153"/>
            <a:ext cx="1720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95">
                <a:latin typeface="Arial"/>
                <a:cs typeface="Arial"/>
              </a:rPr>
              <a:t>11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1564526" y="549715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2104022" y="549715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2644585" y="549715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3076639" y="549715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6994996" y="550096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0000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7498983" y="550096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7967003" y="550096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0000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8415211" y="550096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0000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818833" y="5771473"/>
            <a:ext cx="1949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1564374" y="577147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2103870" y="577147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2644433" y="577147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3076487" y="577147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6994843" y="577528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7498830" y="577528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7966850" y="577528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0000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8415059" y="577528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818681" y="6045792"/>
            <a:ext cx="1949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13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1564222" y="6045792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2103718" y="6045792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2644281" y="6045792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3076334" y="6045792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6994691" y="604960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0000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7498677" y="604960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7966698" y="604960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0000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4" name="object 184"/>
          <p:cNvSpPr txBox="1"/>
          <p:nvPr/>
        </p:nvSpPr>
        <p:spPr>
          <a:xfrm>
            <a:off x="8414907" y="604960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0000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818529" y="6320113"/>
            <a:ext cx="1949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14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1564069" y="632011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2103565" y="632011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2644128" y="632011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3076182" y="632011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6994538" y="6323922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7498526" y="6323922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7966546" y="6323922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8414754" y="6323922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818376" y="6594433"/>
            <a:ext cx="1949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15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1563917" y="659443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2103413" y="659443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7" name="object 197"/>
          <p:cNvSpPr txBox="1"/>
          <p:nvPr/>
        </p:nvSpPr>
        <p:spPr>
          <a:xfrm>
            <a:off x="2643976" y="659443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8" name="object 198"/>
          <p:cNvSpPr txBox="1"/>
          <p:nvPr/>
        </p:nvSpPr>
        <p:spPr>
          <a:xfrm>
            <a:off x="3076030" y="659443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9" name="object 199"/>
          <p:cNvSpPr txBox="1"/>
          <p:nvPr/>
        </p:nvSpPr>
        <p:spPr>
          <a:xfrm>
            <a:off x="6994386" y="6598242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7498373" y="6598242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0000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7966393" y="6598242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0000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8414601" y="6598242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0000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203" name="object 203"/>
          <p:cNvGrpSpPr/>
          <p:nvPr/>
        </p:nvGrpSpPr>
        <p:grpSpPr>
          <a:xfrm>
            <a:off x="3338512" y="5181685"/>
            <a:ext cx="3472179" cy="1671320"/>
            <a:chOff x="3338512" y="5181685"/>
            <a:chExt cx="3472179" cy="1671320"/>
          </a:xfrm>
        </p:grpSpPr>
        <p:sp>
          <p:nvSpPr>
            <p:cNvPr id="204" name="object 204"/>
            <p:cNvSpPr/>
            <p:nvPr/>
          </p:nvSpPr>
          <p:spPr>
            <a:xfrm>
              <a:off x="3351212" y="5194388"/>
              <a:ext cx="2606675" cy="1646555"/>
            </a:xfrm>
            <a:custGeom>
              <a:avLst/>
              <a:gdLst/>
              <a:ahLst/>
              <a:cxnLst/>
              <a:rect l="l" t="t" r="r" b="b"/>
              <a:pathLst>
                <a:path w="2606675" h="1646554">
                  <a:moveTo>
                    <a:pt x="2606294" y="0"/>
                  </a:moveTo>
                  <a:lnTo>
                    <a:pt x="1824405" y="0"/>
                  </a:lnTo>
                  <a:lnTo>
                    <a:pt x="912202" y="0"/>
                  </a:lnTo>
                  <a:lnTo>
                    <a:pt x="0" y="0"/>
                  </a:lnTo>
                  <a:lnTo>
                    <a:pt x="0" y="274320"/>
                  </a:lnTo>
                  <a:lnTo>
                    <a:pt x="0" y="1645932"/>
                  </a:lnTo>
                  <a:lnTo>
                    <a:pt x="912202" y="1645932"/>
                  </a:lnTo>
                  <a:lnTo>
                    <a:pt x="1824405" y="1645932"/>
                  </a:lnTo>
                  <a:lnTo>
                    <a:pt x="2606294" y="1645932"/>
                  </a:lnTo>
                  <a:lnTo>
                    <a:pt x="2606294" y="1371600"/>
                  </a:lnTo>
                  <a:lnTo>
                    <a:pt x="2606294" y="1097280"/>
                  </a:lnTo>
                  <a:lnTo>
                    <a:pt x="2606294" y="822960"/>
                  </a:lnTo>
                  <a:lnTo>
                    <a:pt x="2606294" y="548640"/>
                  </a:lnTo>
                  <a:lnTo>
                    <a:pt x="2606294" y="274320"/>
                  </a:lnTo>
                  <a:lnTo>
                    <a:pt x="260629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4263416" y="5188035"/>
              <a:ext cx="0" cy="1658620"/>
            </a:xfrm>
            <a:custGeom>
              <a:avLst/>
              <a:gdLst/>
              <a:ahLst/>
              <a:cxnLst/>
              <a:rect l="l" t="t" r="r" b="b"/>
              <a:pathLst>
                <a:path w="0" h="1658620">
                  <a:moveTo>
                    <a:pt x="0" y="0"/>
                  </a:moveTo>
                  <a:lnTo>
                    <a:pt x="0" y="165861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5175619" y="5188035"/>
              <a:ext cx="0" cy="1658620"/>
            </a:xfrm>
            <a:custGeom>
              <a:avLst/>
              <a:gdLst/>
              <a:ahLst/>
              <a:cxnLst/>
              <a:rect l="l" t="t" r="r" b="b"/>
              <a:pathLst>
                <a:path w="0" h="1658620">
                  <a:moveTo>
                    <a:pt x="0" y="0"/>
                  </a:moveTo>
                  <a:lnTo>
                    <a:pt x="0" y="165861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5957509" y="5188035"/>
              <a:ext cx="0" cy="1658620"/>
            </a:xfrm>
            <a:custGeom>
              <a:avLst/>
              <a:gdLst/>
              <a:ahLst/>
              <a:cxnLst/>
              <a:rect l="l" t="t" r="r" b="b"/>
              <a:pathLst>
                <a:path w="0" h="1658620">
                  <a:moveTo>
                    <a:pt x="0" y="0"/>
                  </a:moveTo>
                  <a:lnTo>
                    <a:pt x="0" y="165861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3344862" y="5468705"/>
              <a:ext cx="3459479" cy="0"/>
            </a:xfrm>
            <a:custGeom>
              <a:avLst/>
              <a:gdLst/>
              <a:ahLst/>
              <a:cxnLst/>
              <a:rect l="l" t="t" r="r" b="b"/>
              <a:pathLst>
                <a:path w="3459479" h="0">
                  <a:moveTo>
                    <a:pt x="0" y="0"/>
                  </a:moveTo>
                  <a:lnTo>
                    <a:pt x="34591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3344862" y="5743025"/>
              <a:ext cx="3459479" cy="0"/>
            </a:xfrm>
            <a:custGeom>
              <a:avLst/>
              <a:gdLst/>
              <a:ahLst/>
              <a:cxnLst/>
              <a:rect l="l" t="t" r="r" b="b"/>
              <a:pathLst>
                <a:path w="3459479" h="0">
                  <a:moveTo>
                    <a:pt x="0" y="0"/>
                  </a:moveTo>
                  <a:lnTo>
                    <a:pt x="34591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3344862" y="6017345"/>
              <a:ext cx="3459479" cy="0"/>
            </a:xfrm>
            <a:custGeom>
              <a:avLst/>
              <a:gdLst/>
              <a:ahLst/>
              <a:cxnLst/>
              <a:rect l="l" t="t" r="r" b="b"/>
              <a:pathLst>
                <a:path w="3459479" h="0">
                  <a:moveTo>
                    <a:pt x="0" y="0"/>
                  </a:moveTo>
                  <a:lnTo>
                    <a:pt x="34591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3344862" y="6291665"/>
              <a:ext cx="3459479" cy="0"/>
            </a:xfrm>
            <a:custGeom>
              <a:avLst/>
              <a:gdLst/>
              <a:ahLst/>
              <a:cxnLst/>
              <a:rect l="l" t="t" r="r" b="b"/>
              <a:pathLst>
                <a:path w="3459479" h="0">
                  <a:moveTo>
                    <a:pt x="0" y="0"/>
                  </a:moveTo>
                  <a:lnTo>
                    <a:pt x="34591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3344862" y="6565985"/>
              <a:ext cx="3459479" cy="0"/>
            </a:xfrm>
            <a:custGeom>
              <a:avLst/>
              <a:gdLst/>
              <a:ahLst/>
              <a:cxnLst/>
              <a:rect l="l" t="t" r="r" b="b"/>
              <a:pathLst>
                <a:path w="3459479" h="0">
                  <a:moveTo>
                    <a:pt x="0" y="0"/>
                  </a:moveTo>
                  <a:lnTo>
                    <a:pt x="34591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3351212" y="5188035"/>
              <a:ext cx="0" cy="1658620"/>
            </a:xfrm>
            <a:custGeom>
              <a:avLst/>
              <a:gdLst/>
              <a:ahLst/>
              <a:cxnLst/>
              <a:rect l="l" t="t" r="r" b="b"/>
              <a:pathLst>
                <a:path w="0" h="1658620">
                  <a:moveTo>
                    <a:pt x="0" y="0"/>
                  </a:moveTo>
                  <a:lnTo>
                    <a:pt x="0" y="165861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6797673" y="5188035"/>
              <a:ext cx="0" cy="1658620"/>
            </a:xfrm>
            <a:custGeom>
              <a:avLst/>
              <a:gdLst/>
              <a:ahLst/>
              <a:cxnLst/>
              <a:rect l="l" t="t" r="r" b="b"/>
              <a:pathLst>
                <a:path w="0" h="1658620">
                  <a:moveTo>
                    <a:pt x="0" y="0"/>
                  </a:moveTo>
                  <a:lnTo>
                    <a:pt x="0" y="165861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3344862" y="5194385"/>
              <a:ext cx="3459479" cy="0"/>
            </a:xfrm>
            <a:custGeom>
              <a:avLst/>
              <a:gdLst/>
              <a:ahLst/>
              <a:cxnLst/>
              <a:rect l="l" t="t" r="r" b="b"/>
              <a:pathLst>
                <a:path w="3459479" h="0">
                  <a:moveTo>
                    <a:pt x="0" y="0"/>
                  </a:moveTo>
                  <a:lnTo>
                    <a:pt x="34591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3344862" y="6840305"/>
              <a:ext cx="3459479" cy="0"/>
            </a:xfrm>
            <a:custGeom>
              <a:avLst/>
              <a:gdLst/>
              <a:ahLst/>
              <a:cxnLst/>
              <a:rect l="l" t="t" r="r" b="b"/>
              <a:pathLst>
                <a:path w="3459479" h="0">
                  <a:moveTo>
                    <a:pt x="0" y="0"/>
                  </a:moveTo>
                  <a:lnTo>
                    <a:pt x="34591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7" name="object 217"/>
          <p:cNvSpPr txBox="1"/>
          <p:nvPr/>
        </p:nvSpPr>
        <p:spPr>
          <a:xfrm>
            <a:off x="3740448" y="5226642"/>
            <a:ext cx="1339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000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18" name="object 218"/>
          <p:cNvSpPr txBox="1"/>
          <p:nvPr/>
        </p:nvSpPr>
        <p:spPr>
          <a:xfrm>
            <a:off x="4652714" y="5226642"/>
            <a:ext cx="1339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000FF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19" name="object 219"/>
          <p:cNvSpPr txBox="1"/>
          <p:nvPr/>
        </p:nvSpPr>
        <p:spPr>
          <a:xfrm>
            <a:off x="5499296" y="5226642"/>
            <a:ext cx="1339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000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20" name="object 220"/>
          <p:cNvSpPr txBox="1"/>
          <p:nvPr/>
        </p:nvSpPr>
        <p:spPr>
          <a:xfrm>
            <a:off x="6310674" y="5226642"/>
            <a:ext cx="1339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000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21" name="object 221"/>
          <p:cNvSpPr txBox="1"/>
          <p:nvPr/>
        </p:nvSpPr>
        <p:spPr>
          <a:xfrm>
            <a:off x="3745782" y="550096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0FF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4658049" y="550096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0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23" name="object 223"/>
          <p:cNvSpPr txBox="1"/>
          <p:nvPr/>
        </p:nvSpPr>
        <p:spPr>
          <a:xfrm>
            <a:off x="5505393" y="550096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0FF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24" name="object 224"/>
          <p:cNvSpPr txBox="1"/>
          <p:nvPr/>
        </p:nvSpPr>
        <p:spPr>
          <a:xfrm>
            <a:off x="6316770" y="550096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0FF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25" name="object 225"/>
          <p:cNvSpPr txBox="1"/>
          <p:nvPr/>
        </p:nvSpPr>
        <p:spPr>
          <a:xfrm>
            <a:off x="3745782" y="577528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0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26" name="object 226"/>
          <p:cNvSpPr txBox="1"/>
          <p:nvPr/>
        </p:nvSpPr>
        <p:spPr>
          <a:xfrm>
            <a:off x="4658049" y="577528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0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27" name="object 227"/>
          <p:cNvSpPr txBox="1"/>
          <p:nvPr/>
        </p:nvSpPr>
        <p:spPr>
          <a:xfrm>
            <a:off x="5505393" y="577528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0FF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28" name="object 228"/>
          <p:cNvSpPr txBox="1"/>
          <p:nvPr/>
        </p:nvSpPr>
        <p:spPr>
          <a:xfrm>
            <a:off x="6316770" y="577528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0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29" name="object 229"/>
          <p:cNvSpPr txBox="1"/>
          <p:nvPr/>
        </p:nvSpPr>
        <p:spPr>
          <a:xfrm>
            <a:off x="3745782" y="604960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0FF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0" name="object 230"/>
          <p:cNvSpPr txBox="1"/>
          <p:nvPr/>
        </p:nvSpPr>
        <p:spPr>
          <a:xfrm>
            <a:off x="4658049" y="604960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0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1" name="object 231"/>
          <p:cNvSpPr txBox="1"/>
          <p:nvPr/>
        </p:nvSpPr>
        <p:spPr>
          <a:xfrm>
            <a:off x="5505393" y="604960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0FF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2" name="object 232"/>
          <p:cNvSpPr txBox="1"/>
          <p:nvPr/>
        </p:nvSpPr>
        <p:spPr>
          <a:xfrm>
            <a:off x="6316770" y="604960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0FF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3" name="object 233"/>
          <p:cNvSpPr txBox="1"/>
          <p:nvPr/>
        </p:nvSpPr>
        <p:spPr>
          <a:xfrm>
            <a:off x="3745782" y="6323922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0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4" name="object 234"/>
          <p:cNvSpPr txBox="1"/>
          <p:nvPr/>
        </p:nvSpPr>
        <p:spPr>
          <a:xfrm>
            <a:off x="4658049" y="6323922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0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5" name="object 235"/>
          <p:cNvSpPr txBox="1"/>
          <p:nvPr/>
        </p:nvSpPr>
        <p:spPr>
          <a:xfrm>
            <a:off x="5505393" y="6323922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0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6" name="object 236"/>
          <p:cNvSpPr txBox="1"/>
          <p:nvPr/>
        </p:nvSpPr>
        <p:spPr>
          <a:xfrm>
            <a:off x="6316770" y="6323922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0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7" name="object 237"/>
          <p:cNvSpPr txBox="1"/>
          <p:nvPr/>
        </p:nvSpPr>
        <p:spPr>
          <a:xfrm>
            <a:off x="3745782" y="6598242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0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8" name="object 238"/>
          <p:cNvSpPr txBox="1"/>
          <p:nvPr/>
        </p:nvSpPr>
        <p:spPr>
          <a:xfrm>
            <a:off x="4658049" y="6598242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0FF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9" name="object 239"/>
          <p:cNvSpPr txBox="1"/>
          <p:nvPr/>
        </p:nvSpPr>
        <p:spPr>
          <a:xfrm>
            <a:off x="5505393" y="6598242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0FF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40" name="object 240"/>
          <p:cNvSpPr txBox="1"/>
          <p:nvPr/>
        </p:nvSpPr>
        <p:spPr>
          <a:xfrm>
            <a:off x="6316770" y="6598242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0FF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241" name="object 241"/>
          <p:cNvGrpSpPr/>
          <p:nvPr/>
        </p:nvGrpSpPr>
        <p:grpSpPr>
          <a:xfrm>
            <a:off x="2728847" y="1534567"/>
            <a:ext cx="4102735" cy="2658745"/>
            <a:chOff x="2728847" y="1534567"/>
            <a:chExt cx="4102735" cy="2658745"/>
          </a:xfrm>
        </p:grpSpPr>
        <p:sp>
          <p:nvSpPr>
            <p:cNvPr id="242" name="object 242"/>
            <p:cNvSpPr/>
            <p:nvPr/>
          </p:nvSpPr>
          <p:spPr>
            <a:xfrm>
              <a:off x="2743827" y="1549546"/>
              <a:ext cx="728980" cy="629285"/>
            </a:xfrm>
            <a:custGeom>
              <a:avLst/>
              <a:gdLst/>
              <a:ahLst/>
              <a:cxnLst/>
              <a:rect l="l" t="t" r="r" b="b"/>
              <a:pathLst>
                <a:path w="728979" h="629285">
                  <a:moveTo>
                    <a:pt x="363728" y="0"/>
                  </a:moveTo>
                  <a:lnTo>
                    <a:pt x="314357" y="2866"/>
                  </a:lnTo>
                  <a:lnTo>
                    <a:pt x="267009" y="11215"/>
                  </a:lnTo>
                  <a:lnTo>
                    <a:pt x="222118" y="24674"/>
                  </a:lnTo>
                  <a:lnTo>
                    <a:pt x="180115" y="42869"/>
                  </a:lnTo>
                  <a:lnTo>
                    <a:pt x="141433" y="65426"/>
                  </a:lnTo>
                  <a:lnTo>
                    <a:pt x="106506" y="91972"/>
                  </a:lnTo>
                  <a:lnTo>
                    <a:pt x="75765" y="122134"/>
                  </a:lnTo>
                  <a:lnTo>
                    <a:pt x="49643" y="155537"/>
                  </a:lnTo>
                  <a:lnTo>
                    <a:pt x="28573" y="191808"/>
                  </a:lnTo>
                  <a:lnTo>
                    <a:pt x="12987" y="230574"/>
                  </a:lnTo>
                  <a:lnTo>
                    <a:pt x="3319" y="271461"/>
                  </a:lnTo>
                  <a:lnTo>
                    <a:pt x="0" y="314095"/>
                  </a:lnTo>
                  <a:lnTo>
                    <a:pt x="3319" y="356929"/>
                  </a:lnTo>
                  <a:lnTo>
                    <a:pt x="12987" y="397982"/>
                  </a:lnTo>
                  <a:lnTo>
                    <a:pt x="28573" y="436884"/>
                  </a:lnTo>
                  <a:lnTo>
                    <a:pt x="49643" y="473264"/>
                  </a:lnTo>
                  <a:lnTo>
                    <a:pt x="75765" y="506752"/>
                  </a:lnTo>
                  <a:lnTo>
                    <a:pt x="106506" y="536977"/>
                  </a:lnTo>
                  <a:lnTo>
                    <a:pt x="141433" y="563569"/>
                  </a:lnTo>
                  <a:lnTo>
                    <a:pt x="180115" y="586157"/>
                  </a:lnTo>
                  <a:lnTo>
                    <a:pt x="222118" y="604371"/>
                  </a:lnTo>
                  <a:lnTo>
                    <a:pt x="267009" y="617839"/>
                  </a:lnTo>
                  <a:lnTo>
                    <a:pt x="314357" y="626192"/>
                  </a:lnTo>
                  <a:lnTo>
                    <a:pt x="363728" y="629059"/>
                  </a:lnTo>
                  <a:lnTo>
                    <a:pt x="413330" y="626192"/>
                  </a:lnTo>
                  <a:lnTo>
                    <a:pt x="460871" y="617839"/>
                  </a:lnTo>
                  <a:lnTo>
                    <a:pt x="505920" y="604371"/>
                  </a:lnTo>
                  <a:lnTo>
                    <a:pt x="548049" y="586157"/>
                  </a:lnTo>
                  <a:lnTo>
                    <a:pt x="586829" y="563569"/>
                  </a:lnTo>
                  <a:lnTo>
                    <a:pt x="621830" y="536977"/>
                  </a:lnTo>
                  <a:lnTo>
                    <a:pt x="652624" y="506752"/>
                  </a:lnTo>
                  <a:lnTo>
                    <a:pt x="678781" y="473264"/>
                  </a:lnTo>
                  <a:lnTo>
                    <a:pt x="699873" y="436884"/>
                  </a:lnTo>
                  <a:lnTo>
                    <a:pt x="715470" y="397982"/>
                  </a:lnTo>
                  <a:lnTo>
                    <a:pt x="725142" y="356929"/>
                  </a:lnTo>
                  <a:lnTo>
                    <a:pt x="728462" y="314095"/>
                  </a:lnTo>
                  <a:lnTo>
                    <a:pt x="725142" y="271461"/>
                  </a:lnTo>
                  <a:lnTo>
                    <a:pt x="715470" y="230574"/>
                  </a:lnTo>
                  <a:lnTo>
                    <a:pt x="699873" y="191808"/>
                  </a:lnTo>
                  <a:lnTo>
                    <a:pt x="678781" y="155537"/>
                  </a:lnTo>
                  <a:lnTo>
                    <a:pt x="652624" y="122134"/>
                  </a:lnTo>
                  <a:lnTo>
                    <a:pt x="621830" y="91972"/>
                  </a:lnTo>
                  <a:lnTo>
                    <a:pt x="586829" y="65426"/>
                  </a:lnTo>
                  <a:lnTo>
                    <a:pt x="548049" y="42869"/>
                  </a:lnTo>
                  <a:lnTo>
                    <a:pt x="505920" y="24674"/>
                  </a:lnTo>
                  <a:lnTo>
                    <a:pt x="460871" y="11215"/>
                  </a:lnTo>
                  <a:lnTo>
                    <a:pt x="413330" y="2866"/>
                  </a:lnTo>
                  <a:lnTo>
                    <a:pt x="363728" y="0"/>
                  </a:lnTo>
                </a:path>
              </a:pathLst>
            </a:custGeom>
            <a:ln w="296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3853099" y="1563429"/>
              <a:ext cx="728980" cy="629285"/>
            </a:xfrm>
            <a:custGeom>
              <a:avLst/>
              <a:gdLst/>
              <a:ahLst/>
              <a:cxnLst/>
              <a:rect l="l" t="t" r="r" b="b"/>
              <a:pathLst>
                <a:path w="728979" h="629285">
                  <a:moveTo>
                    <a:pt x="363728" y="0"/>
                  </a:moveTo>
                  <a:lnTo>
                    <a:pt x="314357" y="2866"/>
                  </a:lnTo>
                  <a:lnTo>
                    <a:pt x="267009" y="11215"/>
                  </a:lnTo>
                  <a:lnTo>
                    <a:pt x="222118" y="24674"/>
                  </a:lnTo>
                  <a:lnTo>
                    <a:pt x="180115" y="42869"/>
                  </a:lnTo>
                  <a:lnTo>
                    <a:pt x="141433" y="65426"/>
                  </a:lnTo>
                  <a:lnTo>
                    <a:pt x="106506" y="91972"/>
                  </a:lnTo>
                  <a:lnTo>
                    <a:pt x="75765" y="122134"/>
                  </a:lnTo>
                  <a:lnTo>
                    <a:pt x="49643" y="155537"/>
                  </a:lnTo>
                  <a:lnTo>
                    <a:pt x="28573" y="191808"/>
                  </a:lnTo>
                  <a:lnTo>
                    <a:pt x="12987" y="230574"/>
                  </a:lnTo>
                  <a:lnTo>
                    <a:pt x="3319" y="271461"/>
                  </a:lnTo>
                  <a:lnTo>
                    <a:pt x="0" y="314095"/>
                  </a:lnTo>
                  <a:lnTo>
                    <a:pt x="3319" y="356929"/>
                  </a:lnTo>
                  <a:lnTo>
                    <a:pt x="12987" y="397982"/>
                  </a:lnTo>
                  <a:lnTo>
                    <a:pt x="28573" y="436884"/>
                  </a:lnTo>
                  <a:lnTo>
                    <a:pt x="49643" y="473264"/>
                  </a:lnTo>
                  <a:lnTo>
                    <a:pt x="75765" y="506752"/>
                  </a:lnTo>
                  <a:lnTo>
                    <a:pt x="106506" y="536977"/>
                  </a:lnTo>
                  <a:lnTo>
                    <a:pt x="141433" y="563569"/>
                  </a:lnTo>
                  <a:lnTo>
                    <a:pt x="180115" y="586157"/>
                  </a:lnTo>
                  <a:lnTo>
                    <a:pt x="222118" y="604371"/>
                  </a:lnTo>
                  <a:lnTo>
                    <a:pt x="267009" y="617839"/>
                  </a:lnTo>
                  <a:lnTo>
                    <a:pt x="314357" y="626192"/>
                  </a:lnTo>
                  <a:lnTo>
                    <a:pt x="363728" y="629059"/>
                  </a:lnTo>
                  <a:lnTo>
                    <a:pt x="413330" y="626192"/>
                  </a:lnTo>
                  <a:lnTo>
                    <a:pt x="460871" y="617839"/>
                  </a:lnTo>
                  <a:lnTo>
                    <a:pt x="505920" y="604371"/>
                  </a:lnTo>
                  <a:lnTo>
                    <a:pt x="548049" y="586157"/>
                  </a:lnTo>
                  <a:lnTo>
                    <a:pt x="586829" y="563569"/>
                  </a:lnTo>
                  <a:lnTo>
                    <a:pt x="621830" y="536977"/>
                  </a:lnTo>
                  <a:lnTo>
                    <a:pt x="652624" y="506752"/>
                  </a:lnTo>
                  <a:lnTo>
                    <a:pt x="678781" y="473264"/>
                  </a:lnTo>
                  <a:lnTo>
                    <a:pt x="699873" y="436884"/>
                  </a:lnTo>
                  <a:lnTo>
                    <a:pt x="715470" y="397982"/>
                  </a:lnTo>
                  <a:lnTo>
                    <a:pt x="725142" y="356929"/>
                  </a:lnTo>
                  <a:lnTo>
                    <a:pt x="728462" y="314095"/>
                  </a:lnTo>
                  <a:lnTo>
                    <a:pt x="725142" y="271461"/>
                  </a:lnTo>
                  <a:lnTo>
                    <a:pt x="715470" y="230574"/>
                  </a:lnTo>
                  <a:lnTo>
                    <a:pt x="699873" y="191808"/>
                  </a:lnTo>
                  <a:lnTo>
                    <a:pt x="678781" y="155537"/>
                  </a:lnTo>
                  <a:lnTo>
                    <a:pt x="652624" y="122134"/>
                  </a:lnTo>
                  <a:lnTo>
                    <a:pt x="621830" y="91972"/>
                  </a:lnTo>
                  <a:lnTo>
                    <a:pt x="586829" y="65426"/>
                  </a:lnTo>
                  <a:lnTo>
                    <a:pt x="548049" y="42869"/>
                  </a:lnTo>
                  <a:lnTo>
                    <a:pt x="505920" y="24674"/>
                  </a:lnTo>
                  <a:lnTo>
                    <a:pt x="460871" y="11215"/>
                  </a:lnTo>
                  <a:lnTo>
                    <a:pt x="413330" y="2866"/>
                  </a:lnTo>
                  <a:lnTo>
                    <a:pt x="363728" y="0"/>
                  </a:lnTo>
                </a:path>
              </a:pathLst>
            </a:custGeom>
            <a:ln w="296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4978448" y="1549546"/>
              <a:ext cx="728980" cy="629285"/>
            </a:xfrm>
            <a:custGeom>
              <a:avLst/>
              <a:gdLst/>
              <a:ahLst/>
              <a:cxnLst/>
              <a:rect l="l" t="t" r="r" b="b"/>
              <a:pathLst>
                <a:path w="728979" h="629285">
                  <a:moveTo>
                    <a:pt x="363728" y="0"/>
                  </a:moveTo>
                  <a:lnTo>
                    <a:pt x="314357" y="2866"/>
                  </a:lnTo>
                  <a:lnTo>
                    <a:pt x="267009" y="11215"/>
                  </a:lnTo>
                  <a:lnTo>
                    <a:pt x="222118" y="24674"/>
                  </a:lnTo>
                  <a:lnTo>
                    <a:pt x="180115" y="42869"/>
                  </a:lnTo>
                  <a:lnTo>
                    <a:pt x="141433" y="65426"/>
                  </a:lnTo>
                  <a:lnTo>
                    <a:pt x="106506" y="91972"/>
                  </a:lnTo>
                  <a:lnTo>
                    <a:pt x="75765" y="122134"/>
                  </a:lnTo>
                  <a:lnTo>
                    <a:pt x="49643" y="155537"/>
                  </a:lnTo>
                  <a:lnTo>
                    <a:pt x="28573" y="191808"/>
                  </a:lnTo>
                  <a:lnTo>
                    <a:pt x="12987" y="230574"/>
                  </a:lnTo>
                  <a:lnTo>
                    <a:pt x="3319" y="271461"/>
                  </a:lnTo>
                  <a:lnTo>
                    <a:pt x="0" y="314095"/>
                  </a:lnTo>
                  <a:lnTo>
                    <a:pt x="3319" y="356929"/>
                  </a:lnTo>
                  <a:lnTo>
                    <a:pt x="12987" y="397982"/>
                  </a:lnTo>
                  <a:lnTo>
                    <a:pt x="28573" y="436884"/>
                  </a:lnTo>
                  <a:lnTo>
                    <a:pt x="49643" y="473264"/>
                  </a:lnTo>
                  <a:lnTo>
                    <a:pt x="75765" y="506752"/>
                  </a:lnTo>
                  <a:lnTo>
                    <a:pt x="106506" y="536977"/>
                  </a:lnTo>
                  <a:lnTo>
                    <a:pt x="141433" y="563569"/>
                  </a:lnTo>
                  <a:lnTo>
                    <a:pt x="180115" y="586157"/>
                  </a:lnTo>
                  <a:lnTo>
                    <a:pt x="222118" y="604371"/>
                  </a:lnTo>
                  <a:lnTo>
                    <a:pt x="267009" y="617839"/>
                  </a:lnTo>
                  <a:lnTo>
                    <a:pt x="314357" y="626192"/>
                  </a:lnTo>
                  <a:lnTo>
                    <a:pt x="363728" y="629059"/>
                  </a:lnTo>
                  <a:lnTo>
                    <a:pt x="413330" y="626192"/>
                  </a:lnTo>
                  <a:lnTo>
                    <a:pt x="460871" y="617839"/>
                  </a:lnTo>
                  <a:lnTo>
                    <a:pt x="505920" y="604371"/>
                  </a:lnTo>
                  <a:lnTo>
                    <a:pt x="548049" y="586157"/>
                  </a:lnTo>
                  <a:lnTo>
                    <a:pt x="586829" y="563569"/>
                  </a:lnTo>
                  <a:lnTo>
                    <a:pt x="621830" y="536977"/>
                  </a:lnTo>
                  <a:lnTo>
                    <a:pt x="652624" y="506752"/>
                  </a:lnTo>
                  <a:lnTo>
                    <a:pt x="678781" y="473264"/>
                  </a:lnTo>
                  <a:lnTo>
                    <a:pt x="699873" y="436884"/>
                  </a:lnTo>
                  <a:lnTo>
                    <a:pt x="715470" y="397982"/>
                  </a:lnTo>
                  <a:lnTo>
                    <a:pt x="725142" y="356929"/>
                  </a:lnTo>
                  <a:lnTo>
                    <a:pt x="728462" y="314095"/>
                  </a:lnTo>
                  <a:lnTo>
                    <a:pt x="725142" y="271461"/>
                  </a:lnTo>
                  <a:lnTo>
                    <a:pt x="715470" y="230574"/>
                  </a:lnTo>
                  <a:lnTo>
                    <a:pt x="699873" y="191808"/>
                  </a:lnTo>
                  <a:lnTo>
                    <a:pt x="678781" y="155537"/>
                  </a:lnTo>
                  <a:lnTo>
                    <a:pt x="652624" y="122134"/>
                  </a:lnTo>
                  <a:lnTo>
                    <a:pt x="621830" y="91972"/>
                  </a:lnTo>
                  <a:lnTo>
                    <a:pt x="586829" y="65426"/>
                  </a:lnTo>
                  <a:lnTo>
                    <a:pt x="548049" y="42869"/>
                  </a:lnTo>
                  <a:lnTo>
                    <a:pt x="505920" y="24674"/>
                  </a:lnTo>
                  <a:lnTo>
                    <a:pt x="460871" y="11215"/>
                  </a:lnTo>
                  <a:lnTo>
                    <a:pt x="413330" y="2866"/>
                  </a:lnTo>
                  <a:lnTo>
                    <a:pt x="363728" y="0"/>
                  </a:lnTo>
                </a:path>
              </a:pathLst>
            </a:custGeom>
            <a:ln w="296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6087720" y="1563429"/>
              <a:ext cx="728980" cy="629285"/>
            </a:xfrm>
            <a:custGeom>
              <a:avLst/>
              <a:gdLst/>
              <a:ahLst/>
              <a:cxnLst/>
              <a:rect l="l" t="t" r="r" b="b"/>
              <a:pathLst>
                <a:path w="728979" h="629285">
                  <a:moveTo>
                    <a:pt x="363728" y="0"/>
                  </a:moveTo>
                  <a:lnTo>
                    <a:pt x="314357" y="2866"/>
                  </a:lnTo>
                  <a:lnTo>
                    <a:pt x="267009" y="11215"/>
                  </a:lnTo>
                  <a:lnTo>
                    <a:pt x="222118" y="24674"/>
                  </a:lnTo>
                  <a:lnTo>
                    <a:pt x="180115" y="42869"/>
                  </a:lnTo>
                  <a:lnTo>
                    <a:pt x="141433" y="65426"/>
                  </a:lnTo>
                  <a:lnTo>
                    <a:pt x="106506" y="91972"/>
                  </a:lnTo>
                  <a:lnTo>
                    <a:pt x="75765" y="122134"/>
                  </a:lnTo>
                  <a:lnTo>
                    <a:pt x="49643" y="155537"/>
                  </a:lnTo>
                  <a:lnTo>
                    <a:pt x="28573" y="191808"/>
                  </a:lnTo>
                  <a:lnTo>
                    <a:pt x="12987" y="230574"/>
                  </a:lnTo>
                  <a:lnTo>
                    <a:pt x="3319" y="271461"/>
                  </a:lnTo>
                  <a:lnTo>
                    <a:pt x="0" y="314095"/>
                  </a:lnTo>
                  <a:lnTo>
                    <a:pt x="3319" y="356929"/>
                  </a:lnTo>
                  <a:lnTo>
                    <a:pt x="12987" y="397982"/>
                  </a:lnTo>
                  <a:lnTo>
                    <a:pt x="28573" y="436884"/>
                  </a:lnTo>
                  <a:lnTo>
                    <a:pt x="49643" y="473264"/>
                  </a:lnTo>
                  <a:lnTo>
                    <a:pt x="75765" y="506752"/>
                  </a:lnTo>
                  <a:lnTo>
                    <a:pt x="106506" y="536977"/>
                  </a:lnTo>
                  <a:lnTo>
                    <a:pt x="141433" y="563569"/>
                  </a:lnTo>
                  <a:lnTo>
                    <a:pt x="180115" y="586157"/>
                  </a:lnTo>
                  <a:lnTo>
                    <a:pt x="222118" y="604371"/>
                  </a:lnTo>
                  <a:lnTo>
                    <a:pt x="267009" y="617839"/>
                  </a:lnTo>
                  <a:lnTo>
                    <a:pt x="314357" y="626192"/>
                  </a:lnTo>
                  <a:lnTo>
                    <a:pt x="363728" y="629059"/>
                  </a:lnTo>
                  <a:lnTo>
                    <a:pt x="413330" y="626192"/>
                  </a:lnTo>
                  <a:lnTo>
                    <a:pt x="460871" y="617839"/>
                  </a:lnTo>
                  <a:lnTo>
                    <a:pt x="505920" y="604371"/>
                  </a:lnTo>
                  <a:lnTo>
                    <a:pt x="548049" y="586157"/>
                  </a:lnTo>
                  <a:lnTo>
                    <a:pt x="586829" y="563569"/>
                  </a:lnTo>
                  <a:lnTo>
                    <a:pt x="621830" y="536977"/>
                  </a:lnTo>
                  <a:lnTo>
                    <a:pt x="652624" y="506752"/>
                  </a:lnTo>
                  <a:lnTo>
                    <a:pt x="678781" y="473264"/>
                  </a:lnTo>
                  <a:lnTo>
                    <a:pt x="699873" y="436884"/>
                  </a:lnTo>
                  <a:lnTo>
                    <a:pt x="715470" y="397982"/>
                  </a:lnTo>
                  <a:lnTo>
                    <a:pt x="725142" y="356929"/>
                  </a:lnTo>
                  <a:lnTo>
                    <a:pt x="728462" y="314095"/>
                  </a:lnTo>
                  <a:lnTo>
                    <a:pt x="725142" y="271461"/>
                  </a:lnTo>
                  <a:lnTo>
                    <a:pt x="715470" y="230574"/>
                  </a:lnTo>
                  <a:lnTo>
                    <a:pt x="699873" y="191808"/>
                  </a:lnTo>
                  <a:lnTo>
                    <a:pt x="678781" y="155537"/>
                  </a:lnTo>
                  <a:lnTo>
                    <a:pt x="652624" y="122134"/>
                  </a:lnTo>
                  <a:lnTo>
                    <a:pt x="621830" y="91972"/>
                  </a:lnTo>
                  <a:lnTo>
                    <a:pt x="586829" y="65426"/>
                  </a:lnTo>
                  <a:lnTo>
                    <a:pt x="548049" y="42869"/>
                  </a:lnTo>
                  <a:lnTo>
                    <a:pt x="505920" y="24674"/>
                  </a:lnTo>
                  <a:lnTo>
                    <a:pt x="460871" y="11215"/>
                  </a:lnTo>
                  <a:lnTo>
                    <a:pt x="413330" y="2866"/>
                  </a:lnTo>
                  <a:lnTo>
                    <a:pt x="363728" y="0"/>
                  </a:lnTo>
                </a:path>
              </a:pathLst>
            </a:custGeom>
            <a:ln w="296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6087720" y="2535217"/>
              <a:ext cx="728980" cy="629285"/>
            </a:xfrm>
            <a:custGeom>
              <a:avLst/>
              <a:gdLst/>
              <a:ahLst/>
              <a:cxnLst/>
              <a:rect l="l" t="t" r="r" b="b"/>
              <a:pathLst>
                <a:path w="728979" h="629285">
                  <a:moveTo>
                    <a:pt x="363728" y="0"/>
                  </a:moveTo>
                  <a:lnTo>
                    <a:pt x="314357" y="2866"/>
                  </a:lnTo>
                  <a:lnTo>
                    <a:pt x="267009" y="11215"/>
                  </a:lnTo>
                  <a:lnTo>
                    <a:pt x="222118" y="24674"/>
                  </a:lnTo>
                  <a:lnTo>
                    <a:pt x="180115" y="42869"/>
                  </a:lnTo>
                  <a:lnTo>
                    <a:pt x="141433" y="65426"/>
                  </a:lnTo>
                  <a:lnTo>
                    <a:pt x="106506" y="91972"/>
                  </a:lnTo>
                  <a:lnTo>
                    <a:pt x="75765" y="122134"/>
                  </a:lnTo>
                  <a:lnTo>
                    <a:pt x="49643" y="155537"/>
                  </a:lnTo>
                  <a:lnTo>
                    <a:pt x="28573" y="191808"/>
                  </a:lnTo>
                  <a:lnTo>
                    <a:pt x="12987" y="230574"/>
                  </a:lnTo>
                  <a:lnTo>
                    <a:pt x="3319" y="271461"/>
                  </a:lnTo>
                  <a:lnTo>
                    <a:pt x="0" y="314095"/>
                  </a:lnTo>
                  <a:lnTo>
                    <a:pt x="3319" y="356929"/>
                  </a:lnTo>
                  <a:lnTo>
                    <a:pt x="12987" y="397982"/>
                  </a:lnTo>
                  <a:lnTo>
                    <a:pt x="28573" y="436884"/>
                  </a:lnTo>
                  <a:lnTo>
                    <a:pt x="49643" y="473264"/>
                  </a:lnTo>
                  <a:lnTo>
                    <a:pt x="75765" y="506752"/>
                  </a:lnTo>
                  <a:lnTo>
                    <a:pt x="106506" y="536977"/>
                  </a:lnTo>
                  <a:lnTo>
                    <a:pt x="141433" y="563569"/>
                  </a:lnTo>
                  <a:lnTo>
                    <a:pt x="180115" y="586157"/>
                  </a:lnTo>
                  <a:lnTo>
                    <a:pt x="222118" y="604371"/>
                  </a:lnTo>
                  <a:lnTo>
                    <a:pt x="267009" y="617839"/>
                  </a:lnTo>
                  <a:lnTo>
                    <a:pt x="314357" y="626192"/>
                  </a:lnTo>
                  <a:lnTo>
                    <a:pt x="363728" y="629059"/>
                  </a:lnTo>
                  <a:lnTo>
                    <a:pt x="413330" y="626192"/>
                  </a:lnTo>
                  <a:lnTo>
                    <a:pt x="460871" y="617839"/>
                  </a:lnTo>
                  <a:lnTo>
                    <a:pt x="505920" y="604371"/>
                  </a:lnTo>
                  <a:lnTo>
                    <a:pt x="548049" y="586157"/>
                  </a:lnTo>
                  <a:lnTo>
                    <a:pt x="586829" y="563569"/>
                  </a:lnTo>
                  <a:lnTo>
                    <a:pt x="621830" y="536977"/>
                  </a:lnTo>
                  <a:lnTo>
                    <a:pt x="652624" y="506752"/>
                  </a:lnTo>
                  <a:lnTo>
                    <a:pt x="678781" y="473264"/>
                  </a:lnTo>
                  <a:lnTo>
                    <a:pt x="699873" y="436884"/>
                  </a:lnTo>
                  <a:lnTo>
                    <a:pt x="715470" y="397982"/>
                  </a:lnTo>
                  <a:lnTo>
                    <a:pt x="725142" y="356929"/>
                  </a:lnTo>
                  <a:lnTo>
                    <a:pt x="728462" y="314095"/>
                  </a:lnTo>
                  <a:lnTo>
                    <a:pt x="725142" y="271461"/>
                  </a:lnTo>
                  <a:lnTo>
                    <a:pt x="715470" y="230574"/>
                  </a:lnTo>
                  <a:lnTo>
                    <a:pt x="699873" y="191808"/>
                  </a:lnTo>
                  <a:lnTo>
                    <a:pt x="678781" y="155537"/>
                  </a:lnTo>
                  <a:lnTo>
                    <a:pt x="652624" y="122134"/>
                  </a:lnTo>
                  <a:lnTo>
                    <a:pt x="621830" y="91972"/>
                  </a:lnTo>
                  <a:lnTo>
                    <a:pt x="586829" y="65426"/>
                  </a:lnTo>
                  <a:lnTo>
                    <a:pt x="548049" y="42869"/>
                  </a:lnTo>
                  <a:lnTo>
                    <a:pt x="505920" y="24674"/>
                  </a:lnTo>
                  <a:lnTo>
                    <a:pt x="460871" y="11215"/>
                  </a:lnTo>
                  <a:lnTo>
                    <a:pt x="413330" y="2866"/>
                  </a:lnTo>
                  <a:lnTo>
                    <a:pt x="363728" y="0"/>
                  </a:lnTo>
                </a:path>
              </a:pathLst>
            </a:custGeom>
            <a:ln w="296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6087720" y="3520888"/>
              <a:ext cx="728980" cy="629285"/>
            </a:xfrm>
            <a:custGeom>
              <a:avLst/>
              <a:gdLst/>
              <a:ahLst/>
              <a:cxnLst/>
              <a:rect l="l" t="t" r="r" b="b"/>
              <a:pathLst>
                <a:path w="728979" h="629285">
                  <a:moveTo>
                    <a:pt x="363728" y="0"/>
                  </a:moveTo>
                  <a:lnTo>
                    <a:pt x="314357" y="2866"/>
                  </a:lnTo>
                  <a:lnTo>
                    <a:pt x="267009" y="11215"/>
                  </a:lnTo>
                  <a:lnTo>
                    <a:pt x="222118" y="24674"/>
                  </a:lnTo>
                  <a:lnTo>
                    <a:pt x="180115" y="42869"/>
                  </a:lnTo>
                  <a:lnTo>
                    <a:pt x="141433" y="65426"/>
                  </a:lnTo>
                  <a:lnTo>
                    <a:pt x="106506" y="91972"/>
                  </a:lnTo>
                  <a:lnTo>
                    <a:pt x="75765" y="122134"/>
                  </a:lnTo>
                  <a:lnTo>
                    <a:pt x="49643" y="155537"/>
                  </a:lnTo>
                  <a:lnTo>
                    <a:pt x="28573" y="191808"/>
                  </a:lnTo>
                  <a:lnTo>
                    <a:pt x="12987" y="230574"/>
                  </a:lnTo>
                  <a:lnTo>
                    <a:pt x="3319" y="271461"/>
                  </a:lnTo>
                  <a:lnTo>
                    <a:pt x="0" y="314095"/>
                  </a:lnTo>
                  <a:lnTo>
                    <a:pt x="3319" y="356929"/>
                  </a:lnTo>
                  <a:lnTo>
                    <a:pt x="12987" y="397982"/>
                  </a:lnTo>
                  <a:lnTo>
                    <a:pt x="28573" y="436884"/>
                  </a:lnTo>
                  <a:lnTo>
                    <a:pt x="49643" y="473264"/>
                  </a:lnTo>
                  <a:lnTo>
                    <a:pt x="75765" y="506752"/>
                  </a:lnTo>
                  <a:lnTo>
                    <a:pt x="106506" y="536977"/>
                  </a:lnTo>
                  <a:lnTo>
                    <a:pt x="141433" y="563569"/>
                  </a:lnTo>
                  <a:lnTo>
                    <a:pt x="180115" y="586157"/>
                  </a:lnTo>
                  <a:lnTo>
                    <a:pt x="222118" y="604371"/>
                  </a:lnTo>
                  <a:lnTo>
                    <a:pt x="267009" y="617839"/>
                  </a:lnTo>
                  <a:lnTo>
                    <a:pt x="314357" y="626192"/>
                  </a:lnTo>
                  <a:lnTo>
                    <a:pt x="363728" y="629059"/>
                  </a:lnTo>
                  <a:lnTo>
                    <a:pt x="413330" y="626192"/>
                  </a:lnTo>
                  <a:lnTo>
                    <a:pt x="460871" y="617839"/>
                  </a:lnTo>
                  <a:lnTo>
                    <a:pt x="505920" y="604371"/>
                  </a:lnTo>
                  <a:lnTo>
                    <a:pt x="548049" y="586157"/>
                  </a:lnTo>
                  <a:lnTo>
                    <a:pt x="586829" y="563569"/>
                  </a:lnTo>
                  <a:lnTo>
                    <a:pt x="621830" y="536977"/>
                  </a:lnTo>
                  <a:lnTo>
                    <a:pt x="652624" y="506752"/>
                  </a:lnTo>
                  <a:lnTo>
                    <a:pt x="678781" y="473264"/>
                  </a:lnTo>
                  <a:lnTo>
                    <a:pt x="699873" y="436884"/>
                  </a:lnTo>
                  <a:lnTo>
                    <a:pt x="715470" y="397982"/>
                  </a:lnTo>
                  <a:lnTo>
                    <a:pt x="725142" y="356929"/>
                  </a:lnTo>
                  <a:lnTo>
                    <a:pt x="728462" y="314095"/>
                  </a:lnTo>
                  <a:lnTo>
                    <a:pt x="725142" y="271461"/>
                  </a:lnTo>
                  <a:lnTo>
                    <a:pt x="715470" y="230574"/>
                  </a:lnTo>
                  <a:lnTo>
                    <a:pt x="699873" y="191808"/>
                  </a:lnTo>
                  <a:lnTo>
                    <a:pt x="678781" y="155537"/>
                  </a:lnTo>
                  <a:lnTo>
                    <a:pt x="652624" y="122134"/>
                  </a:lnTo>
                  <a:lnTo>
                    <a:pt x="621830" y="91972"/>
                  </a:lnTo>
                  <a:lnTo>
                    <a:pt x="586829" y="65426"/>
                  </a:lnTo>
                  <a:lnTo>
                    <a:pt x="548049" y="42869"/>
                  </a:lnTo>
                  <a:lnTo>
                    <a:pt x="505920" y="24674"/>
                  </a:lnTo>
                  <a:lnTo>
                    <a:pt x="460871" y="11215"/>
                  </a:lnTo>
                  <a:lnTo>
                    <a:pt x="413330" y="2866"/>
                  </a:lnTo>
                  <a:lnTo>
                    <a:pt x="363728" y="0"/>
                  </a:lnTo>
                </a:path>
              </a:pathLst>
            </a:custGeom>
            <a:ln w="296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2743827" y="3534770"/>
              <a:ext cx="728980" cy="629285"/>
            </a:xfrm>
            <a:custGeom>
              <a:avLst/>
              <a:gdLst/>
              <a:ahLst/>
              <a:cxnLst/>
              <a:rect l="l" t="t" r="r" b="b"/>
              <a:pathLst>
                <a:path w="728979" h="629285">
                  <a:moveTo>
                    <a:pt x="363728" y="0"/>
                  </a:moveTo>
                  <a:lnTo>
                    <a:pt x="314357" y="2866"/>
                  </a:lnTo>
                  <a:lnTo>
                    <a:pt x="267009" y="11215"/>
                  </a:lnTo>
                  <a:lnTo>
                    <a:pt x="222118" y="24674"/>
                  </a:lnTo>
                  <a:lnTo>
                    <a:pt x="180115" y="42869"/>
                  </a:lnTo>
                  <a:lnTo>
                    <a:pt x="141433" y="65426"/>
                  </a:lnTo>
                  <a:lnTo>
                    <a:pt x="106506" y="91972"/>
                  </a:lnTo>
                  <a:lnTo>
                    <a:pt x="75765" y="122134"/>
                  </a:lnTo>
                  <a:lnTo>
                    <a:pt x="49643" y="155537"/>
                  </a:lnTo>
                  <a:lnTo>
                    <a:pt x="28573" y="191808"/>
                  </a:lnTo>
                  <a:lnTo>
                    <a:pt x="12987" y="230574"/>
                  </a:lnTo>
                  <a:lnTo>
                    <a:pt x="3319" y="271461"/>
                  </a:lnTo>
                  <a:lnTo>
                    <a:pt x="0" y="314095"/>
                  </a:lnTo>
                  <a:lnTo>
                    <a:pt x="3319" y="356929"/>
                  </a:lnTo>
                  <a:lnTo>
                    <a:pt x="12987" y="397982"/>
                  </a:lnTo>
                  <a:lnTo>
                    <a:pt x="28573" y="436884"/>
                  </a:lnTo>
                  <a:lnTo>
                    <a:pt x="49643" y="473264"/>
                  </a:lnTo>
                  <a:lnTo>
                    <a:pt x="75765" y="506752"/>
                  </a:lnTo>
                  <a:lnTo>
                    <a:pt x="106506" y="536977"/>
                  </a:lnTo>
                  <a:lnTo>
                    <a:pt x="141433" y="563569"/>
                  </a:lnTo>
                  <a:lnTo>
                    <a:pt x="180115" y="586157"/>
                  </a:lnTo>
                  <a:lnTo>
                    <a:pt x="222118" y="604371"/>
                  </a:lnTo>
                  <a:lnTo>
                    <a:pt x="267009" y="617839"/>
                  </a:lnTo>
                  <a:lnTo>
                    <a:pt x="314357" y="626192"/>
                  </a:lnTo>
                  <a:lnTo>
                    <a:pt x="363728" y="629059"/>
                  </a:lnTo>
                  <a:lnTo>
                    <a:pt x="413330" y="626192"/>
                  </a:lnTo>
                  <a:lnTo>
                    <a:pt x="460871" y="617839"/>
                  </a:lnTo>
                  <a:lnTo>
                    <a:pt x="505920" y="604371"/>
                  </a:lnTo>
                  <a:lnTo>
                    <a:pt x="548049" y="586157"/>
                  </a:lnTo>
                  <a:lnTo>
                    <a:pt x="586829" y="563569"/>
                  </a:lnTo>
                  <a:lnTo>
                    <a:pt x="621830" y="536977"/>
                  </a:lnTo>
                  <a:lnTo>
                    <a:pt x="652624" y="506752"/>
                  </a:lnTo>
                  <a:lnTo>
                    <a:pt x="678781" y="473264"/>
                  </a:lnTo>
                  <a:lnTo>
                    <a:pt x="699873" y="436884"/>
                  </a:lnTo>
                  <a:lnTo>
                    <a:pt x="715470" y="397982"/>
                  </a:lnTo>
                  <a:lnTo>
                    <a:pt x="725142" y="356929"/>
                  </a:lnTo>
                  <a:lnTo>
                    <a:pt x="728462" y="314095"/>
                  </a:lnTo>
                  <a:lnTo>
                    <a:pt x="725142" y="271461"/>
                  </a:lnTo>
                  <a:lnTo>
                    <a:pt x="715470" y="230574"/>
                  </a:lnTo>
                  <a:lnTo>
                    <a:pt x="699873" y="191808"/>
                  </a:lnTo>
                  <a:lnTo>
                    <a:pt x="678781" y="155537"/>
                  </a:lnTo>
                  <a:lnTo>
                    <a:pt x="652624" y="122134"/>
                  </a:lnTo>
                  <a:lnTo>
                    <a:pt x="621830" y="91972"/>
                  </a:lnTo>
                  <a:lnTo>
                    <a:pt x="586829" y="65426"/>
                  </a:lnTo>
                  <a:lnTo>
                    <a:pt x="548049" y="42869"/>
                  </a:lnTo>
                  <a:lnTo>
                    <a:pt x="505920" y="24674"/>
                  </a:lnTo>
                  <a:lnTo>
                    <a:pt x="460871" y="11215"/>
                  </a:lnTo>
                  <a:lnTo>
                    <a:pt x="413330" y="2866"/>
                  </a:lnTo>
                  <a:lnTo>
                    <a:pt x="363728" y="0"/>
                  </a:lnTo>
                </a:path>
              </a:pathLst>
            </a:custGeom>
            <a:ln w="296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3853099" y="3548653"/>
              <a:ext cx="728980" cy="629285"/>
            </a:xfrm>
            <a:custGeom>
              <a:avLst/>
              <a:gdLst/>
              <a:ahLst/>
              <a:cxnLst/>
              <a:rect l="l" t="t" r="r" b="b"/>
              <a:pathLst>
                <a:path w="728979" h="629285">
                  <a:moveTo>
                    <a:pt x="363728" y="0"/>
                  </a:moveTo>
                  <a:lnTo>
                    <a:pt x="314357" y="2866"/>
                  </a:lnTo>
                  <a:lnTo>
                    <a:pt x="267009" y="11215"/>
                  </a:lnTo>
                  <a:lnTo>
                    <a:pt x="222118" y="24674"/>
                  </a:lnTo>
                  <a:lnTo>
                    <a:pt x="180115" y="42869"/>
                  </a:lnTo>
                  <a:lnTo>
                    <a:pt x="141433" y="65426"/>
                  </a:lnTo>
                  <a:lnTo>
                    <a:pt x="106506" y="91972"/>
                  </a:lnTo>
                  <a:lnTo>
                    <a:pt x="75765" y="122134"/>
                  </a:lnTo>
                  <a:lnTo>
                    <a:pt x="49643" y="155537"/>
                  </a:lnTo>
                  <a:lnTo>
                    <a:pt x="28573" y="191808"/>
                  </a:lnTo>
                  <a:lnTo>
                    <a:pt x="12987" y="230574"/>
                  </a:lnTo>
                  <a:lnTo>
                    <a:pt x="3319" y="271461"/>
                  </a:lnTo>
                  <a:lnTo>
                    <a:pt x="0" y="314095"/>
                  </a:lnTo>
                  <a:lnTo>
                    <a:pt x="3319" y="356929"/>
                  </a:lnTo>
                  <a:lnTo>
                    <a:pt x="12987" y="397982"/>
                  </a:lnTo>
                  <a:lnTo>
                    <a:pt x="28573" y="436884"/>
                  </a:lnTo>
                  <a:lnTo>
                    <a:pt x="49643" y="473264"/>
                  </a:lnTo>
                  <a:lnTo>
                    <a:pt x="75765" y="506752"/>
                  </a:lnTo>
                  <a:lnTo>
                    <a:pt x="106506" y="536977"/>
                  </a:lnTo>
                  <a:lnTo>
                    <a:pt x="141433" y="563569"/>
                  </a:lnTo>
                  <a:lnTo>
                    <a:pt x="180115" y="586157"/>
                  </a:lnTo>
                  <a:lnTo>
                    <a:pt x="222118" y="604371"/>
                  </a:lnTo>
                  <a:lnTo>
                    <a:pt x="267009" y="617839"/>
                  </a:lnTo>
                  <a:lnTo>
                    <a:pt x="314357" y="626192"/>
                  </a:lnTo>
                  <a:lnTo>
                    <a:pt x="363728" y="629059"/>
                  </a:lnTo>
                  <a:lnTo>
                    <a:pt x="413330" y="626192"/>
                  </a:lnTo>
                  <a:lnTo>
                    <a:pt x="460871" y="617839"/>
                  </a:lnTo>
                  <a:lnTo>
                    <a:pt x="505920" y="604371"/>
                  </a:lnTo>
                  <a:lnTo>
                    <a:pt x="548049" y="586157"/>
                  </a:lnTo>
                  <a:lnTo>
                    <a:pt x="586829" y="563569"/>
                  </a:lnTo>
                  <a:lnTo>
                    <a:pt x="621830" y="536977"/>
                  </a:lnTo>
                  <a:lnTo>
                    <a:pt x="652624" y="506752"/>
                  </a:lnTo>
                  <a:lnTo>
                    <a:pt x="678781" y="473264"/>
                  </a:lnTo>
                  <a:lnTo>
                    <a:pt x="699873" y="436884"/>
                  </a:lnTo>
                  <a:lnTo>
                    <a:pt x="715470" y="397982"/>
                  </a:lnTo>
                  <a:lnTo>
                    <a:pt x="725142" y="356929"/>
                  </a:lnTo>
                  <a:lnTo>
                    <a:pt x="728462" y="314095"/>
                  </a:lnTo>
                  <a:lnTo>
                    <a:pt x="725142" y="271461"/>
                  </a:lnTo>
                  <a:lnTo>
                    <a:pt x="715470" y="230574"/>
                  </a:lnTo>
                  <a:lnTo>
                    <a:pt x="699873" y="191808"/>
                  </a:lnTo>
                  <a:lnTo>
                    <a:pt x="678781" y="155537"/>
                  </a:lnTo>
                  <a:lnTo>
                    <a:pt x="652624" y="122134"/>
                  </a:lnTo>
                  <a:lnTo>
                    <a:pt x="621830" y="91972"/>
                  </a:lnTo>
                  <a:lnTo>
                    <a:pt x="586829" y="65426"/>
                  </a:lnTo>
                  <a:lnTo>
                    <a:pt x="548049" y="42869"/>
                  </a:lnTo>
                  <a:lnTo>
                    <a:pt x="505920" y="24674"/>
                  </a:lnTo>
                  <a:lnTo>
                    <a:pt x="460871" y="11215"/>
                  </a:lnTo>
                  <a:lnTo>
                    <a:pt x="413330" y="2866"/>
                  </a:lnTo>
                  <a:lnTo>
                    <a:pt x="363728" y="0"/>
                  </a:lnTo>
                </a:path>
              </a:pathLst>
            </a:custGeom>
            <a:ln w="296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4978448" y="3534770"/>
              <a:ext cx="728980" cy="629285"/>
            </a:xfrm>
            <a:custGeom>
              <a:avLst/>
              <a:gdLst/>
              <a:ahLst/>
              <a:cxnLst/>
              <a:rect l="l" t="t" r="r" b="b"/>
              <a:pathLst>
                <a:path w="728979" h="629285">
                  <a:moveTo>
                    <a:pt x="363728" y="0"/>
                  </a:moveTo>
                  <a:lnTo>
                    <a:pt x="314357" y="2866"/>
                  </a:lnTo>
                  <a:lnTo>
                    <a:pt x="267009" y="11215"/>
                  </a:lnTo>
                  <a:lnTo>
                    <a:pt x="222118" y="24674"/>
                  </a:lnTo>
                  <a:lnTo>
                    <a:pt x="180115" y="42869"/>
                  </a:lnTo>
                  <a:lnTo>
                    <a:pt x="141433" y="65426"/>
                  </a:lnTo>
                  <a:lnTo>
                    <a:pt x="106506" y="91972"/>
                  </a:lnTo>
                  <a:lnTo>
                    <a:pt x="75765" y="122134"/>
                  </a:lnTo>
                  <a:lnTo>
                    <a:pt x="49643" y="155537"/>
                  </a:lnTo>
                  <a:lnTo>
                    <a:pt x="28573" y="191808"/>
                  </a:lnTo>
                  <a:lnTo>
                    <a:pt x="12987" y="230574"/>
                  </a:lnTo>
                  <a:lnTo>
                    <a:pt x="3319" y="271461"/>
                  </a:lnTo>
                  <a:lnTo>
                    <a:pt x="0" y="314095"/>
                  </a:lnTo>
                  <a:lnTo>
                    <a:pt x="3319" y="356929"/>
                  </a:lnTo>
                  <a:lnTo>
                    <a:pt x="12987" y="397982"/>
                  </a:lnTo>
                  <a:lnTo>
                    <a:pt x="28573" y="436884"/>
                  </a:lnTo>
                  <a:lnTo>
                    <a:pt x="49643" y="473264"/>
                  </a:lnTo>
                  <a:lnTo>
                    <a:pt x="75765" y="506752"/>
                  </a:lnTo>
                  <a:lnTo>
                    <a:pt x="106506" y="536977"/>
                  </a:lnTo>
                  <a:lnTo>
                    <a:pt x="141433" y="563569"/>
                  </a:lnTo>
                  <a:lnTo>
                    <a:pt x="180115" y="586157"/>
                  </a:lnTo>
                  <a:lnTo>
                    <a:pt x="222118" y="604371"/>
                  </a:lnTo>
                  <a:lnTo>
                    <a:pt x="267009" y="617839"/>
                  </a:lnTo>
                  <a:lnTo>
                    <a:pt x="314357" y="626192"/>
                  </a:lnTo>
                  <a:lnTo>
                    <a:pt x="363728" y="629059"/>
                  </a:lnTo>
                  <a:lnTo>
                    <a:pt x="413330" y="626192"/>
                  </a:lnTo>
                  <a:lnTo>
                    <a:pt x="460871" y="617839"/>
                  </a:lnTo>
                  <a:lnTo>
                    <a:pt x="505920" y="604371"/>
                  </a:lnTo>
                  <a:lnTo>
                    <a:pt x="548049" y="586157"/>
                  </a:lnTo>
                  <a:lnTo>
                    <a:pt x="586829" y="563569"/>
                  </a:lnTo>
                  <a:lnTo>
                    <a:pt x="621830" y="536977"/>
                  </a:lnTo>
                  <a:lnTo>
                    <a:pt x="652624" y="506752"/>
                  </a:lnTo>
                  <a:lnTo>
                    <a:pt x="678781" y="473264"/>
                  </a:lnTo>
                  <a:lnTo>
                    <a:pt x="699873" y="436884"/>
                  </a:lnTo>
                  <a:lnTo>
                    <a:pt x="715470" y="397982"/>
                  </a:lnTo>
                  <a:lnTo>
                    <a:pt x="725142" y="356929"/>
                  </a:lnTo>
                  <a:lnTo>
                    <a:pt x="728462" y="314095"/>
                  </a:lnTo>
                  <a:lnTo>
                    <a:pt x="725142" y="271461"/>
                  </a:lnTo>
                  <a:lnTo>
                    <a:pt x="715470" y="230574"/>
                  </a:lnTo>
                  <a:lnTo>
                    <a:pt x="699873" y="191808"/>
                  </a:lnTo>
                  <a:lnTo>
                    <a:pt x="678781" y="155537"/>
                  </a:lnTo>
                  <a:lnTo>
                    <a:pt x="652624" y="122134"/>
                  </a:lnTo>
                  <a:lnTo>
                    <a:pt x="621830" y="91972"/>
                  </a:lnTo>
                  <a:lnTo>
                    <a:pt x="586829" y="65426"/>
                  </a:lnTo>
                  <a:lnTo>
                    <a:pt x="548049" y="42869"/>
                  </a:lnTo>
                  <a:lnTo>
                    <a:pt x="505920" y="24674"/>
                  </a:lnTo>
                  <a:lnTo>
                    <a:pt x="460871" y="11215"/>
                  </a:lnTo>
                  <a:lnTo>
                    <a:pt x="413330" y="2866"/>
                  </a:lnTo>
                  <a:lnTo>
                    <a:pt x="363728" y="0"/>
                  </a:lnTo>
                </a:path>
              </a:pathLst>
            </a:custGeom>
            <a:ln w="296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2743827" y="2535217"/>
              <a:ext cx="728980" cy="629285"/>
            </a:xfrm>
            <a:custGeom>
              <a:avLst/>
              <a:gdLst/>
              <a:ahLst/>
              <a:cxnLst/>
              <a:rect l="l" t="t" r="r" b="b"/>
              <a:pathLst>
                <a:path w="728979" h="629285">
                  <a:moveTo>
                    <a:pt x="363728" y="0"/>
                  </a:moveTo>
                  <a:lnTo>
                    <a:pt x="314357" y="2866"/>
                  </a:lnTo>
                  <a:lnTo>
                    <a:pt x="267009" y="11215"/>
                  </a:lnTo>
                  <a:lnTo>
                    <a:pt x="222118" y="24674"/>
                  </a:lnTo>
                  <a:lnTo>
                    <a:pt x="180115" y="42869"/>
                  </a:lnTo>
                  <a:lnTo>
                    <a:pt x="141433" y="65426"/>
                  </a:lnTo>
                  <a:lnTo>
                    <a:pt x="106506" y="91972"/>
                  </a:lnTo>
                  <a:lnTo>
                    <a:pt x="75765" y="122134"/>
                  </a:lnTo>
                  <a:lnTo>
                    <a:pt x="49643" y="155537"/>
                  </a:lnTo>
                  <a:lnTo>
                    <a:pt x="28573" y="191808"/>
                  </a:lnTo>
                  <a:lnTo>
                    <a:pt x="12987" y="230574"/>
                  </a:lnTo>
                  <a:lnTo>
                    <a:pt x="3319" y="271461"/>
                  </a:lnTo>
                  <a:lnTo>
                    <a:pt x="0" y="314095"/>
                  </a:lnTo>
                  <a:lnTo>
                    <a:pt x="3319" y="356929"/>
                  </a:lnTo>
                  <a:lnTo>
                    <a:pt x="12987" y="397982"/>
                  </a:lnTo>
                  <a:lnTo>
                    <a:pt x="28573" y="436884"/>
                  </a:lnTo>
                  <a:lnTo>
                    <a:pt x="49643" y="473264"/>
                  </a:lnTo>
                  <a:lnTo>
                    <a:pt x="75765" y="506752"/>
                  </a:lnTo>
                  <a:lnTo>
                    <a:pt x="106506" y="536977"/>
                  </a:lnTo>
                  <a:lnTo>
                    <a:pt x="141433" y="563569"/>
                  </a:lnTo>
                  <a:lnTo>
                    <a:pt x="180115" y="586157"/>
                  </a:lnTo>
                  <a:lnTo>
                    <a:pt x="222118" y="604371"/>
                  </a:lnTo>
                  <a:lnTo>
                    <a:pt x="267009" y="617839"/>
                  </a:lnTo>
                  <a:lnTo>
                    <a:pt x="314357" y="626192"/>
                  </a:lnTo>
                  <a:lnTo>
                    <a:pt x="363728" y="629059"/>
                  </a:lnTo>
                  <a:lnTo>
                    <a:pt x="413330" y="626192"/>
                  </a:lnTo>
                  <a:lnTo>
                    <a:pt x="460871" y="617839"/>
                  </a:lnTo>
                  <a:lnTo>
                    <a:pt x="505920" y="604371"/>
                  </a:lnTo>
                  <a:lnTo>
                    <a:pt x="548049" y="586157"/>
                  </a:lnTo>
                  <a:lnTo>
                    <a:pt x="586829" y="563569"/>
                  </a:lnTo>
                  <a:lnTo>
                    <a:pt x="621830" y="536977"/>
                  </a:lnTo>
                  <a:lnTo>
                    <a:pt x="652624" y="506752"/>
                  </a:lnTo>
                  <a:lnTo>
                    <a:pt x="678781" y="473264"/>
                  </a:lnTo>
                  <a:lnTo>
                    <a:pt x="699873" y="436884"/>
                  </a:lnTo>
                  <a:lnTo>
                    <a:pt x="715470" y="397982"/>
                  </a:lnTo>
                  <a:lnTo>
                    <a:pt x="725142" y="356929"/>
                  </a:lnTo>
                  <a:lnTo>
                    <a:pt x="728462" y="314095"/>
                  </a:lnTo>
                  <a:lnTo>
                    <a:pt x="725142" y="271461"/>
                  </a:lnTo>
                  <a:lnTo>
                    <a:pt x="715470" y="230574"/>
                  </a:lnTo>
                  <a:lnTo>
                    <a:pt x="699873" y="191808"/>
                  </a:lnTo>
                  <a:lnTo>
                    <a:pt x="678781" y="155537"/>
                  </a:lnTo>
                  <a:lnTo>
                    <a:pt x="652624" y="122134"/>
                  </a:lnTo>
                  <a:lnTo>
                    <a:pt x="621830" y="91972"/>
                  </a:lnTo>
                  <a:lnTo>
                    <a:pt x="586829" y="65426"/>
                  </a:lnTo>
                  <a:lnTo>
                    <a:pt x="548049" y="42869"/>
                  </a:lnTo>
                  <a:lnTo>
                    <a:pt x="505920" y="24674"/>
                  </a:lnTo>
                  <a:lnTo>
                    <a:pt x="460871" y="11215"/>
                  </a:lnTo>
                  <a:lnTo>
                    <a:pt x="413330" y="2866"/>
                  </a:lnTo>
                  <a:lnTo>
                    <a:pt x="363728" y="0"/>
                  </a:lnTo>
                </a:path>
              </a:pathLst>
            </a:custGeom>
            <a:ln w="296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2" name="object 2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70372" y="1828873"/>
              <a:ext cx="396764" cy="64331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63407" y="2169762"/>
              <a:ext cx="74229" cy="365684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63407" y="3169315"/>
              <a:ext cx="74229" cy="365684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60261" y="3800214"/>
              <a:ext cx="397769" cy="64332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4558" y="3800215"/>
              <a:ext cx="397769" cy="64331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99907" y="3800215"/>
              <a:ext cx="397769" cy="64331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28401" y="3169253"/>
              <a:ext cx="74229" cy="346595"/>
            </a:xfrm>
            <a:prstGeom prst="rect">
              <a:avLst/>
            </a:prstGeom>
          </p:spPr>
        </p:pic>
        <p:pic>
          <p:nvPicPr>
            <p:cNvPr id="259" name="object 25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28402" y="2179244"/>
              <a:ext cx="74228" cy="345727"/>
            </a:xfrm>
            <a:prstGeom prst="rect">
              <a:avLst/>
            </a:prstGeom>
          </p:spPr>
        </p:pic>
        <p:pic>
          <p:nvPicPr>
            <p:cNvPr id="260" name="object 26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611" y="1828873"/>
              <a:ext cx="396764" cy="64331"/>
            </a:xfrm>
            <a:prstGeom prst="rect">
              <a:avLst/>
            </a:prstGeom>
          </p:spPr>
        </p:pic>
        <p:pic>
          <p:nvPicPr>
            <p:cNvPr id="261" name="object 26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97959" y="1828873"/>
              <a:ext cx="396764" cy="64331"/>
            </a:xfrm>
            <a:prstGeom prst="rect">
              <a:avLst/>
            </a:prstGeom>
          </p:spPr>
        </p:pic>
      </p:grpSp>
      <p:sp>
        <p:nvSpPr>
          <p:cNvPr id="262" name="object 262"/>
          <p:cNvSpPr txBox="1"/>
          <p:nvPr/>
        </p:nvSpPr>
        <p:spPr>
          <a:xfrm>
            <a:off x="2659844" y="1618824"/>
            <a:ext cx="1139190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8018" sz="2775" spc="-82" b="1">
                <a:latin typeface="Times New Roman"/>
                <a:cs typeface="Times New Roman"/>
              </a:rPr>
              <a:t>1</a:t>
            </a:r>
            <a:r>
              <a:rPr dirty="0" baseline="18018" sz="2775" spc="-82" b="1">
                <a:latin typeface="Times New Roman"/>
                <a:cs typeface="Times New Roman"/>
              </a:rPr>
              <a:t> </a:t>
            </a:r>
            <a:r>
              <a:rPr dirty="0" sz="1750" spc="135" b="1">
                <a:latin typeface="Times New Roman"/>
                <a:cs typeface="Times New Roman"/>
              </a:rPr>
              <a:t>00</a:t>
            </a:r>
            <a:r>
              <a:rPr dirty="0" sz="1750" spc="-705" b="1">
                <a:latin typeface="Times New Roman"/>
                <a:cs typeface="Times New Roman"/>
              </a:rPr>
              <a:t>0</a:t>
            </a:r>
            <a:r>
              <a:rPr dirty="0" baseline="18018" sz="2775" spc="-142" b="1">
                <a:latin typeface="Times New Roman"/>
                <a:cs typeface="Times New Roman"/>
              </a:rPr>
              <a:t>0</a:t>
            </a:r>
            <a:r>
              <a:rPr dirty="0" sz="1750" spc="135" b="1">
                <a:latin typeface="Times New Roman"/>
                <a:cs typeface="Times New Roman"/>
              </a:rPr>
              <a:t>0</a:t>
            </a:r>
            <a:r>
              <a:rPr dirty="0" sz="1750" spc="-130" b="1">
                <a:latin typeface="Times New Roman"/>
                <a:cs typeface="Times New Roman"/>
              </a:rPr>
              <a:t> </a:t>
            </a:r>
            <a:r>
              <a:rPr dirty="0" baseline="27210" sz="3675" spc="165" b="1" i="1">
                <a:latin typeface="Times New Roman"/>
                <a:cs typeface="Times New Roman"/>
              </a:rPr>
              <a:t>Q</a:t>
            </a:r>
            <a:r>
              <a:rPr dirty="0" baseline="19607" sz="2550" spc="-15" b="1">
                <a:latin typeface="Times New Roman"/>
                <a:cs typeface="Times New Roman"/>
              </a:rPr>
              <a:t>3</a:t>
            </a:r>
            <a:endParaRPr baseline="19607" sz="2550">
              <a:latin typeface="Times New Roman"/>
              <a:cs typeface="Times New Roman"/>
            </a:endParaRPr>
          </a:p>
        </p:txBody>
      </p:sp>
      <p:sp>
        <p:nvSpPr>
          <p:cNvPr id="263" name="object 263"/>
          <p:cNvSpPr txBox="1"/>
          <p:nvPr/>
        </p:nvSpPr>
        <p:spPr>
          <a:xfrm>
            <a:off x="2838357" y="3661378"/>
            <a:ext cx="5911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750" spc="-95" b="1">
                <a:latin typeface="Times New Roman"/>
                <a:cs typeface="Times New Roman"/>
              </a:rPr>
              <a:t>10</a:t>
            </a:r>
            <a:r>
              <a:rPr dirty="0" baseline="26388" sz="3000" spc="-142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1750" spc="-95" b="1">
                <a:latin typeface="Times New Roman"/>
                <a:cs typeface="Times New Roman"/>
              </a:rPr>
              <a:t>00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64" name="object 264"/>
          <p:cNvSpPr txBox="1"/>
          <p:nvPr/>
        </p:nvSpPr>
        <p:spPr>
          <a:xfrm>
            <a:off x="3931554" y="3675260"/>
            <a:ext cx="76771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750" spc="135" b="1">
                <a:latin typeface="Times New Roman"/>
                <a:cs typeface="Times New Roman"/>
              </a:rPr>
              <a:t>0111</a:t>
            </a:r>
            <a:r>
              <a:rPr dirty="0" sz="1750" spc="-100" b="1">
                <a:latin typeface="Times New Roman"/>
                <a:cs typeface="Times New Roman"/>
              </a:rPr>
              <a:t> </a:t>
            </a:r>
            <a:r>
              <a:rPr dirty="0" baseline="29166" sz="3000" spc="-7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baseline="29166" sz="3000">
              <a:latin typeface="Times New Roman"/>
              <a:cs typeface="Times New Roman"/>
            </a:endParaRPr>
          </a:p>
        </p:txBody>
      </p:sp>
      <p:sp>
        <p:nvSpPr>
          <p:cNvPr id="265" name="object 265"/>
          <p:cNvSpPr txBox="1"/>
          <p:nvPr/>
        </p:nvSpPr>
        <p:spPr>
          <a:xfrm>
            <a:off x="5056902" y="3661378"/>
            <a:ext cx="5911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750" spc="-95" b="1">
                <a:latin typeface="Times New Roman"/>
                <a:cs typeface="Times New Roman"/>
              </a:rPr>
              <a:t>011</a:t>
            </a:r>
            <a:r>
              <a:rPr dirty="0" baseline="26388" sz="3000" spc="-142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1750" spc="-95" b="1">
                <a:latin typeface="Times New Roman"/>
                <a:cs typeface="Times New Roman"/>
              </a:rPr>
              <a:t>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66" name="object 266"/>
          <p:cNvSpPr txBox="1"/>
          <p:nvPr/>
        </p:nvSpPr>
        <p:spPr>
          <a:xfrm>
            <a:off x="6182252" y="3647495"/>
            <a:ext cx="5911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750" spc="-95" b="1">
                <a:latin typeface="Times New Roman"/>
                <a:cs typeface="Times New Roman"/>
              </a:rPr>
              <a:t>0</a:t>
            </a:r>
            <a:r>
              <a:rPr dirty="0" baseline="22222" sz="3000" spc="-142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1750" spc="-95" b="1">
                <a:latin typeface="Times New Roman"/>
                <a:cs typeface="Times New Roman"/>
              </a:rPr>
              <a:t>101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67" name="object 267"/>
          <p:cNvSpPr txBox="1"/>
          <p:nvPr/>
        </p:nvSpPr>
        <p:spPr>
          <a:xfrm>
            <a:off x="6182250" y="2661824"/>
            <a:ext cx="5911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750" spc="-95" b="1">
                <a:latin typeface="Times New Roman"/>
                <a:cs typeface="Times New Roman"/>
              </a:rPr>
              <a:t>0</a:t>
            </a:r>
            <a:r>
              <a:rPr dirty="0" baseline="18055" sz="3000" spc="-142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1750" spc="-95" b="1">
                <a:latin typeface="Times New Roman"/>
                <a:cs typeface="Times New Roman"/>
              </a:rPr>
              <a:t>100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68" name="object 268"/>
          <p:cNvSpPr txBox="1"/>
          <p:nvPr/>
        </p:nvSpPr>
        <p:spPr>
          <a:xfrm>
            <a:off x="6191575" y="1721660"/>
            <a:ext cx="54038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135" b="1">
                <a:latin typeface="Times New Roman"/>
                <a:cs typeface="Times New Roman"/>
              </a:rPr>
              <a:t>0011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69" name="object 269"/>
          <p:cNvSpPr txBox="1"/>
          <p:nvPr/>
        </p:nvSpPr>
        <p:spPr>
          <a:xfrm>
            <a:off x="5082302" y="1721660"/>
            <a:ext cx="54038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135" b="1">
                <a:latin typeface="Times New Roman"/>
                <a:cs typeface="Times New Roman"/>
              </a:rPr>
              <a:t>0010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70" name="object 270"/>
          <p:cNvSpPr txBox="1"/>
          <p:nvPr/>
        </p:nvSpPr>
        <p:spPr>
          <a:xfrm>
            <a:off x="3940877" y="1721660"/>
            <a:ext cx="54038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135" b="1">
                <a:latin typeface="Times New Roman"/>
                <a:cs typeface="Times New Roman"/>
              </a:rPr>
              <a:t>0001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71" name="object 271"/>
          <p:cNvSpPr txBox="1"/>
          <p:nvPr/>
        </p:nvSpPr>
        <p:spPr>
          <a:xfrm>
            <a:off x="2822281" y="2661824"/>
            <a:ext cx="5911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750" spc="-95" b="1">
                <a:latin typeface="Times New Roman"/>
                <a:cs typeface="Times New Roman"/>
              </a:rPr>
              <a:t>10</a:t>
            </a:r>
            <a:r>
              <a:rPr dirty="0" baseline="18055" sz="3000" spc="-142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1750" spc="-95" b="1">
                <a:latin typeface="Times New Roman"/>
                <a:cs typeface="Times New Roman"/>
              </a:rPr>
              <a:t>01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52806" y="710183"/>
            <a:ext cx="3081655" cy="224154"/>
            <a:chOff x="352806" y="710183"/>
            <a:chExt cx="3081655" cy="224154"/>
          </a:xfrm>
        </p:grpSpPr>
        <p:sp>
          <p:nvSpPr>
            <p:cNvPr id="6" name="object 6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43177" y="1412747"/>
            <a:ext cx="2329180" cy="45720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4000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15"/>
              </a:spcBef>
            </a:pPr>
            <a:r>
              <a:rPr dirty="0" sz="2400" b="1">
                <a:solidFill>
                  <a:srgbClr val="003366"/>
                </a:solidFill>
                <a:latin typeface="新宋体"/>
                <a:cs typeface="新宋体"/>
              </a:rPr>
              <a:t>画出完全状态图</a:t>
            </a:r>
            <a:endParaRPr sz="2400">
              <a:latin typeface="新宋体"/>
              <a:cs typeface="新宋体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5631" y="2200943"/>
            <a:ext cx="5315269" cy="3607191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334992" y="2367024"/>
          <a:ext cx="3314700" cy="2185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3105"/>
                <a:gridCol w="937894"/>
                <a:gridCol w="937894"/>
                <a:gridCol w="727075"/>
              </a:tblGrid>
              <a:tr h="6203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650" spc="20" b="1">
                          <a:latin typeface="Times New Roman"/>
                          <a:cs typeface="Times New Roman"/>
                        </a:rPr>
                        <a:t>0000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650" spc="20" b="1">
                          <a:latin typeface="Times New Roman"/>
                          <a:cs typeface="Times New Roman"/>
                        </a:rPr>
                        <a:t>0001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650" spc="20" b="1">
                          <a:latin typeface="Times New Roman"/>
                          <a:cs typeface="Times New Roman"/>
                        </a:rPr>
                        <a:t>0010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746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650" spc="20" b="1">
                          <a:latin typeface="Times New Roman"/>
                          <a:cs typeface="Times New Roman"/>
                        </a:rPr>
                        <a:t>0011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solidFill>
                      <a:srgbClr val="CCFFCC"/>
                    </a:solidFill>
                  </a:tcPr>
                </a:tc>
              </a:tr>
              <a:tr h="9251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dirty="0" sz="1650" spc="20" b="1">
                          <a:latin typeface="Times New Roman"/>
                          <a:cs typeface="Times New Roman"/>
                        </a:rPr>
                        <a:t>1001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algn="r" marR="24130">
                        <a:lnSpc>
                          <a:spcPct val="100000"/>
                        </a:lnSpc>
                      </a:pPr>
                      <a:r>
                        <a:rPr dirty="0" sz="1650" spc="20" b="1">
                          <a:latin typeface="Times New Roman"/>
                          <a:cs typeface="Times New Roman"/>
                        </a:rPr>
                        <a:t>0100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">
                    <a:solidFill>
                      <a:srgbClr val="CCFFC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</a:pPr>
                      <a:r>
                        <a:rPr dirty="0" sz="1650" spc="20" b="1">
                          <a:latin typeface="Times New Roman"/>
                          <a:cs typeface="Times New Roman"/>
                        </a:rPr>
                        <a:t>1000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4955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50" spc="20" b="1">
                          <a:latin typeface="Times New Roman"/>
                          <a:cs typeface="Times New Roman"/>
                        </a:rPr>
                        <a:t>0111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</a:pPr>
                      <a:r>
                        <a:rPr dirty="0" sz="1650" spc="20" b="1">
                          <a:latin typeface="Times New Roman"/>
                          <a:cs typeface="Times New Roman"/>
                        </a:rPr>
                        <a:t>0110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r" marR="24130">
                        <a:lnSpc>
                          <a:spcPct val="100000"/>
                        </a:lnSpc>
                      </a:pPr>
                      <a:r>
                        <a:rPr dirty="0" sz="1650" spc="20" b="1">
                          <a:latin typeface="Times New Roman"/>
                          <a:cs typeface="Times New Roman"/>
                        </a:rPr>
                        <a:t>0101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2272517" y="5372295"/>
            <a:ext cx="455295" cy="276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spc="20" b="1">
                <a:latin typeface="Times New Roman"/>
                <a:cs typeface="Times New Roman"/>
              </a:rPr>
              <a:t>1110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62076" y="5334604"/>
            <a:ext cx="455295" cy="276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spc="20" b="1">
                <a:latin typeface="Times New Roman"/>
                <a:cs typeface="Times New Roman"/>
              </a:rPr>
              <a:t>1111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58640" y="2802845"/>
            <a:ext cx="455295" cy="276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spc="20" b="1">
                <a:latin typeface="Times New Roman"/>
                <a:cs typeface="Times New Roman"/>
              </a:rPr>
              <a:t>1010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92216" y="2790301"/>
            <a:ext cx="455295" cy="276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spc="20" b="1">
                <a:latin typeface="Times New Roman"/>
                <a:cs typeface="Times New Roman"/>
              </a:rPr>
              <a:t>1011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25762" y="3649512"/>
            <a:ext cx="455295" cy="276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spc="20" b="1">
                <a:latin typeface="Times New Roman"/>
                <a:cs typeface="Times New Roman"/>
              </a:rPr>
              <a:t>1100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59338" y="3649512"/>
            <a:ext cx="455295" cy="276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spc="20" b="1">
                <a:latin typeface="Times New Roman"/>
                <a:cs typeface="Times New Roman"/>
              </a:rPr>
              <a:t>1101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93088" y="188159"/>
            <a:ext cx="737743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003366"/>
                </a:solidFill>
                <a:latin typeface="新宋体"/>
                <a:cs typeface="新宋体"/>
              </a:rPr>
              <a:t>(3)</a:t>
            </a:r>
            <a:r>
              <a:rPr dirty="0" sz="2400" spc="-45">
                <a:solidFill>
                  <a:srgbClr val="003366"/>
                </a:solidFill>
                <a:latin typeface="新宋体"/>
                <a:cs typeface="新宋体"/>
              </a:rPr>
              <a:t> </a:t>
            </a:r>
            <a:r>
              <a:rPr dirty="0" sz="2400" spc="-5">
                <a:solidFill>
                  <a:srgbClr val="003366"/>
                </a:solidFill>
                <a:latin typeface="新宋体"/>
                <a:cs typeface="新宋体"/>
              </a:rPr>
              <a:t>画出逻</a:t>
            </a:r>
            <a:r>
              <a:rPr dirty="0" sz="2400">
                <a:solidFill>
                  <a:srgbClr val="003366"/>
                </a:solidFill>
                <a:latin typeface="新宋体"/>
                <a:cs typeface="新宋体"/>
              </a:rPr>
              <a:t>辑图，并检查自启动能</a:t>
            </a:r>
            <a:r>
              <a:rPr dirty="0" sz="2400" spc="5">
                <a:solidFill>
                  <a:srgbClr val="003366"/>
                </a:solidFill>
                <a:latin typeface="新宋体"/>
                <a:cs typeface="新宋体"/>
              </a:rPr>
              <a:t>力</a:t>
            </a:r>
            <a:r>
              <a:rPr dirty="0" sz="2400">
                <a:solidFill>
                  <a:srgbClr val="003366"/>
                </a:solidFill>
                <a:latin typeface="新宋体"/>
                <a:cs typeface="新宋体"/>
              </a:rPr>
              <a:t>（找出</a:t>
            </a:r>
            <a:r>
              <a:rPr dirty="0" sz="2400">
                <a:solidFill>
                  <a:srgbClr val="FF00FF"/>
                </a:solidFill>
                <a:latin typeface="新宋体"/>
                <a:cs typeface="新宋体"/>
              </a:rPr>
              <a:t>闭合回路</a:t>
            </a:r>
            <a:r>
              <a:rPr dirty="0" sz="2400" spc="-10">
                <a:solidFill>
                  <a:srgbClr val="003366"/>
                </a:solidFill>
                <a:latin typeface="新宋体"/>
                <a:cs typeface="新宋体"/>
              </a:rPr>
              <a:t>）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64927" y="4906041"/>
            <a:ext cx="4670425" cy="136271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 marR="719455">
              <a:lnSpc>
                <a:spcPts val="3229"/>
              </a:lnSpc>
              <a:spcBef>
                <a:spcPts val="315"/>
              </a:spcBef>
            </a:pPr>
            <a:r>
              <a:rPr dirty="0" sz="2800" b="1">
                <a:solidFill>
                  <a:srgbClr val="FF00FF"/>
                </a:solidFill>
                <a:latin typeface="新宋体"/>
                <a:cs typeface="新宋体"/>
              </a:rPr>
              <a:t>电路从任何一个状态启动 都能进入闭合循环圈中，</a:t>
            </a:r>
            <a:endParaRPr sz="2800">
              <a:latin typeface="新宋体"/>
              <a:cs typeface="新宋体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2800" b="1">
                <a:solidFill>
                  <a:srgbClr val="FF00FF"/>
                </a:solidFill>
                <a:latin typeface="新宋体"/>
                <a:cs typeface="新宋体"/>
              </a:rPr>
              <a:t>所以，电路具有自启动能力。</a:t>
            </a:r>
            <a:endParaRPr sz="2800">
              <a:latin typeface="新宋体"/>
              <a:cs typeface="新宋体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062978" y="1491233"/>
            <a:ext cx="1438910" cy="668655"/>
            <a:chOff x="7062978" y="1491233"/>
            <a:chExt cx="1438910" cy="668655"/>
          </a:xfrm>
        </p:grpSpPr>
        <p:sp>
          <p:nvSpPr>
            <p:cNvPr id="20" name="object 20"/>
            <p:cNvSpPr/>
            <p:nvPr/>
          </p:nvSpPr>
          <p:spPr>
            <a:xfrm>
              <a:off x="8359902" y="1800605"/>
              <a:ext cx="140335" cy="34290"/>
            </a:xfrm>
            <a:custGeom>
              <a:avLst/>
              <a:gdLst/>
              <a:ahLst/>
              <a:cxnLst/>
              <a:rect l="l" t="t" r="r" b="b"/>
              <a:pathLst>
                <a:path w="140334" h="34289">
                  <a:moveTo>
                    <a:pt x="0" y="0"/>
                  </a:moveTo>
                  <a:lnTo>
                    <a:pt x="0" y="33667"/>
                  </a:lnTo>
                  <a:lnTo>
                    <a:pt x="140335" y="17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359902" y="1800605"/>
              <a:ext cx="140335" cy="34290"/>
            </a:xfrm>
            <a:custGeom>
              <a:avLst/>
              <a:gdLst/>
              <a:ahLst/>
              <a:cxnLst/>
              <a:rect l="l" t="t" r="r" b="b"/>
              <a:pathLst>
                <a:path w="140334" h="34289">
                  <a:moveTo>
                    <a:pt x="0" y="0"/>
                  </a:moveTo>
                  <a:lnTo>
                    <a:pt x="0" y="33667"/>
                  </a:lnTo>
                  <a:lnTo>
                    <a:pt x="140335" y="17462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072503" y="1500758"/>
              <a:ext cx="1024890" cy="649605"/>
            </a:xfrm>
            <a:custGeom>
              <a:avLst/>
              <a:gdLst/>
              <a:ahLst/>
              <a:cxnLst/>
              <a:rect l="l" t="t" r="r" b="b"/>
              <a:pathLst>
                <a:path w="1024890" h="649605">
                  <a:moveTo>
                    <a:pt x="0" y="324612"/>
                  </a:moveTo>
                  <a:lnTo>
                    <a:pt x="13533" y="250183"/>
                  </a:lnTo>
                  <a:lnTo>
                    <a:pt x="29874" y="215135"/>
                  </a:lnTo>
                  <a:lnTo>
                    <a:pt x="52084" y="181858"/>
                  </a:lnTo>
                  <a:lnTo>
                    <a:pt x="79780" y="150593"/>
                  </a:lnTo>
                  <a:lnTo>
                    <a:pt x="112577" y="121585"/>
                  </a:lnTo>
                  <a:lnTo>
                    <a:pt x="150090" y="95078"/>
                  </a:lnTo>
                  <a:lnTo>
                    <a:pt x="191935" y="71315"/>
                  </a:lnTo>
                  <a:lnTo>
                    <a:pt x="237727" y="50539"/>
                  </a:lnTo>
                  <a:lnTo>
                    <a:pt x="287082" y="32994"/>
                  </a:lnTo>
                  <a:lnTo>
                    <a:pt x="339616" y="18924"/>
                  </a:lnTo>
                  <a:lnTo>
                    <a:pt x="394944" y="8573"/>
                  </a:lnTo>
                  <a:lnTo>
                    <a:pt x="452682" y="2183"/>
                  </a:lnTo>
                  <a:lnTo>
                    <a:pt x="512445" y="0"/>
                  </a:lnTo>
                  <a:lnTo>
                    <a:pt x="572207" y="2183"/>
                  </a:lnTo>
                  <a:lnTo>
                    <a:pt x="629945" y="8573"/>
                  </a:lnTo>
                  <a:lnTo>
                    <a:pt x="685273" y="18924"/>
                  </a:lnTo>
                  <a:lnTo>
                    <a:pt x="737807" y="32994"/>
                  </a:lnTo>
                  <a:lnTo>
                    <a:pt x="787162" y="50539"/>
                  </a:lnTo>
                  <a:lnTo>
                    <a:pt x="832954" y="71315"/>
                  </a:lnTo>
                  <a:lnTo>
                    <a:pt x="874799" y="95078"/>
                  </a:lnTo>
                  <a:lnTo>
                    <a:pt x="912312" y="121585"/>
                  </a:lnTo>
                  <a:lnTo>
                    <a:pt x="945109" y="150593"/>
                  </a:lnTo>
                  <a:lnTo>
                    <a:pt x="972805" y="181858"/>
                  </a:lnTo>
                  <a:lnTo>
                    <a:pt x="995015" y="215135"/>
                  </a:lnTo>
                  <a:lnTo>
                    <a:pt x="1011356" y="250183"/>
                  </a:lnTo>
                  <a:lnTo>
                    <a:pt x="1024890" y="324612"/>
                  </a:lnTo>
                  <a:lnTo>
                    <a:pt x="1021442" y="362467"/>
                  </a:lnTo>
                  <a:lnTo>
                    <a:pt x="995015" y="434088"/>
                  </a:lnTo>
                  <a:lnTo>
                    <a:pt x="972805" y="467365"/>
                  </a:lnTo>
                  <a:lnTo>
                    <a:pt x="945109" y="498630"/>
                  </a:lnTo>
                  <a:lnTo>
                    <a:pt x="912312" y="527638"/>
                  </a:lnTo>
                  <a:lnTo>
                    <a:pt x="874799" y="554145"/>
                  </a:lnTo>
                  <a:lnTo>
                    <a:pt x="832954" y="577908"/>
                  </a:lnTo>
                  <a:lnTo>
                    <a:pt x="787162" y="598684"/>
                  </a:lnTo>
                  <a:lnTo>
                    <a:pt x="737807" y="616229"/>
                  </a:lnTo>
                  <a:lnTo>
                    <a:pt x="685273" y="630299"/>
                  </a:lnTo>
                  <a:lnTo>
                    <a:pt x="629945" y="640650"/>
                  </a:lnTo>
                  <a:lnTo>
                    <a:pt x="572207" y="647040"/>
                  </a:lnTo>
                  <a:lnTo>
                    <a:pt x="512445" y="649224"/>
                  </a:lnTo>
                  <a:lnTo>
                    <a:pt x="452682" y="647040"/>
                  </a:lnTo>
                  <a:lnTo>
                    <a:pt x="394944" y="640650"/>
                  </a:lnTo>
                  <a:lnTo>
                    <a:pt x="339616" y="630299"/>
                  </a:lnTo>
                  <a:lnTo>
                    <a:pt x="287082" y="616229"/>
                  </a:lnTo>
                  <a:lnTo>
                    <a:pt x="237727" y="598684"/>
                  </a:lnTo>
                  <a:lnTo>
                    <a:pt x="191935" y="577908"/>
                  </a:lnTo>
                  <a:lnTo>
                    <a:pt x="150090" y="554145"/>
                  </a:lnTo>
                  <a:lnTo>
                    <a:pt x="112577" y="527638"/>
                  </a:lnTo>
                  <a:lnTo>
                    <a:pt x="79780" y="498630"/>
                  </a:lnTo>
                  <a:lnTo>
                    <a:pt x="52084" y="467365"/>
                  </a:lnTo>
                  <a:lnTo>
                    <a:pt x="29874" y="434088"/>
                  </a:lnTo>
                  <a:lnTo>
                    <a:pt x="13533" y="399040"/>
                  </a:lnTo>
                  <a:lnTo>
                    <a:pt x="0" y="324612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120550" y="1657934"/>
            <a:ext cx="90170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600" b="1" i="1">
                <a:solidFill>
                  <a:srgbClr val="FF0000"/>
                </a:solidFill>
                <a:latin typeface="Calibri"/>
                <a:cs typeface="Calibri"/>
              </a:rPr>
              <a:t>Q</a:t>
            </a:r>
            <a:r>
              <a:rPr dirty="0" baseline="-21164" sz="1575" b="1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dirty="0" sz="1600" b="1" i="1">
                <a:solidFill>
                  <a:srgbClr val="FF0000"/>
                </a:solidFill>
                <a:latin typeface="Calibri"/>
                <a:cs typeface="Calibri"/>
              </a:rPr>
              <a:t>Q</a:t>
            </a:r>
            <a:r>
              <a:rPr dirty="0" baseline="-21164" sz="1575" b="1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dirty="0" sz="1600" b="1" i="1">
                <a:solidFill>
                  <a:srgbClr val="FF0000"/>
                </a:solidFill>
                <a:latin typeface="Calibri"/>
                <a:cs typeface="Calibri"/>
              </a:rPr>
              <a:t>Q</a:t>
            </a:r>
            <a:r>
              <a:rPr dirty="0" baseline="-21164" sz="1575" b="1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dirty="0" sz="1600" b="1" i="1">
                <a:solidFill>
                  <a:srgbClr val="FF0000"/>
                </a:solidFill>
                <a:latin typeface="Calibri"/>
                <a:cs typeface="Calibri"/>
              </a:rPr>
              <a:t>Q</a:t>
            </a:r>
            <a:r>
              <a:rPr dirty="0" baseline="-21164" sz="1575" b="1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baseline="-21164" sz="1575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087486" y="1816989"/>
            <a:ext cx="337820" cy="1270"/>
          </a:xfrm>
          <a:custGeom>
            <a:avLst/>
            <a:gdLst/>
            <a:ahLst/>
            <a:cxnLst/>
            <a:rect l="l" t="t" r="r" b="b"/>
            <a:pathLst>
              <a:path w="337820" h="1269">
                <a:moveTo>
                  <a:pt x="337566" y="0"/>
                </a:moveTo>
                <a:lnTo>
                  <a:pt x="0" y="762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ransition spd="fast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0252" y="786002"/>
            <a:ext cx="8219440" cy="1905"/>
          </a:xfrm>
          <a:custGeom>
            <a:avLst/>
            <a:gdLst/>
            <a:ahLst/>
            <a:cxnLst/>
            <a:rect l="l" t="t" r="r" b="b"/>
            <a:pathLst>
              <a:path w="8219440" h="1904">
                <a:moveTo>
                  <a:pt x="0" y="0"/>
                </a:moveTo>
                <a:lnTo>
                  <a:pt x="8218932" y="1524"/>
                </a:lnTo>
              </a:path>
            </a:pathLst>
          </a:custGeom>
          <a:ln w="101346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574" y="333756"/>
            <a:ext cx="230504" cy="3527425"/>
          </a:xfrm>
          <a:custGeom>
            <a:avLst/>
            <a:gdLst/>
            <a:ahLst/>
            <a:cxnLst/>
            <a:rect l="l" t="t" r="r" b="b"/>
            <a:pathLst>
              <a:path w="230504" h="3527425">
                <a:moveTo>
                  <a:pt x="230124" y="0"/>
                </a:moveTo>
                <a:lnTo>
                  <a:pt x="0" y="0"/>
                </a:lnTo>
                <a:lnTo>
                  <a:pt x="0" y="3527298"/>
                </a:lnTo>
                <a:lnTo>
                  <a:pt x="230124" y="3527298"/>
                </a:lnTo>
                <a:lnTo>
                  <a:pt x="23012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2806" y="710183"/>
            <a:ext cx="3081655" cy="224154"/>
            <a:chOff x="352806" y="710183"/>
            <a:chExt cx="3081655" cy="224154"/>
          </a:xfrm>
        </p:grpSpPr>
        <p:sp>
          <p:nvSpPr>
            <p:cNvPr id="8" name="object 8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4219808" y="3163989"/>
            <a:ext cx="109728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000066"/>
                </a:solidFill>
                <a:latin typeface="新宋体"/>
                <a:cs typeface="新宋体"/>
              </a:rPr>
              <a:t>状态图</a:t>
            </a:r>
            <a:endParaRPr sz="2800">
              <a:latin typeface="新宋体"/>
              <a:cs typeface="新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28583" y="3636271"/>
            <a:ext cx="323215" cy="3035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10" b="1">
                <a:latin typeface="Times New Roman"/>
                <a:cs typeface="Times New Roman"/>
              </a:rPr>
              <a:t>0</a:t>
            </a:r>
            <a:r>
              <a:rPr dirty="0" sz="1800" spc="5" b="1">
                <a:latin typeface="Times New Roman"/>
                <a:cs typeface="Times New Roman"/>
              </a:rPr>
              <a:t>/0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73694" y="5060255"/>
            <a:ext cx="322580" cy="3035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10" b="1">
                <a:latin typeface="Times New Roman"/>
                <a:cs typeface="Times New Roman"/>
              </a:rPr>
              <a:t>0</a:t>
            </a:r>
            <a:r>
              <a:rPr dirty="0" sz="1800" spc="5" b="1">
                <a:latin typeface="Times New Roman"/>
                <a:cs typeface="Times New Roman"/>
              </a:rPr>
              <a:t>/1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90868" y="5060255"/>
            <a:ext cx="323215" cy="3035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10" b="1">
                <a:latin typeface="Times New Roman"/>
                <a:cs typeface="Times New Roman"/>
              </a:rPr>
              <a:t>0</a:t>
            </a:r>
            <a:r>
              <a:rPr dirty="0" sz="1800" spc="5" b="1">
                <a:latin typeface="Times New Roman"/>
                <a:cs typeface="Times New Roman"/>
              </a:rPr>
              <a:t>/0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8300" y="3227186"/>
            <a:ext cx="3020767" cy="319360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834873" y="3424899"/>
            <a:ext cx="538480" cy="3035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10" b="1">
                <a:latin typeface="Times New Roman"/>
                <a:cs typeface="Times New Roman"/>
              </a:rPr>
              <a:t>Q</a:t>
            </a:r>
            <a:r>
              <a:rPr dirty="0" baseline="-4629" sz="1800" spc="7" b="1">
                <a:latin typeface="Times New Roman"/>
                <a:cs typeface="Times New Roman"/>
              </a:rPr>
              <a:t>2</a:t>
            </a:r>
            <a:r>
              <a:rPr dirty="0" sz="1800" spc="10" b="1">
                <a:latin typeface="Times New Roman"/>
                <a:cs typeface="Times New Roman"/>
              </a:rPr>
              <a:t>Q</a:t>
            </a:r>
            <a:r>
              <a:rPr dirty="0" baseline="-4629" sz="1800" b="1">
                <a:latin typeface="Times New Roman"/>
                <a:cs typeface="Times New Roman"/>
              </a:rPr>
              <a:t>1</a:t>
            </a:r>
            <a:endParaRPr baseline="-4629"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78331" y="1026702"/>
            <a:ext cx="7364095" cy="24015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3200" spc="-5" b="1">
                <a:latin typeface="黑体"/>
                <a:cs typeface="黑体"/>
              </a:rPr>
              <a:t>思考：已</a:t>
            </a:r>
            <a:r>
              <a:rPr dirty="0" sz="3200" spc="-10" b="1">
                <a:latin typeface="黑体"/>
                <a:cs typeface="黑体"/>
              </a:rPr>
              <a:t>知</a:t>
            </a:r>
            <a:r>
              <a:rPr dirty="0" sz="3200" spc="-5" b="1">
                <a:latin typeface="黑体"/>
                <a:cs typeface="黑体"/>
              </a:rPr>
              <a:t>一个</a:t>
            </a:r>
            <a:r>
              <a:rPr dirty="0" sz="3200" spc="-5" b="1">
                <a:solidFill>
                  <a:srgbClr val="FF0000"/>
                </a:solidFill>
                <a:latin typeface="黑体"/>
                <a:cs typeface="黑体"/>
              </a:rPr>
              <a:t>同步时序电</a:t>
            </a:r>
            <a:r>
              <a:rPr dirty="0" sz="3200" spc="-10" b="1">
                <a:solidFill>
                  <a:srgbClr val="FF0000"/>
                </a:solidFill>
                <a:latin typeface="黑体"/>
                <a:cs typeface="黑体"/>
              </a:rPr>
              <a:t>路</a:t>
            </a:r>
            <a:r>
              <a:rPr dirty="0" sz="3200" spc="-5" b="1">
                <a:latin typeface="黑体"/>
                <a:cs typeface="黑体"/>
              </a:rPr>
              <a:t>的状态转 </a:t>
            </a:r>
            <a:r>
              <a:rPr dirty="0" sz="3200" b="1">
                <a:latin typeface="黑体"/>
                <a:cs typeface="黑体"/>
              </a:rPr>
              <a:t> </a:t>
            </a:r>
            <a:r>
              <a:rPr dirty="0" sz="3200" spc="-5" b="1">
                <a:latin typeface="黑体"/>
                <a:cs typeface="黑体"/>
              </a:rPr>
              <a:t>换图如图所示，请选</a:t>
            </a:r>
            <a:r>
              <a:rPr dirty="0" sz="3200" spc="-10" b="1">
                <a:latin typeface="黑体"/>
                <a:cs typeface="黑体"/>
              </a:rPr>
              <a:t>用</a:t>
            </a:r>
            <a:r>
              <a:rPr dirty="0" sz="3200" b="1">
                <a:solidFill>
                  <a:srgbClr val="FF0000"/>
                </a:solidFill>
                <a:latin typeface="黑体"/>
                <a:cs typeface="黑体"/>
              </a:rPr>
              <a:t>D</a:t>
            </a:r>
            <a:r>
              <a:rPr dirty="0" sz="3200" spc="-5" b="1">
                <a:solidFill>
                  <a:srgbClr val="FF0000"/>
                </a:solidFill>
                <a:latin typeface="黑体"/>
                <a:cs typeface="黑体"/>
              </a:rPr>
              <a:t>触发器</a:t>
            </a:r>
            <a:r>
              <a:rPr dirty="0" sz="3200" spc="-5" b="1">
                <a:latin typeface="黑体"/>
                <a:cs typeface="黑体"/>
              </a:rPr>
              <a:t>设计该时 序电路。画出状态转换表，写出激励方 </a:t>
            </a:r>
            <a:r>
              <a:rPr dirty="0" sz="3200" b="1">
                <a:latin typeface="黑体"/>
                <a:cs typeface="黑体"/>
              </a:rPr>
              <a:t> </a:t>
            </a:r>
            <a:r>
              <a:rPr dirty="0" sz="3200" spc="-5" b="1">
                <a:latin typeface="黑体"/>
                <a:cs typeface="黑体"/>
              </a:rPr>
              <a:t>程，画</a:t>
            </a:r>
            <a:r>
              <a:rPr dirty="0" sz="3200" spc="-10" b="1">
                <a:latin typeface="黑体"/>
                <a:cs typeface="黑体"/>
              </a:rPr>
              <a:t>出</a:t>
            </a:r>
            <a:r>
              <a:rPr dirty="0" sz="3200" spc="-5" b="1">
                <a:solidFill>
                  <a:srgbClr val="FF0000"/>
                </a:solidFill>
                <a:latin typeface="黑体"/>
                <a:cs typeface="黑体"/>
              </a:rPr>
              <a:t>电路对应的逻辑</a:t>
            </a:r>
            <a:r>
              <a:rPr dirty="0" sz="3200" spc="-10" b="1">
                <a:solidFill>
                  <a:srgbClr val="FF0000"/>
                </a:solidFill>
                <a:latin typeface="黑体"/>
                <a:cs typeface="黑体"/>
              </a:rPr>
              <a:t>图</a:t>
            </a:r>
            <a:r>
              <a:rPr dirty="0" sz="3200" spc="-5" b="1">
                <a:latin typeface="黑体"/>
                <a:cs typeface="黑体"/>
              </a:rPr>
              <a:t>。怎么设计？</a:t>
            </a:r>
            <a:endParaRPr sz="3200">
              <a:latin typeface="黑体"/>
              <a:cs typeface="黑体"/>
            </a:endParaRPr>
          </a:p>
          <a:p>
            <a:pPr marL="1608455">
              <a:lnSpc>
                <a:spcPct val="100000"/>
              </a:lnSpc>
              <a:spcBef>
                <a:spcPts val="1185"/>
              </a:spcBef>
            </a:pPr>
            <a:r>
              <a:rPr dirty="0" sz="1800" b="1">
                <a:latin typeface="Times New Roman"/>
                <a:cs typeface="Times New Roman"/>
              </a:rPr>
              <a:t>X/Y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29250" y="4274744"/>
            <a:ext cx="323215" cy="3041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15" b="1">
                <a:latin typeface="Times New Roman"/>
                <a:cs typeface="Times New Roman"/>
              </a:rPr>
              <a:t>1</a:t>
            </a:r>
            <a:r>
              <a:rPr dirty="0" sz="1800" spc="5" b="1">
                <a:latin typeface="Times New Roman"/>
                <a:cs typeface="Times New Roman"/>
              </a:rPr>
              <a:t>/0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47100" y="4189448"/>
            <a:ext cx="258445" cy="3041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15" b="1">
                <a:latin typeface="Times New Roman"/>
                <a:cs typeface="Times New Roman"/>
              </a:rPr>
              <a:t>00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54498" y="5938053"/>
            <a:ext cx="233045" cy="3041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-85" b="1">
                <a:latin typeface="Times New Roman"/>
                <a:cs typeface="Times New Roman"/>
              </a:rPr>
              <a:t>11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85374" y="4195010"/>
            <a:ext cx="258445" cy="3041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15" b="1">
                <a:latin typeface="Times New Roman"/>
                <a:cs typeface="Times New Roman"/>
              </a:rPr>
              <a:t>01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85374" y="5945471"/>
            <a:ext cx="258445" cy="3041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15" b="1"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54453" y="5027591"/>
            <a:ext cx="1202055" cy="128206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20"/>
              </a:spcBef>
              <a:tabLst>
                <a:tab pos="828040" algn="l"/>
              </a:tabLst>
            </a:pPr>
            <a:r>
              <a:rPr dirty="0" sz="1800" spc="10" b="1">
                <a:latin typeface="Times New Roman"/>
                <a:cs typeface="Times New Roman"/>
              </a:rPr>
              <a:t>1/1	</a:t>
            </a:r>
            <a:r>
              <a:rPr dirty="0" baseline="-9259" sz="2700" spc="15" b="1">
                <a:latin typeface="Times New Roman"/>
                <a:cs typeface="Times New Roman"/>
              </a:rPr>
              <a:t>1/0</a:t>
            </a:r>
            <a:endParaRPr baseline="-9259" sz="2700">
              <a:latin typeface="Times New Roman"/>
              <a:cs typeface="Times New Roman"/>
            </a:endParaRPr>
          </a:p>
          <a:p>
            <a:pPr algn="ctr" marL="21590">
              <a:lnSpc>
                <a:spcPct val="100000"/>
              </a:lnSpc>
              <a:spcBef>
                <a:spcPts val="420"/>
              </a:spcBef>
            </a:pPr>
            <a:r>
              <a:rPr dirty="0" sz="1800" spc="10" b="1">
                <a:latin typeface="Times New Roman"/>
                <a:cs typeface="Times New Roman"/>
              </a:rPr>
              <a:t>1/0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>
              <a:latin typeface="Times New Roman"/>
              <a:cs typeface="Times New Roman"/>
            </a:endParaRPr>
          </a:p>
          <a:p>
            <a:pPr algn="ctr" marL="24130">
              <a:lnSpc>
                <a:spcPct val="100000"/>
              </a:lnSpc>
            </a:pPr>
            <a:r>
              <a:rPr dirty="0" sz="1800" spc="10" b="1">
                <a:latin typeface="Times New Roman"/>
                <a:cs typeface="Times New Roman"/>
              </a:rPr>
              <a:t>0/0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52862" y="3962485"/>
            <a:ext cx="487045" cy="6375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000" spc="740" i="1">
                <a:latin typeface="Times New Roman"/>
                <a:cs typeface="Times New Roman"/>
              </a:rPr>
              <a:t>Q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02164" y="4302504"/>
            <a:ext cx="212090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50" spc="290">
                <a:latin typeface="Times New Roman"/>
                <a:cs typeface="Times New Roman"/>
              </a:rPr>
              <a:t>2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57077" y="3954435"/>
            <a:ext cx="893444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16915" algn="l"/>
              </a:tabLst>
            </a:pPr>
            <a:r>
              <a:rPr dirty="0" baseline="1182" sz="3525" spc="434" i="1">
                <a:latin typeface="Times New Roman"/>
                <a:cs typeface="Times New Roman"/>
              </a:rPr>
              <a:t>n</a:t>
            </a:r>
            <a:r>
              <a:rPr dirty="0" baseline="1182" sz="3525" spc="434" i="1">
                <a:latin typeface="Times New Roman"/>
                <a:cs typeface="Times New Roman"/>
              </a:rPr>
              <a:t>	</a:t>
            </a:r>
            <a:r>
              <a:rPr dirty="0" sz="2050" spc="254" i="1">
                <a:latin typeface="Times New Roman"/>
                <a:cs typeface="Times New Roman"/>
              </a:rPr>
              <a:t>n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421198" y="4006553"/>
            <a:ext cx="42862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645" i="1">
                <a:latin typeface="Times New Roman"/>
                <a:cs typeface="Times New Roman"/>
              </a:rPr>
              <a:t>Q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777420" y="4302886"/>
            <a:ext cx="188595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254">
                <a:latin typeface="Times New Roman"/>
                <a:cs typeface="Times New Roman"/>
              </a:rPr>
              <a:t>1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11667" y="5085522"/>
            <a:ext cx="98171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7675" algn="l"/>
                <a:tab pos="711200" algn="l"/>
              </a:tabLst>
            </a:pPr>
            <a:r>
              <a:rPr dirty="0" sz="2800" b="1">
                <a:latin typeface="Times New Roman"/>
                <a:cs typeface="Times New Roman"/>
              </a:rPr>
              <a:t>X</a:t>
            </a:r>
            <a:r>
              <a:rPr dirty="0" sz="2800" b="1">
                <a:latin typeface="Times New Roman"/>
                <a:cs typeface="Times New Roman"/>
              </a:rPr>
              <a:t>	</a:t>
            </a:r>
            <a:r>
              <a:rPr dirty="0" sz="2800" b="1">
                <a:latin typeface="Times New Roman"/>
                <a:cs typeface="Times New Roman"/>
              </a:rPr>
              <a:t>/</a:t>
            </a:r>
            <a:r>
              <a:rPr dirty="0" sz="2800" b="1">
                <a:latin typeface="Times New Roman"/>
                <a:cs typeface="Times New Roman"/>
              </a:rPr>
              <a:t>	</a:t>
            </a:r>
            <a:r>
              <a:rPr dirty="0" sz="2800" b="1">
                <a:latin typeface="Times New Roman"/>
                <a:cs typeface="Times New Roman"/>
              </a:rPr>
              <a:t>Y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52679" y="710056"/>
            <a:ext cx="3082290" cy="224790"/>
            <a:chOff x="352679" y="710056"/>
            <a:chExt cx="3082290" cy="224790"/>
          </a:xfrm>
        </p:grpSpPr>
        <p:sp>
          <p:nvSpPr>
            <p:cNvPr id="6" name="object 6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6156524" y="5972936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5">
                <a:moveTo>
                  <a:pt x="0" y="0"/>
                </a:moveTo>
                <a:lnTo>
                  <a:pt x="0" y="2339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08100" y="813846"/>
            <a:ext cx="21697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状态转换真值表</a:t>
            </a:r>
            <a:endParaRPr sz="2400">
              <a:latin typeface="新宋体"/>
              <a:cs typeface="新宋体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848298" y="1738659"/>
          <a:ext cx="4570730" cy="4204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580"/>
                <a:gridCol w="576580"/>
                <a:gridCol w="561975"/>
                <a:gridCol w="589280"/>
                <a:gridCol w="575944"/>
                <a:gridCol w="577214"/>
                <a:gridCol w="569595"/>
                <a:gridCol w="531495"/>
              </a:tblGrid>
              <a:tr h="291465">
                <a:tc rowSpan="2">
                  <a:txBody>
                    <a:bodyPr/>
                    <a:lstStyle/>
                    <a:p>
                      <a:pPr marL="177800">
                        <a:lnSpc>
                          <a:spcPts val="2105"/>
                        </a:lnSpc>
                      </a:pPr>
                      <a:r>
                        <a:rPr dirty="0" baseline="-25462" sz="3600" spc="37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1400" spc="25" i="1">
                          <a:latin typeface="Times New Roman"/>
                          <a:cs typeface="Times New Roman"/>
                        </a:rPr>
                        <a:t>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83540">
                        <a:lnSpc>
                          <a:spcPts val="1585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4290">
                        <a:lnSpc>
                          <a:spcPts val="2230"/>
                        </a:lnSpc>
                      </a:pPr>
                      <a:r>
                        <a:rPr dirty="0" baseline="-24943" sz="3675" spc="30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145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R="30480">
                        <a:lnSpc>
                          <a:spcPts val="1635"/>
                        </a:lnSpc>
                      </a:pPr>
                      <a:r>
                        <a:rPr dirty="0" sz="145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400" i="1">
                          <a:latin typeface="Times New Roman"/>
                          <a:cs typeface="Times New Roman"/>
                        </a:rPr>
                        <a:t>X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3345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L="76835">
                        <a:lnSpc>
                          <a:spcPts val="2260"/>
                        </a:lnSpc>
                      </a:pPr>
                      <a:r>
                        <a:rPr dirty="0" baseline="-25054" sz="3825" spc="225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1500" spc="80" i="1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500" spc="-50">
                          <a:latin typeface="Symbol"/>
                          <a:cs typeface="Symbol"/>
                        </a:rPr>
                        <a:t>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 marL="73660">
                        <a:lnSpc>
                          <a:spcPts val="1689"/>
                        </a:lnSpc>
                      </a:pPr>
                      <a:r>
                        <a:rPr dirty="0" sz="150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2295"/>
                        </a:lnSpc>
                      </a:pPr>
                      <a:r>
                        <a:rPr dirty="0" baseline="-25555" sz="3750" spc="-52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1450" spc="-35" i="1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450" spc="-35">
                          <a:latin typeface="Symbol"/>
                          <a:cs typeface="Symbol"/>
                        </a:rPr>
                        <a:t></a:t>
                      </a:r>
                      <a:r>
                        <a:rPr dirty="0" sz="1450" spc="-35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R="40005">
                        <a:lnSpc>
                          <a:spcPts val="1650"/>
                        </a:lnSpc>
                      </a:pPr>
                      <a:r>
                        <a:rPr dirty="0" sz="145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400" i="1">
                          <a:latin typeface="Times New Roman"/>
                          <a:cs typeface="Times New Roman"/>
                        </a:rPr>
                        <a:t>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3345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2720">
                        <a:lnSpc>
                          <a:spcPts val="1995"/>
                        </a:lnSpc>
                      </a:pPr>
                      <a:r>
                        <a:rPr dirty="0" sz="1800" spc="10" b="1">
                          <a:solidFill>
                            <a:srgbClr val="FF00FF"/>
                          </a:solidFill>
                          <a:latin typeface="新宋体"/>
                          <a:cs typeface="新宋体"/>
                        </a:rPr>
                        <a:t>激励信号</a:t>
                      </a:r>
                      <a:endParaRPr sz="1800">
                        <a:latin typeface="新宋体"/>
                        <a:cs typeface="新宋体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591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3345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3345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895"/>
                        </a:lnSpc>
                      </a:pPr>
                      <a:r>
                        <a:rPr dirty="0" sz="2600" spc="105" b="1" i="1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dirty="0" baseline="-19519" sz="2775" spc="157" b="1">
                          <a:latin typeface="Times New Roman"/>
                          <a:cs typeface="Times New Roman"/>
                        </a:rPr>
                        <a:t>2</a:t>
                      </a:r>
                      <a:endParaRPr baseline="-19519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2039"/>
                        </a:lnSpc>
                      </a:pPr>
                      <a:r>
                        <a:rPr dirty="0" sz="2550" spc="-25" b="1" i="1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dirty="0" baseline="-20634" sz="2625" spc="-37" b="1">
                          <a:latin typeface="Times New Roman"/>
                          <a:cs typeface="Times New Roman"/>
                        </a:rPr>
                        <a:t>1</a:t>
                      </a:r>
                      <a:endParaRPr baseline="-20634" sz="262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4235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9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9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955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gridSpan="2"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rowSpan="8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ts val="3235"/>
                        </a:lnSpc>
                      </a:pPr>
                      <a:r>
                        <a:rPr dirty="0" sz="36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5D5F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3980">
                        <a:lnSpc>
                          <a:spcPts val="3235"/>
                        </a:lnSpc>
                      </a:pPr>
                      <a:r>
                        <a:rPr dirty="0" sz="36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5D5F5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120014">
                        <a:lnSpc>
                          <a:spcPts val="3479"/>
                        </a:lnSpc>
                      </a:pPr>
                      <a:r>
                        <a:rPr dirty="0" sz="36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120014">
                        <a:lnSpc>
                          <a:spcPts val="3404"/>
                        </a:lnSpc>
                      </a:pPr>
                      <a:r>
                        <a:rPr dirty="0" sz="36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120014">
                        <a:lnSpc>
                          <a:spcPts val="3685"/>
                        </a:lnSpc>
                      </a:pPr>
                      <a:r>
                        <a:rPr dirty="0" sz="36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120014">
                        <a:lnSpc>
                          <a:spcPts val="3840"/>
                        </a:lnSpc>
                      </a:pPr>
                      <a:r>
                        <a:rPr dirty="0" sz="36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120014">
                        <a:lnSpc>
                          <a:spcPts val="3685"/>
                        </a:lnSpc>
                      </a:pPr>
                      <a:r>
                        <a:rPr dirty="0" sz="36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120014">
                        <a:lnSpc>
                          <a:spcPts val="3535"/>
                        </a:lnSpc>
                      </a:pPr>
                      <a:r>
                        <a:rPr dirty="0" sz="36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120014">
                        <a:lnSpc>
                          <a:spcPts val="3554"/>
                        </a:lnSpc>
                      </a:pPr>
                      <a:r>
                        <a:rPr dirty="0" sz="36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120014">
                        <a:lnSpc>
                          <a:spcPts val="3365"/>
                        </a:lnSpc>
                      </a:pPr>
                      <a:r>
                        <a:rPr dirty="0" sz="36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rowSpan="7">
                  <a:txBody>
                    <a:bodyPr/>
                    <a:lstStyle/>
                    <a:p>
                      <a:pPr marL="193040">
                        <a:lnSpc>
                          <a:spcPts val="3550"/>
                        </a:lnSpc>
                        <a:tabLst>
                          <a:tab pos="793750" algn="l"/>
                        </a:tabLst>
                      </a:pPr>
                      <a:r>
                        <a:rPr dirty="0" sz="36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	1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193040">
                        <a:lnSpc>
                          <a:spcPts val="3685"/>
                        </a:lnSpc>
                        <a:tabLst>
                          <a:tab pos="793750" algn="l"/>
                        </a:tabLst>
                      </a:pPr>
                      <a:r>
                        <a:rPr dirty="0" sz="36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	1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193040">
                        <a:lnSpc>
                          <a:spcPts val="3840"/>
                        </a:lnSpc>
                        <a:tabLst>
                          <a:tab pos="793750" algn="l"/>
                        </a:tabLst>
                      </a:pPr>
                      <a:r>
                        <a:rPr dirty="0" sz="36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	0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193040">
                        <a:lnSpc>
                          <a:spcPts val="3685"/>
                        </a:lnSpc>
                        <a:tabLst>
                          <a:tab pos="793750" algn="l"/>
                        </a:tabLst>
                      </a:pPr>
                      <a:r>
                        <a:rPr dirty="0" sz="36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	1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193040">
                        <a:lnSpc>
                          <a:spcPts val="3535"/>
                        </a:lnSpc>
                        <a:tabLst>
                          <a:tab pos="793750" algn="l"/>
                        </a:tabLst>
                      </a:pPr>
                      <a:r>
                        <a:rPr dirty="0" sz="36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	0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193040">
                        <a:lnSpc>
                          <a:spcPts val="3554"/>
                        </a:lnSpc>
                        <a:tabLst>
                          <a:tab pos="793750" algn="l"/>
                        </a:tabLst>
                      </a:pPr>
                      <a:r>
                        <a:rPr dirty="0" sz="36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1	0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193040">
                        <a:lnSpc>
                          <a:spcPts val="3365"/>
                        </a:lnSpc>
                        <a:tabLst>
                          <a:tab pos="793750" algn="l"/>
                        </a:tabLst>
                      </a:pPr>
                      <a:r>
                        <a:rPr dirty="0" sz="360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0	1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71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71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77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</a:tr>
              <a:tr h="451484"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4047818" y="1411903"/>
            <a:ext cx="7162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4345" algn="l"/>
              </a:tabLst>
            </a:pPr>
            <a:r>
              <a:rPr dirty="0" sz="1800" spc="-10" b="1">
                <a:solidFill>
                  <a:srgbClr val="003366"/>
                </a:solidFill>
                <a:latin typeface="新宋体"/>
                <a:cs typeface="新宋体"/>
              </a:rPr>
              <a:t>现</a:t>
            </a:r>
            <a:r>
              <a:rPr dirty="0" sz="1800" spc="-10" b="1">
                <a:solidFill>
                  <a:srgbClr val="003366"/>
                </a:solidFill>
                <a:latin typeface="新宋体"/>
                <a:cs typeface="新宋体"/>
              </a:rPr>
              <a:t>	</a:t>
            </a:r>
            <a:r>
              <a:rPr dirty="0" sz="1800" spc="-10" b="1">
                <a:solidFill>
                  <a:srgbClr val="003366"/>
                </a:solidFill>
                <a:latin typeface="新宋体"/>
                <a:cs typeface="新宋体"/>
              </a:rPr>
              <a:t>态</a:t>
            </a:r>
            <a:endParaRPr sz="1800">
              <a:latin typeface="新宋体"/>
              <a:cs typeface="新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715130" y="1404747"/>
            <a:ext cx="4693920" cy="0"/>
          </a:xfrm>
          <a:custGeom>
            <a:avLst/>
            <a:gdLst/>
            <a:ahLst/>
            <a:cxnLst/>
            <a:rect l="l" t="t" r="r" b="b"/>
            <a:pathLst>
              <a:path w="4693920" h="0">
                <a:moveTo>
                  <a:pt x="0" y="0"/>
                </a:moveTo>
                <a:lnTo>
                  <a:pt x="4693920" y="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049815" y="1434120"/>
            <a:ext cx="4845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0066"/>
                </a:solidFill>
                <a:latin typeface="新宋体"/>
                <a:cs typeface="新宋体"/>
              </a:rPr>
              <a:t>输入</a:t>
            </a:r>
            <a:endParaRPr sz="1800">
              <a:latin typeface="新宋体"/>
              <a:cs typeface="新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85641" y="1407034"/>
            <a:ext cx="1384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3130" algn="l"/>
              </a:tabLst>
            </a:pPr>
            <a:r>
              <a:rPr dirty="0" baseline="1543" sz="2700" spc="-15" b="1">
                <a:solidFill>
                  <a:srgbClr val="000066"/>
                </a:solidFill>
                <a:latin typeface="新宋体"/>
                <a:cs typeface="新宋体"/>
              </a:rPr>
              <a:t>次</a:t>
            </a:r>
            <a:r>
              <a:rPr dirty="0" baseline="1543" sz="2700" spc="22" b="1">
                <a:solidFill>
                  <a:srgbClr val="000066"/>
                </a:solidFill>
                <a:latin typeface="新宋体"/>
                <a:cs typeface="新宋体"/>
              </a:rPr>
              <a:t> </a:t>
            </a:r>
            <a:r>
              <a:rPr dirty="0" baseline="1543" sz="2700" spc="-15" b="1">
                <a:solidFill>
                  <a:srgbClr val="000066"/>
                </a:solidFill>
                <a:latin typeface="新宋体"/>
                <a:cs typeface="新宋体"/>
              </a:rPr>
              <a:t>态</a:t>
            </a:r>
            <a:r>
              <a:rPr dirty="0" baseline="1543" sz="2700" b="1">
                <a:solidFill>
                  <a:srgbClr val="000066"/>
                </a:solidFill>
                <a:latin typeface="新宋体"/>
                <a:cs typeface="新宋体"/>
              </a:rPr>
              <a:t>	</a:t>
            </a:r>
            <a:r>
              <a:rPr dirty="0" sz="1800" spc="-5" b="1">
                <a:solidFill>
                  <a:srgbClr val="000066"/>
                </a:solidFill>
                <a:latin typeface="新宋体"/>
                <a:cs typeface="新宋体"/>
              </a:rPr>
              <a:t>输</a:t>
            </a:r>
            <a:r>
              <a:rPr dirty="0" sz="1800" spc="-10" b="1">
                <a:solidFill>
                  <a:srgbClr val="000066"/>
                </a:solidFill>
                <a:latin typeface="新宋体"/>
                <a:cs typeface="新宋体"/>
              </a:rPr>
              <a:t>出</a:t>
            </a:r>
            <a:endParaRPr sz="1800">
              <a:latin typeface="新宋体"/>
              <a:cs typeface="新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58669" y="2768376"/>
            <a:ext cx="2755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 Narrow"/>
                <a:cs typeface="Arial Narrow"/>
              </a:rPr>
              <a:t>Q1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5205" y="2768376"/>
            <a:ext cx="265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 Narrow"/>
                <a:cs typeface="Arial Narrow"/>
              </a:rPr>
              <a:t>D1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86660" y="948491"/>
            <a:ext cx="2755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 Narrow"/>
                <a:cs typeface="Arial Narrow"/>
              </a:rPr>
              <a:t>Q2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1016" y="948491"/>
            <a:ext cx="265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 Narrow"/>
                <a:cs typeface="Arial Narrow"/>
              </a:rPr>
              <a:t>D2</a:t>
            </a:r>
            <a:endParaRPr sz="1800">
              <a:latin typeface="Arial Narrow"/>
              <a:cs typeface="Arial Narro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47974" y="2340101"/>
            <a:ext cx="1781810" cy="1698625"/>
            <a:chOff x="947974" y="2340101"/>
            <a:chExt cx="1781810" cy="1698625"/>
          </a:xfrm>
        </p:grpSpPr>
        <p:sp>
          <p:nvSpPr>
            <p:cNvPr id="20" name="object 20"/>
            <p:cNvSpPr/>
            <p:nvPr/>
          </p:nvSpPr>
          <p:spPr>
            <a:xfrm>
              <a:off x="1005100" y="2359151"/>
              <a:ext cx="1705610" cy="467995"/>
            </a:xfrm>
            <a:custGeom>
              <a:avLst/>
              <a:gdLst/>
              <a:ahLst/>
              <a:cxnLst/>
              <a:rect l="l" t="t" r="r" b="b"/>
              <a:pathLst>
                <a:path w="1705610" h="467994">
                  <a:moveTo>
                    <a:pt x="1705333" y="467868"/>
                  </a:moveTo>
                  <a:lnTo>
                    <a:pt x="1686740" y="421085"/>
                  </a:lnTo>
                  <a:lnTo>
                    <a:pt x="1663766" y="374294"/>
                  </a:lnTo>
                  <a:lnTo>
                    <a:pt x="1640652" y="350682"/>
                  </a:lnTo>
                  <a:lnTo>
                    <a:pt x="1632600" y="343103"/>
                  </a:lnTo>
                  <a:lnTo>
                    <a:pt x="1630650" y="334882"/>
                  </a:lnTo>
                  <a:lnTo>
                    <a:pt x="1629134" y="326383"/>
                  </a:lnTo>
                  <a:lnTo>
                    <a:pt x="1626755" y="318446"/>
                  </a:lnTo>
                  <a:lnTo>
                    <a:pt x="1622211" y="311912"/>
                  </a:lnTo>
                  <a:lnTo>
                    <a:pt x="1571970" y="269975"/>
                  </a:lnTo>
                  <a:lnTo>
                    <a:pt x="1531589" y="242957"/>
                  </a:lnTo>
                  <a:lnTo>
                    <a:pt x="1492358" y="219225"/>
                  </a:lnTo>
                  <a:lnTo>
                    <a:pt x="1445567" y="187147"/>
                  </a:lnTo>
                  <a:lnTo>
                    <a:pt x="1435349" y="179094"/>
                  </a:lnTo>
                  <a:lnTo>
                    <a:pt x="1425238" y="170875"/>
                  </a:lnTo>
                  <a:lnTo>
                    <a:pt x="1414903" y="162994"/>
                  </a:lnTo>
                  <a:lnTo>
                    <a:pt x="1404013" y="155956"/>
                  </a:lnTo>
                  <a:lnTo>
                    <a:pt x="1396544" y="152644"/>
                  </a:lnTo>
                  <a:lnTo>
                    <a:pt x="1388633" y="150336"/>
                  </a:lnTo>
                  <a:lnTo>
                    <a:pt x="1380617" y="148237"/>
                  </a:lnTo>
                  <a:lnTo>
                    <a:pt x="1372834" y="145554"/>
                  </a:lnTo>
                  <a:lnTo>
                    <a:pt x="1331280" y="124764"/>
                  </a:lnTo>
                  <a:lnTo>
                    <a:pt x="1310630" y="108950"/>
                  </a:lnTo>
                  <a:lnTo>
                    <a:pt x="1300487" y="100783"/>
                  </a:lnTo>
                  <a:lnTo>
                    <a:pt x="1289713" y="93573"/>
                  </a:lnTo>
                  <a:lnTo>
                    <a:pt x="1282212" y="90344"/>
                  </a:lnTo>
                  <a:lnTo>
                    <a:pt x="1274239" y="88172"/>
                  </a:lnTo>
                  <a:lnTo>
                    <a:pt x="1266212" y="86101"/>
                  </a:lnTo>
                  <a:lnTo>
                    <a:pt x="1258547" y="83172"/>
                  </a:lnTo>
                  <a:lnTo>
                    <a:pt x="1245480" y="75460"/>
                  </a:lnTo>
                  <a:lnTo>
                    <a:pt x="1232917" y="66781"/>
                  </a:lnTo>
                  <a:lnTo>
                    <a:pt x="1220180" y="58499"/>
                  </a:lnTo>
                  <a:lnTo>
                    <a:pt x="1206591" y="51981"/>
                  </a:lnTo>
                  <a:lnTo>
                    <a:pt x="1191372" y="48037"/>
                  </a:lnTo>
                  <a:lnTo>
                    <a:pt x="1175662" y="46000"/>
                  </a:lnTo>
                  <a:lnTo>
                    <a:pt x="1159830" y="44356"/>
                  </a:lnTo>
                  <a:lnTo>
                    <a:pt x="1144247" y="41592"/>
                  </a:lnTo>
                  <a:lnTo>
                    <a:pt x="1128605" y="36438"/>
                  </a:lnTo>
                  <a:lnTo>
                    <a:pt x="1113275" y="30105"/>
                  </a:lnTo>
                  <a:lnTo>
                    <a:pt x="1097845" y="24315"/>
                  </a:lnTo>
                  <a:lnTo>
                    <a:pt x="1081903" y="20789"/>
                  </a:lnTo>
                  <a:lnTo>
                    <a:pt x="1037721" y="15865"/>
                  </a:lnTo>
                  <a:lnTo>
                    <a:pt x="1010377" y="12808"/>
                  </a:lnTo>
                  <a:lnTo>
                    <a:pt x="992963" y="10889"/>
                  </a:lnTo>
                  <a:lnTo>
                    <a:pt x="978574" y="9378"/>
                  </a:lnTo>
                  <a:lnTo>
                    <a:pt x="960304" y="7546"/>
                  </a:lnTo>
                  <a:lnTo>
                    <a:pt x="931246" y="4663"/>
                  </a:lnTo>
                  <a:lnTo>
                    <a:pt x="884494" y="0"/>
                  </a:lnTo>
                  <a:lnTo>
                    <a:pt x="834423" y="769"/>
                  </a:lnTo>
                  <a:lnTo>
                    <a:pt x="784341" y="1256"/>
                  </a:lnTo>
                  <a:lnTo>
                    <a:pt x="734252" y="1567"/>
                  </a:lnTo>
                  <a:lnTo>
                    <a:pt x="684160" y="1807"/>
                  </a:lnTo>
                  <a:lnTo>
                    <a:pt x="634069" y="2082"/>
                  </a:lnTo>
                  <a:lnTo>
                    <a:pt x="583985" y="2499"/>
                  </a:lnTo>
                  <a:lnTo>
                    <a:pt x="533910" y="3162"/>
                  </a:lnTo>
                  <a:lnTo>
                    <a:pt x="483849" y="4179"/>
                  </a:lnTo>
                  <a:lnTo>
                    <a:pt x="433807" y="5653"/>
                  </a:lnTo>
                  <a:lnTo>
                    <a:pt x="383788" y="7692"/>
                  </a:lnTo>
                  <a:lnTo>
                    <a:pt x="333796" y="10401"/>
                  </a:lnTo>
                  <a:lnTo>
                    <a:pt x="283336" y="16678"/>
                  </a:lnTo>
                  <a:lnTo>
                    <a:pt x="215337" y="39195"/>
                  </a:lnTo>
                  <a:lnTo>
                    <a:pt x="177942" y="51981"/>
                  </a:lnTo>
                  <a:lnTo>
                    <a:pt x="167604" y="54774"/>
                  </a:lnTo>
                  <a:lnTo>
                    <a:pt x="157206" y="57353"/>
                  </a:lnTo>
                  <a:lnTo>
                    <a:pt x="146785" y="59846"/>
                  </a:lnTo>
                  <a:lnTo>
                    <a:pt x="136375" y="62382"/>
                  </a:lnTo>
                  <a:lnTo>
                    <a:pt x="99336" y="88038"/>
                  </a:lnTo>
                  <a:lnTo>
                    <a:pt x="83400" y="99383"/>
                  </a:lnTo>
                  <a:lnTo>
                    <a:pt x="70574" y="105223"/>
                  </a:lnTo>
                  <a:lnTo>
                    <a:pt x="42865" y="114363"/>
                  </a:lnTo>
                  <a:lnTo>
                    <a:pt x="40468" y="122246"/>
                  </a:lnTo>
                  <a:lnTo>
                    <a:pt x="38209" y="130182"/>
                  </a:lnTo>
                  <a:lnTo>
                    <a:pt x="35680" y="138007"/>
                  </a:lnTo>
                  <a:lnTo>
                    <a:pt x="32476" y="145554"/>
                  </a:lnTo>
                  <a:lnTo>
                    <a:pt x="22726" y="161391"/>
                  </a:lnTo>
                  <a:lnTo>
                    <a:pt x="12878" y="174974"/>
                  </a:lnTo>
                  <a:lnTo>
                    <a:pt x="5039" y="189442"/>
                  </a:lnTo>
                  <a:lnTo>
                    <a:pt x="1310" y="207937"/>
                  </a:lnTo>
                  <a:lnTo>
                    <a:pt x="429" y="233451"/>
                  </a:lnTo>
                  <a:lnTo>
                    <a:pt x="31" y="258976"/>
                  </a:lnTo>
                  <a:lnTo>
                    <a:pt x="0" y="284509"/>
                  </a:lnTo>
                  <a:lnTo>
                    <a:pt x="218" y="310045"/>
                  </a:lnTo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47974" y="2649699"/>
              <a:ext cx="114300" cy="114935"/>
            </a:xfrm>
            <a:custGeom>
              <a:avLst/>
              <a:gdLst/>
              <a:ahLst/>
              <a:cxnLst/>
              <a:rect l="l" t="t" r="r" b="b"/>
              <a:pathLst>
                <a:path w="114300" h="114935">
                  <a:moveTo>
                    <a:pt x="114287" y="0"/>
                  </a:moveTo>
                  <a:lnTo>
                    <a:pt x="0" y="1295"/>
                  </a:lnTo>
                  <a:lnTo>
                    <a:pt x="58432" y="114935"/>
                  </a:lnTo>
                  <a:lnTo>
                    <a:pt x="11428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6810" y="2647949"/>
              <a:ext cx="1209293" cy="139064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382267" y="2798826"/>
            <a:ext cx="360045" cy="3695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0640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320"/>
              </a:spcBef>
            </a:pPr>
            <a:r>
              <a:rPr dirty="0" sz="1800" b="1">
                <a:latin typeface="Arial Narrow"/>
                <a:cs typeface="Arial Narrow"/>
              </a:rPr>
              <a:t>D</a:t>
            </a:r>
            <a:endParaRPr sz="1800">
              <a:latin typeface="Arial Narrow"/>
              <a:cs typeface="Arial Narrow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4419" y="821436"/>
            <a:ext cx="1210055" cy="139064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309877" y="972311"/>
            <a:ext cx="360680" cy="3695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0640" rIns="0" bIns="0" rtlCol="0" vert="horz">
            <a:spAutoFit/>
          </a:bodyPr>
          <a:lstStyle/>
          <a:p>
            <a:pPr marL="111760">
              <a:lnSpc>
                <a:spcPct val="100000"/>
              </a:lnSpc>
              <a:spcBef>
                <a:spcPts val="320"/>
              </a:spcBef>
            </a:pPr>
            <a:r>
              <a:rPr dirty="0" sz="1800" b="1">
                <a:latin typeface="Arial Narrow"/>
                <a:cs typeface="Arial Narrow"/>
              </a:rPr>
              <a:t>D</a:t>
            </a:r>
            <a:endParaRPr sz="1800">
              <a:latin typeface="Arial Narrow"/>
              <a:cs typeface="Arial Narrow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250185" y="4939010"/>
            <a:ext cx="416559" cy="130810"/>
            <a:chOff x="2250185" y="4939010"/>
            <a:chExt cx="416559" cy="130810"/>
          </a:xfrm>
        </p:grpSpPr>
        <p:sp>
          <p:nvSpPr>
            <p:cNvPr id="27" name="object 27"/>
            <p:cNvSpPr/>
            <p:nvPr/>
          </p:nvSpPr>
          <p:spPr>
            <a:xfrm>
              <a:off x="2264663" y="5001209"/>
              <a:ext cx="387350" cy="13335"/>
            </a:xfrm>
            <a:custGeom>
              <a:avLst/>
              <a:gdLst/>
              <a:ahLst/>
              <a:cxnLst/>
              <a:rect l="l" t="t" r="r" b="b"/>
              <a:pathLst>
                <a:path w="387350" h="13335">
                  <a:moveTo>
                    <a:pt x="0" y="13004"/>
                  </a:moveTo>
                  <a:lnTo>
                    <a:pt x="387273" y="0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563419" y="4953488"/>
              <a:ext cx="88900" cy="101600"/>
            </a:xfrm>
            <a:custGeom>
              <a:avLst/>
              <a:gdLst/>
              <a:ahLst/>
              <a:cxnLst/>
              <a:rect l="l" t="t" r="r" b="b"/>
              <a:pathLst>
                <a:path w="88900" h="101600">
                  <a:moveTo>
                    <a:pt x="3403" y="101282"/>
                  </a:moveTo>
                  <a:lnTo>
                    <a:pt x="88519" y="47713"/>
                  </a:lnTo>
                  <a:lnTo>
                    <a:pt x="0" y="0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/>
          <p:cNvGrpSpPr/>
          <p:nvPr/>
        </p:nvGrpSpPr>
        <p:grpSpPr>
          <a:xfrm>
            <a:off x="1030986" y="4951964"/>
            <a:ext cx="416559" cy="130810"/>
            <a:chOff x="1030986" y="4951964"/>
            <a:chExt cx="416559" cy="130810"/>
          </a:xfrm>
        </p:grpSpPr>
        <p:sp>
          <p:nvSpPr>
            <p:cNvPr id="30" name="object 30"/>
            <p:cNvSpPr/>
            <p:nvPr/>
          </p:nvSpPr>
          <p:spPr>
            <a:xfrm>
              <a:off x="1045464" y="5014163"/>
              <a:ext cx="387350" cy="13335"/>
            </a:xfrm>
            <a:custGeom>
              <a:avLst/>
              <a:gdLst/>
              <a:ahLst/>
              <a:cxnLst/>
              <a:rect l="l" t="t" r="r" b="b"/>
              <a:pathLst>
                <a:path w="387350" h="13335">
                  <a:moveTo>
                    <a:pt x="0" y="13004"/>
                  </a:moveTo>
                  <a:lnTo>
                    <a:pt x="387273" y="0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344220" y="4966442"/>
              <a:ext cx="88900" cy="101600"/>
            </a:xfrm>
            <a:custGeom>
              <a:avLst/>
              <a:gdLst/>
              <a:ahLst/>
              <a:cxnLst/>
              <a:rect l="l" t="t" r="r" b="b"/>
              <a:pathLst>
                <a:path w="88900" h="101600">
                  <a:moveTo>
                    <a:pt x="3403" y="101282"/>
                  </a:moveTo>
                  <a:lnTo>
                    <a:pt x="88519" y="47713"/>
                  </a:lnTo>
                  <a:lnTo>
                    <a:pt x="0" y="0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/>
          <p:cNvGrpSpPr/>
          <p:nvPr/>
        </p:nvGrpSpPr>
        <p:grpSpPr>
          <a:xfrm>
            <a:off x="1030986" y="5547850"/>
            <a:ext cx="416559" cy="130810"/>
            <a:chOff x="1030986" y="5547850"/>
            <a:chExt cx="416559" cy="130810"/>
          </a:xfrm>
        </p:grpSpPr>
        <p:sp>
          <p:nvSpPr>
            <p:cNvPr id="33" name="object 33"/>
            <p:cNvSpPr/>
            <p:nvPr/>
          </p:nvSpPr>
          <p:spPr>
            <a:xfrm>
              <a:off x="1045464" y="5610047"/>
              <a:ext cx="387350" cy="13335"/>
            </a:xfrm>
            <a:custGeom>
              <a:avLst/>
              <a:gdLst/>
              <a:ahLst/>
              <a:cxnLst/>
              <a:rect l="l" t="t" r="r" b="b"/>
              <a:pathLst>
                <a:path w="387350" h="13335">
                  <a:moveTo>
                    <a:pt x="0" y="13004"/>
                  </a:moveTo>
                  <a:lnTo>
                    <a:pt x="387273" y="0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344220" y="5562328"/>
              <a:ext cx="88900" cy="101600"/>
            </a:xfrm>
            <a:custGeom>
              <a:avLst/>
              <a:gdLst/>
              <a:ahLst/>
              <a:cxnLst/>
              <a:rect l="l" t="t" r="r" b="b"/>
              <a:pathLst>
                <a:path w="88900" h="101600">
                  <a:moveTo>
                    <a:pt x="3403" y="101282"/>
                  </a:moveTo>
                  <a:lnTo>
                    <a:pt x="88519" y="47713"/>
                  </a:lnTo>
                  <a:lnTo>
                    <a:pt x="0" y="0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823007" y="92202"/>
            <a:ext cx="5111115" cy="882015"/>
            <a:chOff x="823007" y="92202"/>
            <a:chExt cx="5111115" cy="882015"/>
          </a:xfrm>
        </p:grpSpPr>
        <p:sp>
          <p:nvSpPr>
            <p:cNvPr id="36" name="object 36"/>
            <p:cNvSpPr/>
            <p:nvPr/>
          </p:nvSpPr>
          <p:spPr>
            <a:xfrm>
              <a:off x="880132" y="486918"/>
              <a:ext cx="1705610" cy="467995"/>
            </a:xfrm>
            <a:custGeom>
              <a:avLst/>
              <a:gdLst/>
              <a:ahLst/>
              <a:cxnLst/>
              <a:rect l="l" t="t" r="r" b="b"/>
              <a:pathLst>
                <a:path w="1705610" h="467994">
                  <a:moveTo>
                    <a:pt x="1705333" y="467867"/>
                  </a:moveTo>
                  <a:lnTo>
                    <a:pt x="1686740" y="421085"/>
                  </a:lnTo>
                  <a:lnTo>
                    <a:pt x="1663766" y="374294"/>
                  </a:lnTo>
                  <a:lnTo>
                    <a:pt x="1640652" y="350682"/>
                  </a:lnTo>
                  <a:lnTo>
                    <a:pt x="1632600" y="343103"/>
                  </a:lnTo>
                  <a:lnTo>
                    <a:pt x="1630650" y="334882"/>
                  </a:lnTo>
                  <a:lnTo>
                    <a:pt x="1629134" y="326383"/>
                  </a:lnTo>
                  <a:lnTo>
                    <a:pt x="1626755" y="318446"/>
                  </a:lnTo>
                  <a:lnTo>
                    <a:pt x="1622211" y="311911"/>
                  </a:lnTo>
                  <a:lnTo>
                    <a:pt x="1571970" y="269975"/>
                  </a:lnTo>
                  <a:lnTo>
                    <a:pt x="1531589" y="242957"/>
                  </a:lnTo>
                  <a:lnTo>
                    <a:pt x="1492358" y="219225"/>
                  </a:lnTo>
                  <a:lnTo>
                    <a:pt x="1445567" y="187147"/>
                  </a:lnTo>
                  <a:lnTo>
                    <a:pt x="1435349" y="179094"/>
                  </a:lnTo>
                  <a:lnTo>
                    <a:pt x="1425238" y="170875"/>
                  </a:lnTo>
                  <a:lnTo>
                    <a:pt x="1414903" y="162994"/>
                  </a:lnTo>
                  <a:lnTo>
                    <a:pt x="1404013" y="155955"/>
                  </a:lnTo>
                  <a:lnTo>
                    <a:pt x="1396544" y="152644"/>
                  </a:lnTo>
                  <a:lnTo>
                    <a:pt x="1388633" y="150336"/>
                  </a:lnTo>
                  <a:lnTo>
                    <a:pt x="1380617" y="148237"/>
                  </a:lnTo>
                  <a:lnTo>
                    <a:pt x="1372834" y="145554"/>
                  </a:lnTo>
                  <a:lnTo>
                    <a:pt x="1331280" y="124764"/>
                  </a:lnTo>
                  <a:lnTo>
                    <a:pt x="1310630" y="108950"/>
                  </a:lnTo>
                  <a:lnTo>
                    <a:pt x="1300487" y="100783"/>
                  </a:lnTo>
                  <a:lnTo>
                    <a:pt x="1289713" y="93573"/>
                  </a:lnTo>
                  <a:lnTo>
                    <a:pt x="1282212" y="90344"/>
                  </a:lnTo>
                  <a:lnTo>
                    <a:pt x="1274239" y="88172"/>
                  </a:lnTo>
                  <a:lnTo>
                    <a:pt x="1266212" y="86101"/>
                  </a:lnTo>
                  <a:lnTo>
                    <a:pt x="1258547" y="83172"/>
                  </a:lnTo>
                  <a:lnTo>
                    <a:pt x="1245480" y="75460"/>
                  </a:lnTo>
                  <a:lnTo>
                    <a:pt x="1232917" y="66781"/>
                  </a:lnTo>
                  <a:lnTo>
                    <a:pt x="1220180" y="58499"/>
                  </a:lnTo>
                  <a:lnTo>
                    <a:pt x="1206591" y="51981"/>
                  </a:lnTo>
                  <a:lnTo>
                    <a:pt x="1191372" y="48037"/>
                  </a:lnTo>
                  <a:lnTo>
                    <a:pt x="1175662" y="46000"/>
                  </a:lnTo>
                  <a:lnTo>
                    <a:pt x="1159830" y="44356"/>
                  </a:lnTo>
                  <a:lnTo>
                    <a:pt x="1144247" y="41592"/>
                  </a:lnTo>
                  <a:lnTo>
                    <a:pt x="1128605" y="36438"/>
                  </a:lnTo>
                  <a:lnTo>
                    <a:pt x="1113275" y="30105"/>
                  </a:lnTo>
                  <a:lnTo>
                    <a:pt x="1097845" y="24315"/>
                  </a:lnTo>
                  <a:lnTo>
                    <a:pt x="1081903" y="20789"/>
                  </a:lnTo>
                  <a:lnTo>
                    <a:pt x="1037721" y="15865"/>
                  </a:lnTo>
                  <a:lnTo>
                    <a:pt x="1010377" y="12808"/>
                  </a:lnTo>
                  <a:lnTo>
                    <a:pt x="992963" y="10889"/>
                  </a:lnTo>
                  <a:lnTo>
                    <a:pt x="978574" y="9378"/>
                  </a:lnTo>
                  <a:lnTo>
                    <a:pt x="960304" y="7546"/>
                  </a:lnTo>
                  <a:lnTo>
                    <a:pt x="931246" y="4663"/>
                  </a:lnTo>
                  <a:lnTo>
                    <a:pt x="884494" y="0"/>
                  </a:lnTo>
                  <a:lnTo>
                    <a:pt x="834423" y="769"/>
                  </a:lnTo>
                  <a:lnTo>
                    <a:pt x="784341" y="1256"/>
                  </a:lnTo>
                  <a:lnTo>
                    <a:pt x="734252" y="1567"/>
                  </a:lnTo>
                  <a:lnTo>
                    <a:pt x="684160" y="1807"/>
                  </a:lnTo>
                  <a:lnTo>
                    <a:pt x="634069" y="2082"/>
                  </a:lnTo>
                  <a:lnTo>
                    <a:pt x="583985" y="2499"/>
                  </a:lnTo>
                  <a:lnTo>
                    <a:pt x="533910" y="3162"/>
                  </a:lnTo>
                  <a:lnTo>
                    <a:pt x="483849" y="4179"/>
                  </a:lnTo>
                  <a:lnTo>
                    <a:pt x="433807" y="5653"/>
                  </a:lnTo>
                  <a:lnTo>
                    <a:pt x="383788" y="7692"/>
                  </a:lnTo>
                  <a:lnTo>
                    <a:pt x="333796" y="10401"/>
                  </a:lnTo>
                  <a:lnTo>
                    <a:pt x="283336" y="16678"/>
                  </a:lnTo>
                  <a:lnTo>
                    <a:pt x="215337" y="39195"/>
                  </a:lnTo>
                  <a:lnTo>
                    <a:pt x="177942" y="51981"/>
                  </a:lnTo>
                  <a:lnTo>
                    <a:pt x="167604" y="54774"/>
                  </a:lnTo>
                  <a:lnTo>
                    <a:pt x="157206" y="57353"/>
                  </a:lnTo>
                  <a:lnTo>
                    <a:pt x="146785" y="59846"/>
                  </a:lnTo>
                  <a:lnTo>
                    <a:pt x="136375" y="62382"/>
                  </a:lnTo>
                  <a:lnTo>
                    <a:pt x="99336" y="88038"/>
                  </a:lnTo>
                  <a:lnTo>
                    <a:pt x="83400" y="99383"/>
                  </a:lnTo>
                  <a:lnTo>
                    <a:pt x="70574" y="105223"/>
                  </a:lnTo>
                  <a:lnTo>
                    <a:pt x="42865" y="114363"/>
                  </a:lnTo>
                  <a:lnTo>
                    <a:pt x="40468" y="122246"/>
                  </a:lnTo>
                  <a:lnTo>
                    <a:pt x="38209" y="130182"/>
                  </a:lnTo>
                  <a:lnTo>
                    <a:pt x="35680" y="138007"/>
                  </a:lnTo>
                  <a:lnTo>
                    <a:pt x="32476" y="145554"/>
                  </a:lnTo>
                  <a:lnTo>
                    <a:pt x="22726" y="161391"/>
                  </a:lnTo>
                  <a:lnTo>
                    <a:pt x="12878" y="174974"/>
                  </a:lnTo>
                  <a:lnTo>
                    <a:pt x="5039" y="189442"/>
                  </a:lnTo>
                  <a:lnTo>
                    <a:pt x="1310" y="207937"/>
                  </a:lnTo>
                  <a:lnTo>
                    <a:pt x="429" y="233451"/>
                  </a:lnTo>
                  <a:lnTo>
                    <a:pt x="31" y="258976"/>
                  </a:lnTo>
                  <a:lnTo>
                    <a:pt x="0" y="284509"/>
                  </a:lnTo>
                  <a:lnTo>
                    <a:pt x="218" y="310045"/>
                  </a:lnTo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23007" y="777466"/>
              <a:ext cx="114300" cy="114935"/>
            </a:xfrm>
            <a:custGeom>
              <a:avLst/>
              <a:gdLst/>
              <a:ahLst/>
              <a:cxnLst/>
              <a:rect l="l" t="t" r="r" b="b"/>
              <a:pathLst>
                <a:path w="114300" h="114934">
                  <a:moveTo>
                    <a:pt x="114287" y="0"/>
                  </a:moveTo>
                  <a:lnTo>
                    <a:pt x="0" y="1295"/>
                  </a:lnTo>
                  <a:lnTo>
                    <a:pt x="58432" y="114935"/>
                  </a:lnTo>
                  <a:lnTo>
                    <a:pt x="11428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969513" y="92202"/>
              <a:ext cx="2964180" cy="646430"/>
            </a:xfrm>
            <a:custGeom>
              <a:avLst/>
              <a:gdLst/>
              <a:ahLst/>
              <a:cxnLst/>
              <a:rect l="l" t="t" r="r" b="b"/>
              <a:pathLst>
                <a:path w="2964179" h="646430">
                  <a:moveTo>
                    <a:pt x="2964180" y="0"/>
                  </a:moveTo>
                  <a:lnTo>
                    <a:pt x="0" y="0"/>
                  </a:lnTo>
                  <a:lnTo>
                    <a:pt x="0" y="646176"/>
                  </a:lnTo>
                  <a:lnTo>
                    <a:pt x="2964180" y="646176"/>
                  </a:lnTo>
                  <a:lnTo>
                    <a:pt x="296418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514288" y="5155165"/>
            <a:ext cx="45910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3200" spc="5" b="1">
                <a:solidFill>
                  <a:srgbClr val="FF0000"/>
                </a:solidFill>
                <a:latin typeface="Arial Narrow"/>
                <a:cs typeface="Arial Narrow"/>
              </a:rPr>
              <a:t>Q</a:t>
            </a:r>
            <a:r>
              <a:rPr dirty="0" baseline="-21164" sz="3150" spc="7" b="1">
                <a:solidFill>
                  <a:srgbClr val="FF0000"/>
                </a:solidFill>
                <a:latin typeface="Arial Narrow"/>
                <a:cs typeface="Arial Narrow"/>
              </a:rPr>
              <a:t>2</a:t>
            </a:r>
            <a:endParaRPr baseline="-21164" sz="3150">
              <a:latin typeface="Arial Narrow"/>
              <a:cs typeface="Arial Narro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22181" y="5168298"/>
            <a:ext cx="161925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5" b="1">
                <a:solidFill>
                  <a:srgbClr val="FF0000"/>
                </a:solidFill>
                <a:latin typeface="Arial Narrow"/>
                <a:cs typeface="Arial Narrow"/>
              </a:rPr>
              <a:t>n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43182" y="4468219"/>
            <a:ext cx="24765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5" b="1">
                <a:solidFill>
                  <a:srgbClr val="FF0000"/>
                </a:solidFill>
                <a:latin typeface="Arial Narrow"/>
                <a:cs typeface="Arial Narrow"/>
              </a:rPr>
              <a:t>X</a:t>
            </a:r>
            <a:endParaRPr sz="3200">
              <a:latin typeface="Arial Narrow"/>
              <a:cs typeface="Arial Narrow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039367" y="6049245"/>
            <a:ext cx="416559" cy="130810"/>
            <a:chOff x="1039367" y="6049245"/>
            <a:chExt cx="416559" cy="130810"/>
          </a:xfrm>
        </p:grpSpPr>
        <p:sp>
          <p:nvSpPr>
            <p:cNvPr id="43" name="object 43"/>
            <p:cNvSpPr/>
            <p:nvPr/>
          </p:nvSpPr>
          <p:spPr>
            <a:xfrm>
              <a:off x="1053845" y="6111443"/>
              <a:ext cx="387350" cy="13335"/>
            </a:xfrm>
            <a:custGeom>
              <a:avLst/>
              <a:gdLst/>
              <a:ahLst/>
              <a:cxnLst/>
              <a:rect l="l" t="t" r="r" b="b"/>
              <a:pathLst>
                <a:path w="387350" h="13335">
                  <a:moveTo>
                    <a:pt x="0" y="13004"/>
                  </a:moveTo>
                  <a:lnTo>
                    <a:pt x="387273" y="0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352602" y="6063723"/>
              <a:ext cx="88900" cy="101600"/>
            </a:xfrm>
            <a:custGeom>
              <a:avLst/>
              <a:gdLst/>
              <a:ahLst/>
              <a:cxnLst/>
              <a:rect l="l" t="t" r="r" b="b"/>
              <a:pathLst>
                <a:path w="88900" h="101600">
                  <a:moveTo>
                    <a:pt x="3403" y="101282"/>
                  </a:moveTo>
                  <a:lnTo>
                    <a:pt x="88519" y="47713"/>
                  </a:lnTo>
                  <a:lnTo>
                    <a:pt x="0" y="0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751911" y="6129866"/>
            <a:ext cx="149225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5" b="1">
                <a:solidFill>
                  <a:srgbClr val="FF0000"/>
                </a:solidFill>
                <a:latin typeface="Arial Narrow"/>
                <a:cs typeface="Arial Narrow"/>
              </a:rPr>
              <a:t>1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67431" y="5772549"/>
            <a:ext cx="59499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6493" sz="4800" spc="-7" b="1">
                <a:solidFill>
                  <a:srgbClr val="FF0000"/>
                </a:solidFill>
                <a:latin typeface="Arial Narrow"/>
                <a:cs typeface="Arial Narrow"/>
              </a:rPr>
              <a:t>Q</a:t>
            </a:r>
            <a:r>
              <a:rPr dirty="0" baseline="-16493" sz="4800" spc="247" b="1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dirty="0" sz="2100" spc="15" b="1">
                <a:solidFill>
                  <a:srgbClr val="FF0000"/>
                </a:solidFill>
                <a:latin typeface="Arial Narrow"/>
                <a:cs typeface="Arial Narrow"/>
              </a:rPr>
              <a:t>n</a:t>
            </a:r>
            <a:endParaRPr sz="2100">
              <a:latin typeface="Arial Narrow"/>
              <a:cs typeface="Arial Narrow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233422" y="5441169"/>
            <a:ext cx="416559" cy="130810"/>
            <a:chOff x="2233422" y="5441169"/>
            <a:chExt cx="416559" cy="130810"/>
          </a:xfrm>
        </p:grpSpPr>
        <p:sp>
          <p:nvSpPr>
            <p:cNvPr id="48" name="object 48"/>
            <p:cNvSpPr/>
            <p:nvPr/>
          </p:nvSpPr>
          <p:spPr>
            <a:xfrm>
              <a:off x="2247900" y="5503367"/>
              <a:ext cx="387350" cy="13335"/>
            </a:xfrm>
            <a:custGeom>
              <a:avLst/>
              <a:gdLst/>
              <a:ahLst/>
              <a:cxnLst/>
              <a:rect l="l" t="t" r="r" b="b"/>
              <a:pathLst>
                <a:path w="387350" h="13335">
                  <a:moveTo>
                    <a:pt x="0" y="13004"/>
                  </a:moveTo>
                  <a:lnTo>
                    <a:pt x="387273" y="0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546656" y="5455647"/>
              <a:ext cx="88900" cy="101600"/>
            </a:xfrm>
            <a:custGeom>
              <a:avLst/>
              <a:gdLst/>
              <a:ahLst/>
              <a:cxnLst/>
              <a:rect l="l" t="t" r="r" b="b"/>
              <a:pathLst>
                <a:path w="88900" h="101600">
                  <a:moveTo>
                    <a:pt x="3403" y="101282"/>
                  </a:moveTo>
                  <a:lnTo>
                    <a:pt x="88519" y="47713"/>
                  </a:lnTo>
                  <a:lnTo>
                    <a:pt x="0" y="0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0" name="object 50"/>
          <p:cNvGrpSpPr/>
          <p:nvPr/>
        </p:nvGrpSpPr>
        <p:grpSpPr>
          <a:xfrm>
            <a:off x="2250185" y="6090394"/>
            <a:ext cx="416559" cy="130810"/>
            <a:chOff x="2250185" y="6090394"/>
            <a:chExt cx="416559" cy="130810"/>
          </a:xfrm>
        </p:grpSpPr>
        <p:sp>
          <p:nvSpPr>
            <p:cNvPr id="51" name="object 51"/>
            <p:cNvSpPr/>
            <p:nvPr/>
          </p:nvSpPr>
          <p:spPr>
            <a:xfrm>
              <a:off x="2264663" y="6152591"/>
              <a:ext cx="387350" cy="13335"/>
            </a:xfrm>
            <a:custGeom>
              <a:avLst/>
              <a:gdLst/>
              <a:ahLst/>
              <a:cxnLst/>
              <a:rect l="l" t="t" r="r" b="b"/>
              <a:pathLst>
                <a:path w="387350" h="13335">
                  <a:moveTo>
                    <a:pt x="0" y="13004"/>
                  </a:moveTo>
                  <a:lnTo>
                    <a:pt x="387273" y="0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563419" y="6104872"/>
              <a:ext cx="88900" cy="101600"/>
            </a:xfrm>
            <a:custGeom>
              <a:avLst/>
              <a:gdLst/>
              <a:ahLst/>
              <a:cxnLst/>
              <a:rect l="l" t="t" r="r" b="b"/>
              <a:pathLst>
                <a:path w="88900" h="101600">
                  <a:moveTo>
                    <a:pt x="3403" y="101282"/>
                  </a:moveTo>
                  <a:lnTo>
                    <a:pt x="88519" y="47713"/>
                  </a:lnTo>
                  <a:lnTo>
                    <a:pt x="0" y="0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2914769" y="4585140"/>
            <a:ext cx="458470" cy="175069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 indent="7620">
              <a:lnSpc>
                <a:spcPct val="118000"/>
              </a:lnSpc>
              <a:spcBef>
                <a:spcPts val="85"/>
              </a:spcBef>
            </a:pPr>
            <a:r>
              <a:rPr dirty="0" sz="3200" spc="-10" b="1">
                <a:solidFill>
                  <a:srgbClr val="FF0000"/>
                </a:solidFill>
                <a:latin typeface="Arial Narrow"/>
                <a:cs typeface="Arial Narrow"/>
              </a:rPr>
              <a:t>D2  D1  </a:t>
            </a:r>
            <a:r>
              <a:rPr dirty="0" sz="3200" spc="-5" b="1">
                <a:solidFill>
                  <a:srgbClr val="FF0000"/>
                </a:solidFill>
                <a:latin typeface="Arial Narrow"/>
                <a:cs typeface="Arial Narrow"/>
              </a:rPr>
              <a:t>Y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701962" y="2341449"/>
            <a:ext cx="701040" cy="3714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470"/>
              </a:lnSpc>
              <a:tabLst>
                <a:tab pos="471805" algn="l"/>
              </a:tabLst>
            </a:pPr>
            <a:r>
              <a:rPr dirty="0" sz="3600" b="1">
                <a:solidFill>
                  <a:srgbClr val="0000FF"/>
                </a:solidFill>
                <a:latin typeface="Times New Roman"/>
                <a:cs typeface="Times New Roman"/>
              </a:rPr>
              <a:t>0	1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ts val="3404"/>
              </a:lnSpc>
              <a:tabLst>
                <a:tab pos="471805" algn="l"/>
              </a:tabLst>
            </a:pPr>
            <a:r>
              <a:rPr dirty="0" sz="3600" b="1">
                <a:solidFill>
                  <a:srgbClr val="0000FF"/>
                </a:solidFill>
                <a:latin typeface="Times New Roman"/>
                <a:cs typeface="Times New Roman"/>
              </a:rPr>
              <a:t>1	1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ts val="3685"/>
              </a:lnSpc>
              <a:tabLst>
                <a:tab pos="471805" algn="l"/>
              </a:tabLst>
            </a:pPr>
            <a:r>
              <a:rPr dirty="0" sz="3600" b="1">
                <a:solidFill>
                  <a:srgbClr val="0000FF"/>
                </a:solidFill>
                <a:latin typeface="Times New Roman"/>
                <a:cs typeface="Times New Roman"/>
              </a:rPr>
              <a:t>1	0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ts val="3840"/>
              </a:lnSpc>
              <a:tabLst>
                <a:tab pos="471805" algn="l"/>
              </a:tabLst>
            </a:pPr>
            <a:r>
              <a:rPr dirty="0" sz="3600" b="1">
                <a:solidFill>
                  <a:srgbClr val="0000FF"/>
                </a:solidFill>
                <a:latin typeface="Times New Roman"/>
                <a:cs typeface="Times New Roman"/>
              </a:rPr>
              <a:t>0	1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ts val="3685"/>
              </a:lnSpc>
              <a:tabLst>
                <a:tab pos="471805" algn="l"/>
              </a:tabLst>
            </a:pPr>
            <a:r>
              <a:rPr dirty="0" sz="3600" b="1">
                <a:solidFill>
                  <a:srgbClr val="0000FF"/>
                </a:solidFill>
                <a:latin typeface="Times New Roman"/>
                <a:cs typeface="Times New Roman"/>
              </a:rPr>
              <a:t>1	1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ts val="3535"/>
              </a:lnSpc>
              <a:tabLst>
                <a:tab pos="471805" algn="l"/>
              </a:tabLst>
            </a:pPr>
            <a:r>
              <a:rPr dirty="0" sz="3600" b="1">
                <a:solidFill>
                  <a:srgbClr val="0000FF"/>
                </a:solidFill>
                <a:latin typeface="Times New Roman"/>
                <a:cs typeface="Times New Roman"/>
              </a:rPr>
              <a:t>0	1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ts val="3554"/>
              </a:lnSpc>
              <a:tabLst>
                <a:tab pos="471805" algn="l"/>
              </a:tabLst>
            </a:pPr>
            <a:r>
              <a:rPr dirty="0" sz="3600" b="1">
                <a:solidFill>
                  <a:srgbClr val="0000FF"/>
                </a:solidFill>
                <a:latin typeface="Times New Roman"/>
                <a:cs typeface="Times New Roman"/>
              </a:rPr>
              <a:t>0	0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ts val="4010"/>
              </a:lnSpc>
              <a:tabLst>
                <a:tab pos="471805" algn="l"/>
              </a:tabLst>
            </a:pPr>
            <a:r>
              <a:rPr dirty="0" sz="3600" b="1">
                <a:solidFill>
                  <a:srgbClr val="0000FF"/>
                </a:solidFill>
                <a:latin typeface="Times New Roman"/>
                <a:cs typeface="Times New Roman"/>
              </a:rPr>
              <a:t>1	0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461516" y="4592573"/>
            <a:ext cx="792480" cy="1861185"/>
          </a:xfrm>
          <a:prstGeom prst="rect">
            <a:avLst/>
          </a:prstGeom>
          <a:solidFill>
            <a:srgbClr val="CCFFCC"/>
          </a:solidFill>
          <a:ln w="28955">
            <a:solidFill>
              <a:srgbClr val="FF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>
              <a:latin typeface="Times New Roman"/>
              <a:cs typeface="Times New Roman"/>
            </a:endParaRPr>
          </a:p>
          <a:p>
            <a:pPr marL="162560" marR="161290">
              <a:lnSpc>
                <a:spcPts val="2080"/>
              </a:lnSpc>
            </a:pPr>
            <a:r>
              <a:rPr dirty="0" sz="1800" b="1">
                <a:solidFill>
                  <a:srgbClr val="000066"/>
                </a:solidFill>
                <a:latin typeface="新宋体"/>
                <a:cs typeface="新宋体"/>
              </a:rPr>
              <a:t>组合 电路</a:t>
            </a:r>
            <a:endParaRPr sz="1800">
              <a:latin typeface="新宋体"/>
              <a:cs typeface="新宋体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title"/>
          </p:nvPr>
        </p:nvSpPr>
        <p:spPr>
          <a:xfrm>
            <a:off x="3064238" y="119903"/>
            <a:ext cx="277431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000000"/>
                </a:solidFill>
                <a:latin typeface="宋体"/>
                <a:cs typeface="宋体"/>
              </a:rPr>
              <a:t>设计思路</a:t>
            </a:r>
            <a:r>
              <a:rPr dirty="0" spc="-5">
                <a:solidFill>
                  <a:srgbClr val="000000"/>
                </a:solidFill>
                <a:latin typeface="宋体"/>
                <a:cs typeface="宋体"/>
              </a:rPr>
              <a:t>提</a:t>
            </a:r>
            <a:r>
              <a:rPr dirty="0" spc="-15">
                <a:solidFill>
                  <a:srgbClr val="000000"/>
                </a:solidFill>
                <a:latin typeface="宋体"/>
                <a:cs typeface="宋体"/>
              </a:rPr>
              <a:t>示</a:t>
            </a:r>
          </a:p>
        </p:txBody>
      </p:sp>
    </p:spTree>
  </p:cSld>
  <p:clrMapOvr>
    <a:masterClrMapping/>
  </p:clrMapOvr>
  <p:transition spd="fast">
    <p:wipe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52806" y="710183"/>
            <a:ext cx="3081655" cy="224154"/>
            <a:chOff x="352806" y="710183"/>
            <a:chExt cx="3081655" cy="224154"/>
          </a:xfrm>
        </p:grpSpPr>
        <p:sp>
          <p:nvSpPr>
            <p:cNvPr id="6" name="object 6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30259" y="1078898"/>
            <a:ext cx="5854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例</a:t>
            </a: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2: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168459" y="955931"/>
            <a:ext cx="7815580" cy="172656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5000"/>
              </a:lnSpc>
              <a:spcBef>
                <a:spcPts val="100"/>
              </a:spcBef>
            </a:pPr>
            <a:r>
              <a:rPr dirty="0" sz="2400" spc="-5">
                <a:solidFill>
                  <a:srgbClr val="000066"/>
                </a:solidFill>
                <a:latin typeface="新宋体"/>
                <a:cs typeface="新宋体"/>
              </a:rPr>
              <a:t>设计一个</a:t>
            </a:r>
            <a:r>
              <a:rPr dirty="0" sz="2400">
                <a:solidFill>
                  <a:srgbClr val="FF00FF"/>
                </a:solidFill>
                <a:latin typeface="新宋体"/>
                <a:cs typeface="新宋体"/>
              </a:rPr>
              <a:t>串</a:t>
            </a:r>
            <a:r>
              <a:rPr dirty="0" sz="2400" spc="5">
                <a:solidFill>
                  <a:srgbClr val="FF00FF"/>
                </a:solidFill>
                <a:latin typeface="新宋体"/>
                <a:cs typeface="新宋体"/>
              </a:rPr>
              <a:t>行</a:t>
            </a:r>
            <a:r>
              <a:rPr dirty="0" sz="2400">
                <a:solidFill>
                  <a:srgbClr val="FF00FF"/>
                </a:solidFill>
                <a:latin typeface="新宋体"/>
                <a:cs typeface="新宋体"/>
              </a:rPr>
              <a:t>数据检测器</a:t>
            </a:r>
            <a:r>
              <a:rPr dirty="0" sz="2400">
                <a:solidFill>
                  <a:srgbClr val="000066"/>
                </a:solidFill>
                <a:latin typeface="新宋体"/>
                <a:cs typeface="新宋体"/>
              </a:rPr>
              <a:t>。电路的输入</a:t>
            </a:r>
            <a:r>
              <a:rPr dirty="0" sz="2400" spc="5">
                <a:solidFill>
                  <a:srgbClr val="000066"/>
                </a:solidFill>
                <a:latin typeface="新宋体"/>
                <a:cs typeface="新宋体"/>
              </a:rPr>
              <a:t>信</a:t>
            </a:r>
            <a:r>
              <a:rPr dirty="0" sz="2400" spc="-5">
                <a:solidFill>
                  <a:srgbClr val="000066"/>
                </a:solidFill>
                <a:latin typeface="新宋体"/>
                <a:cs typeface="新宋体"/>
              </a:rPr>
              <a:t>号</a:t>
            </a:r>
            <a:r>
              <a:rPr dirty="0" sz="2400" spc="5">
                <a:solidFill>
                  <a:srgbClr val="000066"/>
                </a:solidFill>
                <a:latin typeface="Times New Roman"/>
                <a:cs typeface="Times New Roman"/>
              </a:rPr>
              <a:t>A</a:t>
            </a:r>
            <a:r>
              <a:rPr dirty="0" sz="2400">
                <a:solidFill>
                  <a:srgbClr val="000066"/>
                </a:solidFill>
                <a:latin typeface="新宋体"/>
                <a:cs typeface="新宋体"/>
              </a:rPr>
              <a:t>是与时</a:t>
            </a:r>
            <a:r>
              <a:rPr dirty="0" sz="2400" spc="5">
                <a:solidFill>
                  <a:srgbClr val="000066"/>
                </a:solidFill>
                <a:latin typeface="新宋体"/>
                <a:cs typeface="新宋体"/>
              </a:rPr>
              <a:t>钟</a:t>
            </a:r>
            <a:r>
              <a:rPr dirty="0" sz="2400" spc="-10">
                <a:solidFill>
                  <a:srgbClr val="000066"/>
                </a:solidFill>
                <a:latin typeface="新宋体"/>
                <a:cs typeface="新宋体"/>
              </a:rPr>
              <a:t>脉 </a:t>
            </a:r>
            <a:r>
              <a:rPr dirty="0" sz="2400" spc="-5">
                <a:solidFill>
                  <a:srgbClr val="000066"/>
                </a:solidFill>
                <a:latin typeface="新宋体"/>
                <a:cs typeface="新宋体"/>
              </a:rPr>
              <a:t>冲同步的</a:t>
            </a:r>
            <a:r>
              <a:rPr dirty="0" sz="2400">
                <a:solidFill>
                  <a:srgbClr val="000066"/>
                </a:solidFill>
                <a:latin typeface="新宋体"/>
                <a:cs typeface="新宋体"/>
              </a:rPr>
              <a:t>串</a:t>
            </a:r>
            <a:r>
              <a:rPr dirty="0" sz="2400" spc="5">
                <a:solidFill>
                  <a:srgbClr val="000066"/>
                </a:solidFill>
                <a:latin typeface="新宋体"/>
                <a:cs typeface="新宋体"/>
              </a:rPr>
              <a:t>行</a:t>
            </a:r>
            <a:r>
              <a:rPr dirty="0" sz="2400">
                <a:solidFill>
                  <a:srgbClr val="000066"/>
                </a:solidFill>
                <a:latin typeface="新宋体"/>
                <a:cs typeface="新宋体"/>
              </a:rPr>
              <a:t>数据，输出信号为</a:t>
            </a:r>
            <a:r>
              <a:rPr dirty="0" sz="2400" spc="5">
                <a:solidFill>
                  <a:srgbClr val="000066"/>
                </a:solidFill>
                <a:latin typeface="Times New Roman"/>
                <a:cs typeface="Times New Roman"/>
              </a:rPr>
              <a:t>Y</a:t>
            </a:r>
            <a:r>
              <a:rPr dirty="0" sz="2400">
                <a:solidFill>
                  <a:srgbClr val="000066"/>
                </a:solidFill>
                <a:latin typeface="新宋体"/>
                <a:cs typeface="新宋体"/>
              </a:rPr>
              <a:t>；要求电路</a:t>
            </a:r>
            <a:r>
              <a:rPr dirty="0" sz="2400">
                <a:solidFill>
                  <a:srgbClr val="FF00FF"/>
                </a:solidFill>
                <a:latin typeface="新宋体"/>
                <a:cs typeface="新宋体"/>
              </a:rPr>
              <a:t>输入信号</a:t>
            </a:r>
            <a:r>
              <a:rPr dirty="0" sz="2400" spc="5">
                <a:solidFill>
                  <a:srgbClr val="FF00FF"/>
                </a:solidFill>
                <a:latin typeface="Times New Roman"/>
                <a:cs typeface="Times New Roman"/>
              </a:rPr>
              <a:t>A</a:t>
            </a:r>
            <a:r>
              <a:rPr dirty="0" sz="2400" spc="-10">
                <a:solidFill>
                  <a:srgbClr val="FF00FF"/>
                </a:solidFill>
                <a:latin typeface="新宋体"/>
                <a:cs typeface="新宋体"/>
              </a:rPr>
              <a:t>出 </a:t>
            </a:r>
            <a:r>
              <a:rPr dirty="0" sz="2400" spc="-5">
                <a:solidFill>
                  <a:srgbClr val="FF00FF"/>
                </a:solidFill>
                <a:latin typeface="新宋体"/>
                <a:cs typeface="新宋体"/>
              </a:rPr>
              <a:t>现</a:t>
            </a:r>
            <a:r>
              <a:rPr dirty="0" sz="2400" spc="-135">
                <a:solidFill>
                  <a:srgbClr val="FF00FF"/>
                </a:solidFill>
                <a:latin typeface="Times New Roman"/>
                <a:cs typeface="Times New Roman"/>
              </a:rPr>
              <a:t>1</a:t>
            </a:r>
            <a:r>
              <a:rPr dirty="0" sz="2400">
                <a:solidFill>
                  <a:srgbClr val="FF00FF"/>
                </a:solidFill>
                <a:latin typeface="Times New Roman"/>
                <a:cs typeface="Times New Roman"/>
              </a:rPr>
              <a:t>10</a:t>
            </a:r>
            <a:r>
              <a:rPr dirty="0" sz="2400" spc="-5">
                <a:solidFill>
                  <a:srgbClr val="FF00FF"/>
                </a:solidFill>
                <a:latin typeface="新宋体"/>
                <a:cs typeface="新宋体"/>
              </a:rPr>
              <a:t>序列</a:t>
            </a:r>
            <a:r>
              <a:rPr dirty="0" sz="2400" spc="-5">
                <a:solidFill>
                  <a:srgbClr val="000066"/>
                </a:solidFill>
                <a:latin typeface="新宋体"/>
                <a:cs typeface="新宋体"/>
              </a:rPr>
              <a:t>时</a:t>
            </a:r>
            <a:r>
              <a:rPr dirty="0" sz="2400">
                <a:solidFill>
                  <a:srgbClr val="000066"/>
                </a:solidFill>
                <a:latin typeface="新宋体"/>
                <a:cs typeface="新宋体"/>
              </a:rPr>
              <a:t>，</a:t>
            </a:r>
            <a:r>
              <a:rPr dirty="0" sz="2400">
                <a:solidFill>
                  <a:srgbClr val="FF00FF"/>
                </a:solidFill>
                <a:latin typeface="新宋体"/>
                <a:cs typeface="新宋体"/>
              </a:rPr>
              <a:t>输</a:t>
            </a:r>
            <a:r>
              <a:rPr dirty="0" sz="2400" spc="5">
                <a:solidFill>
                  <a:srgbClr val="FF00FF"/>
                </a:solidFill>
                <a:latin typeface="新宋体"/>
                <a:cs typeface="新宋体"/>
              </a:rPr>
              <a:t>出</a:t>
            </a:r>
            <a:r>
              <a:rPr dirty="0" sz="2400">
                <a:solidFill>
                  <a:srgbClr val="FF00FF"/>
                </a:solidFill>
                <a:latin typeface="新宋体"/>
                <a:cs typeface="新宋体"/>
              </a:rPr>
              <a:t>信</a:t>
            </a:r>
            <a:r>
              <a:rPr dirty="0" sz="2400" spc="-5">
                <a:solidFill>
                  <a:srgbClr val="FF00FF"/>
                </a:solidFill>
                <a:latin typeface="新宋体"/>
                <a:cs typeface="新宋体"/>
              </a:rPr>
              <a:t>号</a:t>
            </a:r>
            <a:r>
              <a:rPr dirty="0" sz="2400" spc="5">
                <a:solidFill>
                  <a:srgbClr val="FF00FF"/>
                </a:solidFill>
                <a:latin typeface="Times New Roman"/>
                <a:cs typeface="Times New Roman"/>
              </a:rPr>
              <a:t>Y</a:t>
            </a:r>
            <a:r>
              <a:rPr dirty="0" sz="2400" spc="-5">
                <a:solidFill>
                  <a:srgbClr val="FF00FF"/>
                </a:solidFill>
                <a:latin typeface="新宋体"/>
                <a:cs typeface="新宋体"/>
              </a:rPr>
              <a:t>为</a:t>
            </a:r>
            <a:r>
              <a:rPr dirty="0" sz="2400" spc="5">
                <a:solidFill>
                  <a:srgbClr val="FF00FF"/>
                </a:solidFill>
                <a:latin typeface="Times New Roman"/>
                <a:cs typeface="Times New Roman"/>
              </a:rPr>
              <a:t>1</a:t>
            </a:r>
            <a:r>
              <a:rPr dirty="0" sz="2400">
                <a:solidFill>
                  <a:srgbClr val="000066"/>
                </a:solidFill>
                <a:latin typeface="新宋体"/>
                <a:cs typeface="新宋体"/>
              </a:rPr>
              <a:t>，</a:t>
            </a:r>
            <a:r>
              <a:rPr dirty="0" sz="2400" spc="5">
                <a:solidFill>
                  <a:srgbClr val="000066"/>
                </a:solidFill>
                <a:latin typeface="新宋体"/>
                <a:cs typeface="新宋体"/>
              </a:rPr>
              <a:t>否</a:t>
            </a:r>
            <a:r>
              <a:rPr dirty="0" sz="2400">
                <a:solidFill>
                  <a:srgbClr val="000066"/>
                </a:solidFill>
                <a:latin typeface="新宋体"/>
                <a:cs typeface="新宋体"/>
              </a:rPr>
              <a:t>则</a:t>
            </a:r>
            <a:r>
              <a:rPr dirty="0" sz="2400" spc="-5">
                <a:solidFill>
                  <a:srgbClr val="000066"/>
                </a:solidFill>
                <a:latin typeface="新宋体"/>
                <a:cs typeface="新宋体"/>
              </a:rPr>
              <a:t>为</a:t>
            </a:r>
            <a:r>
              <a:rPr dirty="0" sz="2400" spc="5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400">
                <a:solidFill>
                  <a:srgbClr val="000066"/>
                </a:solidFill>
                <a:latin typeface="新宋体"/>
                <a:cs typeface="新宋体"/>
              </a:rPr>
              <a:t>。采</a:t>
            </a:r>
            <a:r>
              <a:rPr dirty="0" sz="2400" spc="-5">
                <a:solidFill>
                  <a:srgbClr val="000066"/>
                </a:solidFill>
                <a:latin typeface="新宋体"/>
                <a:cs typeface="新宋体"/>
              </a:rPr>
              <a:t>用</a:t>
            </a:r>
            <a:r>
              <a:rPr dirty="0" sz="2400">
                <a:solidFill>
                  <a:srgbClr val="000066"/>
                </a:solidFill>
                <a:latin typeface="Times New Roman"/>
                <a:cs typeface="Times New Roman"/>
              </a:rPr>
              <a:t>J</a:t>
            </a:r>
            <a:r>
              <a:rPr dirty="0" sz="2400" spc="-5">
                <a:solidFill>
                  <a:srgbClr val="000066"/>
                </a:solidFill>
                <a:latin typeface="Times New Roman"/>
                <a:cs typeface="Times New Roman"/>
              </a:rPr>
              <a:t>K</a:t>
            </a:r>
            <a:r>
              <a:rPr dirty="0" sz="2400">
                <a:solidFill>
                  <a:srgbClr val="000066"/>
                </a:solidFill>
                <a:latin typeface="新宋体"/>
                <a:cs typeface="新宋体"/>
              </a:rPr>
              <a:t>触</a:t>
            </a:r>
            <a:r>
              <a:rPr dirty="0" sz="2400" spc="5">
                <a:solidFill>
                  <a:srgbClr val="000066"/>
                </a:solidFill>
                <a:latin typeface="新宋体"/>
                <a:cs typeface="新宋体"/>
              </a:rPr>
              <a:t>发</a:t>
            </a:r>
            <a:r>
              <a:rPr dirty="0" sz="2400">
                <a:solidFill>
                  <a:srgbClr val="000066"/>
                </a:solidFill>
                <a:latin typeface="新宋体"/>
                <a:cs typeface="新宋体"/>
              </a:rPr>
              <a:t>器。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75713" y="3433190"/>
            <a:ext cx="1772920" cy="921385"/>
          </a:xfrm>
          <a:prstGeom prst="rect">
            <a:avLst/>
          </a:prstGeom>
          <a:solidFill>
            <a:srgbClr val="CCFFCC"/>
          </a:solidFill>
          <a:ln w="57150">
            <a:solidFill>
              <a:srgbClr val="000000"/>
            </a:solidFill>
          </a:ln>
        </p:spPr>
        <p:txBody>
          <a:bodyPr wrap="square" lIns="0" tIns="80010" rIns="0" bIns="0" rtlCol="0" vert="horz">
            <a:spAutoFit/>
          </a:bodyPr>
          <a:lstStyle/>
          <a:p>
            <a:pPr algn="ctr" marL="100965">
              <a:lnSpc>
                <a:spcPct val="100000"/>
              </a:lnSpc>
              <a:spcBef>
                <a:spcPts val="630"/>
              </a:spcBef>
            </a:pPr>
            <a:r>
              <a:rPr dirty="0" sz="2400" spc="-5" b="1">
                <a:solidFill>
                  <a:srgbClr val="FF00FF"/>
                </a:solidFill>
                <a:latin typeface="新宋体"/>
                <a:cs typeface="新宋体"/>
              </a:rPr>
              <a:t>检测电</a:t>
            </a:r>
            <a:r>
              <a:rPr dirty="0" sz="2400" spc="-10" b="1">
                <a:solidFill>
                  <a:srgbClr val="FF00FF"/>
                </a:solidFill>
                <a:latin typeface="新宋体"/>
                <a:cs typeface="新宋体"/>
              </a:rPr>
              <a:t>路</a:t>
            </a:r>
            <a:endParaRPr sz="2400">
              <a:latin typeface="新宋体"/>
              <a:cs typeface="新宋体"/>
            </a:endParaRPr>
          </a:p>
          <a:p>
            <a:pPr algn="ctr" marL="101600">
              <a:lnSpc>
                <a:spcPct val="100000"/>
              </a:lnSpc>
              <a:spcBef>
                <a:spcPts val="30"/>
              </a:spcBef>
            </a:pPr>
            <a:r>
              <a:rPr dirty="0" sz="2000" spc="-5" b="1">
                <a:latin typeface="宋体"/>
                <a:cs typeface="宋体"/>
              </a:rPr>
              <a:t>下降</a:t>
            </a:r>
            <a:r>
              <a:rPr dirty="0" sz="2000" b="1">
                <a:latin typeface="宋体"/>
                <a:cs typeface="宋体"/>
              </a:rPr>
              <a:t>沿触发器</a:t>
            </a:r>
            <a:endParaRPr sz="2000">
              <a:latin typeface="宋体"/>
              <a:cs typeface="宋体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048128" y="3128772"/>
            <a:ext cx="3295650" cy="1167765"/>
            <a:chOff x="4048128" y="3128772"/>
            <a:chExt cx="3295650" cy="1167765"/>
          </a:xfrm>
        </p:grpSpPr>
        <p:sp>
          <p:nvSpPr>
            <p:cNvPr id="12" name="object 12"/>
            <p:cNvSpPr/>
            <p:nvPr/>
          </p:nvSpPr>
          <p:spPr>
            <a:xfrm>
              <a:off x="4229481" y="4130421"/>
              <a:ext cx="160020" cy="0"/>
            </a:xfrm>
            <a:custGeom>
              <a:avLst/>
              <a:gdLst/>
              <a:ahLst/>
              <a:cxnLst/>
              <a:rect l="l" t="t" r="r" b="b"/>
              <a:pathLst>
                <a:path w="160020" h="0">
                  <a:moveTo>
                    <a:pt x="0" y="0"/>
                  </a:moveTo>
                  <a:lnTo>
                    <a:pt x="16002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378071" y="3890391"/>
              <a:ext cx="1905" cy="245110"/>
            </a:xfrm>
            <a:custGeom>
              <a:avLst/>
              <a:gdLst/>
              <a:ahLst/>
              <a:cxnLst/>
              <a:rect l="l" t="t" r="r" b="b"/>
              <a:pathLst>
                <a:path w="1904" h="245110">
                  <a:moveTo>
                    <a:pt x="1524" y="244601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2450" y="3886200"/>
              <a:ext cx="389000" cy="25526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746879" y="3890391"/>
              <a:ext cx="1905" cy="245110"/>
            </a:xfrm>
            <a:custGeom>
              <a:avLst/>
              <a:gdLst/>
              <a:ahLst/>
              <a:cxnLst/>
              <a:rect l="l" t="t" r="r" b="b"/>
              <a:pathLst>
                <a:path w="1904" h="245110">
                  <a:moveTo>
                    <a:pt x="1524" y="244601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8972" y="3886200"/>
              <a:ext cx="392048" cy="25526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116449" y="3890391"/>
              <a:ext cx="1905" cy="245110"/>
            </a:xfrm>
            <a:custGeom>
              <a:avLst/>
              <a:gdLst/>
              <a:ahLst/>
              <a:cxnLst/>
              <a:rect l="l" t="t" r="r" b="b"/>
              <a:pathLst>
                <a:path w="1904" h="245110">
                  <a:moveTo>
                    <a:pt x="1524" y="244601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7780" y="3880868"/>
              <a:ext cx="392049" cy="26060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482971" y="3890391"/>
              <a:ext cx="1905" cy="245110"/>
            </a:xfrm>
            <a:custGeom>
              <a:avLst/>
              <a:gdLst/>
              <a:ahLst/>
              <a:cxnLst/>
              <a:rect l="l" t="t" r="r" b="b"/>
              <a:pathLst>
                <a:path w="1904" h="245110">
                  <a:moveTo>
                    <a:pt x="0" y="244601"/>
                  </a:moveTo>
                  <a:lnTo>
                    <a:pt x="1524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68874" y="3886200"/>
              <a:ext cx="382143" cy="25831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191000" y="4210430"/>
              <a:ext cx="711200" cy="0"/>
            </a:xfrm>
            <a:custGeom>
              <a:avLst/>
              <a:gdLst/>
              <a:ahLst/>
              <a:cxnLst/>
              <a:rect l="l" t="t" r="r" b="b"/>
              <a:pathLst>
                <a:path w="711200" h="0">
                  <a:moveTo>
                    <a:pt x="0" y="0"/>
                  </a:moveTo>
                  <a:lnTo>
                    <a:pt x="710933" y="0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048128" y="4124698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71437" y="0"/>
                  </a:moveTo>
                  <a:lnTo>
                    <a:pt x="0" y="85737"/>
                  </a:lnTo>
                  <a:lnTo>
                    <a:pt x="171450" y="171450"/>
                  </a:lnTo>
                  <a:lnTo>
                    <a:pt x="1714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860161" y="3883533"/>
              <a:ext cx="1905" cy="245110"/>
            </a:xfrm>
            <a:custGeom>
              <a:avLst/>
              <a:gdLst/>
              <a:ahLst/>
              <a:cxnLst/>
              <a:rect l="l" t="t" r="r" b="b"/>
              <a:pathLst>
                <a:path w="1904" h="245110">
                  <a:moveTo>
                    <a:pt x="1524" y="244601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42254" y="3878580"/>
              <a:ext cx="392049" cy="25603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229730" y="3883533"/>
              <a:ext cx="1905" cy="245110"/>
            </a:xfrm>
            <a:custGeom>
              <a:avLst/>
              <a:gdLst/>
              <a:ahLst/>
              <a:cxnLst/>
              <a:rect l="l" t="t" r="r" b="b"/>
              <a:pathLst>
                <a:path w="1904" h="245110">
                  <a:moveTo>
                    <a:pt x="1524" y="244601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11061" y="3874010"/>
              <a:ext cx="392048" cy="26060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596252" y="3883533"/>
              <a:ext cx="1905" cy="245110"/>
            </a:xfrm>
            <a:custGeom>
              <a:avLst/>
              <a:gdLst/>
              <a:ahLst/>
              <a:cxnLst/>
              <a:rect l="l" t="t" r="r" b="b"/>
              <a:pathLst>
                <a:path w="1904" h="245110">
                  <a:moveTo>
                    <a:pt x="0" y="244601"/>
                  </a:moveTo>
                  <a:lnTo>
                    <a:pt x="1524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82155" y="3878580"/>
              <a:ext cx="382143" cy="25908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975729" y="3886580"/>
              <a:ext cx="1905" cy="245110"/>
            </a:xfrm>
            <a:custGeom>
              <a:avLst/>
              <a:gdLst/>
              <a:ahLst/>
              <a:cxnLst/>
              <a:rect l="l" t="t" r="r" b="b"/>
              <a:pathLst>
                <a:path w="1904" h="245110">
                  <a:moveTo>
                    <a:pt x="0" y="244602"/>
                  </a:moveTo>
                  <a:lnTo>
                    <a:pt x="1524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61632" y="3881627"/>
              <a:ext cx="382143" cy="25908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191000" y="3663315"/>
              <a:ext cx="711200" cy="0"/>
            </a:xfrm>
            <a:custGeom>
              <a:avLst/>
              <a:gdLst/>
              <a:ahLst/>
              <a:cxnLst/>
              <a:rect l="l" t="t" r="r" b="b"/>
              <a:pathLst>
                <a:path w="711200" h="0">
                  <a:moveTo>
                    <a:pt x="0" y="0"/>
                  </a:moveTo>
                  <a:lnTo>
                    <a:pt x="710933" y="0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048128" y="3577582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71437" y="0"/>
                  </a:moveTo>
                  <a:lnTo>
                    <a:pt x="0" y="85737"/>
                  </a:lnTo>
                  <a:lnTo>
                    <a:pt x="171450" y="171450"/>
                  </a:lnTo>
                  <a:lnTo>
                    <a:pt x="1714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151757" y="3594734"/>
              <a:ext cx="161290" cy="0"/>
            </a:xfrm>
            <a:custGeom>
              <a:avLst/>
              <a:gdLst/>
              <a:ahLst/>
              <a:cxnLst/>
              <a:rect l="l" t="t" r="r" b="b"/>
              <a:pathLst>
                <a:path w="161289" h="0">
                  <a:moveTo>
                    <a:pt x="0" y="0"/>
                  </a:moveTo>
                  <a:lnTo>
                    <a:pt x="160782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301109" y="3355467"/>
              <a:ext cx="1905" cy="245110"/>
            </a:xfrm>
            <a:custGeom>
              <a:avLst/>
              <a:gdLst/>
              <a:ahLst/>
              <a:cxnLst/>
              <a:rect l="l" t="t" r="r" b="b"/>
              <a:pathLst>
                <a:path w="1904" h="245110">
                  <a:moveTo>
                    <a:pt x="1524" y="244601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295013" y="3346322"/>
              <a:ext cx="387985" cy="13970"/>
            </a:xfrm>
            <a:custGeom>
              <a:avLst/>
              <a:gdLst/>
              <a:ahLst/>
              <a:cxnLst/>
              <a:rect l="l" t="t" r="r" b="b"/>
              <a:pathLst>
                <a:path w="387985" h="13970">
                  <a:moveTo>
                    <a:pt x="0" y="13715"/>
                  </a:moveTo>
                  <a:lnTo>
                    <a:pt x="387858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653153" y="3568065"/>
              <a:ext cx="581660" cy="5080"/>
            </a:xfrm>
            <a:custGeom>
              <a:avLst/>
              <a:gdLst/>
              <a:ahLst/>
              <a:cxnLst/>
              <a:rect l="l" t="t" r="r" b="b"/>
              <a:pathLst>
                <a:path w="581660" h="5079">
                  <a:moveTo>
                    <a:pt x="0" y="4572"/>
                  </a:moveTo>
                  <a:lnTo>
                    <a:pt x="581406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682871" y="3355467"/>
              <a:ext cx="0" cy="245110"/>
            </a:xfrm>
            <a:custGeom>
              <a:avLst/>
              <a:gdLst/>
              <a:ahLst/>
              <a:cxnLst/>
              <a:rect l="l" t="t" r="r" b="b"/>
              <a:pathLst>
                <a:path w="0" h="245110">
                  <a:moveTo>
                    <a:pt x="0" y="244601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236083" y="3355467"/>
              <a:ext cx="1905" cy="245110"/>
            </a:xfrm>
            <a:custGeom>
              <a:avLst/>
              <a:gdLst/>
              <a:ahLst/>
              <a:cxnLst/>
              <a:rect l="l" t="t" r="r" b="b"/>
              <a:pathLst>
                <a:path w="1904" h="245110">
                  <a:moveTo>
                    <a:pt x="1524" y="244601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228463" y="3360038"/>
              <a:ext cx="363855" cy="0"/>
            </a:xfrm>
            <a:custGeom>
              <a:avLst/>
              <a:gdLst/>
              <a:ahLst/>
              <a:cxnLst/>
              <a:rect l="l" t="t" r="r" b="b"/>
              <a:pathLst>
                <a:path w="363854" h="0">
                  <a:moveTo>
                    <a:pt x="0" y="0"/>
                  </a:moveTo>
                  <a:lnTo>
                    <a:pt x="36347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570601" y="3596259"/>
              <a:ext cx="184785" cy="0"/>
            </a:xfrm>
            <a:custGeom>
              <a:avLst/>
              <a:gdLst/>
              <a:ahLst/>
              <a:cxnLst/>
              <a:rect l="l" t="t" r="r" b="b"/>
              <a:pathLst>
                <a:path w="184785" h="0">
                  <a:moveTo>
                    <a:pt x="0" y="0"/>
                  </a:moveTo>
                  <a:lnTo>
                    <a:pt x="18440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578983" y="3355467"/>
              <a:ext cx="0" cy="245110"/>
            </a:xfrm>
            <a:custGeom>
              <a:avLst/>
              <a:gdLst/>
              <a:ahLst/>
              <a:cxnLst/>
              <a:rect l="l" t="t" r="r" b="b"/>
              <a:pathLst>
                <a:path w="0" h="245110">
                  <a:moveTo>
                    <a:pt x="0" y="244601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750433" y="3355467"/>
              <a:ext cx="1905" cy="245110"/>
            </a:xfrm>
            <a:custGeom>
              <a:avLst/>
              <a:gdLst/>
              <a:ahLst/>
              <a:cxnLst/>
              <a:rect l="l" t="t" r="r" b="b"/>
              <a:pathLst>
                <a:path w="1904" h="245110">
                  <a:moveTo>
                    <a:pt x="1524" y="244601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740527" y="3346322"/>
              <a:ext cx="417195" cy="13970"/>
            </a:xfrm>
            <a:custGeom>
              <a:avLst/>
              <a:gdLst/>
              <a:ahLst/>
              <a:cxnLst/>
              <a:rect l="l" t="t" r="r" b="b"/>
              <a:pathLst>
                <a:path w="417195" h="13970">
                  <a:moveTo>
                    <a:pt x="0" y="13715"/>
                  </a:moveTo>
                  <a:lnTo>
                    <a:pt x="416814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161151" y="3596259"/>
              <a:ext cx="178435" cy="0"/>
            </a:xfrm>
            <a:custGeom>
              <a:avLst/>
              <a:gdLst/>
              <a:ahLst/>
              <a:cxnLst/>
              <a:rect l="l" t="t" r="r" b="b"/>
              <a:pathLst>
                <a:path w="178435" h="0">
                  <a:moveTo>
                    <a:pt x="0" y="0"/>
                  </a:moveTo>
                  <a:lnTo>
                    <a:pt x="178308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169533" y="3355467"/>
              <a:ext cx="1905" cy="245110"/>
            </a:xfrm>
            <a:custGeom>
              <a:avLst/>
              <a:gdLst/>
              <a:ahLst/>
              <a:cxnLst/>
              <a:rect l="l" t="t" r="r" b="b"/>
              <a:pathLst>
                <a:path w="1904" h="245110">
                  <a:moveTo>
                    <a:pt x="0" y="244601"/>
                  </a:moveTo>
                  <a:lnTo>
                    <a:pt x="1524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332601" y="3355467"/>
              <a:ext cx="1905" cy="245110"/>
            </a:xfrm>
            <a:custGeom>
              <a:avLst/>
              <a:gdLst/>
              <a:ahLst/>
              <a:cxnLst/>
              <a:rect l="l" t="t" r="r" b="b"/>
              <a:pathLst>
                <a:path w="1904" h="245110">
                  <a:moveTo>
                    <a:pt x="0" y="244601"/>
                  </a:moveTo>
                  <a:lnTo>
                    <a:pt x="1524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328029" y="3346322"/>
              <a:ext cx="418465" cy="13970"/>
            </a:xfrm>
            <a:custGeom>
              <a:avLst/>
              <a:gdLst/>
              <a:ahLst/>
              <a:cxnLst/>
              <a:rect l="l" t="t" r="r" b="b"/>
              <a:pathLst>
                <a:path w="418465" h="13970">
                  <a:moveTo>
                    <a:pt x="0" y="13715"/>
                  </a:moveTo>
                  <a:lnTo>
                    <a:pt x="418338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738747" y="3596259"/>
              <a:ext cx="309880" cy="3810"/>
            </a:xfrm>
            <a:custGeom>
              <a:avLst/>
              <a:gdLst/>
              <a:ahLst/>
              <a:cxnLst/>
              <a:rect l="l" t="t" r="r" b="b"/>
              <a:pathLst>
                <a:path w="309879" h="3810">
                  <a:moveTo>
                    <a:pt x="0" y="3810"/>
                  </a:moveTo>
                  <a:lnTo>
                    <a:pt x="309372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746367" y="3358515"/>
              <a:ext cx="0" cy="245110"/>
            </a:xfrm>
            <a:custGeom>
              <a:avLst/>
              <a:gdLst/>
              <a:ahLst/>
              <a:cxnLst/>
              <a:rect l="l" t="t" r="r" b="b"/>
              <a:pathLst>
                <a:path w="0" h="245110">
                  <a:moveTo>
                    <a:pt x="0" y="244601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7055739" y="3358515"/>
              <a:ext cx="1905" cy="245110"/>
            </a:xfrm>
            <a:custGeom>
              <a:avLst/>
              <a:gdLst/>
              <a:ahLst/>
              <a:cxnLst/>
              <a:rect l="l" t="t" r="r" b="b"/>
              <a:pathLst>
                <a:path w="1904" h="245110">
                  <a:moveTo>
                    <a:pt x="1524" y="244601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7048119" y="3363087"/>
              <a:ext cx="211454" cy="1905"/>
            </a:xfrm>
            <a:custGeom>
              <a:avLst/>
              <a:gdLst/>
              <a:ahLst/>
              <a:cxnLst/>
              <a:rect l="l" t="t" r="r" b="b"/>
              <a:pathLst>
                <a:path w="211454" h="1904">
                  <a:moveTo>
                    <a:pt x="0" y="0"/>
                  </a:moveTo>
                  <a:lnTo>
                    <a:pt x="211074" y="152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4590669" y="3229737"/>
              <a:ext cx="0" cy="956310"/>
            </a:xfrm>
            <a:custGeom>
              <a:avLst/>
              <a:gdLst/>
              <a:ahLst/>
              <a:cxnLst/>
              <a:rect l="l" t="t" r="r" b="b"/>
              <a:pathLst>
                <a:path w="0" h="956310">
                  <a:moveTo>
                    <a:pt x="0" y="95631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4958715" y="3229737"/>
              <a:ext cx="0" cy="956310"/>
            </a:xfrm>
            <a:custGeom>
              <a:avLst/>
              <a:gdLst/>
              <a:ahLst/>
              <a:cxnLst/>
              <a:rect l="l" t="t" r="r" b="b"/>
              <a:pathLst>
                <a:path w="0" h="956310">
                  <a:moveTo>
                    <a:pt x="0" y="95631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329047" y="3229737"/>
              <a:ext cx="0" cy="956310"/>
            </a:xfrm>
            <a:custGeom>
              <a:avLst/>
              <a:gdLst/>
              <a:ahLst/>
              <a:cxnLst/>
              <a:rect l="l" t="t" r="r" b="b"/>
              <a:pathLst>
                <a:path w="0" h="956310">
                  <a:moveTo>
                    <a:pt x="0" y="95631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694045" y="3209925"/>
              <a:ext cx="0" cy="976630"/>
            </a:xfrm>
            <a:custGeom>
              <a:avLst/>
              <a:gdLst/>
              <a:ahLst/>
              <a:cxnLst/>
              <a:rect l="l" t="t" r="r" b="b"/>
              <a:pathLst>
                <a:path w="0" h="976629">
                  <a:moveTo>
                    <a:pt x="0" y="976122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071997" y="3138297"/>
              <a:ext cx="16510" cy="1041400"/>
            </a:xfrm>
            <a:custGeom>
              <a:avLst/>
              <a:gdLst/>
              <a:ahLst/>
              <a:cxnLst/>
              <a:rect l="l" t="t" r="r" b="b"/>
              <a:pathLst>
                <a:path w="16510" h="1041400">
                  <a:moveTo>
                    <a:pt x="0" y="1040891"/>
                  </a:moveTo>
                  <a:lnTo>
                    <a:pt x="16002" y="0"/>
                  </a:lnTo>
                </a:path>
              </a:pathLst>
            </a:custGeom>
            <a:ln w="1905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6442329" y="3209925"/>
              <a:ext cx="0" cy="969644"/>
            </a:xfrm>
            <a:custGeom>
              <a:avLst/>
              <a:gdLst/>
              <a:ahLst/>
              <a:cxnLst/>
              <a:rect l="l" t="t" r="r" b="b"/>
              <a:pathLst>
                <a:path w="0" h="969645">
                  <a:moveTo>
                    <a:pt x="0" y="969263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6807327" y="3229737"/>
              <a:ext cx="0" cy="949960"/>
            </a:xfrm>
            <a:custGeom>
              <a:avLst/>
              <a:gdLst/>
              <a:ahLst/>
              <a:cxnLst/>
              <a:rect l="l" t="t" r="r" b="b"/>
              <a:pathLst>
                <a:path w="0" h="949960">
                  <a:moveTo>
                    <a:pt x="0" y="949451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7186802" y="3209925"/>
              <a:ext cx="0" cy="972819"/>
            </a:xfrm>
            <a:custGeom>
              <a:avLst/>
              <a:gdLst/>
              <a:ahLst/>
              <a:cxnLst/>
              <a:rect l="l" t="t" r="r" b="b"/>
              <a:pathLst>
                <a:path w="0" h="972820">
                  <a:moveTo>
                    <a:pt x="0" y="972312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7439121" y="3191028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FF"/>
                </a:solidFill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387686" y="3783102"/>
            <a:ext cx="330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FF"/>
                </a:solidFill>
                <a:latin typeface="Times New Roman"/>
                <a:cs typeface="Times New Roman"/>
              </a:rPr>
              <a:t>CP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422276" y="3848087"/>
            <a:ext cx="854075" cy="171450"/>
            <a:chOff x="1422276" y="3848087"/>
            <a:chExt cx="854075" cy="171450"/>
          </a:xfrm>
        </p:grpSpPr>
        <p:sp>
          <p:nvSpPr>
            <p:cNvPr id="63" name="object 63"/>
            <p:cNvSpPr/>
            <p:nvPr/>
          </p:nvSpPr>
          <p:spPr>
            <a:xfrm>
              <a:off x="1679448" y="3933824"/>
              <a:ext cx="596900" cy="0"/>
            </a:xfrm>
            <a:custGeom>
              <a:avLst/>
              <a:gdLst/>
              <a:ahLst/>
              <a:cxnLst/>
              <a:rect l="l" t="t" r="r" b="b"/>
              <a:pathLst>
                <a:path w="596900" h="0">
                  <a:moveTo>
                    <a:pt x="0" y="0"/>
                  </a:moveTo>
                  <a:lnTo>
                    <a:pt x="596633" y="0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422276" y="3848087"/>
              <a:ext cx="285750" cy="171450"/>
            </a:xfrm>
            <a:custGeom>
              <a:avLst/>
              <a:gdLst/>
              <a:ahLst/>
              <a:cxnLst/>
              <a:rect l="l" t="t" r="r" b="b"/>
              <a:pathLst>
                <a:path w="285750" h="171450">
                  <a:moveTo>
                    <a:pt x="285737" y="0"/>
                  </a:moveTo>
                  <a:lnTo>
                    <a:pt x="0" y="85737"/>
                  </a:lnTo>
                  <a:lnTo>
                    <a:pt x="285750" y="171449"/>
                  </a:lnTo>
                  <a:lnTo>
                    <a:pt x="2857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1574352" y="3586105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FF"/>
                </a:solidFill>
                <a:latin typeface="Times New Roman"/>
                <a:cs typeface="Times New Roman"/>
              </a:rPr>
              <a:t>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035783" y="3036184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FF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721458" y="2966003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FF"/>
                </a:solidFill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383083" y="2998921"/>
            <a:ext cx="20993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49580" algn="l"/>
                <a:tab pos="825500" algn="l"/>
                <a:tab pos="1160145" algn="l"/>
                <a:tab pos="1560830" algn="l"/>
                <a:tab pos="1946275" algn="l"/>
              </a:tabLst>
            </a:pPr>
            <a:r>
              <a:rPr dirty="0" baseline="-6172" sz="2700" b="1">
                <a:solidFill>
                  <a:srgbClr val="FF00FF"/>
                </a:solidFill>
                <a:latin typeface="Times New Roman"/>
                <a:cs typeface="Times New Roman"/>
              </a:rPr>
              <a:t>1	</a:t>
            </a:r>
            <a:r>
              <a:rPr dirty="0" baseline="1543" sz="2700" b="1">
                <a:solidFill>
                  <a:srgbClr val="FF00FF"/>
                </a:solidFill>
                <a:latin typeface="Times New Roman"/>
                <a:cs typeface="Times New Roman"/>
              </a:rPr>
              <a:t>0	</a:t>
            </a:r>
            <a:r>
              <a:rPr dirty="0" baseline="-4629" sz="2700" b="1">
                <a:solidFill>
                  <a:srgbClr val="FF00FF"/>
                </a:solidFill>
                <a:latin typeface="Times New Roman"/>
                <a:cs typeface="Times New Roman"/>
              </a:rPr>
              <a:t>1	</a:t>
            </a:r>
            <a:r>
              <a:rPr dirty="0" sz="1800" b="1">
                <a:solidFill>
                  <a:srgbClr val="FF00FF"/>
                </a:solidFill>
                <a:latin typeface="Times New Roman"/>
                <a:cs typeface="Times New Roman"/>
              </a:rPr>
              <a:t>0	</a:t>
            </a:r>
            <a:r>
              <a:rPr dirty="0" baseline="1543" sz="2700" b="1">
                <a:solidFill>
                  <a:srgbClr val="FF00FF"/>
                </a:solidFill>
                <a:latin typeface="Times New Roman"/>
                <a:cs typeface="Times New Roman"/>
              </a:rPr>
              <a:t>1	</a:t>
            </a:r>
            <a:r>
              <a:rPr dirty="0" baseline="3086" sz="2700" b="1">
                <a:solidFill>
                  <a:srgbClr val="FF00FF"/>
                </a:solidFill>
                <a:latin typeface="Times New Roman"/>
                <a:cs typeface="Times New Roman"/>
              </a:rPr>
              <a:t>1</a:t>
            </a:r>
            <a:endParaRPr baseline="3086" sz="27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3239642" y="4903851"/>
            <a:ext cx="2000250" cy="715010"/>
          </a:xfrm>
          <a:custGeom>
            <a:avLst/>
            <a:gdLst/>
            <a:ahLst/>
            <a:cxnLst/>
            <a:rect l="l" t="t" r="r" b="b"/>
            <a:pathLst>
              <a:path w="2000250" h="715010">
                <a:moveTo>
                  <a:pt x="2000250" y="0"/>
                </a:moveTo>
                <a:lnTo>
                  <a:pt x="0" y="0"/>
                </a:lnTo>
                <a:lnTo>
                  <a:pt x="0" y="714756"/>
                </a:lnTo>
                <a:lnTo>
                  <a:pt x="2000250" y="714756"/>
                </a:lnTo>
                <a:lnTo>
                  <a:pt x="200025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3239642" y="4903851"/>
            <a:ext cx="2000250" cy="715010"/>
          </a:xfrm>
          <a:prstGeom prst="rect">
            <a:avLst/>
          </a:prstGeom>
          <a:ln w="9905">
            <a:solidFill>
              <a:srgbClr val="FFFFFF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 marL="109220">
              <a:lnSpc>
                <a:spcPct val="100000"/>
              </a:lnSpc>
              <a:spcBef>
                <a:spcPts val="15"/>
              </a:spcBef>
            </a:pPr>
            <a:r>
              <a:rPr dirty="0" sz="2000" spc="-35" b="1">
                <a:latin typeface="Times New Roman"/>
                <a:cs typeface="Times New Roman"/>
              </a:rPr>
              <a:t>A</a:t>
            </a:r>
            <a:r>
              <a:rPr dirty="0" sz="2000" spc="-35" b="1">
                <a:latin typeface="宋体"/>
                <a:cs typeface="宋体"/>
              </a:rPr>
              <a:t>：</a:t>
            </a:r>
            <a:r>
              <a:rPr dirty="0" sz="2000" spc="-35" b="1">
                <a:latin typeface="Times New Roman"/>
                <a:cs typeface="Times New Roman"/>
              </a:rPr>
              <a:t>011001110</a:t>
            </a:r>
            <a:endParaRPr sz="20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570"/>
              </a:spcBef>
            </a:pPr>
            <a:r>
              <a:rPr dirty="0" sz="2000" spc="-15" b="1">
                <a:latin typeface="Times New Roman"/>
                <a:cs typeface="Times New Roman"/>
              </a:rPr>
              <a:t>Y</a:t>
            </a:r>
            <a:r>
              <a:rPr dirty="0" sz="2000" spc="-15" b="1">
                <a:latin typeface="宋体"/>
                <a:cs typeface="宋体"/>
              </a:rPr>
              <a:t>：</a:t>
            </a:r>
            <a:r>
              <a:rPr dirty="0" sz="2000" spc="-15" b="1">
                <a:solidFill>
                  <a:srgbClr val="336699"/>
                </a:solidFill>
                <a:latin typeface="Times New Roman"/>
                <a:cs typeface="Times New Roman"/>
              </a:rPr>
              <a:t>0</a:t>
            </a:r>
            <a:r>
              <a:rPr dirty="0" baseline="1388" sz="3000" spc="-22" b="1">
                <a:solidFill>
                  <a:srgbClr val="336699"/>
                </a:solidFill>
                <a:latin typeface="Times New Roman"/>
                <a:cs typeface="Times New Roman"/>
              </a:rPr>
              <a:t>00</a:t>
            </a:r>
            <a:r>
              <a:rPr dirty="0" sz="2000" spc="-15" b="1">
                <a:solidFill>
                  <a:srgbClr val="FF00FF"/>
                </a:solidFill>
                <a:latin typeface="Times New Roman"/>
                <a:cs typeface="Times New Roman"/>
              </a:rPr>
              <a:t>1</a:t>
            </a:r>
            <a:r>
              <a:rPr dirty="0" sz="2000" spc="-15" b="1">
                <a:solidFill>
                  <a:srgbClr val="336699"/>
                </a:solidFill>
                <a:latin typeface="Times New Roman"/>
                <a:cs typeface="Times New Roman"/>
              </a:rPr>
              <a:t>0000</a:t>
            </a:r>
            <a:r>
              <a:rPr dirty="0" baseline="4166" sz="3000" spc="-22" b="1">
                <a:solidFill>
                  <a:srgbClr val="FF00FF"/>
                </a:solidFill>
                <a:latin typeface="Times New Roman"/>
                <a:cs typeface="Times New Roman"/>
              </a:rPr>
              <a:t>1</a:t>
            </a:r>
            <a:endParaRPr baseline="4166" sz="3000">
              <a:latin typeface="Times New Roman"/>
              <a:cs typeface="Times New Roman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3944873" y="5178552"/>
            <a:ext cx="923290" cy="147955"/>
            <a:chOff x="3944873" y="5178552"/>
            <a:chExt cx="923290" cy="147955"/>
          </a:xfrm>
        </p:grpSpPr>
        <p:sp>
          <p:nvSpPr>
            <p:cNvPr id="72" name="object 72"/>
            <p:cNvSpPr/>
            <p:nvPr/>
          </p:nvSpPr>
          <p:spPr>
            <a:xfrm>
              <a:off x="3954398" y="5189601"/>
              <a:ext cx="271780" cy="113030"/>
            </a:xfrm>
            <a:custGeom>
              <a:avLst/>
              <a:gdLst/>
              <a:ahLst/>
              <a:cxnLst/>
              <a:rect l="l" t="t" r="r" b="b"/>
              <a:pathLst>
                <a:path w="271779" h="113029">
                  <a:moveTo>
                    <a:pt x="271272" y="0"/>
                  </a:moveTo>
                  <a:lnTo>
                    <a:pt x="267877" y="43895"/>
                  </a:lnTo>
                  <a:lnTo>
                    <a:pt x="258619" y="79743"/>
                  </a:lnTo>
                  <a:lnTo>
                    <a:pt x="244890" y="103912"/>
                  </a:lnTo>
                  <a:lnTo>
                    <a:pt x="228079" y="112776"/>
                  </a:lnTo>
                  <a:lnTo>
                    <a:pt x="43192" y="112776"/>
                  </a:lnTo>
                  <a:lnTo>
                    <a:pt x="26381" y="103912"/>
                  </a:lnTo>
                  <a:lnTo>
                    <a:pt x="12652" y="79743"/>
                  </a:lnTo>
                  <a:lnTo>
                    <a:pt x="3394" y="43895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13909" y="5178552"/>
              <a:ext cx="253746" cy="147828"/>
            </a:xfrm>
            <a:prstGeom prst="rect">
              <a:avLst/>
            </a:prstGeom>
          </p:spPr>
        </p:pic>
      </p:grpSp>
      <p:sp>
        <p:nvSpPr>
          <p:cNvPr id="74" name="object 74"/>
          <p:cNvSpPr txBox="1"/>
          <p:nvPr/>
        </p:nvSpPr>
        <p:spPr>
          <a:xfrm>
            <a:off x="5498591" y="5221223"/>
            <a:ext cx="2300605" cy="40195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41275" rIns="0" bIns="0" rtlCol="0" vert="horz">
            <a:spAutoFit/>
          </a:bodyPr>
          <a:lstStyle/>
          <a:p>
            <a:pPr marL="257175">
              <a:lnSpc>
                <a:spcPct val="100000"/>
              </a:lnSpc>
              <a:spcBef>
                <a:spcPts val="325"/>
              </a:spcBef>
            </a:pPr>
            <a:r>
              <a:rPr dirty="0" sz="2000" spc="-5" b="1">
                <a:latin typeface="宋体"/>
                <a:cs typeface="宋体"/>
              </a:rPr>
              <a:t>被测</a:t>
            </a:r>
            <a:r>
              <a:rPr dirty="0" sz="2000" b="1">
                <a:latin typeface="宋体"/>
                <a:cs typeface="宋体"/>
              </a:rPr>
              <a:t>序列可</a:t>
            </a:r>
            <a:r>
              <a:rPr dirty="0" sz="2000" spc="5" b="1">
                <a:latin typeface="宋体"/>
                <a:cs typeface="宋体"/>
              </a:rPr>
              <a:t>重</a:t>
            </a:r>
            <a:r>
              <a:rPr dirty="0" sz="2000" spc="-10" b="1">
                <a:latin typeface="宋体"/>
                <a:cs typeface="宋体"/>
              </a:rPr>
              <a:t>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37692" y="4603065"/>
            <a:ext cx="30168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宋体"/>
                <a:cs typeface="宋体"/>
              </a:rPr>
              <a:t>通过</a:t>
            </a:r>
            <a:r>
              <a:rPr dirty="0" sz="2000" spc="-5" b="1">
                <a:latin typeface="Times New Roman"/>
                <a:cs typeface="Times New Roman"/>
              </a:rPr>
              <a:t>A</a:t>
            </a:r>
            <a:r>
              <a:rPr dirty="0" sz="2000" b="1">
                <a:latin typeface="宋体"/>
                <a:cs typeface="宋体"/>
              </a:rPr>
              <a:t>端随</a:t>
            </a:r>
            <a:r>
              <a:rPr dirty="0" sz="2000" spc="5" b="1">
                <a:latin typeface="宋体"/>
                <a:cs typeface="宋体"/>
              </a:rPr>
              <a:t>机</a:t>
            </a:r>
            <a:r>
              <a:rPr dirty="0" sz="2000" b="1">
                <a:latin typeface="宋体"/>
                <a:cs typeface="宋体"/>
              </a:rPr>
              <a:t>输</a:t>
            </a:r>
            <a:r>
              <a:rPr dirty="0" sz="2000" spc="5" b="1">
                <a:latin typeface="宋体"/>
                <a:cs typeface="宋体"/>
              </a:rPr>
              <a:t>入</a:t>
            </a:r>
            <a:r>
              <a:rPr dirty="0" sz="2000" b="1">
                <a:latin typeface="宋体"/>
                <a:cs typeface="宋体"/>
              </a:rPr>
              <a:t>一串</a:t>
            </a:r>
            <a:r>
              <a:rPr dirty="0" sz="2000" spc="5" b="1">
                <a:latin typeface="宋体"/>
                <a:cs typeface="宋体"/>
              </a:rPr>
              <a:t>数</a:t>
            </a:r>
            <a:r>
              <a:rPr dirty="0" sz="2000" spc="-10" b="1"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  <p:transition spd="fast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0252" y="786002"/>
            <a:ext cx="8219440" cy="1905"/>
          </a:xfrm>
          <a:custGeom>
            <a:avLst/>
            <a:gdLst/>
            <a:ahLst/>
            <a:cxnLst/>
            <a:rect l="l" t="t" r="r" b="b"/>
            <a:pathLst>
              <a:path w="8219440" h="1904">
                <a:moveTo>
                  <a:pt x="0" y="0"/>
                </a:moveTo>
                <a:lnTo>
                  <a:pt x="8218932" y="1524"/>
                </a:lnTo>
              </a:path>
            </a:pathLst>
          </a:custGeom>
          <a:ln w="101346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574" y="333756"/>
            <a:ext cx="230504" cy="3527425"/>
          </a:xfrm>
          <a:custGeom>
            <a:avLst/>
            <a:gdLst/>
            <a:ahLst/>
            <a:cxnLst/>
            <a:rect l="l" t="t" r="r" b="b"/>
            <a:pathLst>
              <a:path w="230504" h="3527425">
                <a:moveTo>
                  <a:pt x="230124" y="0"/>
                </a:moveTo>
                <a:lnTo>
                  <a:pt x="0" y="0"/>
                </a:lnTo>
                <a:lnTo>
                  <a:pt x="0" y="3527298"/>
                </a:lnTo>
                <a:lnTo>
                  <a:pt x="230124" y="3527298"/>
                </a:lnTo>
                <a:lnTo>
                  <a:pt x="23012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2806" y="710183"/>
            <a:ext cx="3081655" cy="224154"/>
            <a:chOff x="352806" y="710183"/>
            <a:chExt cx="3081655" cy="224154"/>
          </a:xfrm>
        </p:grpSpPr>
        <p:sp>
          <p:nvSpPr>
            <p:cNvPr id="8" name="object 8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902" y="101727"/>
            <a:ext cx="791717" cy="40690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66902" y="101727"/>
            <a:ext cx="791845" cy="407034"/>
          </a:xfrm>
          <a:prstGeom prst="rect">
            <a:avLst/>
          </a:prstGeom>
          <a:ln w="9906">
            <a:solidFill>
              <a:srgbClr val="D50092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203835">
              <a:lnSpc>
                <a:spcPct val="100000"/>
              </a:lnSpc>
              <a:spcBef>
                <a:spcPts val="320"/>
              </a:spcBef>
            </a:pP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例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58621" y="300609"/>
            <a:ext cx="275590" cy="0"/>
          </a:xfrm>
          <a:custGeom>
            <a:avLst/>
            <a:gdLst/>
            <a:ahLst/>
            <a:cxnLst/>
            <a:rect l="l" t="t" r="r" b="b"/>
            <a:pathLst>
              <a:path w="275590" h="0">
                <a:moveTo>
                  <a:pt x="0" y="0"/>
                </a:moveTo>
                <a:lnTo>
                  <a:pt x="275082" y="0"/>
                </a:lnTo>
              </a:path>
            </a:pathLst>
          </a:custGeom>
          <a:ln w="9906">
            <a:solidFill>
              <a:srgbClr val="D50092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603016" y="139890"/>
            <a:ext cx="217805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宋体"/>
                <a:cs typeface="宋体"/>
              </a:rPr>
              <a:t>设计</a:t>
            </a:r>
            <a:r>
              <a:rPr dirty="0" sz="2000" spc="-110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Times New Roman"/>
                <a:cs typeface="Times New Roman"/>
              </a:rPr>
              <a:t>10</a:t>
            </a:r>
            <a:r>
              <a:rPr dirty="0" sz="2000" spc="-5" b="1">
                <a:latin typeface="宋体"/>
                <a:cs typeface="宋体"/>
              </a:rPr>
              <a:t>序</a:t>
            </a:r>
            <a:r>
              <a:rPr dirty="0" sz="2000" b="1">
                <a:latin typeface="宋体"/>
                <a:cs typeface="宋体"/>
              </a:rPr>
              <a:t>列检测器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30108" y="1712564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61815" y="1448561"/>
            <a:ext cx="619760" cy="908050"/>
            <a:chOff x="3861815" y="1448561"/>
            <a:chExt cx="619760" cy="908050"/>
          </a:xfrm>
        </p:grpSpPr>
        <p:sp>
          <p:nvSpPr>
            <p:cNvPr id="16" name="object 16"/>
            <p:cNvSpPr/>
            <p:nvPr/>
          </p:nvSpPr>
          <p:spPr>
            <a:xfrm>
              <a:off x="3885818" y="1901570"/>
              <a:ext cx="214629" cy="1905"/>
            </a:xfrm>
            <a:custGeom>
              <a:avLst/>
              <a:gdLst/>
              <a:ahLst/>
              <a:cxnLst/>
              <a:rect l="l" t="t" r="r" b="b"/>
              <a:pathLst>
                <a:path w="214629" h="1905">
                  <a:moveTo>
                    <a:pt x="0" y="0"/>
                  </a:moveTo>
                  <a:lnTo>
                    <a:pt x="214312" y="1587"/>
                  </a:lnTo>
                </a:path>
              </a:pathLst>
            </a:custGeom>
            <a:ln w="48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099940" y="2258948"/>
              <a:ext cx="357505" cy="1905"/>
            </a:xfrm>
            <a:custGeom>
              <a:avLst/>
              <a:gdLst/>
              <a:ahLst/>
              <a:cxnLst/>
              <a:rect l="l" t="t" r="r" b="b"/>
              <a:pathLst>
                <a:path w="357504" h="1905">
                  <a:moveTo>
                    <a:pt x="0" y="0"/>
                  </a:moveTo>
                  <a:lnTo>
                    <a:pt x="357187" y="1587"/>
                  </a:lnTo>
                </a:path>
              </a:pathLst>
            </a:custGeom>
            <a:ln w="48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99940" y="1472564"/>
              <a:ext cx="357505" cy="9525"/>
            </a:xfrm>
            <a:custGeom>
              <a:avLst/>
              <a:gdLst/>
              <a:ahLst/>
              <a:cxnLst/>
              <a:rect l="l" t="t" r="r" b="b"/>
              <a:pathLst>
                <a:path w="357504" h="9525">
                  <a:moveTo>
                    <a:pt x="0" y="9525"/>
                  </a:moveTo>
                  <a:lnTo>
                    <a:pt x="357187" y="0"/>
                  </a:lnTo>
                </a:path>
              </a:pathLst>
            </a:custGeom>
            <a:ln w="48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098416" y="1474849"/>
              <a:ext cx="1905" cy="857250"/>
            </a:xfrm>
            <a:custGeom>
              <a:avLst/>
              <a:gdLst/>
              <a:ahLst/>
              <a:cxnLst/>
              <a:rect l="l" t="t" r="r" b="b"/>
              <a:pathLst>
                <a:path w="1904" h="857250">
                  <a:moveTo>
                    <a:pt x="1587" y="0"/>
                  </a:moveTo>
                  <a:lnTo>
                    <a:pt x="0" y="857250"/>
                  </a:lnTo>
                </a:path>
              </a:pathLst>
            </a:custGeom>
            <a:ln w="48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4109088" y="1160558"/>
            <a:ext cx="39052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Times New Roman"/>
                <a:cs typeface="Times New Roman"/>
              </a:rPr>
              <a:t>A</a:t>
            </a:r>
            <a:r>
              <a:rPr dirty="0" sz="1600" spc="-5" b="1">
                <a:latin typeface="Times New Roman"/>
                <a:cs typeface="Times New Roman"/>
              </a:rPr>
              <a:t>=</a:t>
            </a:r>
            <a:r>
              <a:rPr dirty="0" sz="1600" b="1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37676" y="2427467"/>
            <a:ext cx="39052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Times New Roman"/>
                <a:cs typeface="Times New Roman"/>
              </a:rPr>
              <a:t>A</a:t>
            </a:r>
            <a:r>
              <a:rPr dirty="0" sz="1600" spc="-5" b="1">
                <a:latin typeface="Times New Roman"/>
                <a:cs typeface="Times New Roman"/>
              </a:rPr>
              <a:t>=</a:t>
            </a:r>
            <a:r>
              <a:rPr dirty="0" sz="1600" b="1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30233" y="1310928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23382" y="2096779"/>
            <a:ext cx="16700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861559" y="1824989"/>
            <a:ext cx="620395" cy="905510"/>
            <a:chOff x="4861559" y="1824989"/>
            <a:chExt cx="620395" cy="905510"/>
          </a:xfrm>
        </p:grpSpPr>
        <p:sp>
          <p:nvSpPr>
            <p:cNvPr id="25" name="object 25"/>
            <p:cNvSpPr/>
            <p:nvPr/>
          </p:nvSpPr>
          <p:spPr>
            <a:xfrm>
              <a:off x="4885562" y="2277998"/>
              <a:ext cx="214629" cy="1905"/>
            </a:xfrm>
            <a:custGeom>
              <a:avLst/>
              <a:gdLst/>
              <a:ahLst/>
              <a:cxnLst/>
              <a:rect l="l" t="t" r="r" b="b"/>
              <a:pathLst>
                <a:path w="214629" h="1905">
                  <a:moveTo>
                    <a:pt x="0" y="0"/>
                  </a:moveTo>
                  <a:lnTo>
                    <a:pt x="214312" y="1587"/>
                  </a:lnTo>
                </a:path>
              </a:pathLst>
            </a:custGeom>
            <a:ln w="48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100446" y="2634614"/>
              <a:ext cx="357505" cy="1905"/>
            </a:xfrm>
            <a:custGeom>
              <a:avLst/>
              <a:gdLst/>
              <a:ahLst/>
              <a:cxnLst/>
              <a:rect l="l" t="t" r="r" b="b"/>
              <a:pathLst>
                <a:path w="357504" h="1905">
                  <a:moveTo>
                    <a:pt x="0" y="0"/>
                  </a:moveTo>
                  <a:lnTo>
                    <a:pt x="357187" y="1587"/>
                  </a:lnTo>
                </a:path>
              </a:pathLst>
            </a:custGeom>
            <a:ln w="48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100446" y="1848992"/>
              <a:ext cx="357505" cy="9525"/>
            </a:xfrm>
            <a:custGeom>
              <a:avLst/>
              <a:gdLst/>
              <a:ahLst/>
              <a:cxnLst/>
              <a:rect l="l" t="t" r="r" b="b"/>
              <a:pathLst>
                <a:path w="357504" h="9525">
                  <a:moveTo>
                    <a:pt x="0" y="9525"/>
                  </a:moveTo>
                  <a:lnTo>
                    <a:pt x="357187" y="0"/>
                  </a:lnTo>
                </a:path>
              </a:pathLst>
            </a:custGeom>
            <a:ln w="48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098160" y="1848992"/>
              <a:ext cx="1905" cy="857250"/>
            </a:xfrm>
            <a:custGeom>
              <a:avLst/>
              <a:gdLst/>
              <a:ahLst/>
              <a:cxnLst/>
              <a:rect l="l" t="t" r="r" b="b"/>
              <a:pathLst>
                <a:path w="1904" h="857250">
                  <a:moveTo>
                    <a:pt x="1587" y="0"/>
                  </a:moveTo>
                  <a:lnTo>
                    <a:pt x="0" y="857250"/>
                  </a:lnTo>
                </a:path>
              </a:pathLst>
            </a:custGeom>
            <a:ln w="48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5037801" y="2803541"/>
            <a:ext cx="39052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Times New Roman"/>
                <a:cs typeface="Times New Roman"/>
              </a:rPr>
              <a:t>A</a:t>
            </a:r>
            <a:r>
              <a:rPr dirty="0" sz="1600" spc="-5" b="1">
                <a:latin typeface="Times New Roman"/>
                <a:cs typeface="Times New Roman"/>
              </a:rPr>
              <a:t>=</a:t>
            </a:r>
            <a:r>
              <a:rPr dirty="0" sz="1600" b="1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83813" y="1484916"/>
            <a:ext cx="65278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Times New Roman"/>
                <a:cs typeface="Times New Roman"/>
              </a:rPr>
              <a:t>A=0</a:t>
            </a:r>
            <a:r>
              <a:rPr dirty="0" sz="1600" spc="210" b="1">
                <a:latin typeface="Times New Roman"/>
                <a:cs typeface="Times New Roman"/>
              </a:rPr>
              <a:t> </a:t>
            </a:r>
            <a:r>
              <a:rPr dirty="0" baseline="-34722" sz="3000" spc="-7" b="1">
                <a:latin typeface="Times New Roman"/>
                <a:cs typeface="Times New Roman"/>
              </a:rPr>
              <a:t>a</a:t>
            </a:r>
            <a:endParaRPr baseline="-34722" sz="3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37835" y="2471385"/>
            <a:ext cx="13843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004433" y="2593719"/>
            <a:ext cx="906144" cy="1351280"/>
            <a:chOff x="6004433" y="2593719"/>
            <a:chExt cx="906144" cy="1351280"/>
          </a:xfrm>
        </p:grpSpPr>
        <p:sp>
          <p:nvSpPr>
            <p:cNvPr id="33" name="object 33"/>
            <p:cNvSpPr/>
            <p:nvPr/>
          </p:nvSpPr>
          <p:spPr>
            <a:xfrm>
              <a:off x="6028563" y="2617849"/>
              <a:ext cx="0" cy="855980"/>
            </a:xfrm>
            <a:custGeom>
              <a:avLst/>
              <a:gdLst/>
              <a:ahLst/>
              <a:cxnLst/>
              <a:rect l="l" t="t" r="r" b="b"/>
              <a:pathLst>
                <a:path w="0" h="855979">
                  <a:moveTo>
                    <a:pt x="0" y="0"/>
                  </a:moveTo>
                  <a:lnTo>
                    <a:pt x="0" y="855662"/>
                  </a:lnTo>
                </a:path>
              </a:pathLst>
            </a:custGeom>
            <a:ln w="48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529197" y="3849243"/>
              <a:ext cx="357505" cy="1905"/>
            </a:xfrm>
            <a:custGeom>
              <a:avLst/>
              <a:gdLst/>
              <a:ahLst/>
              <a:cxnLst/>
              <a:rect l="l" t="t" r="r" b="b"/>
              <a:pathLst>
                <a:path w="357504" h="1904">
                  <a:moveTo>
                    <a:pt x="0" y="0"/>
                  </a:moveTo>
                  <a:lnTo>
                    <a:pt x="357187" y="1587"/>
                  </a:lnTo>
                </a:path>
              </a:pathLst>
            </a:custGeom>
            <a:ln w="48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529197" y="3063621"/>
              <a:ext cx="357505" cy="9525"/>
            </a:xfrm>
            <a:custGeom>
              <a:avLst/>
              <a:gdLst/>
              <a:ahLst/>
              <a:cxnLst/>
              <a:rect l="l" t="t" r="r" b="b"/>
              <a:pathLst>
                <a:path w="357504" h="9525">
                  <a:moveTo>
                    <a:pt x="0" y="9525"/>
                  </a:moveTo>
                  <a:lnTo>
                    <a:pt x="357187" y="0"/>
                  </a:lnTo>
                </a:path>
              </a:pathLst>
            </a:custGeom>
            <a:ln w="48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526911" y="3063619"/>
              <a:ext cx="1905" cy="857250"/>
            </a:xfrm>
            <a:custGeom>
              <a:avLst/>
              <a:gdLst/>
              <a:ahLst/>
              <a:cxnLst/>
              <a:rect l="l" t="t" r="r" b="b"/>
              <a:pathLst>
                <a:path w="1904" h="857250">
                  <a:moveTo>
                    <a:pt x="1587" y="0"/>
                  </a:moveTo>
                  <a:lnTo>
                    <a:pt x="0" y="857250"/>
                  </a:lnTo>
                </a:path>
              </a:pathLst>
            </a:custGeom>
            <a:ln w="48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6537962" y="2749646"/>
            <a:ext cx="39052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Times New Roman"/>
                <a:cs typeface="Times New Roman"/>
              </a:rPr>
              <a:t>A</a:t>
            </a:r>
            <a:r>
              <a:rPr dirty="0" sz="1600" spc="-5" b="1">
                <a:latin typeface="Times New Roman"/>
                <a:cs typeface="Times New Roman"/>
              </a:rPr>
              <a:t>=</a:t>
            </a:r>
            <a:r>
              <a:rPr dirty="0" sz="1600" b="1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557087" y="3927645"/>
            <a:ext cx="39052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Times New Roman"/>
                <a:cs typeface="Times New Roman"/>
              </a:rPr>
              <a:t>A</a:t>
            </a:r>
            <a:r>
              <a:rPr dirty="0" sz="1600" spc="-5" b="1">
                <a:latin typeface="Times New Roman"/>
                <a:cs typeface="Times New Roman"/>
              </a:rPr>
              <a:t>=</a:t>
            </a:r>
            <a:r>
              <a:rPr dirty="0" sz="1600" b="1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953156" y="2900014"/>
            <a:ext cx="36449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10" b="1">
                <a:latin typeface="Times New Roman"/>
                <a:cs typeface="Times New Roman"/>
              </a:rPr>
              <a:t>d</a:t>
            </a:r>
            <a:r>
              <a:rPr dirty="0" sz="2000" spc="-5" b="1">
                <a:latin typeface="Times New Roman"/>
                <a:cs typeface="Times New Roman"/>
              </a:rPr>
              <a:t>/1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066581" y="3685865"/>
            <a:ext cx="13843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790438" y="2591561"/>
            <a:ext cx="691515" cy="907415"/>
            <a:chOff x="5790438" y="2591561"/>
            <a:chExt cx="691515" cy="907415"/>
          </a:xfrm>
        </p:grpSpPr>
        <p:sp>
          <p:nvSpPr>
            <p:cNvPr id="42" name="object 42"/>
            <p:cNvSpPr/>
            <p:nvPr/>
          </p:nvSpPr>
          <p:spPr>
            <a:xfrm>
              <a:off x="5814441" y="2615564"/>
              <a:ext cx="214629" cy="1905"/>
            </a:xfrm>
            <a:custGeom>
              <a:avLst/>
              <a:gdLst/>
              <a:ahLst/>
              <a:cxnLst/>
              <a:rect l="l" t="t" r="r" b="b"/>
              <a:pathLst>
                <a:path w="214629" h="1905">
                  <a:moveTo>
                    <a:pt x="0" y="0"/>
                  </a:moveTo>
                  <a:lnTo>
                    <a:pt x="214312" y="1587"/>
                  </a:lnTo>
                </a:path>
              </a:pathLst>
            </a:custGeom>
            <a:ln w="48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038469" y="3472814"/>
              <a:ext cx="419100" cy="1905"/>
            </a:xfrm>
            <a:custGeom>
              <a:avLst/>
              <a:gdLst/>
              <a:ahLst/>
              <a:cxnLst/>
              <a:rect l="l" t="t" r="r" b="b"/>
              <a:pathLst>
                <a:path w="419100" h="1904">
                  <a:moveTo>
                    <a:pt x="0" y="0"/>
                  </a:moveTo>
                  <a:lnTo>
                    <a:pt x="419100" y="1587"/>
                  </a:lnTo>
                </a:path>
              </a:pathLst>
            </a:custGeom>
            <a:ln w="48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1101106" y="2193593"/>
            <a:ext cx="76073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4000" spc="-225" b="1">
                <a:uFill>
                  <a:solidFill>
                    <a:srgbClr val="FF00FF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4000" b="1">
                <a:uFill>
                  <a:solidFill>
                    <a:srgbClr val="FF00FF"/>
                  </a:solidFill>
                </a:uFill>
                <a:latin typeface="Times New Roman"/>
                <a:cs typeface="Times New Roman"/>
              </a:rPr>
              <a:t>10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27889" y="2249932"/>
            <a:ext cx="747395" cy="1390015"/>
            <a:chOff x="627889" y="2249932"/>
            <a:chExt cx="747395" cy="1390015"/>
          </a:xfrm>
        </p:grpSpPr>
        <p:sp>
          <p:nvSpPr>
            <p:cNvPr id="46" name="object 46"/>
            <p:cNvSpPr/>
            <p:nvPr/>
          </p:nvSpPr>
          <p:spPr>
            <a:xfrm>
              <a:off x="1143000" y="2267712"/>
              <a:ext cx="214629" cy="500380"/>
            </a:xfrm>
            <a:custGeom>
              <a:avLst/>
              <a:gdLst/>
              <a:ahLst/>
              <a:cxnLst/>
              <a:rect l="l" t="t" r="r" b="b"/>
              <a:pathLst>
                <a:path w="214630" h="500380">
                  <a:moveTo>
                    <a:pt x="0" y="249936"/>
                  </a:moveTo>
                  <a:lnTo>
                    <a:pt x="3824" y="183492"/>
                  </a:lnTo>
                  <a:lnTo>
                    <a:pt x="14616" y="123788"/>
                  </a:lnTo>
                  <a:lnTo>
                    <a:pt x="31356" y="73204"/>
                  </a:lnTo>
                  <a:lnTo>
                    <a:pt x="53023" y="34123"/>
                  </a:lnTo>
                  <a:lnTo>
                    <a:pt x="107061" y="0"/>
                  </a:lnTo>
                  <a:lnTo>
                    <a:pt x="135523" y="8927"/>
                  </a:lnTo>
                  <a:lnTo>
                    <a:pt x="182765" y="73204"/>
                  </a:lnTo>
                  <a:lnTo>
                    <a:pt x="199505" y="123788"/>
                  </a:lnTo>
                  <a:lnTo>
                    <a:pt x="210297" y="183492"/>
                  </a:lnTo>
                  <a:lnTo>
                    <a:pt x="214122" y="249936"/>
                  </a:lnTo>
                  <a:lnTo>
                    <a:pt x="210297" y="316379"/>
                  </a:lnTo>
                  <a:lnTo>
                    <a:pt x="199505" y="376083"/>
                  </a:lnTo>
                  <a:lnTo>
                    <a:pt x="182765" y="426667"/>
                  </a:lnTo>
                  <a:lnTo>
                    <a:pt x="161098" y="465748"/>
                  </a:lnTo>
                  <a:lnTo>
                    <a:pt x="107061" y="499872"/>
                  </a:lnTo>
                  <a:lnTo>
                    <a:pt x="78598" y="490944"/>
                  </a:lnTo>
                  <a:lnTo>
                    <a:pt x="31356" y="426667"/>
                  </a:lnTo>
                  <a:lnTo>
                    <a:pt x="14616" y="376083"/>
                  </a:lnTo>
                  <a:lnTo>
                    <a:pt x="3824" y="316379"/>
                  </a:lnTo>
                  <a:lnTo>
                    <a:pt x="0" y="249936"/>
                  </a:lnTo>
                  <a:close/>
                </a:path>
              </a:pathLst>
            </a:custGeom>
            <a:ln w="35051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713994" y="3195828"/>
              <a:ext cx="429259" cy="429259"/>
            </a:xfrm>
            <a:custGeom>
              <a:avLst/>
              <a:gdLst/>
              <a:ahLst/>
              <a:cxnLst/>
              <a:rect l="l" t="t" r="r" b="b"/>
              <a:pathLst>
                <a:path w="429259" h="429260">
                  <a:moveTo>
                    <a:pt x="429006" y="0"/>
                  </a:moveTo>
                  <a:lnTo>
                    <a:pt x="0" y="0"/>
                  </a:lnTo>
                  <a:lnTo>
                    <a:pt x="0" y="429006"/>
                  </a:lnTo>
                  <a:lnTo>
                    <a:pt x="429006" y="429006"/>
                  </a:lnTo>
                  <a:lnTo>
                    <a:pt x="42900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713994" y="3195828"/>
              <a:ext cx="429259" cy="429259"/>
            </a:xfrm>
            <a:custGeom>
              <a:avLst/>
              <a:gdLst/>
              <a:ahLst/>
              <a:cxnLst/>
              <a:rect l="l" t="t" r="r" b="b"/>
              <a:pathLst>
                <a:path w="429259" h="429260">
                  <a:moveTo>
                    <a:pt x="0" y="0"/>
                  </a:moveTo>
                  <a:lnTo>
                    <a:pt x="429006" y="0"/>
                  </a:lnTo>
                  <a:lnTo>
                    <a:pt x="429006" y="429006"/>
                  </a:lnTo>
                  <a:lnTo>
                    <a:pt x="0" y="429006"/>
                  </a:lnTo>
                  <a:lnTo>
                    <a:pt x="0" y="0"/>
                  </a:lnTo>
                  <a:close/>
                </a:path>
              </a:pathLst>
            </a:custGeom>
            <a:ln w="28956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42494" y="2734191"/>
              <a:ext cx="481965" cy="542290"/>
            </a:xfrm>
            <a:custGeom>
              <a:avLst/>
              <a:gdLst/>
              <a:ahLst/>
              <a:cxnLst/>
              <a:rect l="l" t="t" r="r" b="b"/>
              <a:pathLst>
                <a:path w="481965" h="542289">
                  <a:moveTo>
                    <a:pt x="35750" y="542074"/>
                  </a:moveTo>
                  <a:lnTo>
                    <a:pt x="0" y="542074"/>
                  </a:lnTo>
                  <a:lnTo>
                    <a:pt x="481444" y="0"/>
                  </a:lnTo>
                </a:path>
              </a:pathLst>
            </a:custGeom>
            <a:ln w="28956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826486" y="3221595"/>
            <a:ext cx="20383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latin typeface="Arial Narrow"/>
                <a:cs typeface="Arial Narrow"/>
              </a:rPr>
              <a:t>b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785335" y="2980560"/>
            <a:ext cx="22352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latin typeface="Times New Roman"/>
                <a:cs typeface="Times New Roman"/>
              </a:rPr>
              <a:t>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516380" y="2815589"/>
            <a:ext cx="786130" cy="643890"/>
          </a:xfrm>
          <a:custGeom>
            <a:avLst/>
            <a:gdLst/>
            <a:ahLst/>
            <a:cxnLst/>
            <a:rect l="l" t="t" r="r" b="b"/>
            <a:pathLst>
              <a:path w="786130" h="643889">
                <a:moveTo>
                  <a:pt x="392811" y="0"/>
                </a:moveTo>
                <a:lnTo>
                  <a:pt x="553770" y="160972"/>
                </a:lnTo>
                <a:lnTo>
                  <a:pt x="473290" y="160972"/>
                </a:lnTo>
                <a:lnTo>
                  <a:pt x="473290" y="225513"/>
                </a:lnTo>
                <a:lnTo>
                  <a:pt x="785622" y="225513"/>
                </a:lnTo>
                <a:lnTo>
                  <a:pt x="785622" y="643890"/>
                </a:lnTo>
                <a:lnTo>
                  <a:pt x="0" y="643890"/>
                </a:lnTo>
                <a:lnTo>
                  <a:pt x="0" y="225513"/>
                </a:lnTo>
                <a:lnTo>
                  <a:pt x="312331" y="225513"/>
                </a:lnTo>
                <a:lnTo>
                  <a:pt x="312331" y="160972"/>
                </a:lnTo>
                <a:lnTo>
                  <a:pt x="231851" y="160972"/>
                </a:lnTo>
                <a:lnTo>
                  <a:pt x="392811" y="0"/>
                </a:lnTo>
                <a:close/>
              </a:path>
            </a:pathLst>
          </a:custGeom>
          <a:ln w="35052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071752" y="2197987"/>
            <a:ext cx="555625" cy="17780"/>
          </a:xfrm>
          <a:custGeom>
            <a:avLst/>
            <a:gdLst/>
            <a:ahLst/>
            <a:cxnLst/>
            <a:rect l="l" t="t" r="r" b="b"/>
            <a:pathLst>
              <a:path w="555625" h="17780">
                <a:moveTo>
                  <a:pt x="0" y="17525"/>
                </a:moveTo>
                <a:lnTo>
                  <a:pt x="555612" y="0"/>
                </a:lnTo>
              </a:path>
            </a:pathLst>
          </a:custGeom>
          <a:ln w="48006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322922" y="1489504"/>
            <a:ext cx="18351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071372" y="1634489"/>
            <a:ext cx="786130" cy="523240"/>
          </a:xfrm>
          <a:custGeom>
            <a:avLst/>
            <a:gdLst/>
            <a:ahLst/>
            <a:cxnLst/>
            <a:rect l="l" t="t" r="r" b="b"/>
            <a:pathLst>
              <a:path w="786130" h="523239">
                <a:moveTo>
                  <a:pt x="392810" y="522731"/>
                </a:moveTo>
                <a:lnTo>
                  <a:pt x="262127" y="392048"/>
                </a:lnTo>
                <a:lnTo>
                  <a:pt x="327469" y="392048"/>
                </a:lnTo>
                <a:lnTo>
                  <a:pt x="327469" y="339661"/>
                </a:lnTo>
                <a:lnTo>
                  <a:pt x="0" y="339661"/>
                </a:lnTo>
                <a:lnTo>
                  <a:pt x="0" y="0"/>
                </a:lnTo>
                <a:lnTo>
                  <a:pt x="785621" y="0"/>
                </a:lnTo>
                <a:lnTo>
                  <a:pt x="785621" y="339661"/>
                </a:lnTo>
                <a:lnTo>
                  <a:pt x="458152" y="339661"/>
                </a:lnTo>
                <a:lnTo>
                  <a:pt x="458152" y="392048"/>
                </a:lnTo>
                <a:lnTo>
                  <a:pt x="523493" y="392048"/>
                </a:lnTo>
                <a:lnTo>
                  <a:pt x="392810" y="522731"/>
                </a:lnTo>
                <a:close/>
              </a:path>
            </a:pathLst>
          </a:custGeom>
          <a:ln w="35052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372618" y="3692652"/>
            <a:ext cx="3357879" cy="40195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41275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325"/>
              </a:spcBef>
            </a:pPr>
            <a:r>
              <a:rPr dirty="0" sz="2000" spc="-5" b="1">
                <a:latin typeface="宋体"/>
                <a:cs typeface="宋体"/>
              </a:rPr>
              <a:t>状态</a:t>
            </a:r>
            <a:r>
              <a:rPr dirty="0" sz="2000" spc="-10" b="1">
                <a:latin typeface="Times New Roman"/>
                <a:cs typeface="Times New Roman"/>
              </a:rPr>
              <a:t>b</a:t>
            </a:r>
            <a:r>
              <a:rPr dirty="0" sz="2000" b="1">
                <a:latin typeface="宋体"/>
                <a:cs typeface="宋体"/>
              </a:rPr>
              <a:t>表示</a:t>
            </a:r>
            <a:r>
              <a:rPr dirty="0" sz="2000" spc="5" b="1">
                <a:latin typeface="宋体"/>
                <a:cs typeface="宋体"/>
              </a:rPr>
              <a:t>接</a:t>
            </a:r>
            <a:r>
              <a:rPr dirty="0" sz="2000" b="1">
                <a:latin typeface="宋体"/>
                <a:cs typeface="宋体"/>
              </a:rPr>
              <a:t>收到</a:t>
            </a:r>
            <a:r>
              <a:rPr dirty="0" sz="2000" spc="5" b="1">
                <a:latin typeface="宋体"/>
                <a:cs typeface="宋体"/>
              </a:rPr>
              <a:t>一</a:t>
            </a:r>
            <a:r>
              <a:rPr dirty="0" sz="2000" b="1">
                <a:latin typeface="宋体"/>
                <a:cs typeface="宋体"/>
              </a:rPr>
              <a:t>个“</a:t>
            </a:r>
            <a:r>
              <a:rPr dirty="0" sz="2000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宋体"/>
                <a:cs typeface="宋体"/>
              </a:rPr>
              <a:t>”</a:t>
            </a:r>
            <a:r>
              <a:rPr dirty="0" sz="2000" spc="-5" b="1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57377" y="1204722"/>
            <a:ext cx="3143250" cy="40195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41275" rIns="0" bIns="0" rtlCol="0" vert="horz">
            <a:spAutoFit/>
          </a:bodyPr>
          <a:lstStyle/>
          <a:p>
            <a:pPr marL="182245">
              <a:lnSpc>
                <a:spcPct val="100000"/>
              </a:lnSpc>
              <a:spcBef>
                <a:spcPts val="325"/>
              </a:spcBef>
            </a:pPr>
            <a:r>
              <a:rPr dirty="0" sz="2000" spc="-5" b="1">
                <a:latin typeface="宋体"/>
                <a:cs typeface="宋体"/>
              </a:rPr>
              <a:t>状态</a:t>
            </a:r>
            <a:r>
              <a:rPr dirty="0" sz="2000" spc="-5" b="1">
                <a:latin typeface="Times New Roman"/>
                <a:cs typeface="Times New Roman"/>
              </a:rPr>
              <a:t>c</a:t>
            </a:r>
            <a:r>
              <a:rPr dirty="0" sz="2000" b="1">
                <a:latin typeface="宋体"/>
                <a:cs typeface="宋体"/>
              </a:rPr>
              <a:t>表示接收</a:t>
            </a:r>
            <a:r>
              <a:rPr dirty="0" sz="2000" spc="-10" b="1">
                <a:latin typeface="宋体"/>
                <a:cs typeface="宋体"/>
              </a:rPr>
              <a:t>到</a:t>
            </a:r>
            <a:r>
              <a:rPr dirty="0" sz="2000" spc="-470" b="1">
                <a:latin typeface="宋体"/>
                <a:cs typeface="宋体"/>
              </a:rPr>
              <a:t> </a:t>
            </a:r>
            <a:r>
              <a:rPr dirty="0" sz="2000" spc="-5" b="1">
                <a:latin typeface="宋体"/>
                <a:cs typeface="宋体"/>
              </a:rPr>
              <a:t>“</a:t>
            </a:r>
            <a:r>
              <a:rPr dirty="0" sz="2000" spc="-110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宋体"/>
                <a:cs typeface="宋体"/>
              </a:rPr>
              <a:t>”</a:t>
            </a:r>
            <a:r>
              <a:rPr dirty="0" sz="2000" spc="-5" b="1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347722" y="3236976"/>
            <a:ext cx="3143250" cy="40195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41275" rIns="0" bIns="0" rtlCol="0" vert="horz">
            <a:spAutoFit/>
          </a:bodyPr>
          <a:lstStyle/>
          <a:p>
            <a:pPr marL="104139">
              <a:lnSpc>
                <a:spcPct val="100000"/>
              </a:lnSpc>
              <a:spcBef>
                <a:spcPts val="325"/>
              </a:spcBef>
            </a:pPr>
            <a:r>
              <a:rPr dirty="0" sz="2000" spc="-5" b="1">
                <a:latin typeface="宋体"/>
                <a:cs typeface="宋体"/>
              </a:rPr>
              <a:t>状态</a:t>
            </a:r>
            <a:r>
              <a:rPr dirty="0" sz="2000" spc="-10" b="1">
                <a:latin typeface="Times New Roman"/>
                <a:cs typeface="Times New Roman"/>
              </a:rPr>
              <a:t>d</a:t>
            </a:r>
            <a:r>
              <a:rPr dirty="0" sz="2000" b="1">
                <a:latin typeface="宋体"/>
                <a:cs typeface="宋体"/>
              </a:rPr>
              <a:t>表示</a:t>
            </a:r>
            <a:r>
              <a:rPr dirty="0" sz="2000" spc="5" b="1">
                <a:latin typeface="宋体"/>
                <a:cs typeface="宋体"/>
              </a:rPr>
              <a:t>接</a:t>
            </a:r>
            <a:r>
              <a:rPr dirty="0" sz="2000" b="1">
                <a:latin typeface="宋体"/>
                <a:cs typeface="宋体"/>
              </a:rPr>
              <a:t>收</a:t>
            </a:r>
            <a:r>
              <a:rPr dirty="0" sz="2000" spc="-10" b="1">
                <a:latin typeface="宋体"/>
                <a:cs typeface="宋体"/>
              </a:rPr>
              <a:t>到</a:t>
            </a:r>
            <a:r>
              <a:rPr dirty="0" sz="2000" spc="-470" b="1">
                <a:latin typeface="宋体"/>
                <a:cs typeface="宋体"/>
              </a:rPr>
              <a:t> </a:t>
            </a:r>
            <a:r>
              <a:rPr dirty="0" sz="2000" spc="-5" b="1">
                <a:latin typeface="宋体"/>
                <a:cs typeface="宋体"/>
              </a:rPr>
              <a:t>“</a:t>
            </a:r>
            <a:r>
              <a:rPr dirty="0" sz="2000" spc="-110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Times New Roman"/>
                <a:cs typeface="Times New Roman"/>
              </a:rPr>
              <a:t>10</a:t>
            </a:r>
            <a:r>
              <a:rPr dirty="0" sz="2000" spc="-5" b="1">
                <a:latin typeface="宋体"/>
                <a:cs typeface="宋体"/>
              </a:rPr>
              <a:t>”</a:t>
            </a:r>
            <a:r>
              <a:rPr dirty="0" sz="2000" spc="-5" b="1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8026527" y="3597021"/>
            <a:ext cx="357505" cy="1905"/>
          </a:xfrm>
          <a:custGeom>
            <a:avLst/>
            <a:gdLst/>
            <a:ahLst/>
            <a:cxnLst/>
            <a:rect l="l" t="t" r="r" b="b"/>
            <a:pathLst>
              <a:path w="357504" h="1904">
                <a:moveTo>
                  <a:pt x="0" y="0"/>
                </a:moveTo>
                <a:lnTo>
                  <a:pt x="357187" y="1587"/>
                </a:lnTo>
              </a:path>
            </a:pathLst>
          </a:custGeom>
          <a:ln w="480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8035652" y="2498821"/>
            <a:ext cx="39052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Times New Roman"/>
                <a:cs typeface="Times New Roman"/>
              </a:rPr>
              <a:t>A</a:t>
            </a:r>
            <a:r>
              <a:rPr dirty="0" sz="1600" spc="-5" b="1">
                <a:latin typeface="Times New Roman"/>
                <a:cs typeface="Times New Roman"/>
              </a:rPr>
              <a:t>=</a:t>
            </a:r>
            <a:r>
              <a:rPr dirty="0" sz="1600" b="1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035652" y="3589335"/>
            <a:ext cx="39052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Times New Roman"/>
                <a:cs typeface="Times New Roman"/>
              </a:rPr>
              <a:t>A</a:t>
            </a:r>
            <a:r>
              <a:rPr dirty="0" sz="1600" spc="-5" b="1">
                <a:latin typeface="Times New Roman"/>
                <a:cs typeface="Times New Roman"/>
              </a:rPr>
              <a:t>=</a:t>
            </a:r>
            <a:r>
              <a:rPr dirty="0" sz="1600" b="1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538145" y="2599700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7290816" y="2750818"/>
            <a:ext cx="1134110" cy="905510"/>
            <a:chOff x="7290816" y="2750818"/>
            <a:chExt cx="1134110" cy="905510"/>
          </a:xfrm>
        </p:grpSpPr>
        <p:sp>
          <p:nvSpPr>
            <p:cNvPr id="64" name="object 64"/>
            <p:cNvSpPr/>
            <p:nvPr/>
          </p:nvSpPr>
          <p:spPr>
            <a:xfrm>
              <a:off x="8043291" y="2801492"/>
              <a:ext cx="357505" cy="9525"/>
            </a:xfrm>
            <a:custGeom>
              <a:avLst/>
              <a:gdLst/>
              <a:ahLst/>
              <a:cxnLst/>
              <a:rect l="l" t="t" r="r" b="b"/>
              <a:pathLst>
                <a:path w="357504" h="9525">
                  <a:moveTo>
                    <a:pt x="0" y="9525"/>
                  </a:moveTo>
                  <a:lnTo>
                    <a:pt x="357187" y="0"/>
                  </a:lnTo>
                </a:path>
              </a:pathLst>
            </a:custGeom>
            <a:ln w="48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8028811" y="2774821"/>
              <a:ext cx="1905" cy="857250"/>
            </a:xfrm>
            <a:custGeom>
              <a:avLst/>
              <a:gdLst/>
              <a:ahLst/>
              <a:cxnLst/>
              <a:rect l="l" t="t" r="r" b="b"/>
              <a:pathLst>
                <a:path w="1904" h="857250">
                  <a:moveTo>
                    <a:pt x="1587" y="0"/>
                  </a:moveTo>
                  <a:lnTo>
                    <a:pt x="0" y="857250"/>
                  </a:lnTo>
                </a:path>
              </a:pathLst>
            </a:custGeom>
            <a:ln w="48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7314819" y="3203832"/>
              <a:ext cx="645795" cy="10160"/>
            </a:xfrm>
            <a:custGeom>
              <a:avLst/>
              <a:gdLst/>
              <a:ahLst/>
              <a:cxnLst/>
              <a:rect l="l" t="t" r="r" b="b"/>
              <a:pathLst>
                <a:path w="645795" h="10160">
                  <a:moveTo>
                    <a:pt x="0" y="9626"/>
                  </a:moveTo>
                  <a:lnTo>
                    <a:pt x="645312" y="0"/>
                  </a:lnTo>
                </a:path>
              </a:pathLst>
            </a:custGeom>
            <a:ln w="48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 txBox="1"/>
          <p:nvPr/>
        </p:nvSpPr>
        <p:spPr>
          <a:xfrm>
            <a:off x="8559433" y="3435003"/>
            <a:ext cx="16700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383937" y="5546782"/>
            <a:ext cx="2033270" cy="737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2390">
              <a:lnSpc>
                <a:spcPct val="116799"/>
              </a:lnSpc>
              <a:spcBef>
                <a:spcPts val="100"/>
              </a:spcBef>
            </a:pPr>
            <a:r>
              <a:rPr dirty="0" sz="2000" spc="-5" b="1">
                <a:solidFill>
                  <a:srgbClr val="FF00FF"/>
                </a:solidFill>
                <a:latin typeface="Times New Roman"/>
                <a:cs typeface="Times New Roman"/>
              </a:rPr>
              <a:t>a</a:t>
            </a:r>
            <a:r>
              <a:rPr dirty="0" sz="2000" spc="-30" b="1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FF00FF"/>
                </a:solidFill>
                <a:latin typeface="Times New Roman"/>
                <a:cs typeface="Times New Roman"/>
              </a:rPr>
              <a:t>——</a:t>
            </a:r>
            <a:r>
              <a:rPr dirty="0" sz="2000" spc="-25" b="1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FF"/>
                </a:solidFill>
                <a:latin typeface="新宋体"/>
                <a:cs typeface="新宋体"/>
              </a:rPr>
              <a:t>初始状态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; </a:t>
            </a:r>
            <a:r>
              <a:rPr dirty="0" sz="2000" b="1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dirty="0" sz="2000" spc="-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FF0000"/>
                </a:solidFill>
                <a:latin typeface="Times New Roman"/>
                <a:cs typeface="Times New Roman"/>
              </a:rPr>
              <a:t>——</a:t>
            </a:r>
            <a:r>
              <a:rPr dirty="0" sz="2000" spc="-10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dirty="0" sz="2000" b="1">
                <a:solidFill>
                  <a:srgbClr val="FF0000"/>
                </a:solidFill>
                <a:latin typeface="新宋体"/>
                <a:cs typeface="新宋体"/>
              </a:rPr>
              <a:t>输入</a:t>
            </a:r>
            <a:r>
              <a:rPr dirty="0" sz="2000" spc="-110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dirty="0" sz="2000" b="1">
                <a:solidFill>
                  <a:srgbClr val="FF0000"/>
                </a:solidFill>
                <a:latin typeface="新宋体"/>
                <a:cs typeface="新宋体"/>
              </a:rPr>
              <a:t>后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343798" y="5518691"/>
            <a:ext cx="2358390" cy="75438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69850">
              <a:lnSpc>
                <a:spcPct val="100000"/>
              </a:lnSpc>
              <a:spcBef>
                <a:spcPts val="570"/>
              </a:spcBef>
            </a:pPr>
            <a:r>
              <a:rPr dirty="0" sz="2000" spc="-10" b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dirty="0" sz="2000" spc="-5" b="1">
                <a:solidFill>
                  <a:srgbClr val="FF0000"/>
                </a:solidFill>
                <a:latin typeface="Times New Roman"/>
                <a:cs typeface="Times New Roman"/>
              </a:rPr>
              <a:t>——</a:t>
            </a:r>
            <a:r>
              <a:rPr dirty="0" sz="2000" spc="-10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dirty="0" sz="2000" b="1">
                <a:solidFill>
                  <a:srgbClr val="FF0000"/>
                </a:solidFill>
                <a:latin typeface="新宋体"/>
                <a:cs typeface="新宋体"/>
              </a:rPr>
              <a:t>输入</a:t>
            </a:r>
            <a:r>
              <a:rPr dirty="0" sz="2000" spc="-5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dirty="0" sz="2000" b="1">
                <a:solidFill>
                  <a:srgbClr val="FF0000"/>
                </a:solidFill>
                <a:latin typeface="新宋体"/>
                <a:cs typeface="新宋体"/>
              </a:rPr>
              <a:t>后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2000" spc="-5" b="1">
                <a:solidFill>
                  <a:srgbClr val="FF00FF"/>
                </a:solidFill>
                <a:latin typeface="Times New Roman"/>
                <a:cs typeface="Times New Roman"/>
              </a:rPr>
              <a:t>d</a:t>
            </a:r>
            <a:r>
              <a:rPr dirty="0" sz="2000" spc="-5" b="1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FF00FF"/>
                </a:solidFill>
                <a:latin typeface="Times New Roman"/>
                <a:cs typeface="Times New Roman"/>
              </a:rPr>
              <a:t>——</a:t>
            </a:r>
            <a:r>
              <a:rPr dirty="0" sz="2000" spc="-114" b="1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FF00FF"/>
                </a:solidFill>
                <a:latin typeface="Times New Roman"/>
                <a:cs typeface="Times New Roman"/>
              </a:rPr>
              <a:t>A</a:t>
            </a:r>
            <a:r>
              <a:rPr dirty="0" sz="2000" b="1">
                <a:solidFill>
                  <a:srgbClr val="FF00FF"/>
                </a:solidFill>
                <a:latin typeface="新宋体"/>
                <a:cs typeface="新宋体"/>
              </a:rPr>
              <a:t>输入</a:t>
            </a:r>
            <a:r>
              <a:rPr dirty="0" sz="2000" spc="-110" b="1">
                <a:solidFill>
                  <a:srgbClr val="FF00FF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FF00FF"/>
                </a:solidFill>
                <a:latin typeface="Times New Roman"/>
                <a:cs typeface="Times New Roman"/>
              </a:rPr>
              <a:t>10</a:t>
            </a:r>
            <a:r>
              <a:rPr dirty="0" sz="2000" b="1">
                <a:solidFill>
                  <a:srgbClr val="FF00FF"/>
                </a:solidFill>
                <a:latin typeface="新宋体"/>
                <a:cs typeface="新宋体"/>
              </a:rPr>
              <a:t>后</a:t>
            </a:r>
            <a:r>
              <a:rPr dirty="0" sz="2000" spc="-10" b="1">
                <a:solidFill>
                  <a:srgbClr val="000066"/>
                </a:solidFill>
                <a:latin typeface="新宋体"/>
                <a:cs typeface="新宋体"/>
              </a:rPr>
              <a:t>。</a:t>
            </a:r>
            <a:endParaRPr sz="2000">
              <a:latin typeface="新宋体"/>
              <a:cs typeface="新宋体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930075" y="5308982"/>
            <a:ext cx="615759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新宋体"/>
                <a:cs typeface="新宋体"/>
              </a:rPr>
              <a:t>2.）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定义输入、输出</a:t>
            </a:r>
            <a:r>
              <a:rPr dirty="0" sz="2000" spc="5" b="1">
                <a:solidFill>
                  <a:srgbClr val="000066"/>
                </a:solidFill>
                <a:latin typeface="新宋体"/>
                <a:cs typeface="新宋体"/>
              </a:rPr>
              <a:t>逻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辑</a:t>
            </a:r>
            <a:r>
              <a:rPr dirty="0" sz="2000" spc="5" b="1">
                <a:solidFill>
                  <a:srgbClr val="000066"/>
                </a:solidFill>
                <a:latin typeface="新宋体"/>
                <a:cs typeface="新宋体"/>
              </a:rPr>
              <a:t>状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态和</a:t>
            </a:r>
            <a:r>
              <a:rPr dirty="0" sz="2000" spc="5" b="1">
                <a:solidFill>
                  <a:srgbClr val="000066"/>
                </a:solidFill>
                <a:latin typeface="新宋体"/>
                <a:cs typeface="新宋体"/>
              </a:rPr>
              <a:t>每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个</a:t>
            </a:r>
            <a:r>
              <a:rPr dirty="0" sz="2000" spc="5" b="1">
                <a:solidFill>
                  <a:srgbClr val="000066"/>
                </a:solidFill>
                <a:latin typeface="新宋体"/>
                <a:cs typeface="新宋体"/>
              </a:rPr>
              <a:t>电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路状</a:t>
            </a:r>
            <a:r>
              <a:rPr dirty="0" sz="2000" spc="5" b="1">
                <a:solidFill>
                  <a:srgbClr val="000066"/>
                </a:solidFill>
                <a:latin typeface="新宋体"/>
                <a:cs typeface="新宋体"/>
              </a:rPr>
              <a:t>态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的</a:t>
            </a:r>
            <a:r>
              <a:rPr dirty="0" sz="2000" spc="5" b="1">
                <a:solidFill>
                  <a:srgbClr val="000066"/>
                </a:solidFill>
                <a:latin typeface="新宋体"/>
                <a:cs typeface="新宋体"/>
              </a:rPr>
              <a:t>含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义；</a:t>
            </a:r>
            <a:endParaRPr sz="2000">
              <a:latin typeface="新宋体"/>
              <a:cs typeface="新宋体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288291" y="4908021"/>
            <a:ext cx="571246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97045" algn="l"/>
              </a:tabLst>
            </a:pPr>
            <a:r>
              <a:rPr dirty="0" sz="2000" b="1">
                <a:solidFill>
                  <a:srgbClr val="FF00FF"/>
                </a:solidFill>
                <a:latin typeface="新宋体"/>
                <a:cs typeface="新宋体"/>
              </a:rPr>
              <a:t>输入变量：</a:t>
            </a:r>
            <a:r>
              <a:rPr dirty="0" sz="2000" spc="-5" b="1">
                <a:solidFill>
                  <a:srgbClr val="FF00FF"/>
                </a:solidFill>
                <a:latin typeface="Times New Roman"/>
                <a:cs typeface="Times New Roman"/>
              </a:rPr>
              <a:t>A</a:t>
            </a:r>
            <a:r>
              <a:rPr dirty="0" sz="2000" b="1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FF00FF"/>
                </a:solidFill>
                <a:latin typeface="新宋体"/>
                <a:cs typeface="新宋体"/>
              </a:rPr>
              <a:t>状态数：</a:t>
            </a:r>
            <a:r>
              <a:rPr dirty="0" sz="2000" spc="-5" b="1">
                <a:solidFill>
                  <a:srgbClr val="FF00FF"/>
                </a:solidFill>
                <a:latin typeface="Times New Roman"/>
                <a:cs typeface="Times New Roman"/>
              </a:rPr>
              <a:t>4</a:t>
            </a:r>
            <a:r>
              <a:rPr dirty="0" sz="2000" spc="-10" b="1">
                <a:solidFill>
                  <a:srgbClr val="FF00FF"/>
                </a:solidFill>
                <a:latin typeface="新宋体"/>
                <a:cs typeface="新宋体"/>
              </a:rPr>
              <a:t>个</a:t>
            </a:r>
            <a:endParaRPr sz="2000">
              <a:latin typeface="新宋体"/>
              <a:cs typeface="新宋体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375854" y="4873095"/>
            <a:ext cx="148526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b="1">
                <a:solidFill>
                  <a:srgbClr val="FF0000"/>
                </a:solidFill>
                <a:latin typeface="新宋体"/>
                <a:cs typeface="新宋体"/>
              </a:rPr>
              <a:t>输出变量：</a:t>
            </a:r>
            <a:r>
              <a:rPr dirty="0" sz="2000" spc="-5" b="1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85692" y="4225038"/>
            <a:ext cx="6513195" cy="619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335"/>
              </a:lnSpc>
              <a:spcBef>
                <a:spcPts val="95"/>
              </a:spcBef>
              <a:tabLst>
                <a:tab pos="542290" algn="l"/>
              </a:tabLst>
            </a:pP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解</a:t>
            </a: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:	(1</a:t>
            </a:r>
            <a:r>
              <a:rPr dirty="0" sz="2000" spc="-5" b="1">
                <a:solidFill>
                  <a:srgbClr val="000066"/>
                </a:solidFill>
                <a:latin typeface="新宋体"/>
                <a:cs typeface="新宋体"/>
              </a:rPr>
              <a:t>)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根据给定的逻辑功能建立原</a:t>
            </a:r>
            <a:r>
              <a:rPr dirty="0" sz="2000" spc="5" b="1">
                <a:solidFill>
                  <a:srgbClr val="000066"/>
                </a:solidFill>
                <a:latin typeface="新宋体"/>
                <a:cs typeface="新宋体"/>
              </a:rPr>
              <a:t>始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状态</a:t>
            </a:r>
            <a:r>
              <a:rPr dirty="0" sz="2000" spc="5" b="1">
                <a:solidFill>
                  <a:srgbClr val="000066"/>
                </a:solidFill>
                <a:latin typeface="新宋体"/>
                <a:cs typeface="新宋体"/>
              </a:rPr>
              <a:t>图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和</a:t>
            </a:r>
            <a:r>
              <a:rPr dirty="0" sz="2000" spc="5" b="1">
                <a:solidFill>
                  <a:srgbClr val="000066"/>
                </a:solidFill>
                <a:latin typeface="新宋体"/>
                <a:cs typeface="新宋体"/>
              </a:rPr>
              <a:t>原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始状</a:t>
            </a:r>
            <a:r>
              <a:rPr dirty="0" sz="2000" spc="5" b="1">
                <a:solidFill>
                  <a:srgbClr val="000066"/>
                </a:solidFill>
                <a:latin typeface="新宋体"/>
                <a:cs typeface="新宋体"/>
              </a:rPr>
              <a:t>态</a:t>
            </a:r>
            <a:r>
              <a:rPr dirty="0" sz="2000" spc="-10" b="1">
                <a:solidFill>
                  <a:srgbClr val="000066"/>
                </a:solidFill>
                <a:latin typeface="新宋体"/>
                <a:cs typeface="新宋体"/>
              </a:rPr>
              <a:t>表</a:t>
            </a:r>
            <a:endParaRPr sz="2000">
              <a:latin typeface="新宋体"/>
              <a:cs typeface="新宋体"/>
            </a:endParaRPr>
          </a:p>
          <a:p>
            <a:pPr marL="620395">
              <a:lnSpc>
                <a:spcPts val="2335"/>
              </a:lnSpc>
            </a:pPr>
            <a:r>
              <a:rPr dirty="0" sz="2000" spc="-5" b="1">
                <a:solidFill>
                  <a:srgbClr val="000066"/>
                </a:solidFill>
                <a:latin typeface="新宋体"/>
                <a:cs typeface="新宋体"/>
              </a:rPr>
              <a:t>1.）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确定输入、输出</a:t>
            </a:r>
            <a:r>
              <a:rPr dirty="0" sz="2000" spc="5" b="1">
                <a:solidFill>
                  <a:srgbClr val="000066"/>
                </a:solidFill>
                <a:latin typeface="新宋体"/>
                <a:cs typeface="新宋体"/>
              </a:rPr>
              <a:t>变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量</a:t>
            </a:r>
            <a:r>
              <a:rPr dirty="0" sz="2000" spc="5" b="1">
                <a:solidFill>
                  <a:srgbClr val="000066"/>
                </a:solidFill>
                <a:latin typeface="新宋体"/>
                <a:cs typeface="新宋体"/>
              </a:rPr>
              <a:t>及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电路</a:t>
            </a:r>
            <a:r>
              <a:rPr dirty="0" sz="2000" spc="5" b="1">
                <a:solidFill>
                  <a:srgbClr val="000066"/>
                </a:solidFill>
                <a:latin typeface="新宋体"/>
                <a:cs typeface="新宋体"/>
              </a:rPr>
              <a:t>的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状</a:t>
            </a:r>
            <a:r>
              <a:rPr dirty="0" sz="2000" spc="5" b="1">
                <a:solidFill>
                  <a:srgbClr val="000066"/>
                </a:solidFill>
                <a:latin typeface="新宋体"/>
                <a:cs typeface="新宋体"/>
              </a:rPr>
              <a:t>态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数</a:t>
            </a:r>
            <a:r>
              <a:rPr dirty="0" sz="2000" spc="-10" b="1">
                <a:solidFill>
                  <a:srgbClr val="000066"/>
                </a:solidFill>
                <a:latin typeface="新宋体"/>
                <a:cs typeface="新宋体"/>
              </a:rPr>
              <a:t>:</a:t>
            </a:r>
            <a:endParaRPr sz="2000">
              <a:latin typeface="新宋体"/>
              <a:cs typeface="新宋体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959481" y="105500"/>
            <a:ext cx="373507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宋体"/>
                <a:cs typeface="宋体"/>
              </a:rPr>
              <a:t>（一</a:t>
            </a:r>
            <a:r>
              <a:rPr dirty="0" sz="2000" b="1">
                <a:latin typeface="宋体"/>
                <a:cs typeface="宋体"/>
              </a:rPr>
              <a:t>个输入</a:t>
            </a:r>
            <a:r>
              <a:rPr dirty="0" sz="2000" spc="5" b="1">
                <a:latin typeface="宋体"/>
                <a:cs typeface="宋体"/>
              </a:rPr>
              <a:t>端</a:t>
            </a:r>
            <a:r>
              <a:rPr dirty="0" sz="2000" spc="-5" b="1">
                <a:latin typeface="Times New Roman"/>
                <a:cs typeface="Times New Roman"/>
              </a:rPr>
              <a:t>A</a:t>
            </a:r>
            <a:r>
              <a:rPr dirty="0" sz="2000" spc="210" b="1">
                <a:latin typeface="宋体"/>
                <a:cs typeface="宋体"/>
              </a:rPr>
              <a:t>、</a:t>
            </a:r>
            <a:r>
              <a:rPr dirty="0" baseline="-2777" sz="3000" spc="-7" b="1">
                <a:latin typeface="宋体"/>
                <a:cs typeface="宋体"/>
              </a:rPr>
              <a:t>一个</a:t>
            </a:r>
            <a:r>
              <a:rPr dirty="0" baseline="-2777" sz="3000" b="1">
                <a:latin typeface="宋体"/>
                <a:cs typeface="宋体"/>
              </a:rPr>
              <a:t>输出端</a:t>
            </a:r>
            <a:r>
              <a:rPr dirty="0" baseline="-2777" sz="3000" b="1">
                <a:latin typeface="Times New Roman"/>
                <a:cs typeface="Times New Roman"/>
              </a:rPr>
              <a:t>Y</a:t>
            </a:r>
            <a:r>
              <a:rPr dirty="0" baseline="-2777" sz="3000" spc="-15" b="1">
                <a:latin typeface="宋体"/>
                <a:cs typeface="宋体"/>
              </a:rPr>
              <a:t>）</a:t>
            </a:r>
            <a:endParaRPr baseline="-2777" sz="3000">
              <a:latin typeface="宋体"/>
              <a:cs typeface="宋体"/>
            </a:endParaRPr>
          </a:p>
        </p:txBody>
      </p:sp>
    </p:spTree>
  </p:cSld>
  <p:clrMapOvr>
    <a:masterClrMapping/>
  </p:clrMapOvr>
  <p:transition spd="fast">
    <p:wipe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827741" y="3638674"/>
          <a:ext cx="2900680" cy="2569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2950"/>
                <a:gridCol w="1108075"/>
                <a:gridCol w="1030605"/>
              </a:tblGrid>
              <a:tr h="42672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15570">
                        <a:lnSpc>
                          <a:spcPct val="100000"/>
                        </a:lnSpc>
                      </a:pPr>
                      <a:r>
                        <a:rPr dirty="0" sz="2000" spc="10" b="1">
                          <a:solidFill>
                            <a:srgbClr val="000099"/>
                          </a:solidFill>
                          <a:latin typeface="新宋体"/>
                          <a:cs typeface="新宋体"/>
                        </a:rPr>
                        <a:t>现态</a:t>
                      </a:r>
                      <a:endParaRPr sz="2000">
                        <a:latin typeface="新宋体"/>
                        <a:cs typeface="新宋体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2C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67359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200" spc="10" b="1">
                          <a:solidFill>
                            <a:srgbClr val="000099"/>
                          </a:solidFill>
                          <a:latin typeface="新宋体"/>
                          <a:cs typeface="新宋体"/>
                        </a:rPr>
                        <a:t>次态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200" spc="10" b="1">
                          <a:solidFill>
                            <a:srgbClr val="000099"/>
                          </a:solidFill>
                          <a:latin typeface="新宋体"/>
                          <a:cs typeface="新宋体"/>
                        </a:rPr>
                        <a:t>输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新宋体"/>
                          <a:cs typeface="新宋体"/>
                        </a:rPr>
                        <a:t>出</a:t>
                      </a:r>
                      <a:endParaRPr sz="2200">
                        <a:latin typeface="新宋体"/>
                        <a:cs typeface="新宋体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2C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2608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2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22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A=0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2C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717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22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A=1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2C2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2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200" spc="-19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2C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6289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sz="2200" spc="-18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2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2C2"/>
                    </a:solidFill>
                  </a:tcPr>
                </a:tc>
              </a:tr>
              <a:tr h="4260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2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200" spc="-19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2C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78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2200" spc="-19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2C2"/>
                    </a:solidFill>
                  </a:tcPr>
                </a:tc>
              </a:tr>
              <a:tr h="4260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2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2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d/</a:t>
                      </a:r>
                      <a:r>
                        <a:rPr dirty="0" sz="2200" spc="-4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2C2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c/</a:t>
                      </a:r>
                      <a:r>
                        <a:rPr dirty="0" sz="2200" spc="-5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2C2"/>
                    </a:solidFill>
                  </a:tcPr>
                </a:tc>
              </a:tr>
              <a:tr h="4260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2C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a/</a:t>
                      </a:r>
                      <a:r>
                        <a:rPr dirty="0" sz="2200" spc="-5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2C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857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2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b/</a:t>
                      </a:r>
                      <a:r>
                        <a:rPr dirty="0" sz="2200" spc="-4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2C2"/>
                    </a:solidFill>
                  </a:tcPr>
                </a:tc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352806" y="710183"/>
            <a:ext cx="5871210" cy="2723515"/>
            <a:chOff x="352806" y="710183"/>
            <a:chExt cx="5871210" cy="2723515"/>
          </a:xfrm>
        </p:grpSpPr>
        <p:sp>
          <p:nvSpPr>
            <p:cNvPr id="7" name="object 7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0996" y="731519"/>
              <a:ext cx="5113019" cy="2702051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115522" y="186499"/>
            <a:ext cx="3545204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000099"/>
                </a:solidFill>
                <a:latin typeface="新宋体"/>
                <a:cs typeface="新宋体"/>
              </a:rPr>
              <a:t>（</a:t>
            </a:r>
            <a:r>
              <a:rPr dirty="0" sz="2400">
                <a:solidFill>
                  <a:srgbClr val="000099"/>
                </a:solidFill>
                <a:latin typeface="Times New Roman"/>
                <a:cs typeface="Times New Roman"/>
              </a:rPr>
              <a:t>2</a:t>
            </a:r>
            <a:r>
              <a:rPr dirty="0" sz="2400" spc="-5">
                <a:solidFill>
                  <a:srgbClr val="000099"/>
                </a:solidFill>
                <a:latin typeface="新宋体"/>
                <a:cs typeface="新宋体"/>
              </a:rPr>
              <a:t>）列出</a:t>
            </a:r>
            <a:r>
              <a:rPr dirty="0" sz="2400">
                <a:solidFill>
                  <a:srgbClr val="000099"/>
                </a:solidFill>
                <a:latin typeface="新宋体"/>
                <a:cs typeface="新宋体"/>
              </a:rPr>
              <a:t>原</a:t>
            </a:r>
            <a:r>
              <a:rPr dirty="0" sz="2400" spc="5">
                <a:solidFill>
                  <a:srgbClr val="000099"/>
                </a:solidFill>
                <a:latin typeface="新宋体"/>
                <a:cs typeface="新宋体"/>
              </a:rPr>
              <a:t>始</a:t>
            </a:r>
            <a:r>
              <a:rPr dirty="0" sz="2400">
                <a:solidFill>
                  <a:srgbClr val="000099"/>
                </a:solidFill>
                <a:latin typeface="新宋体"/>
                <a:cs typeface="新宋体"/>
              </a:rPr>
              <a:t>状态转换表</a:t>
            </a:r>
            <a:endParaRPr sz="2400">
              <a:latin typeface="新宋体"/>
              <a:cs typeface="新宋体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98348" y="3525773"/>
            <a:ext cx="5011420" cy="2799080"/>
            <a:chOff x="498348" y="3525773"/>
            <a:chExt cx="5011420" cy="2799080"/>
          </a:xfrm>
        </p:grpSpPr>
        <p:sp>
          <p:nvSpPr>
            <p:cNvPr id="12" name="object 12"/>
            <p:cNvSpPr/>
            <p:nvPr/>
          </p:nvSpPr>
          <p:spPr>
            <a:xfrm>
              <a:off x="4387976" y="4691255"/>
              <a:ext cx="1116330" cy="468630"/>
            </a:xfrm>
            <a:custGeom>
              <a:avLst/>
              <a:gdLst/>
              <a:ahLst/>
              <a:cxnLst/>
              <a:rect l="l" t="t" r="r" b="b"/>
              <a:pathLst>
                <a:path w="1116329" h="468629">
                  <a:moveTo>
                    <a:pt x="887539" y="0"/>
                  </a:moveTo>
                  <a:lnTo>
                    <a:pt x="887539" y="101879"/>
                  </a:lnTo>
                  <a:lnTo>
                    <a:pt x="0" y="101879"/>
                  </a:lnTo>
                  <a:lnTo>
                    <a:pt x="0" y="366750"/>
                  </a:lnTo>
                  <a:lnTo>
                    <a:pt x="887539" y="366750"/>
                  </a:lnTo>
                  <a:lnTo>
                    <a:pt x="887539" y="468629"/>
                  </a:lnTo>
                  <a:lnTo>
                    <a:pt x="1116330" y="234314"/>
                  </a:lnTo>
                  <a:lnTo>
                    <a:pt x="887539" y="0"/>
                  </a:lnTo>
                  <a:close/>
                </a:path>
              </a:pathLst>
            </a:custGeom>
            <a:solidFill>
              <a:srgbClr val="CC3399">
                <a:alpha val="3803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387976" y="4691255"/>
              <a:ext cx="1116330" cy="468630"/>
            </a:xfrm>
            <a:custGeom>
              <a:avLst/>
              <a:gdLst/>
              <a:ahLst/>
              <a:cxnLst/>
              <a:rect l="l" t="t" r="r" b="b"/>
              <a:pathLst>
                <a:path w="1116329" h="468629">
                  <a:moveTo>
                    <a:pt x="0" y="101879"/>
                  </a:moveTo>
                  <a:lnTo>
                    <a:pt x="887539" y="101879"/>
                  </a:lnTo>
                  <a:lnTo>
                    <a:pt x="887539" y="0"/>
                  </a:lnTo>
                  <a:lnTo>
                    <a:pt x="1116330" y="234314"/>
                  </a:lnTo>
                  <a:lnTo>
                    <a:pt x="887539" y="468629"/>
                  </a:lnTo>
                  <a:lnTo>
                    <a:pt x="887539" y="366750"/>
                  </a:lnTo>
                  <a:lnTo>
                    <a:pt x="0" y="366750"/>
                  </a:lnTo>
                  <a:lnTo>
                    <a:pt x="0" y="101879"/>
                  </a:lnTo>
                  <a:close/>
                </a:path>
              </a:pathLst>
            </a:custGeom>
            <a:ln w="9906">
              <a:solidFill>
                <a:srgbClr val="CC33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98348" y="3525773"/>
              <a:ext cx="3889375" cy="2799080"/>
            </a:xfrm>
            <a:custGeom>
              <a:avLst/>
              <a:gdLst/>
              <a:ahLst/>
              <a:cxnLst/>
              <a:rect l="l" t="t" r="r" b="b"/>
              <a:pathLst>
                <a:path w="3889375" h="2799079">
                  <a:moveTo>
                    <a:pt x="3889248" y="0"/>
                  </a:moveTo>
                  <a:lnTo>
                    <a:pt x="0" y="0"/>
                  </a:lnTo>
                  <a:lnTo>
                    <a:pt x="0" y="2798826"/>
                  </a:lnTo>
                  <a:lnTo>
                    <a:pt x="3889248" y="2798826"/>
                  </a:lnTo>
                  <a:lnTo>
                    <a:pt x="3889248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133311" y="5646684"/>
              <a:ext cx="574040" cy="571500"/>
            </a:xfrm>
            <a:custGeom>
              <a:avLst/>
              <a:gdLst/>
              <a:ahLst/>
              <a:cxnLst/>
              <a:rect l="l" t="t" r="r" b="b"/>
              <a:pathLst>
                <a:path w="574039" h="571500">
                  <a:moveTo>
                    <a:pt x="311139" y="571386"/>
                  </a:moveTo>
                  <a:lnTo>
                    <a:pt x="286832" y="571386"/>
                  </a:lnTo>
                  <a:lnTo>
                    <a:pt x="257667" y="571386"/>
                  </a:lnTo>
                  <a:lnTo>
                    <a:pt x="228493" y="566544"/>
                  </a:lnTo>
                  <a:lnTo>
                    <a:pt x="175016" y="552012"/>
                  </a:lnTo>
                  <a:lnTo>
                    <a:pt x="102092" y="508432"/>
                  </a:lnTo>
                  <a:lnTo>
                    <a:pt x="63200" y="464851"/>
                  </a:lnTo>
                  <a:lnTo>
                    <a:pt x="43754" y="445487"/>
                  </a:lnTo>
                  <a:lnTo>
                    <a:pt x="29169" y="421271"/>
                  </a:lnTo>
                  <a:lnTo>
                    <a:pt x="19446" y="392222"/>
                  </a:lnTo>
                  <a:lnTo>
                    <a:pt x="9723" y="368011"/>
                  </a:lnTo>
                  <a:lnTo>
                    <a:pt x="4861" y="338953"/>
                  </a:lnTo>
                  <a:lnTo>
                    <a:pt x="0" y="314746"/>
                  </a:lnTo>
                  <a:lnTo>
                    <a:pt x="0" y="256639"/>
                  </a:lnTo>
                  <a:lnTo>
                    <a:pt x="4861" y="232428"/>
                  </a:lnTo>
                  <a:lnTo>
                    <a:pt x="9723" y="203370"/>
                  </a:lnTo>
                  <a:lnTo>
                    <a:pt x="29169" y="154952"/>
                  </a:lnTo>
                  <a:lnTo>
                    <a:pt x="82651" y="82318"/>
                  </a:lnTo>
                  <a:lnTo>
                    <a:pt x="150708" y="33890"/>
                  </a:lnTo>
                  <a:lnTo>
                    <a:pt x="204185" y="9684"/>
                  </a:lnTo>
                  <a:lnTo>
                    <a:pt x="257667" y="0"/>
                  </a:lnTo>
                  <a:lnTo>
                    <a:pt x="311139" y="0"/>
                  </a:lnTo>
                  <a:lnTo>
                    <a:pt x="340314" y="4842"/>
                  </a:lnTo>
                  <a:lnTo>
                    <a:pt x="369478" y="14526"/>
                  </a:lnTo>
                  <a:lnTo>
                    <a:pt x="393786" y="19369"/>
                  </a:lnTo>
                  <a:lnTo>
                    <a:pt x="466709" y="62949"/>
                  </a:lnTo>
                  <a:lnTo>
                    <a:pt x="510463" y="106529"/>
                  </a:lnTo>
                  <a:lnTo>
                    <a:pt x="539633" y="154952"/>
                  </a:lnTo>
                  <a:lnTo>
                    <a:pt x="559084" y="203370"/>
                  </a:lnTo>
                  <a:lnTo>
                    <a:pt x="568802" y="232428"/>
                  </a:lnTo>
                  <a:lnTo>
                    <a:pt x="568802" y="261481"/>
                  </a:lnTo>
                  <a:lnTo>
                    <a:pt x="573664" y="285693"/>
                  </a:lnTo>
                  <a:lnTo>
                    <a:pt x="568802" y="314746"/>
                  </a:lnTo>
                  <a:lnTo>
                    <a:pt x="568802" y="343800"/>
                  </a:lnTo>
                  <a:lnTo>
                    <a:pt x="549356" y="392222"/>
                  </a:lnTo>
                  <a:lnTo>
                    <a:pt x="525048" y="445487"/>
                  </a:lnTo>
                  <a:lnTo>
                    <a:pt x="466709" y="508432"/>
                  </a:lnTo>
                  <a:lnTo>
                    <a:pt x="418094" y="542332"/>
                  </a:lnTo>
                  <a:lnTo>
                    <a:pt x="364617" y="561702"/>
                  </a:lnTo>
                  <a:lnTo>
                    <a:pt x="340314" y="566544"/>
                  </a:lnTo>
                  <a:lnTo>
                    <a:pt x="311139" y="5713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133312" y="5646683"/>
              <a:ext cx="574040" cy="571500"/>
            </a:xfrm>
            <a:custGeom>
              <a:avLst/>
              <a:gdLst/>
              <a:ahLst/>
              <a:cxnLst/>
              <a:rect l="l" t="t" r="r" b="b"/>
              <a:pathLst>
                <a:path w="574039" h="571500">
                  <a:moveTo>
                    <a:pt x="82646" y="82318"/>
                  </a:moveTo>
                  <a:lnTo>
                    <a:pt x="63200" y="106529"/>
                  </a:lnTo>
                  <a:lnTo>
                    <a:pt x="43754" y="130740"/>
                  </a:lnTo>
                  <a:lnTo>
                    <a:pt x="29169" y="154952"/>
                  </a:lnTo>
                  <a:lnTo>
                    <a:pt x="19446" y="179163"/>
                  </a:lnTo>
                  <a:lnTo>
                    <a:pt x="9723" y="203374"/>
                  </a:lnTo>
                  <a:lnTo>
                    <a:pt x="4861" y="232428"/>
                  </a:lnTo>
                  <a:lnTo>
                    <a:pt x="0" y="256639"/>
                  </a:lnTo>
                  <a:lnTo>
                    <a:pt x="0" y="285693"/>
                  </a:lnTo>
                  <a:lnTo>
                    <a:pt x="0" y="314746"/>
                  </a:lnTo>
                  <a:lnTo>
                    <a:pt x="4861" y="338958"/>
                  </a:lnTo>
                  <a:lnTo>
                    <a:pt x="9723" y="368011"/>
                  </a:lnTo>
                  <a:lnTo>
                    <a:pt x="19446" y="392222"/>
                  </a:lnTo>
                  <a:lnTo>
                    <a:pt x="29169" y="421276"/>
                  </a:lnTo>
                  <a:lnTo>
                    <a:pt x="43754" y="445487"/>
                  </a:lnTo>
                  <a:lnTo>
                    <a:pt x="63200" y="464856"/>
                  </a:lnTo>
                  <a:lnTo>
                    <a:pt x="82646" y="489068"/>
                  </a:lnTo>
                  <a:lnTo>
                    <a:pt x="102092" y="508437"/>
                  </a:lnTo>
                  <a:lnTo>
                    <a:pt x="126400" y="522963"/>
                  </a:lnTo>
                  <a:lnTo>
                    <a:pt x="150708" y="537490"/>
                  </a:lnTo>
                  <a:lnTo>
                    <a:pt x="175016" y="552017"/>
                  </a:lnTo>
                  <a:lnTo>
                    <a:pt x="204185" y="561702"/>
                  </a:lnTo>
                  <a:lnTo>
                    <a:pt x="228493" y="566544"/>
                  </a:lnTo>
                  <a:lnTo>
                    <a:pt x="257662" y="571386"/>
                  </a:lnTo>
                  <a:lnTo>
                    <a:pt x="286831" y="571386"/>
                  </a:lnTo>
                  <a:lnTo>
                    <a:pt x="311139" y="571386"/>
                  </a:lnTo>
                  <a:lnTo>
                    <a:pt x="364616" y="561702"/>
                  </a:lnTo>
                  <a:lnTo>
                    <a:pt x="418094" y="542332"/>
                  </a:lnTo>
                  <a:lnTo>
                    <a:pt x="466709" y="508437"/>
                  </a:lnTo>
                  <a:lnTo>
                    <a:pt x="486155" y="489068"/>
                  </a:lnTo>
                  <a:lnTo>
                    <a:pt x="505602" y="469699"/>
                  </a:lnTo>
                  <a:lnTo>
                    <a:pt x="525048" y="445487"/>
                  </a:lnTo>
                  <a:lnTo>
                    <a:pt x="539633" y="421276"/>
                  </a:lnTo>
                  <a:lnTo>
                    <a:pt x="549356" y="392222"/>
                  </a:lnTo>
                  <a:lnTo>
                    <a:pt x="559079" y="368011"/>
                  </a:lnTo>
                  <a:lnTo>
                    <a:pt x="568802" y="343800"/>
                  </a:lnTo>
                  <a:lnTo>
                    <a:pt x="568802" y="314746"/>
                  </a:lnTo>
                  <a:lnTo>
                    <a:pt x="573663" y="285693"/>
                  </a:lnTo>
                  <a:lnTo>
                    <a:pt x="568802" y="261481"/>
                  </a:lnTo>
                  <a:lnTo>
                    <a:pt x="568802" y="232428"/>
                  </a:lnTo>
                  <a:lnTo>
                    <a:pt x="559079" y="203374"/>
                  </a:lnTo>
                  <a:lnTo>
                    <a:pt x="549356" y="179163"/>
                  </a:lnTo>
                  <a:lnTo>
                    <a:pt x="539633" y="154952"/>
                  </a:lnTo>
                  <a:lnTo>
                    <a:pt x="525048" y="130740"/>
                  </a:lnTo>
                  <a:lnTo>
                    <a:pt x="510463" y="106529"/>
                  </a:lnTo>
                  <a:lnTo>
                    <a:pt x="491017" y="82318"/>
                  </a:lnTo>
                  <a:lnTo>
                    <a:pt x="466709" y="62949"/>
                  </a:lnTo>
                  <a:lnTo>
                    <a:pt x="442401" y="48422"/>
                  </a:lnTo>
                  <a:lnTo>
                    <a:pt x="418094" y="33895"/>
                  </a:lnTo>
                  <a:lnTo>
                    <a:pt x="393786" y="19369"/>
                  </a:lnTo>
                  <a:lnTo>
                    <a:pt x="369478" y="14526"/>
                  </a:lnTo>
                  <a:lnTo>
                    <a:pt x="340309" y="4842"/>
                  </a:lnTo>
                  <a:lnTo>
                    <a:pt x="311139" y="0"/>
                  </a:lnTo>
                  <a:lnTo>
                    <a:pt x="286831" y="0"/>
                  </a:lnTo>
                  <a:lnTo>
                    <a:pt x="257662" y="0"/>
                  </a:lnTo>
                  <a:lnTo>
                    <a:pt x="204185" y="9684"/>
                  </a:lnTo>
                  <a:lnTo>
                    <a:pt x="150708" y="33895"/>
                  </a:lnTo>
                  <a:lnTo>
                    <a:pt x="126400" y="48422"/>
                  </a:lnTo>
                  <a:lnTo>
                    <a:pt x="102092" y="62949"/>
                  </a:lnTo>
                  <a:lnTo>
                    <a:pt x="82646" y="82318"/>
                  </a:lnTo>
                </a:path>
              </a:pathLst>
            </a:custGeom>
            <a:ln w="291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938849" y="4397380"/>
              <a:ext cx="224154" cy="53340"/>
            </a:xfrm>
            <a:custGeom>
              <a:avLst/>
              <a:gdLst/>
              <a:ahLst/>
              <a:cxnLst/>
              <a:rect l="l" t="t" r="r" b="b"/>
              <a:pathLst>
                <a:path w="224155" h="53339">
                  <a:moveTo>
                    <a:pt x="0" y="53264"/>
                  </a:moveTo>
                  <a:lnTo>
                    <a:pt x="0" y="0"/>
                  </a:lnTo>
                  <a:lnTo>
                    <a:pt x="223631" y="33895"/>
                  </a:lnTo>
                  <a:lnTo>
                    <a:pt x="0" y="532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938850" y="4397380"/>
              <a:ext cx="224154" cy="53340"/>
            </a:xfrm>
            <a:custGeom>
              <a:avLst/>
              <a:gdLst/>
              <a:ahLst/>
              <a:cxnLst/>
              <a:rect l="l" t="t" r="r" b="b"/>
              <a:pathLst>
                <a:path w="224155" h="53339">
                  <a:moveTo>
                    <a:pt x="0" y="0"/>
                  </a:moveTo>
                  <a:lnTo>
                    <a:pt x="0" y="53264"/>
                  </a:lnTo>
                  <a:lnTo>
                    <a:pt x="223631" y="33895"/>
                  </a:lnTo>
                  <a:lnTo>
                    <a:pt x="0" y="0"/>
                  </a:lnTo>
                  <a:close/>
                </a:path>
              </a:pathLst>
            </a:custGeom>
            <a:ln w="48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340879" y="4421591"/>
              <a:ext cx="622300" cy="0"/>
            </a:xfrm>
            <a:custGeom>
              <a:avLst/>
              <a:gdLst/>
              <a:ahLst/>
              <a:cxnLst/>
              <a:rect l="l" t="t" r="r" b="b"/>
              <a:pathLst>
                <a:path w="622300" h="0">
                  <a:moveTo>
                    <a:pt x="0" y="0"/>
                  </a:moveTo>
                  <a:lnTo>
                    <a:pt x="622279" y="0"/>
                  </a:lnTo>
                </a:path>
              </a:pathLst>
            </a:custGeom>
            <a:ln w="145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438110" y="4654021"/>
              <a:ext cx="224154" cy="53340"/>
            </a:xfrm>
            <a:custGeom>
              <a:avLst/>
              <a:gdLst/>
              <a:ahLst/>
              <a:cxnLst/>
              <a:rect l="l" t="t" r="r" b="b"/>
              <a:pathLst>
                <a:path w="224155" h="53339">
                  <a:moveTo>
                    <a:pt x="223631" y="53264"/>
                  </a:moveTo>
                  <a:lnTo>
                    <a:pt x="0" y="33895"/>
                  </a:lnTo>
                  <a:lnTo>
                    <a:pt x="223631" y="0"/>
                  </a:lnTo>
                  <a:lnTo>
                    <a:pt x="223631" y="532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438109" y="4654020"/>
              <a:ext cx="224154" cy="53340"/>
            </a:xfrm>
            <a:custGeom>
              <a:avLst/>
              <a:gdLst/>
              <a:ahLst/>
              <a:cxnLst/>
              <a:rect l="l" t="t" r="r" b="b"/>
              <a:pathLst>
                <a:path w="224155" h="53339">
                  <a:moveTo>
                    <a:pt x="223631" y="0"/>
                  </a:moveTo>
                  <a:lnTo>
                    <a:pt x="223631" y="53264"/>
                  </a:lnTo>
                  <a:lnTo>
                    <a:pt x="0" y="33895"/>
                  </a:lnTo>
                  <a:lnTo>
                    <a:pt x="223631" y="0"/>
                  </a:lnTo>
                  <a:close/>
                </a:path>
              </a:pathLst>
            </a:custGeom>
            <a:ln w="48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632572" y="4678231"/>
              <a:ext cx="622300" cy="0"/>
            </a:xfrm>
            <a:custGeom>
              <a:avLst/>
              <a:gdLst/>
              <a:ahLst/>
              <a:cxnLst/>
              <a:rect l="l" t="t" r="r" b="b"/>
              <a:pathLst>
                <a:path w="622300" h="0">
                  <a:moveTo>
                    <a:pt x="622279" y="0"/>
                  </a:moveTo>
                  <a:lnTo>
                    <a:pt x="0" y="0"/>
                  </a:lnTo>
                </a:path>
              </a:pathLst>
            </a:custGeom>
            <a:ln w="145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410421" y="5419095"/>
              <a:ext cx="58419" cy="222885"/>
            </a:xfrm>
            <a:custGeom>
              <a:avLst/>
              <a:gdLst/>
              <a:ahLst/>
              <a:cxnLst/>
              <a:rect l="l" t="t" r="r" b="b"/>
              <a:pathLst>
                <a:path w="58420" h="222885">
                  <a:moveTo>
                    <a:pt x="29169" y="222748"/>
                  </a:moveTo>
                  <a:lnTo>
                    <a:pt x="0" y="0"/>
                  </a:lnTo>
                  <a:lnTo>
                    <a:pt x="58338" y="0"/>
                  </a:lnTo>
                  <a:lnTo>
                    <a:pt x="29169" y="2227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410421" y="5419097"/>
              <a:ext cx="58419" cy="222885"/>
            </a:xfrm>
            <a:custGeom>
              <a:avLst/>
              <a:gdLst/>
              <a:ahLst/>
              <a:cxnLst/>
              <a:rect l="l" t="t" r="r" b="b"/>
              <a:pathLst>
                <a:path w="58420" h="222885">
                  <a:moveTo>
                    <a:pt x="0" y="0"/>
                  </a:moveTo>
                  <a:lnTo>
                    <a:pt x="58338" y="0"/>
                  </a:lnTo>
                  <a:lnTo>
                    <a:pt x="29169" y="222743"/>
                  </a:lnTo>
                  <a:lnTo>
                    <a:pt x="0" y="0"/>
                  </a:lnTo>
                  <a:close/>
                </a:path>
              </a:pathLst>
            </a:custGeom>
            <a:ln w="48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439591" y="4852552"/>
              <a:ext cx="0" cy="605790"/>
            </a:xfrm>
            <a:custGeom>
              <a:avLst/>
              <a:gdLst/>
              <a:ahLst/>
              <a:cxnLst/>
              <a:rect l="l" t="t" r="r" b="b"/>
              <a:pathLst>
                <a:path w="0" h="605789">
                  <a:moveTo>
                    <a:pt x="0" y="0"/>
                  </a:moveTo>
                  <a:lnTo>
                    <a:pt x="0" y="605282"/>
                  </a:lnTo>
                </a:path>
              </a:pathLst>
            </a:custGeom>
            <a:ln w="145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112383" y="4852550"/>
              <a:ext cx="53975" cy="227965"/>
            </a:xfrm>
            <a:custGeom>
              <a:avLst/>
              <a:gdLst/>
              <a:ahLst/>
              <a:cxnLst/>
              <a:rect l="l" t="t" r="r" b="b"/>
              <a:pathLst>
                <a:path w="53975" h="227964">
                  <a:moveTo>
                    <a:pt x="53482" y="227591"/>
                  </a:moveTo>
                  <a:lnTo>
                    <a:pt x="0" y="222748"/>
                  </a:lnTo>
                  <a:lnTo>
                    <a:pt x="34030" y="0"/>
                  </a:lnTo>
                  <a:lnTo>
                    <a:pt x="53482" y="2275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112385" y="4852552"/>
              <a:ext cx="53975" cy="227965"/>
            </a:xfrm>
            <a:custGeom>
              <a:avLst/>
              <a:gdLst/>
              <a:ahLst/>
              <a:cxnLst/>
              <a:rect l="l" t="t" r="r" b="b"/>
              <a:pathLst>
                <a:path w="53975" h="227964">
                  <a:moveTo>
                    <a:pt x="0" y="222743"/>
                  </a:moveTo>
                  <a:lnTo>
                    <a:pt x="53477" y="227586"/>
                  </a:lnTo>
                  <a:lnTo>
                    <a:pt x="34030" y="0"/>
                  </a:lnTo>
                  <a:lnTo>
                    <a:pt x="0" y="222743"/>
                  </a:lnTo>
                  <a:close/>
                </a:path>
              </a:pathLst>
            </a:custGeom>
            <a:ln w="48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141555" y="5070454"/>
              <a:ext cx="0" cy="552450"/>
            </a:xfrm>
            <a:custGeom>
              <a:avLst/>
              <a:gdLst/>
              <a:ahLst/>
              <a:cxnLst/>
              <a:rect l="l" t="t" r="r" b="b"/>
              <a:pathLst>
                <a:path w="0" h="552450">
                  <a:moveTo>
                    <a:pt x="0" y="552017"/>
                  </a:moveTo>
                  <a:lnTo>
                    <a:pt x="0" y="0"/>
                  </a:lnTo>
                </a:path>
              </a:pathLst>
            </a:custGeom>
            <a:ln w="145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433249" y="5922692"/>
              <a:ext cx="228600" cy="53340"/>
            </a:xfrm>
            <a:custGeom>
              <a:avLst/>
              <a:gdLst/>
              <a:ahLst/>
              <a:cxnLst/>
              <a:rect l="l" t="t" r="r" b="b"/>
              <a:pathLst>
                <a:path w="228600" h="53339">
                  <a:moveTo>
                    <a:pt x="228493" y="53264"/>
                  </a:moveTo>
                  <a:lnTo>
                    <a:pt x="0" y="33895"/>
                  </a:lnTo>
                  <a:lnTo>
                    <a:pt x="223631" y="0"/>
                  </a:lnTo>
                  <a:lnTo>
                    <a:pt x="228493" y="532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433248" y="5922691"/>
              <a:ext cx="228600" cy="53340"/>
            </a:xfrm>
            <a:custGeom>
              <a:avLst/>
              <a:gdLst/>
              <a:ahLst/>
              <a:cxnLst/>
              <a:rect l="l" t="t" r="r" b="b"/>
              <a:pathLst>
                <a:path w="228600" h="53339">
                  <a:moveTo>
                    <a:pt x="223631" y="0"/>
                  </a:moveTo>
                  <a:lnTo>
                    <a:pt x="228493" y="53264"/>
                  </a:lnTo>
                  <a:lnTo>
                    <a:pt x="0" y="33895"/>
                  </a:lnTo>
                  <a:lnTo>
                    <a:pt x="223631" y="0"/>
                  </a:lnTo>
                  <a:close/>
                </a:path>
              </a:pathLst>
            </a:custGeom>
            <a:ln w="48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642295" y="5951745"/>
              <a:ext cx="471805" cy="0"/>
            </a:xfrm>
            <a:custGeom>
              <a:avLst/>
              <a:gdLst/>
              <a:ahLst/>
              <a:cxnLst/>
              <a:rect l="l" t="t" r="r" b="b"/>
              <a:pathLst>
                <a:path w="471805" h="0">
                  <a:moveTo>
                    <a:pt x="471571" y="0"/>
                  </a:moveTo>
                  <a:lnTo>
                    <a:pt x="0" y="0"/>
                  </a:lnTo>
                </a:path>
              </a:pathLst>
            </a:custGeom>
            <a:ln w="145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874171" y="4281164"/>
              <a:ext cx="574040" cy="571500"/>
            </a:xfrm>
            <a:custGeom>
              <a:avLst/>
              <a:gdLst/>
              <a:ahLst/>
              <a:cxnLst/>
              <a:rect l="l" t="t" r="r" b="b"/>
              <a:pathLst>
                <a:path w="574039" h="571500">
                  <a:moveTo>
                    <a:pt x="311134" y="571386"/>
                  </a:moveTo>
                  <a:lnTo>
                    <a:pt x="286832" y="571386"/>
                  </a:lnTo>
                  <a:lnTo>
                    <a:pt x="257662" y="571386"/>
                  </a:lnTo>
                  <a:lnTo>
                    <a:pt x="228488" y="566544"/>
                  </a:lnTo>
                  <a:lnTo>
                    <a:pt x="175016" y="552017"/>
                  </a:lnTo>
                  <a:lnTo>
                    <a:pt x="102087" y="508437"/>
                  </a:lnTo>
                  <a:lnTo>
                    <a:pt x="63195" y="464856"/>
                  </a:lnTo>
                  <a:lnTo>
                    <a:pt x="43754" y="445492"/>
                  </a:lnTo>
                  <a:lnTo>
                    <a:pt x="29169" y="416439"/>
                  </a:lnTo>
                  <a:lnTo>
                    <a:pt x="9718" y="368016"/>
                  </a:lnTo>
                  <a:lnTo>
                    <a:pt x="4856" y="338958"/>
                  </a:lnTo>
                  <a:lnTo>
                    <a:pt x="0" y="314751"/>
                  </a:lnTo>
                  <a:lnTo>
                    <a:pt x="0" y="256639"/>
                  </a:lnTo>
                  <a:lnTo>
                    <a:pt x="4856" y="232433"/>
                  </a:lnTo>
                  <a:lnTo>
                    <a:pt x="9718" y="203374"/>
                  </a:lnTo>
                  <a:lnTo>
                    <a:pt x="29169" y="154957"/>
                  </a:lnTo>
                  <a:lnTo>
                    <a:pt x="82646" y="82318"/>
                  </a:lnTo>
                  <a:lnTo>
                    <a:pt x="126400" y="48422"/>
                  </a:lnTo>
                  <a:lnTo>
                    <a:pt x="179872" y="19373"/>
                  </a:lnTo>
                  <a:lnTo>
                    <a:pt x="233350" y="4842"/>
                  </a:lnTo>
                  <a:lnTo>
                    <a:pt x="257662" y="0"/>
                  </a:lnTo>
                  <a:lnTo>
                    <a:pt x="311134" y="0"/>
                  </a:lnTo>
                  <a:lnTo>
                    <a:pt x="369473" y="9689"/>
                  </a:lnTo>
                  <a:lnTo>
                    <a:pt x="466709" y="62954"/>
                  </a:lnTo>
                  <a:lnTo>
                    <a:pt x="510463" y="106534"/>
                  </a:lnTo>
                  <a:lnTo>
                    <a:pt x="554217" y="179163"/>
                  </a:lnTo>
                  <a:lnTo>
                    <a:pt x="559079" y="203374"/>
                  </a:lnTo>
                  <a:lnTo>
                    <a:pt x="568802" y="232433"/>
                  </a:lnTo>
                  <a:lnTo>
                    <a:pt x="573659" y="256639"/>
                  </a:lnTo>
                  <a:lnTo>
                    <a:pt x="573659" y="314751"/>
                  </a:lnTo>
                  <a:lnTo>
                    <a:pt x="568802" y="338958"/>
                  </a:lnTo>
                  <a:lnTo>
                    <a:pt x="559079" y="368016"/>
                  </a:lnTo>
                  <a:lnTo>
                    <a:pt x="549356" y="392222"/>
                  </a:lnTo>
                  <a:lnTo>
                    <a:pt x="539628" y="421276"/>
                  </a:lnTo>
                  <a:lnTo>
                    <a:pt x="510463" y="464856"/>
                  </a:lnTo>
                  <a:lnTo>
                    <a:pt x="466709" y="508437"/>
                  </a:lnTo>
                  <a:lnTo>
                    <a:pt x="393786" y="552017"/>
                  </a:lnTo>
                  <a:lnTo>
                    <a:pt x="340309" y="566544"/>
                  </a:lnTo>
                  <a:lnTo>
                    <a:pt x="311134" y="5713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874168" y="4281166"/>
              <a:ext cx="574040" cy="571500"/>
            </a:xfrm>
            <a:custGeom>
              <a:avLst/>
              <a:gdLst/>
              <a:ahLst/>
              <a:cxnLst/>
              <a:rect l="l" t="t" r="r" b="b"/>
              <a:pathLst>
                <a:path w="574039" h="571500">
                  <a:moveTo>
                    <a:pt x="82646" y="82318"/>
                  </a:moveTo>
                  <a:lnTo>
                    <a:pt x="63200" y="106529"/>
                  </a:lnTo>
                  <a:lnTo>
                    <a:pt x="43754" y="130740"/>
                  </a:lnTo>
                  <a:lnTo>
                    <a:pt x="29169" y="154952"/>
                  </a:lnTo>
                  <a:lnTo>
                    <a:pt x="19446" y="179163"/>
                  </a:lnTo>
                  <a:lnTo>
                    <a:pt x="9723" y="203374"/>
                  </a:lnTo>
                  <a:lnTo>
                    <a:pt x="4861" y="232428"/>
                  </a:lnTo>
                  <a:lnTo>
                    <a:pt x="0" y="256639"/>
                  </a:lnTo>
                  <a:lnTo>
                    <a:pt x="0" y="285693"/>
                  </a:lnTo>
                  <a:lnTo>
                    <a:pt x="0" y="314746"/>
                  </a:lnTo>
                  <a:lnTo>
                    <a:pt x="4861" y="338958"/>
                  </a:lnTo>
                  <a:lnTo>
                    <a:pt x="9723" y="368011"/>
                  </a:lnTo>
                  <a:lnTo>
                    <a:pt x="19446" y="392222"/>
                  </a:lnTo>
                  <a:lnTo>
                    <a:pt x="29169" y="416434"/>
                  </a:lnTo>
                  <a:lnTo>
                    <a:pt x="43754" y="445487"/>
                  </a:lnTo>
                  <a:lnTo>
                    <a:pt x="63200" y="464856"/>
                  </a:lnTo>
                  <a:lnTo>
                    <a:pt x="82646" y="489068"/>
                  </a:lnTo>
                  <a:lnTo>
                    <a:pt x="102092" y="508437"/>
                  </a:lnTo>
                  <a:lnTo>
                    <a:pt x="126400" y="522963"/>
                  </a:lnTo>
                  <a:lnTo>
                    <a:pt x="150708" y="537490"/>
                  </a:lnTo>
                  <a:lnTo>
                    <a:pt x="175016" y="552017"/>
                  </a:lnTo>
                  <a:lnTo>
                    <a:pt x="204185" y="561702"/>
                  </a:lnTo>
                  <a:lnTo>
                    <a:pt x="228493" y="566544"/>
                  </a:lnTo>
                  <a:lnTo>
                    <a:pt x="257662" y="571386"/>
                  </a:lnTo>
                  <a:lnTo>
                    <a:pt x="286831" y="571386"/>
                  </a:lnTo>
                  <a:lnTo>
                    <a:pt x="311139" y="571386"/>
                  </a:lnTo>
                  <a:lnTo>
                    <a:pt x="340309" y="566544"/>
                  </a:lnTo>
                  <a:lnTo>
                    <a:pt x="364616" y="561702"/>
                  </a:lnTo>
                  <a:lnTo>
                    <a:pt x="393786" y="552017"/>
                  </a:lnTo>
                  <a:lnTo>
                    <a:pt x="418094" y="537490"/>
                  </a:lnTo>
                  <a:lnTo>
                    <a:pt x="442401" y="522963"/>
                  </a:lnTo>
                  <a:lnTo>
                    <a:pt x="466709" y="508437"/>
                  </a:lnTo>
                  <a:lnTo>
                    <a:pt x="486155" y="489068"/>
                  </a:lnTo>
                  <a:lnTo>
                    <a:pt x="510463" y="464856"/>
                  </a:lnTo>
                  <a:lnTo>
                    <a:pt x="525048" y="445487"/>
                  </a:lnTo>
                  <a:lnTo>
                    <a:pt x="539633" y="421276"/>
                  </a:lnTo>
                  <a:lnTo>
                    <a:pt x="549356" y="392222"/>
                  </a:lnTo>
                  <a:lnTo>
                    <a:pt x="559079" y="368011"/>
                  </a:lnTo>
                  <a:lnTo>
                    <a:pt x="568802" y="338958"/>
                  </a:lnTo>
                  <a:lnTo>
                    <a:pt x="573663" y="314746"/>
                  </a:lnTo>
                  <a:lnTo>
                    <a:pt x="573663" y="285693"/>
                  </a:lnTo>
                  <a:lnTo>
                    <a:pt x="573663" y="256639"/>
                  </a:lnTo>
                  <a:lnTo>
                    <a:pt x="568802" y="232428"/>
                  </a:lnTo>
                  <a:lnTo>
                    <a:pt x="559079" y="203374"/>
                  </a:lnTo>
                  <a:lnTo>
                    <a:pt x="554217" y="179163"/>
                  </a:lnTo>
                  <a:lnTo>
                    <a:pt x="539633" y="154952"/>
                  </a:lnTo>
                  <a:lnTo>
                    <a:pt x="525048" y="130740"/>
                  </a:lnTo>
                  <a:lnTo>
                    <a:pt x="510463" y="106529"/>
                  </a:lnTo>
                  <a:lnTo>
                    <a:pt x="491017" y="82318"/>
                  </a:lnTo>
                  <a:lnTo>
                    <a:pt x="466709" y="62949"/>
                  </a:lnTo>
                  <a:lnTo>
                    <a:pt x="442401" y="48422"/>
                  </a:lnTo>
                  <a:lnTo>
                    <a:pt x="418094" y="33895"/>
                  </a:lnTo>
                  <a:lnTo>
                    <a:pt x="393786" y="19369"/>
                  </a:lnTo>
                  <a:lnTo>
                    <a:pt x="369478" y="9684"/>
                  </a:lnTo>
                  <a:lnTo>
                    <a:pt x="340309" y="4842"/>
                  </a:lnTo>
                  <a:lnTo>
                    <a:pt x="311139" y="0"/>
                  </a:lnTo>
                  <a:lnTo>
                    <a:pt x="286831" y="0"/>
                  </a:lnTo>
                  <a:lnTo>
                    <a:pt x="257662" y="0"/>
                  </a:lnTo>
                  <a:lnTo>
                    <a:pt x="233354" y="4842"/>
                  </a:lnTo>
                  <a:lnTo>
                    <a:pt x="179877" y="19369"/>
                  </a:lnTo>
                  <a:lnTo>
                    <a:pt x="126400" y="48422"/>
                  </a:lnTo>
                  <a:lnTo>
                    <a:pt x="106954" y="62949"/>
                  </a:lnTo>
                  <a:lnTo>
                    <a:pt x="82646" y="82318"/>
                  </a:lnTo>
                </a:path>
              </a:pathLst>
            </a:custGeom>
            <a:ln w="291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82270" y="4782334"/>
              <a:ext cx="175007" cy="18885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350602" y="4939713"/>
              <a:ext cx="768350" cy="808990"/>
            </a:xfrm>
            <a:custGeom>
              <a:avLst/>
              <a:gdLst/>
              <a:ahLst/>
              <a:cxnLst/>
              <a:rect l="l" t="t" r="r" b="b"/>
              <a:pathLst>
                <a:path w="768350" h="808989">
                  <a:moveTo>
                    <a:pt x="0" y="808657"/>
                  </a:moveTo>
                  <a:lnTo>
                    <a:pt x="768126" y="0"/>
                  </a:lnTo>
                </a:path>
              </a:pathLst>
            </a:custGeom>
            <a:ln w="14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0359" y="4143157"/>
              <a:ext cx="170143" cy="14527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635952" y="4140740"/>
              <a:ext cx="335915" cy="407034"/>
            </a:xfrm>
            <a:custGeom>
              <a:avLst/>
              <a:gdLst/>
              <a:ahLst/>
              <a:cxnLst/>
              <a:rect l="l" t="t" r="r" b="b"/>
              <a:pathLst>
                <a:path w="335914" h="407035">
                  <a:moveTo>
                    <a:pt x="335447" y="48422"/>
                  </a:moveTo>
                  <a:lnTo>
                    <a:pt x="291693" y="19369"/>
                  </a:lnTo>
                  <a:lnTo>
                    <a:pt x="243078" y="4842"/>
                  </a:lnTo>
                  <a:lnTo>
                    <a:pt x="213908" y="0"/>
                  </a:lnTo>
                  <a:lnTo>
                    <a:pt x="189600" y="0"/>
                  </a:lnTo>
                  <a:lnTo>
                    <a:pt x="165293" y="4842"/>
                  </a:lnTo>
                  <a:lnTo>
                    <a:pt x="136123" y="14526"/>
                  </a:lnTo>
                  <a:lnTo>
                    <a:pt x="116677" y="19369"/>
                  </a:lnTo>
                  <a:lnTo>
                    <a:pt x="102092" y="29053"/>
                  </a:lnTo>
                  <a:lnTo>
                    <a:pt x="82646" y="38738"/>
                  </a:lnTo>
                  <a:lnTo>
                    <a:pt x="68061" y="53264"/>
                  </a:lnTo>
                  <a:lnTo>
                    <a:pt x="53477" y="67791"/>
                  </a:lnTo>
                  <a:lnTo>
                    <a:pt x="38892" y="82318"/>
                  </a:lnTo>
                  <a:lnTo>
                    <a:pt x="29169" y="96845"/>
                  </a:lnTo>
                  <a:lnTo>
                    <a:pt x="19446" y="116214"/>
                  </a:lnTo>
                  <a:lnTo>
                    <a:pt x="14584" y="135583"/>
                  </a:lnTo>
                  <a:lnTo>
                    <a:pt x="4861" y="150110"/>
                  </a:lnTo>
                  <a:lnTo>
                    <a:pt x="0" y="169479"/>
                  </a:lnTo>
                  <a:lnTo>
                    <a:pt x="0" y="188848"/>
                  </a:lnTo>
                  <a:lnTo>
                    <a:pt x="0" y="213059"/>
                  </a:lnTo>
                  <a:lnTo>
                    <a:pt x="0" y="232428"/>
                  </a:lnTo>
                  <a:lnTo>
                    <a:pt x="4861" y="251797"/>
                  </a:lnTo>
                  <a:lnTo>
                    <a:pt x="9723" y="271166"/>
                  </a:lnTo>
                  <a:lnTo>
                    <a:pt x="19446" y="290535"/>
                  </a:lnTo>
                  <a:lnTo>
                    <a:pt x="24307" y="305062"/>
                  </a:lnTo>
                  <a:lnTo>
                    <a:pt x="34030" y="319589"/>
                  </a:lnTo>
                  <a:lnTo>
                    <a:pt x="43754" y="334115"/>
                  </a:lnTo>
                  <a:lnTo>
                    <a:pt x="58338" y="348642"/>
                  </a:lnTo>
                  <a:lnTo>
                    <a:pt x="72923" y="358327"/>
                  </a:lnTo>
                  <a:lnTo>
                    <a:pt x="87508" y="372853"/>
                  </a:lnTo>
                  <a:lnTo>
                    <a:pt x="102092" y="382538"/>
                  </a:lnTo>
                  <a:lnTo>
                    <a:pt x="116677" y="387380"/>
                  </a:lnTo>
                  <a:lnTo>
                    <a:pt x="131262" y="397065"/>
                  </a:lnTo>
                  <a:lnTo>
                    <a:pt x="150708" y="401907"/>
                  </a:lnTo>
                  <a:lnTo>
                    <a:pt x="165293" y="406749"/>
                  </a:lnTo>
                  <a:lnTo>
                    <a:pt x="184739" y="406749"/>
                  </a:lnTo>
                  <a:lnTo>
                    <a:pt x="204185" y="406749"/>
                  </a:lnTo>
                  <a:lnTo>
                    <a:pt x="223631" y="406749"/>
                  </a:lnTo>
                  <a:lnTo>
                    <a:pt x="243078" y="406749"/>
                  </a:lnTo>
                </a:path>
              </a:pathLst>
            </a:custGeom>
            <a:ln w="145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58705" y="6186592"/>
              <a:ext cx="189586" cy="11621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692392" y="5864584"/>
              <a:ext cx="301625" cy="407034"/>
            </a:xfrm>
            <a:custGeom>
              <a:avLst/>
              <a:gdLst/>
              <a:ahLst/>
              <a:cxnLst/>
              <a:rect l="l" t="t" r="r" b="b"/>
              <a:pathLst>
                <a:path w="301625" h="407035">
                  <a:moveTo>
                    <a:pt x="0" y="382538"/>
                  </a:moveTo>
                  <a:lnTo>
                    <a:pt x="24307" y="392222"/>
                  </a:lnTo>
                  <a:lnTo>
                    <a:pt x="48615" y="401907"/>
                  </a:lnTo>
                  <a:lnTo>
                    <a:pt x="77784" y="406749"/>
                  </a:lnTo>
                  <a:lnTo>
                    <a:pt x="102092" y="406749"/>
                  </a:lnTo>
                  <a:lnTo>
                    <a:pt x="126400" y="401907"/>
                  </a:lnTo>
                  <a:lnTo>
                    <a:pt x="155569" y="397065"/>
                  </a:lnTo>
                  <a:lnTo>
                    <a:pt x="179877" y="387380"/>
                  </a:lnTo>
                  <a:lnTo>
                    <a:pt x="199323" y="377696"/>
                  </a:lnTo>
                  <a:lnTo>
                    <a:pt x="218770" y="363169"/>
                  </a:lnTo>
                  <a:lnTo>
                    <a:pt x="233354" y="353484"/>
                  </a:lnTo>
                  <a:lnTo>
                    <a:pt x="262524" y="319589"/>
                  </a:lnTo>
                  <a:lnTo>
                    <a:pt x="281970" y="285693"/>
                  </a:lnTo>
                  <a:lnTo>
                    <a:pt x="291693" y="251797"/>
                  </a:lnTo>
                  <a:lnTo>
                    <a:pt x="296555" y="232428"/>
                  </a:lnTo>
                  <a:lnTo>
                    <a:pt x="301416" y="213059"/>
                  </a:lnTo>
                  <a:lnTo>
                    <a:pt x="301416" y="193690"/>
                  </a:lnTo>
                  <a:lnTo>
                    <a:pt x="296555" y="174321"/>
                  </a:lnTo>
                  <a:lnTo>
                    <a:pt x="291693" y="154952"/>
                  </a:lnTo>
                  <a:lnTo>
                    <a:pt x="286832" y="135583"/>
                  </a:lnTo>
                  <a:lnTo>
                    <a:pt x="281970" y="116214"/>
                  </a:lnTo>
                  <a:lnTo>
                    <a:pt x="267385" y="96845"/>
                  </a:lnTo>
                  <a:lnTo>
                    <a:pt x="257662" y="82318"/>
                  </a:lnTo>
                  <a:lnTo>
                    <a:pt x="247939" y="67791"/>
                  </a:lnTo>
                  <a:lnTo>
                    <a:pt x="233354" y="53264"/>
                  </a:lnTo>
                  <a:lnTo>
                    <a:pt x="218770" y="43580"/>
                  </a:lnTo>
                  <a:lnTo>
                    <a:pt x="204185" y="33895"/>
                  </a:lnTo>
                  <a:lnTo>
                    <a:pt x="189600" y="24211"/>
                  </a:lnTo>
                  <a:lnTo>
                    <a:pt x="175016" y="14526"/>
                  </a:lnTo>
                  <a:lnTo>
                    <a:pt x="155569" y="9684"/>
                  </a:lnTo>
                  <a:lnTo>
                    <a:pt x="140985" y="4842"/>
                  </a:lnTo>
                  <a:lnTo>
                    <a:pt x="121539" y="0"/>
                  </a:lnTo>
                  <a:lnTo>
                    <a:pt x="106954" y="0"/>
                  </a:lnTo>
                  <a:lnTo>
                    <a:pt x="87508" y="0"/>
                  </a:lnTo>
                  <a:lnTo>
                    <a:pt x="68061" y="0"/>
                  </a:lnTo>
                  <a:lnTo>
                    <a:pt x="48615" y="4842"/>
                  </a:lnTo>
                  <a:lnTo>
                    <a:pt x="34030" y="9684"/>
                  </a:lnTo>
                  <a:lnTo>
                    <a:pt x="14584" y="14526"/>
                  </a:lnTo>
                </a:path>
              </a:pathLst>
            </a:custGeom>
            <a:ln w="145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849861" y="5646684"/>
              <a:ext cx="574040" cy="571500"/>
            </a:xfrm>
            <a:custGeom>
              <a:avLst/>
              <a:gdLst/>
              <a:ahLst/>
              <a:cxnLst/>
              <a:rect l="l" t="t" r="r" b="b"/>
              <a:pathLst>
                <a:path w="574039" h="571500">
                  <a:moveTo>
                    <a:pt x="316001" y="571386"/>
                  </a:moveTo>
                  <a:lnTo>
                    <a:pt x="286832" y="571386"/>
                  </a:lnTo>
                  <a:lnTo>
                    <a:pt x="257662" y="571386"/>
                  </a:lnTo>
                  <a:lnTo>
                    <a:pt x="233354" y="566544"/>
                  </a:lnTo>
                  <a:lnTo>
                    <a:pt x="179877" y="552012"/>
                  </a:lnTo>
                  <a:lnTo>
                    <a:pt x="106954" y="508432"/>
                  </a:lnTo>
                  <a:lnTo>
                    <a:pt x="63200" y="464851"/>
                  </a:lnTo>
                  <a:lnTo>
                    <a:pt x="19446" y="392222"/>
                  </a:lnTo>
                  <a:lnTo>
                    <a:pt x="4861" y="338953"/>
                  </a:lnTo>
                  <a:lnTo>
                    <a:pt x="0" y="314746"/>
                  </a:lnTo>
                  <a:lnTo>
                    <a:pt x="0" y="256639"/>
                  </a:lnTo>
                  <a:lnTo>
                    <a:pt x="4861" y="232428"/>
                  </a:lnTo>
                  <a:lnTo>
                    <a:pt x="14584" y="203370"/>
                  </a:lnTo>
                  <a:lnTo>
                    <a:pt x="19446" y="179163"/>
                  </a:lnTo>
                  <a:lnTo>
                    <a:pt x="48615" y="125898"/>
                  </a:lnTo>
                  <a:lnTo>
                    <a:pt x="82646" y="82318"/>
                  </a:lnTo>
                  <a:lnTo>
                    <a:pt x="179877" y="19369"/>
                  </a:lnTo>
                  <a:lnTo>
                    <a:pt x="262524" y="0"/>
                  </a:lnTo>
                  <a:lnTo>
                    <a:pt x="316001" y="0"/>
                  </a:lnTo>
                  <a:lnTo>
                    <a:pt x="369478" y="9684"/>
                  </a:lnTo>
                  <a:lnTo>
                    <a:pt x="422955" y="33890"/>
                  </a:lnTo>
                  <a:lnTo>
                    <a:pt x="471571" y="62949"/>
                  </a:lnTo>
                  <a:lnTo>
                    <a:pt x="529910" y="130740"/>
                  </a:lnTo>
                  <a:lnTo>
                    <a:pt x="563940" y="203370"/>
                  </a:lnTo>
                  <a:lnTo>
                    <a:pt x="568802" y="232428"/>
                  </a:lnTo>
                  <a:lnTo>
                    <a:pt x="573664" y="256639"/>
                  </a:lnTo>
                  <a:lnTo>
                    <a:pt x="573664" y="314746"/>
                  </a:lnTo>
                  <a:lnTo>
                    <a:pt x="568802" y="338953"/>
                  </a:lnTo>
                  <a:lnTo>
                    <a:pt x="563940" y="368011"/>
                  </a:lnTo>
                  <a:lnTo>
                    <a:pt x="554217" y="392222"/>
                  </a:lnTo>
                  <a:lnTo>
                    <a:pt x="539633" y="416434"/>
                  </a:lnTo>
                  <a:lnTo>
                    <a:pt x="525048" y="445487"/>
                  </a:lnTo>
                  <a:lnTo>
                    <a:pt x="491017" y="489068"/>
                  </a:lnTo>
                  <a:lnTo>
                    <a:pt x="447263" y="522963"/>
                  </a:lnTo>
                  <a:lnTo>
                    <a:pt x="393786" y="552012"/>
                  </a:lnTo>
                  <a:lnTo>
                    <a:pt x="340309" y="566544"/>
                  </a:lnTo>
                  <a:lnTo>
                    <a:pt x="316001" y="5713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849861" y="5646683"/>
              <a:ext cx="574040" cy="571500"/>
            </a:xfrm>
            <a:custGeom>
              <a:avLst/>
              <a:gdLst/>
              <a:ahLst/>
              <a:cxnLst/>
              <a:rect l="l" t="t" r="r" b="b"/>
              <a:pathLst>
                <a:path w="574039" h="571500">
                  <a:moveTo>
                    <a:pt x="82646" y="82318"/>
                  </a:moveTo>
                  <a:lnTo>
                    <a:pt x="48615" y="125898"/>
                  </a:lnTo>
                  <a:lnTo>
                    <a:pt x="19446" y="179163"/>
                  </a:lnTo>
                  <a:lnTo>
                    <a:pt x="14584" y="203374"/>
                  </a:lnTo>
                  <a:lnTo>
                    <a:pt x="4861" y="232428"/>
                  </a:lnTo>
                  <a:lnTo>
                    <a:pt x="0" y="256639"/>
                  </a:lnTo>
                  <a:lnTo>
                    <a:pt x="0" y="285693"/>
                  </a:lnTo>
                  <a:lnTo>
                    <a:pt x="0" y="314746"/>
                  </a:lnTo>
                  <a:lnTo>
                    <a:pt x="4861" y="338958"/>
                  </a:lnTo>
                  <a:lnTo>
                    <a:pt x="9723" y="368011"/>
                  </a:lnTo>
                  <a:lnTo>
                    <a:pt x="19446" y="392222"/>
                  </a:lnTo>
                  <a:lnTo>
                    <a:pt x="34030" y="416434"/>
                  </a:lnTo>
                  <a:lnTo>
                    <a:pt x="48615" y="440645"/>
                  </a:lnTo>
                  <a:lnTo>
                    <a:pt x="63200" y="464856"/>
                  </a:lnTo>
                  <a:lnTo>
                    <a:pt x="82646" y="489068"/>
                  </a:lnTo>
                  <a:lnTo>
                    <a:pt x="106954" y="508437"/>
                  </a:lnTo>
                  <a:lnTo>
                    <a:pt x="131262" y="522963"/>
                  </a:lnTo>
                  <a:lnTo>
                    <a:pt x="155569" y="537490"/>
                  </a:lnTo>
                  <a:lnTo>
                    <a:pt x="179877" y="552017"/>
                  </a:lnTo>
                  <a:lnTo>
                    <a:pt x="204185" y="561702"/>
                  </a:lnTo>
                  <a:lnTo>
                    <a:pt x="233354" y="566544"/>
                  </a:lnTo>
                  <a:lnTo>
                    <a:pt x="257662" y="571386"/>
                  </a:lnTo>
                  <a:lnTo>
                    <a:pt x="286831" y="571386"/>
                  </a:lnTo>
                  <a:lnTo>
                    <a:pt x="316001" y="571386"/>
                  </a:lnTo>
                  <a:lnTo>
                    <a:pt x="340309" y="566544"/>
                  </a:lnTo>
                  <a:lnTo>
                    <a:pt x="393786" y="552017"/>
                  </a:lnTo>
                  <a:lnTo>
                    <a:pt x="447263" y="522963"/>
                  </a:lnTo>
                  <a:lnTo>
                    <a:pt x="491017" y="489068"/>
                  </a:lnTo>
                  <a:lnTo>
                    <a:pt x="525048" y="445487"/>
                  </a:lnTo>
                  <a:lnTo>
                    <a:pt x="539633" y="416434"/>
                  </a:lnTo>
                  <a:lnTo>
                    <a:pt x="554217" y="392222"/>
                  </a:lnTo>
                  <a:lnTo>
                    <a:pt x="563940" y="368011"/>
                  </a:lnTo>
                  <a:lnTo>
                    <a:pt x="568802" y="338958"/>
                  </a:lnTo>
                  <a:lnTo>
                    <a:pt x="573663" y="314746"/>
                  </a:lnTo>
                  <a:lnTo>
                    <a:pt x="573663" y="285693"/>
                  </a:lnTo>
                  <a:lnTo>
                    <a:pt x="573663" y="256639"/>
                  </a:lnTo>
                  <a:lnTo>
                    <a:pt x="568802" y="232428"/>
                  </a:lnTo>
                  <a:lnTo>
                    <a:pt x="563940" y="203374"/>
                  </a:lnTo>
                  <a:lnTo>
                    <a:pt x="554217" y="179163"/>
                  </a:lnTo>
                  <a:lnTo>
                    <a:pt x="544494" y="154952"/>
                  </a:lnTo>
                  <a:lnTo>
                    <a:pt x="529909" y="130740"/>
                  </a:lnTo>
                  <a:lnTo>
                    <a:pt x="510463" y="106529"/>
                  </a:lnTo>
                  <a:lnTo>
                    <a:pt x="491017" y="82318"/>
                  </a:lnTo>
                  <a:lnTo>
                    <a:pt x="471571" y="62949"/>
                  </a:lnTo>
                  <a:lnTo>
                    <a:pt x="447263" y="48422"/>
                  </a:lnTo>
                  <a:lnTo>
                    <a:pt x="422955" y="33895"/>
                  </a:lnTo>
                  <a:lnTo>
                    <a:pt x="393786" y="19369"/>
                  </a:lnTo>
                  <a:lnTo>
                    <a:pt x="369478" y="9684"/>
                  </a:lnTo>
                  <a:lnTo>
                    <a:pt x="345170" y="4842"/>
                  </a:lnTo>
                  <a:lnTo>
                    <a:pt x="316001" y="0"/>
                  </a:lnTo>
                  <a:lnTo>
                    <a:pt x="286831" y="0"/>
                  </a:lnTo>
                  <a:lnTo>
                    <a:pt x="262524" y="0"/>
                  </a:lnTo>
                  <a:lnTo>
                    <a:pt x="233354" y="4842"/>
                  </a:lnTo>
                  <a:lnTo>
                    <a:pt x="204185" y="9684"/>
                  </a:lnTo>
                  <a:lnTo>
                    <a:pt x="179877" y="19369"/>
                  </a:lnTo>
                  <a:lnTo>
                    <a:pt x="155569" y="33895"/>
                  </a:lnTo>
                  <a:lnTo>
                    <a:pt x="131262" y="48422"/>
                  </a:lnTo>
                  <a:lnTo>
                    <a:pt x="106954" y="62949"/>
                  </a:lnTo>
                  <a:lnTo>
                    <a:pt x="82646" y="82318"/>
                  </a:lnTo>
                </a:path>
              </a:pathLst>
            </a:custGeom>
            <a:ln w="291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133311" y="4276322"/>
              <a:ext cx="574040" cy="571500"/>
            </a:xfrm>
            <a:custGeom>
              <a:avLst/>
              <a:gdLst/>
              <a:ahLst/>
              <a:cxnLst/>
              <a:rect l="l" t="t" r="r" b="b"/>
              <a:pathLst>
                <a:path w="574039" h="571500">
                  <a:moveTo>
                    <a:pt x="316001" y="571386"/>
                  </a:moveTo>
                  <a:lnTo>
                    <a:pt x="286832" y="571386"/>
                  </a:lnTo>
                  <a:lnTo>
                    <a:pt x="257667" y="571386"/>
                  </a:lnTo>
                  <a:lnTo>
                    <a:pt x="233354" y="566544"/>
                  </a:lnTo>
                  <a:lnTo>
                    <a:pt x="204185" y="561702"/>
                  </a:lnTo>
                  <a:lnTo>
                    <a:pt x="179877" y="552017"/>
                  </a:lnTo>
                  <a:lnTo>
                    <a:pt x="150708" y="542337"/>
                  </a:lnTo>
                  <a:lnTo>
                    <a:pt x="126405" y="527806"/>
                  </a:lnTo>
                  <a:lnTo>
                    <a:pt x="106954" y="508437"/>
                  </a:lnTo>
                  <a:lnTo>
                    <a:pt x="82651" y="489068"/>
                  </a:lnTo>
                  <a:lnTo>
                    <a:pt x="48615" y="445487"/>
                  </a:lnTo>
                  <a:lnTo>
                    <a:pt x="19446" y="392222"/>
                  </a:lnTo>
                  <a:lnTo>
                    <a:pt x="4861" y="338958"/>
                  </a:lnTo>
                  <a:lnTo>
                    <a:pt x="0" y="314746"/>
                  </a:lnTo>
                  <a:lnTo>
                    <a:pt x="0" y="261481"/>
                  </a:lnTo>
                  <a:lnTo>
                    <a:pt x="9723" y="203374"/>
                  </a:lnTo>
                  <a:lnTo>
                    <a:pt x="63200" y="106534"/>
                  </a:lnTo>
                  <a:lnTo>
                    <a:pt x="106954" y="62954"/>
                  </a:lnTo>
                  <a:lnTo>
                    <a:pt x="155569" y="33895"/>
                  </a:lnTo>
                  <a:lnTo>
                    <a:pt x="179877" y="19373"/>
                  </a:lnTo>
                  <a:lnTo>
                    <a:pt x="204185" y="14531"/>
                  </a:lnTo>
                  <a:lnTo>
                    <a:pt x="233354" y="4842"/>
                  </a:lnTo>
                  <a:lnTo>
                    <a:pt x="257667" y="0"/>
                  </a:lnTo>
                  <a:lnTo>
                    <a:pt x="316001" y="0"/>
                  </a:lnTo>
                  <a:lnTo>
                    <a:pt x="340314" y="4842"/>
                  </a:lnTo>
                  <a:lnTo>
                    <a:pt x="418094" y="33895"/>
                  </a:lnTo>
                  <a:lnTo>
                    <a:pt x="466709" y="62954"/>
                  </a:lnTo>
                  <a:lnTo>
                    <a:pt x="510463" y="106534"/>
                  </a:lnTo>
                  <a:lnTo>
                    <a:pt x="554217" y="179163"/>
                  </a:lnTo>
                  <a:lnTo>
                    <a:pt x="568802" y="232433"/>
                  </a:lnTo>
                  <a:lnTo>
                    <a:pt x="573664" y="261481"/>
                  </a:lnTo>
                  <a:lnTo>
                    <a:pt x="573664" y="314746"/>
                  </a:lnTo>
                  <a:lnTo>
                    <a:pt x="563945" y="368016"/>
                  </a:lnTo>
                  <a:lnTo>
                    <a:pt x="510463" y="469699"/>
                  </a:lnTo>
                  <a:lnTo>
                    <a:pt x="442401" y="527806"/>
                  </a:lnTo>
                  <a:lnTo>
                    <a:pt x="369478" y="561702"/>
                  </a:lnTo>
                  <a:lnTo>
                    <a:pt x="340314" y="566544"/>
                  </a:lnTo>
                  <a:lnTo>
                    <a:pt x="316001" y="5713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133312" y="4276324"/>
              <a:ext cx="574040" cy="571500"/>
            </a:xfrm>
            <a:custGeom>
              <a:avLst/>
              <a:gdLst/>
              <a:ahLst/>
              <a:cxnLst/>
              <a:rect l="l" t="t" r="r" b="b"/>
              <a:pathLst>
                <a:path w="574039" h="571500">
                  <a:moveTo>
                    <a:pt x="82646" y="82318"/>
                  </a:moveTo>
                  <a:lnTo>
                    <a:pt x="63200" y="106529"/>
                  </a:lnTo>
                  <a:lnTo>
                    <a:pt x="48615" y="130740"/>
                  </a:lnTo>
                  <a:lnTo>
                    <a:pt x="34030" y="154952"/>
                  </a:lnTo>
                  <a:lnTo>
                    <a:pt x="19446" y="179163"/>
                  </a:lnTo>
                  <a:lnTo>
                    <a:pt x="9723" y="203374"/>
                  </a:lnTo>
                  <a:lnTo>
                    <a:pt x="4861" y="232428"/>
                  </a:lnTo>
                  <a:lnTo>
                    <a:pt x="0" y="261481"/>
                  </a:lnTo>
                  <a:lnTo>
                    <a:pt x="0" y="285693"/>
                  </a:lnTo>
                  <a:lnTo>
                    <a:pt x="0" y="314746"/>
                  </a:lnTo>
                  <a:lnTo>
                    <a:pt x="4861" y="338958"/>
                  </a:lnTo>
                  <a:lnTo>
                    <a:pt x="19446" y="392222"/>
                  </a:lnTo>
                  <a:lnTo>
                    <a:pt x="48615" y="445487"/>
                  </a:lnTo>
                  <a:lnTo>
                    <a:pt x="82646" y="489068"/>
                  </a:lnTo>
                  <a:lnTo>
                    <a:pt x="106954" y="508437"/>
                  </a:lnTo>
                  <a:lnTo>
                    <a:pt x="126400" y="527806"/>
                  </a:lnTo>
                  <a:lnTo>
                    <a:pt x="150708" y="542332"/>
                  </a:lnTo>
                  <a:lnTo>
                    <a:pt x="179877" y="552017"/>
                  </a:lnTo>
                  <a:lnTo>
                    <a:pt x="204185" y="561702"/>
                  </a:lnTo>
                  <a:lnTo>
                    <a:pt x="233354" y="566544"/>
                  </a:lnTo>
                  <a:lnTo>
                    <a:pt x="257662" y="571386"/>
                  </a:lnTo>
                  <a:lnTo>
                    <a:pt x="286831" y="571386"/>
                  </a:lnTo>
                  <a:lnTo>
                    <a:pt x="316001" y="571386"/>
                  </a:lnTo>
                  <a:lnTo>
                    <a:pt x="340309" y="566544"/>
                  </a:lnTo>
                  <a:lnTo>
                    <a:pt x="369478" y="561702"/>
                  </a:lnTo>
                  <a:lnTo>
                    <a:pt x="393786" y="552017"/>
                  </a:lnTo>
                  <a:lnTo>
                    <a:pt x="418094" y="542332"/>
                  </a:lnTo>
                  <a:lnTo>
                    <a:pt x="442401" y="527806"/>
                  </a:lnTo>
                  <a:lnTo>
                    <a:pt x="466709" y="508437"/>
                  </a:lnTo>
                  <a:lnTo>
                    <a:pt x="491017" y="489068"/>
                  </a:lnTo>
                  <a:lnTo>
                    <a:pt x="510463" y="469699"/>
                  </a:lnTo>
                  <a:lnTo>
                    <a:pt x="525048" y="445487"/>
                  </a:lnTo>
                  <a:lnTo>
                    <a:pt x="539633" y="421276"/>
                  </a:lnTo>
                  <a:lnTo>
                    <a:pt x="554217" y="397065"/>
                  </a:lnTo>
                  <a:lnTo>
                    <a:pt x="563940" y="368011"/>
                  </a:lnTo>
                  <a:lnTo>
                    <a:pt x="568802" y="343800"/>
                  </a:lnTo>
                  <a:lnTo>
                    <a:pt x="573663" y="314746"/>
                  </a:lnTo>
                  <a:lnTo>
                    <a:pt x="573663" y="285693"/>
                  </a:lnTo>
                  <a:lnTo>
                    <a:pt x="573663" y="261481"/>
                  </a:lnTo>
                  <a:lnTo>
                    <a:pt x="568802" y="232428"/>
                  </a:lnTo>
                  <a:lnTo>
                    <a:pt x="563940" y="208217"/>
                  </a:lnTo>
                  <a:lnTo>
                    <a:pt x="554217" y="179163"/>
                  </a:lnTo>
                  <a:lnTo>
                    <a:pt x="539633" y="154952"/>
                  </a:lnTo>
                  <a:lnTo>
                    <a:pt x="525048" y="130740"/>
                  </a:lnTo>
                  <a:lnTo>
                    <a:pt x="510463" y="106529"/>
                  </a:lnTo>
                  <a:lnTo>
                    <a:pt x="491017" y="87160"/>
                  </a:lnTo>
                  <a:lnTo>
                    <a:pt x="466709" y="62949"/>
                  </a:lnTo>
                  <a:lnTo>
                    <a:pt x="442401" y="48422"/>
                  </a:lnTo>
                  <a:lnTo>
                    <a:pt x="418094" y="33895"/>
                  </a:lnTo>
                  <a:lnTo>
                    <a:pt x="393786" y="24211"/>
                  </a:lnTo>
                  <a:lnTo>
                    <a:pt x="369478" y="14526"/>
                  </a:lnTo>
                  <a:lnTo>
                    <a:pt x="340309" y="4842"/>
                  </a:lnTo>
                  <a:lnTo>
                    <a:pt x="316001" y="0"/>
                  </a:lnTo>
                  <a:lnTo>
                    <a:pt x="286831" y="0"/>
                  </a:lnTo>
                  <a:lnTo>
                    <a:pt x="257662" y="0"/>
                  </a:lnTo>
                  <a:lnTo>
                    <a:pt x="233354" y="4842"/>
                  </a:lnTo>
                  <a:lnTo>
                    <a:pt x="204185" y="14526"/>
                  </a:lnTo>
                  <a:lnTo>
                    <a:pt x="179877" y="19369"/>
                  </a:lnTo>
                  <a:lnTo>
                    <a:pt x="155569" y="33895"/>
                  </a:lnTo>
                  <a:lnTo>
                    <a:pt x="126400" y="48422"/>
                  </a:lnTo>
                  <a:lnTo>
                    <a:pt x="106954" y="62949"/>
                  </a:lnTo>
                  <a:lnTo>
                    <a:pt x="82646" y="82318"/>
                  </a:lnTo>
                </a:path>
              </a:pathLst>
            </a:custGeom>
            <a:ln w="291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2088078" y="5755040"/>
            <a:ext cx="134620" cy="316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900" spc="5" b="1" i="1">
                <a:latin typeface="Times New Roman"/>
                <a:cs typeface="Times New Roman"/>
              </a:rPr>
              <a:t>d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371528" y="5755040"/>
            <a:ext cx="120650" cy="316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900" spc="5" b="1" i="1">
                <a:latin typeface="Times New Roman"/>
                <a:cs typeface="Times New Roman"/>
              </a:rPr>
              <a:t>c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285920" y="4123198"/>
            <a:ext cx="323850" cy="316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900" spc="5" b="1">
                <a:latin typeface="Times New Roman"/>
                <a:cs typeface="Times New Roman"/>
              </a:rPr>
              <a:t>0/0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102662" y="4118357"/>
            <a:ext cx="1398270" cy="85851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27355">
              <a:lnSpc>
                <a:spcPts val="2210"/>
              </a:lnSpc>
              <a:spcBef>
                <a:spcPts val="105"/>
              </a:spcBef>
            </a:pPr>
            <a:r>
              <a:rPr dirty="0" sz="1900" spc="5" b="1">
                <a:latin typeface="Times New Roman"/>
                <a:cs typeface="Times New Roman"/>
              </a:rPr>
              <a:t>1/0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ts val="2135"/>
              </a:lnSpc>
              <a:tabLst>
                <a:tab pos="1263650" algn="l"/>
              </a:tabLst>
            </a:pPr>
            <a:r>
              <a:rPr dirty="0" sz="1900" spc="5" b="1" i="1">
                <a:latin typeface="Times New Roman"/>
                <a:cs typeface="Times New Roman"/>
              </a:rPr>
              <a:t>a</a:t>
            </a:r>
            <a:r>
              <a:rPr dirty="0" sz="1900" spc="5" b="1" i="1">
                <a:latin typeface="Times New Roman"/>
                <a:cs typeface="Times New Roman"/>
              </a:rPr>
              <a:t>	</a:t>
            </a:r>
            <a:r>
              <a:rPr dirty="0" baseline="1461" sz="2850" spc="7" b="1" i="1">
                <a:latin typeface="Times New Roman"/>
                <a:cs typeface="Times New Roman"/>
              </a:rPr>
              <a:t>b</a:t>
            </a:r>
            <a:endParaRPr baseline="1461" sz="2850">
              <a:latin typeface="Times New Roman"/>
              <a:cs typeface="Times New Roman"/>
            </a:endParaRPr>
          </a:p>
          <a:p>
            <a:pPr marL="456565">
              <a:lnSpc>
                <a:spcPts val="2210"/>
              </a:lnSpc>
            </a:pPr>
            <a:r>
              <a:rPr dirty="0" sz="1900" spc="5" b="1">
                <a:latin typeface="Times New Roman"/>
                <a:cs typeface="Times New Roman"/>
              </a:rPr>
              <a:t>0/0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522238" y="4980278"/>
            <a:ext cx="323850" cy="316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900" spc="5" b="1">
                <a:latin typeface="Times New Roman"/>
                <a:cs typeface="Times New Roman"/>
              </a:rPr>
              <a:t>1/0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747768" y="5115862"/>
            <a:ext cx="323850" cy="316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900" spc="5" b="1">
                <a:latin typeface="Times New Roman"/>
                <a:cs typeface="Times New Roman"/>
              </a:rPr>
              <a:t>0/0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793004" y="5207865"/>
            <a:ext cx="323850" cy="316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900" spc="5" b="1">
                <a:latin typeface="Times New Roman"/>
                <a:cs typeface="Times New Roman"/>
              </a:rPr>
              <a:t>1/0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690911" y="5939045"/>
            <a:ext cx="323850" cy="316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900" spc="5" b="1">
                <a:latin typeface="Times New Roman"/>
                <a:cs typeface="Times New Roman"/>
              </a:rPr>
              <a:t>0/1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032702" y="5968099"/>
            <a:ext cx="323850" cy="316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900" spc="5" b="1">
                <a:latin typeface="Times New Roman"/>
                <a:cs typeface="Times New Roman"/>
              </a:rPr>
              <a:t>1/0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209617" y="3624446"/>
            <a:ext cx="868680" cy="2813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650" spc="25" b="1">
                <a:latin typeface="宋体"/>
                <a:cs typeface="宋体"/>
              </a:rPr>
              <a:t>初始状态</a:t>
            </a:r>
            <a:endParaRPr sz="1650">
              <a:latin typeface="宋体"/>
              <a:cs typeface="宋体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498327" y="3535380"/>
            <a:ext cx="1937385" cy="709930"/>
            <a:chOff x="498327" y="3535380"/>
            <a:chExt cx="1937385" cy="709930"/>
          </a:xfrm>
        </p:grpSpPr>
        <p:sp>
          <p:nvSpPr>
            <p:cNvPr id="55" name="object 55"/>
            <p:cNvSpPr/>
            <p:nvPr/>
          </p:nvSpPr>
          <p:spPr>
            <a:xfrm>
              <a:off x="2238784" y="3884101"/>
              <a:ext cx="189865" cy="353695"/>
            </a:xfrm>
            <a:custGeom>
              <a:avLst/>
              <a:gdLst/>
              <a:ahLst/>
              <a:cxnLst/>
              <a:rect l="l" t="t" r="r" b="b"/>
              <a:pathLst>
                <a:path w="189864" h="353695">
                  <a:moveTo>
                    <a:pt x="14589" y="353484"/>
                  </a:moveTo>
                  <a:lnTo>
                    <a:pt x="0" y="246955"/>
                  </a:lnTo>
                  <a:lnTo>
                    <a:pt x="29169" y="256639"/>
                  </a:lnTo>
                  <a:lnTo>
                    <a:pt x="140990" y="0"/>
                  </a:lnTo>
                  <a:lnTo>
                    <a:pt x="189605" y="24211"/>
                  </a:lnTo>
                  <a:lnTo>
                    <a:pt x="77784" y="280851"/>
                  </a:lnTo>
                  <a:lnTo>
                    <a:pt x="106954" y="290535"/>
                  </a:lnTo>
                  <a:lnTo>
                    <a:pt x="14589" y="3534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238785" y="3884101"/>
              <a:ext cx="189865" cy="353695"/>
            </a:xfrm>
            <a:custGeom>
              <a:avLst/>
              <a:gdLst/>
              <a:ahLst/>
              <a:cxnLst/>
              <a:rect l="l" t="t" r="r" b="b"/>
              <a:pathLst>
                <a:path w="189864" h="353695">
                  <a:moveTo>
                    <a:pt x="0" y="246955"/>
                  </a:moveTo>
                  <a:lnTo>
                    <a:pt x="29169" y="256639"/>
                  </a:lnTo>
                  <a:lnTo>
                    <a:pt x="140985" y="0"/>
                  </a:lnTo>
                  <a:lnTo>
                    <a:pt x="189600" y="24211"/>
                  </a:lnTo>
                  <a:lnTo>
                    <a:pt x="77784" y="280851"/>
                  </a:lnTo>
                  <a:lnTo>
                    <a:pt x="106954" y="290535"/>
                  </a:lnTo>
                  <a:lnTo>
                    <a:pt x="14584" y="353484"/>
                  </a:lnTo>
                  <a:lnTo>
                    <a:pt x="0" y="246955"/>
                  </a:lnTo>
                  <a:close/>
                </a:path>
              </a:pathLst>
            </a:custGeom>
            <a:ln w="145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12933" y="3549988"/>
              <a:ext cx="515620" cy="513715"/>
            </a:xfrm>
            <a:custGeom>
              <a:avLst/>
              <a:gdLst/>
              <a:ahLst/>
              <a:cxnLst/>
              <a:rect l="l" t="t" r="r" b="b"/>
              <a:pathLst>
                <a:path w="515619" h="513714">
                  <a:moveTo>
                    <a:pt x="281965" y="513274"/>
                  </a:moveTo>
                  <a:lnTo>
                    <a:pt x="257662" y="513274"/>
                  </a:lnTo>
                  <a:lnTo>
                    <a:pt x="228493" y="513274"/>
                  </a:lnTo>
                  <a:lnTo>
                    <a:pt x="179877" y="503590"/>
                  </a:lnTo>
                  <a:lnTo>
                    <a:pt x="136123" y="484225"/>
                  </a:lnTo>
                  <a:lnTo>
                    <a:pt x="72923" y="440645"/>
                  </a:lnTo>
                  <a:lnTo>
                    <a:pt x="43754" y="401902"/>
                  </a:lnTo>
                  <a:lnTo>
                    <a:pt x="19446" y="358322"/>
                  </a:lnTo>
                  <a:lnTo>
                    <a:pt x="4861" y="309904"/>
                  </a:lnTo>
                  <a:lnTo>
                    <a:pt x="0" y="280846"/>
                  </a:lnTo>
                  <a:lnTo>
                    <a:pt x="0" y="232423"/>
                  </a:lnTo>
                  <a:lnTo>
                    <a:pt x="9723" y="179163"/>
                  </a:lnTo>
                  <a:lnTo>
                    <a:pt x="29169" y="135583"/>
                  </a:lnTo>
                  <a:lnTo>
                    <a:pt x="72923" y="72629"/>
                  </a:lnTo>
                  <a:lnTo>
                    <a:pt x="111811" y="43580"/>
                  </a:lnTo>
                  <a:lnTo>
                    <a:pt x="155565" y="19364"/>
                  </a:lnTo>
                  <a:lnTo>
                    <a:pt x="228493" y="0"/>
                  </a:lnTo>
                  <a:lnTo>
                    <a:pt x="281965" y="0"/>
                  </a:lnTo>
                  <a:lnTo>
                    <a:pt x="306278" y="4842"/>
                  </a:lnTo>
                  <a:lnTo>
                    <a:pt x="335447" y="9679"/>
                  </a:lnTo>
                  <a:lnTo>
                    <a:pt x="354893" y="19364"/>
                  </a:lnTo>
                  <a:lnTo>
                    <a:pt x="379201" y="29048"/>
                  </a:lnTo>
                  <a:lnTo>
                    <a:pt x="437540" y="72629"/>
                  </a:lnTo>
                  <a:lnTo>
                    <a:pt x="456981" y="92002"/>
                  </a:lnTo>
                  <a:lnTo>
                    <a:pt x="471571" y="111367"/>
                  </a:lnTo>
                  <a:lnTo>
                    <a:pt x="481294" y="135583"/>
                  </a:lnTo>
                  <a:lnTo>
                    <a:pt x="495879" y="154947"/>
                  </a:lnTo>
                  <a:lnTo>
                    <a:pt x="500735" y="179163"/>
                  </a:lnTo>
                  <a:lnTo>
                    <a:pt x="510463" y="203370"/>
                  </a:lnTo>
                  <a:lnTo>
                    <a:pt x="510463" y="232423"/>
                  </a:lnTo>
                  <a:lnTo>
                    <a:pt x="515325" y="256634"/>
                  </a:lnTo>
                  <a:lnTo>
                    <a:pt x="510463" y="280846"/>
                  </a:lnTo>
                  <a:lnTo>
                    <a:pt x="510463" y="309904"/>
                  </a:lnTo>
                  <a:lnTo>
                    <a:pt x="500735" y="334111"/>
                  </a:lnTo>
                  <a:lnTo>
                    <a:pt x="495879" y="358322"/>
                  </a:lnTo>
                  <a:lnTo>
                    <a:pt x="481294" y="377691"/>
                  </a:lnTo>
                  <a:lnTo>
                    <a:pt x="456981" y="421271"/>
                  </a:lnTo>
                  <a:lnTo>
                    <a:pt x="379201" y="484225"/>
                  </a:lnTo>
                  <a:lnTo>
                    <a:pt x="354893" y="493905"/>
                  </a:lnTo>
                  <a:lnTo>
                    <a:pt x="335447" y="503590"/>
                  </a:lnTo>
                  <a:lnTo>
                    <a:pt x="306278" y="508432"/>
                  </a:lnTo>
                  <a:lnTo>
                    <a:pt x="281965" y="5132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512932" y="3549985"/>
              <a:ext cx="515620" cy="513715"/>
            </a:xfrm>
            <a:custGeom>
              <a:avLst/>
              <a:gdLst/>
              <a:ahLst/>
              <a:cxnLst/>
              <a:rect l="l" t="t" r="r" b="b"/>
              <a:pathLst>
                <a:path w="515619" h="513714">
                  <a:moveTo>
                    <a:pt x="257662" y="0"/>
                  </a:moveTo>
                  <a:lnTo>
                    <a:pt x="228493" y="0"/>
                  </a:lnTo>
                  <a:lnTo>
                    <a:pt x="204185" y="4842"/>
                  </a:lnTo>
                  <a:lnTo>
                    <a:pt x="179877" y="9684"/>
                  </a:lnTo>
                  <a:lnTo>
                    <a:pt x="155569" y="19369"/>
                  </a:lnTo>
                  <a:lnTo>
                    <a:pt x="136123" y="29053"/>
                  </a:lnTo>
                  <a:lnTo>
                    <a:pt x="111815" y="43580"/>
                  </a:lnTo>
                  <a:lnTo>
                    <a:pt x="92369" y="58107"/>
                  </a:lnTo>
                  <a:lnTo>
                    <a:pt x="72923" y="72633"/>
                  </a:lnTo>
                  <a:lnTo>
                    <a:pt x="58338" y="92002"/>
                  </a:lnTo>
                  <a:lnTo>
                    <a:pt x="43754" y="111371"/>
                  </a:lnTo>
                  <a:lnTo>
                    <a:pt x="29169" y="135583"/>
                  </a:lnTo>
                  <a:lnTo>
                    <a:pt x="19446" y="154952"/>
                  </a:lnTo>
                  <a:lnTo>
                    <a:pt x="9723" y="179163"/>
                  </a:lnTo>
                  <a:lnTo>
                    <a:pt x="4861" y="203374"/>
                  </a:lnTo>
                  <a:lnTo>
                    <a:pt x="0" y="232428"/>
                  </a:lnTo>
                  <a:lnTo>
                    <a:pt x="0" y="256639"/>
                  </a:lnTo>
                  <a:lnTo>
                    <a:pt x="0" y="280851"/>
                  </a:lnTo>
                  <a:lnTo>
                    <a:pt x="9723" y="334115"/>
                  </a:lnTo>
                  <a:lnTo>
                    <a:pt x="29169" y="377696"/>
                  </a:lnTo>
                  <a:lnTo>
                    <a:pt x="58338" y="421276"/>
                  </a:lnTo>
                  <a:lnTo>
                    <a:pt x="72923" y="440645"/>
                  </a:lnTo>
                  <a:lnTo>
                    <a:pt x="92369" y="455172"/>
                  </a:lnTo>
                  <a:lnTo>
                    <a:pt x="111815" y="469699"/>
                  </a:lnTo>
                  <a:lnTo>
                    <a:pt x="136123" y="484225"/>
                  </a:lnTo>
                  <a:lnTo>
                    <a:pt x="155569" y="493910"/>
                  </a:lnTo>
                  <a:lnTo>
                    <a:pt x="179877" y="503594"/>
                  </a:lnTo>
                  <a:lnTo>
                    <a:pt x="204185" y="508437"/>
                  </a:lnTo>
                  <a:lnTo>
                    <a:pt x="228493" y="513279"/>
                  </a:lnTo>
                  <a:lnTo>
                    <a:pt x="257662" y="513279"/>
                  </a:lnTo>
                  <a:lnTo>
                    <a:pt x="281970" y="513279"/>
                  </a:lnTo>
                  <a:lnTo>
                    <a:pt x="306278" y="508437"/>
                  </a:lnTo>
                  <a:lnTo>
                    <a:pt x="335447" y="503594"/>
                  </a:lnTo>
                  <a:lnTo>
                    <a:pt x="354893" y="493910"/>
                  </a:lnTo>
                  <a:lnTo>
                    <a:pt x="379201" y="484225"/>
                  </a:lnTo>
                  <a:lnTo>
                    <a:pt x="398647" y="469699"/>
                  </a:lnTo>
                  <a:lnTo>
                    <a:pt x="418094" y="455172"/>
                  </a:lnTo>
                  <a:lnTo>
                    <a:pt x="437540" y="440645"/>
                  </a:lnTo>
                  <a:lnTo>
                    <a:pt x="456986" y="421276"/>
                  </a:lnTo>
                  <a:lnTo>
                    <a:pt x="471571" y="401907"/>
                  </a:lnTo>
                  <a:lnTo>
                    <a:pt x="481294" y="377696"/>
                  </a:lnTo>
                  <a:lnTo>
                    <a:pt x="495878" y="358327"/>
                  </a:lnTo>
                  <a:lnTo>
                    <a:pt x="500740" y="334115"/>
                  </a:lnTo>
                  <a:lnTo>
                    <a:pt x="510463" y="309904"/>
                  </a:lnTo>
                  <a:lnTo>
                    <a:pt x="510463" y="280851"/>
                  </a:lnTo>
                  <a:lnTo>
                    <a:pt x="515325" y="256639"/>
                  </a:lnTo>
                  <a:lnTo>
                    <a:pt x="510463" y="232428"/>
                  </a:lnTo>
                  <a:lnTo>
                    <a:pt x="510463" y="203374"/>
                  </a:lnTo>
                  <a:lnTo>
                    <a:pt x="500740" y="179163"/>
                  </a:lnTo>
                  <a:lnTo>
                    <a:pt x="495878" y="154952"/>
                  </a:lnTo>
                  <a:lnTo>
                    <a:pt x="481294" y="135583"/>
                  </a:lnTo>
                  <a:lnTo>
                    <a:pt x="471571" y="111371"/>
                  </a:lnTo>
                  <a:lnTo>
                    <a:pt x="456986" y="92002"/>
                  </a:lnTo>
                  <a:lnTo>
                    <a:pt x="437540" y="72633"/>
                  </a:lnTo>
                  <a:lnTo>
                    <a:pt x="418094" y="58107"/>
                  </a:lnTo>
                  <a:lnTo>
                    <a:pt x="398647" y="43580"/>
                  </a:lnTo>
                  <a:lnTo>
                    <a:pt x="379201" y="29053"/>
                  </a:lnTo>
                  <a:lnTo>
                    <a:pt x="354893" y="19369"/>
                  </a:lnTo>
                  <a:lnTo>
                    <a:pt x="335447" y="9684"/>
                  </a:lnTo>
                  <a:lnTo>
                    <a:pt x="306278" y="4842"/>
                  </a:lnTo>
                  <a:lnTo>
                    <a:pt x="281970" y="0"/>
                  </a:lnTo>
                  <a:lnTo>
                    <a:pt x="257662" y="0"/>
                  </a:lnTo>
                </a:path>
              </a:pathLst>
            </a:custGeom>
            <a:ln w="291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697671" y="3638972"/>
            <a:ext cx="147955" cy="316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900" spc="5" b="1" i="1">
                <a:latin typeface="Times New Roman"/>
                <a:cs typeface="Times New Roman"/>
              </a:rPr>
              <a:t>S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1037981" y="3789676"/>
            <a:ext cx="586105" cy="48895"/>
            <a:chOff x="1037981" y="3789676"/>
            <a:chExt cx="586105" cy="48895"/>
          </a:xfrm>
        </p:grpSpPr>
        <p:sp>
          <p:nvSpPr>
            <p:cNvPr id="61" name="object 61"/>
            <p:cNvSpPr/>
            <p:nvPr/>
          </p:nvSpPr>
          <p:spPr>
            <a:xfrm>
              <a:off x="1037981" y="3816309"/>
              <a:ext cx="471805" cy="0"/>
            </a:xfrm>
            <a:custGeom>
              <a:avLst/>
              <a:gdLst/>
              <a:ahLst/>
              <a:cxnLst/>
              <a:rect l="l" t="t" r="r" b="b"/>
              <a:pathLst>
                <a:path w="471805" h="0">
                  <a:moveTo>
                    <a:pt x="471571" y="0"/>
                  </a:moveTo>
                  <a:lnTo>
                    <a:pt x="0" y="0"/>
                  </a:lnTo>
                </a:path>
              </a:pathLst>
            </a:custGeom>
            <a:ln w="145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470660" y="3792097"/>
              <a:ext cx="151130" cy="43815"/>
            </a:xfrm>
            <a:custGeom>
              <a:avLst/>
              <a:gdLst/>
              <a:ahLst/>
              <a:cxnLst/>
              <a:rect l="l" t="t" r="r" b="b"/>
              <a:pathLst>
                <a:path w="151130" h="43814">
                  <a:moveTo>
                    <a:pt x="0" y="43580"/>
                  </a:moveTo>
                  <a:lnTo>
                    <a:pt x="0" y="0"/>
                  </a:lnTo>
                  <a:lnTo>
                    <a:pt x="150708" y="19369"/>
                  </a:lnTo>
                  <a:lnTo>
                    <a:pt x="0" y="435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470659" y="3792098"/>
              <a:ext cx="151130" cy="43815"/>
            </a:xfrm>
            <a:custGeom>
              <a:avLst/>
              <a:gdLst/>
              <a:ahLst/>
              <a:cxnLst/>
              <a:rect l="l" t="t" r="r" b="b"/>
              <a:pathLst>
                <a:path w="151130" h="43814">
                  <a:moveTo>
                    <a:pt x="150708" y="19369"/>
                  </a:moveTo>
                  <a:lnTo>
                    <a:pt x="0" y="43580"/>
                  </a:lnTo>
                  <a:lnTo>
                    <a:pt x="0" y="0"/>
                  </a:lnTo>
                  <a:lnTo>
                    <a:pt x="150708" y="19369"/>
                  </a:lnTo>
                  <a:close/>
                </a:path>
              </a:pathLst>
            </a:custGeom>
            <a:ln w="48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1091458" y="3532442"/>
            <a:ext cx="389890" cy="316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900" spc="-10" b="1" i="1">
                <a:latin typeface="Times New Roman"/>
                <a:cs typeface="Times New Roman"/>
              </a:rPr>
              <a:t>A</a:t>
            </a:r>
            <a:r>
              <a:rPr dirty="0" sz="1900" b="1">
                <a:latin typeface="Times New Roman"/>
                <a:cs typeface="Times New Roman"/>
              </a:rPr>
              <a:t>/</a:t>
            </a:r>
            <a:r>
              <a:rPr dirty="0" sz="1900" spc="5" b="1" i="1">
                <a:latin typeface="Times New Roman"/>
                <a:cs typeface="Times New Roman"/>
              </a:rPr>
              <a:t>Y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5935" y="4118386"/>
            <a:ext cx="8903335" cy="2701925"/>
            <a:chOff x="245935" y="4118386"/>
            <a:chExt cx="8903335" cy="2701925"/>
          </a:xfrm>
        </p:grpSpPr>
        <p:sp>
          <p:nvSpPr>
            <p:cNvPr id="4" name="object 4"/>
            <p:cNvSpPr/>
            <p:nvPr/>
          </p:nvSpPr>
          <p:spPr>
            <a:xfrm>
              <a:off x="250697" y="6813804"/>
              <a:ext cx="8893810" cy="1905"/>
            </a:xfrm>
            <a:custGeom>
              <a:avLst/>
              <a:gdLst/>
              <a:ahLst/>
              <a:cxnLst/>
              <a:rect l="l" t="t" r="r" b="b"/>
              <a:pathLst>
                <a:path w="8893810" h="1904">
                  <a:moveTo>
                    <a:pt x="0" y="0"/>
                  </a:moveTo>
                  <a:lnTo>
                    <a:pt x="8893302" y="1524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453508" y="4295010"/>
              <a:ext cx="3789679" cy="2491740"/>
            </a:xfrm>
            <a:custGeom>
              <a:avLst/>
              <a:gdLst/>
              <a:ahLst/>
              <a:cxnLst/>
              <a:rect l="l" t="t" r="r" b="b"/>
              <a:pathLst>
                <a:path w="3789679" h="2491740">
                  <a:moveTo>
                    <a:pt x="3374123" y="0"/>
                  </a:moveTo>
                  <a:lnTo>
                    <a:pt x="415302" y="0"/>
                  </a:lnTo>
                  <a:lnTo>
                    <a:pt x="366870" y="2794"/>
                  </a:lnTo>
                  <a:lnTo>
                    <a:pt x="320078" y="10968"/>
                  </a:lnTo>
                  <a:lnTo>
                    <a:pt x="275239" y="24211"/>
                  </a:lnTo>
                  <a:lnTo>
                    <a:pt x="232664" y="42212"/>
                  </a:lnTo>
                  <a:lnTo>
                    <a:pt x="192665" y="64658"/>
                  </a:lnTo>
                  <a:lnTo>
                    <a:pt x="155553" y="91238"/>
                  </a:lnTo>
                  <a:lnTo>
                    <a:pt x="121640" y="121640"/>
                  </a:lnTo>
                  <a:lnTo>
                    <a:pt x="91238" y="155553"/>
                  </a:lnTo>
                  <a:lnTo>
                    <a:pt x="64658" y="192665"/>
                  </a:lnTo>
                  <a:lnTo>
                    <a:pt x="42212" y="232664"/>
                  </a:lnTo>
                  <a:lnTo>
                    <a:pt x="24211" y="275239"/>
                  </a:lnTo>
                  <a:lnTo>
                    <a:pt x="10968" y="320078"/>
                  </a:lnTo>
                  <a:lnTo>
                    <a:pt x="2794" y="366870"/>
                  </a:lnTo>
                  <a:lnTo>
                    <a:pt x="0" y="415302"/>
                  </a:lnTo>
                  <a:lnTo>
                    <a:pt x="0" y="2076437"/>
                  </a:lnTo>
                  <a:lnTo>
                    <a:pt x="2794" y="2124872"/>
                  </a:lnTo>
                  <a:lnTo>
                    <a:pt x="10968" y="2171665"/>
                  </a:lnTo>
                  <a:lnTo>
                    <a:pt x="24211" y="2216505"/>
                  </a:lnTo>
                  <a:lnTo>
                    <a:pt x="42212" y="2259080"/>
                  </a:lnTo>
                  <a:lnTo>
                    <a:pt x="64658" y="2299080"/>
                  </a:lnTo>
                  <a:lnTo>
                    <a:pt x="91238" y="2336191"/>
                  </a:lnTo>
                  <a:lnTo>
                    <a:pt x="121640" y="2370104"/>
                  </a:lnTo>
                  <a:lnTo>
                    <a:pt x="155553" y="2400505"/>
                  </a:lnTo>
                  <a:lnTo>
                    <a:pt x="192665" y="2427084"/>
                  </a:lnTo>
                  <a:lnTo>
                    <a:pt x="232664" y="2449529"/>
                  </a:lnTo>
                  <a:lnTo>
                    <a:pt x="275239" y="2467529"/>
                  </a:lnTo>
                  <a:lnTo>
                    <a:pt x="320078" y="2480772"/>
                  </a:lnTo>
                  <a:lnTo>
                    <a:pt x="366870" y="2488946"/>
                  </a:lnTo>
                  <a:lnTo>
                    <a:pt x="415302" y="2491740"/>
                  </a:lnTo>
                  <a:lnTo>
                    <a:pt x="3374123" y="2491740"/>
                  </a:lnTo>
                  <a:lnTo>
                    <a:pt x="3422555" y="2488946"/>
                  </a:lnTo>
                  <a:lnTo>
                    <a:pt x="3469347" y="2480772"/>
                  </a:lnTo>
                  <a:lnTo>
                    <a:pt x="3514186" y="2467529"/>
                  </a:lnTo>
                  <a:lnTo>
                    <a:pt x="3556761" y="2449529"/>
                  </a:lnTo>
                  <a:lnTo>
                    <a:pt x="3596760" y="2427084"/>
                  </a:lnTo>
                  <a:lnTo>
                    <a:pt x="3633872" y="2400505"/>
                  </a:lnTo>
                  <a:lnTo>
                    <a:pt x="3667785" y="2370104"/>
                  </a:lnTo>
                  <a:lnTo>
                    <a:pt x="3698187" y="2336191"/>
                  </a:lnTo>
                  <a:lnTo>
                    <a:pt x="3724767" y="2299080"/>
                  </a:lnTo>
                  <a:lnTo>
                    <a:pt x="3747213" y="2259080"/>
                  </a:lnTo>
                  <a:lnTo>
                    <a:pt x="3765214" y="2216505"/>
                  </a:lnTo>
                  <a:lnTo>
                    <a:pt x="3778457" y="2171665"/>
                  </a:lnTo>
                  <a:lnTo>
                    <a:pt x="3786631" y="2124872"/>
                  </a:lnTo>
                  <a:lnTo>
                    <a:pt x="3789426" y="2076437"/>
                  </a:lnTo>
                  <a:lnTo>
                    <a:pt x="3789426" y="415302"/>
                  </a:lnTo>
                  <a:lnTo>
                    <a:pt x="3786631" y="366870"/>
                  </a:lnTo>
                  <a:lnTo>
                    <a:pt x="3778457" y="320078"/>
                  </a:lnTo>
                  <a:lnTo>
                    <a:pt x="3765214" y="275239"/>
                  </a:lnTo>
                  <a:lnTo>
                    <a:pt x="3747213" y="232664"/>
                  </a:lnTo>
                  <a:lnTo>
                    <a:pt x="3724767" y="192665"/>
                  </a:lnTo>
                  <a:lnTo>
                    <a:pt x="3698187" y="155553"/>
                  </a:lnTo>
                  <a:lnTo>
                    <a:pt x="3667785" y="121640"/>
                  </a:lnTo>
                  <a:lnTo>
                    <a:pt x="3633872" y="91238"/>
                  </a:lnTo>
                  <a:lnTo>
                    <a:pt x="3596760" y="64658"/>
                  </a:lnTo>
                  <a:lnTo>
                    <a:pt x="3556761" y="42212"/>
                  </a:lnTo>
                  <a:lnTo>
                    <a:pt x="3514186" y="24211"/>
                  </a:lnTo>
                  <a:lnTo>
                    <a:pt x="3469347" y="10968"/>
                  </a:lnTo>
                  <a:lnTo>
                    <a:pt x="3422555" y="2794"/>
                  </a:lnTo>
                  <a:lnTo>
                    <a:pt x="337412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453508" y="4295010"/>
              <a:ext cx="3789679" cy="2491740"/>
            </a:xfrm>
            <a:custGeom>
              <a:avLst/>
              <a:gdLst/>
              <a:ahLst/>
              <a:cxnLst/>
              <a:rect l="l" t="t" r="r" b="b"/>
              <a:pathLst>
                <a:path w="3789679" h="2491740">
                  <a:moveTo>
                    <a:pt x="0" y="415302"/>
                  </a:moveTo>
                  <a:lnTo>
                    <a:pt x="2794" y="366870"/>
                  </a:lnTo>
                  <a:lnTo>
                    <a:pt x="10968" y="320078"/>
                  </a:lnTo>
                  <a:lnTo>
                    <a:pt x="24211" y="275239"/>
                  </a:lnTo>
                  <a:lnTo>
                    <a:pt x="42212" y="232664"/>
                  </a:lnTo>
                  <a:lnTo>
                    <a:pt x="64658" y="192665"/>
                  </a:lnTo>
                  <a:lnTo>
                    <a:pt x="91238" y="155553"/>
                  </a:lnTo>
                  <a:lnTo>
                    <a:pt x="121640" y="121640"/>
                  </a:lnTo>
                  <a:lnTo>
                    <a:pt x="155553" y="91238"/>
                  </a:lnTo>
                  <a:lnTo>
                    <a:pt x="192665" y="64658"/>
                  </a:lnTo>
                  <a:lnTo>
                    <a:pt x="232664" y="42212"/>
                  </a:lnTo>
                  <a:lnTo>
                    <a:pt x="275239" y="24211"/>
                  </a:lnTo>
                  <a:lnTo>
                    <a:pt x="320078" y="10968"/>
                  </a:lnTo>
                  <a:lnTo>
                    <a:pt x="366870" y="2794"/>
                  </a:lnTo>
                  <a:lnTo>
                    <a:pt x="415302" y="0"/>
                  </a:lnTo>
                  <a:lnTo>
                    <a:pt x="3374123" y="0"/>
                  </a:lnTo>
                  <a:lnTo>
                    <a:pt x="3422555" y="2794"/>
                  </a:lnTo>
                  <a:lnTo>
                    <a:pt x="3469347" y="10968"/>
                  </a:lnTo>
                  <a:lnTo>
                    <a:pt x="3514186" y="24211"/>
                  </a:lnTo>
                  <a:lnTo>
                    <a:pt x="3556761" y="42212"/>
                  </a:lnTo>
                  <a:lnTo>
                    <a:pt x="3596760" y="64658"/>
                  </a:lnTo>
                  <a:lnTo>
                    <a:pt x="3633872" y="91238"/>
                  </a:lnTo>
                  <a:lnTo>
                    <a:pt x="3667785" y="121640"/>
                  </a:lnTo>
                  <a:lnTo>
                    <a:pt x="3698187" y="155553"/>
                  </a:lnTo>
                  <a:lnTo>
                    <a:pt x="3724767" y="192665"/>
                  </a:lnTo>
                  <a:lnTo>
                    <a:pt x="3747213" y="232664"/>
                  </a:lnTo>
                  <a:lnTo>
                    <a:pt x="3765214" y="275239"/>
                  </a:lnTo>
                  <a:lnTo>
                    <a:pt x="3778457" y="320078"/>
                  </a:lnTo>
                  <a:lnTo>
                    <a:pt x="3786631" y="366870"/>
                  </a:lnTo>
                  <a:lnTo>
                    <a:pt x="3789426" y="415302"/>
                  </a:lnTo>
                  <a:lnTo>
                    <a:pt x="3789426" y="2076437"/>
                  </a:lnTo>
                  <a:lnTo>
                    <a:pt x="3786631" y="2124872"/>
                  </a:lnTo>
                  <a:lnTo>
                    <a:pt x="3778457" y="2171665"/>
                  </a:lnTo>
                  <a:lnTo>
                    <a:pt x="3765214" y="2216505"/>
                  </a:lnTo>
                  <a:lnTo>
                    <a:pt x="3747213" y="2259080"/>
                  </a:lnTo>
                  <a:lnTo>
                    <a:pt x="3724767" y="2299080"/>
                  </a:lnTo>
                  <a:lnTo>
                    <a:pt x="3698187" y="2336191"/>
                  </a:lnTo>
                  <a:lnTo>
                    <a:pt x="3667785" y="2370104"/>
                  </a:lnTo>
                  <a:lnTo>
                    <a:pt x="3633872" y="2400505"/>
                  </a:lnTo>
                  <a:lnTo>
                    <a:pt x="3596760" y="2427084"/>
                  </a:lnTo>
                  <a:lnTo>
                    <a:pt x="3556761" y="2449529"/>
                  </a:lnTo>
                  <a:lnTo>
                    <a:pt x="3514186" y="2467529"/>
                  </a:lnTo>
                  <a:lnTo>
                    <a:pt x="3469347" y="2480772"/>
                  </a:lnTo>
                  <a:lnTo>
                    <a:pt x="3422555" y="2488946"/>
                  </a:lnTo>
                  <a:lnTo>
                    <a:pt x="3374123" y="2491740"/>
                  </a:lnTo>
                  <a:lnTo>
                    <a:pt x="415302" y="2491740"/>
                  </a:lnTo>
                  <a:lnTo>
                    <a:pt x="366870" y="2488946"/>
                  </a:lnTo>
                  <a:lnTo>
                    <a:pt x="320078" y="2480772"/>
                  </a:lnTo>
                  <a:lnTo>
                    <a:pt x="275239" y="2467529"/>
                  </a:lnTo>
                  <a:lnTo>
                    <a:pt x="232664" y="2449529"/>
                  </a:lnTo>
                  <a:lnTo>
                    <a:pt x="192665" y="2427084"/>
                  </a:lnTo>
                  <a:lnTo>
                    <a:pt x="155553" y="2400505"/>
                  </a:lnTo>
                  <a:lnTo>
                    <a:pt x="121640" y="2370104"/>
                  </a:lnTo>
                  <a:lnTo>
                    <a:pt x="91238" y="2336191"/>
                  </a:lnTo>
                  <a:lnTo>
                    <a:pt x="64658" y="2299080"/>
                  </a:lnTo>
                  <a:lnTo>
                    <a:pt x="42212" y="2259080"/>
                  </a:lnTo>
                  <a:lnTo>
                    <a:pt x="24211" y="2216505"/>
                  </a:lnTo>
                  <a:lnTo>
                    <a:pt x="10968" y="2171665"/>
                  </a:lnTo>
                  <a:lnTo>
                    <a:pt x="2794" y="2124872"/>
                  </a:lnTo>
                  <a:lnTo>
                    <a:pt x="0" y="2076437"/>
                  </a:lnTo>
                  <a:lnTo>
                    <a:pt x="0" y="41530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273328" y="4123149"/>
              <a:ext cx="408305" cy="485140"/>
            </a:xfrm>
            <a:custGeom>
              <a:avLst/>
              <a:gdLst/>
              <a:ahLst/>
              <a:cxnLst/>
              <a:rect l="l" t="t" r="r" b="b"/>
              <a:pathLst>
                <a:path w="408304" h="485139">
                  <a:moveTo>
                    <a:pt x="225094" y="0"/>
                  </a:moveTo>
                  <a:lnTo>
                    <a:pt x="91478" y="336384"/>
                  </a:lnTo>
                  <a:lnTo>
                    <a:pt x="0" y="300050"/>
                  </a:lnTo>
                  <a:lnTo>
                    <a:pt x="138404" y="484847"/>
                  </a:lnTo>
                  <a:lnTo>
                    <a:pt x="365887" y="445389"/>
                  </a:lnTo>
                  <a:lnTo>
                    <a:pt x="274421" y="409054"/>
                  </a:lnTo>
                  <a:lnTo>
                    <a:pt x="408038" y="72669"/>
                  </a:lnTo>
                  <a:lnTo>
                    <a:pt x="225094" y="0"/>
                  </a:lnTo>
                  <a:close/>
                </a:path>
              </a:pathLst>
            </a:custGeom>
            <a:solidFill>
              <a:srgbClr val="CC3399">
                <a:alpha val="3803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73328" y="4123149"/>
              <a:ext cx="408305" cy="485140"/>
            </a:xfrm>
            <a:custGeom>
              <a:avLst/>
              <a:gdLst/>
              <a:ahLst/>
              <a:cxnLst/>
              <a:rect l="l" t="t" r="r" b="b"/>
              <a:pathLst>
                <a:path w="408304" h="485139">
                  <a:moveTo>
                    <a:pt x="0" y="300050"/>
                  </a:moveTo>
                  <a:lnTo>
                    <a:pt x="91478" y="336384"/>
                  </a:lnTo>
                  <a:lnTo>
                    <a:pt x="225094" y="0"/>
                  </a:lnTo>
                  <a:lnTo>
                    <a:pt x="408038" y="72669"/>
                  </a:lnTo>
                  <a:lnTo>
                    <a:pt x="274421" y="409054"/>
                  </a:lnTo>
                  <a:lnTo>
                    <a:pt x="365887" y="445389"/>
                  </a:lnTo>
                  <a:lnTo>
                    <a:pt x="138404" y="484847"/>
                  </a:lnTo>
                  <a:lnTo>
                    <a:pt x="0" y="300050"/>
                  </a:lnTo>
                  <a:close/>
                </a:path>
              </a:pathLst>
            </a:custGeom>
            <a:ln w="9525">
              <a:solidFill>
                <a:srgbClr val="CC33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231886" y="4740403"/>
              <a:ext cx="567690" cy="598170"/>
            </a:xfrm>
            <a:custGeom>
              <a:avLst/>
              <a:gdLst/>
              <a:ahLst/>
              <a:cxnLst/>
              <a:rect l="l" t="t" r="r" b="b"/>
              <a:pathLst>
                <a:path w="567689" h="598170">
                  <a:moveTo>
                    <a:pt x="84048" y="83350"/>
                  </a:moveTo>
                  <a:lnTo>
                    <a:pt x="47574" y="132384"/>
                  </a:lnTo>
                  <a:lnTo>
                    <a:pt x="19037" y="186308"/>
                  </a:lnTo>
                  <a:lnTo>
                    <a:pt x="3174" y="240245"/>
                  </a:lnTo>
                  <a:lnTo>
                    <a:pt x="0" y="297446"/>
                  </a:lnTo>
                  <a:lnTo>
                    <a:pt x="3174" y="354647"/>
                  </a:lnTo>
                  <a:lnTo>
                    <a:pt x="19037" y="411848"/>
                  </a:lnTo>
                  <a:lnTo>
                    <a:pt x="47574" y="464146"/>
                  </a:lnTo>
                  <a:lnTo>
                    <a:pt x="84048" y="511543"/>
                  </a:lnTo>
                  <a:lnTo>
                    <a:pt x="128447" y="547509"/>
                  </a:lnTo>
                  <a:lnTo>
                    <a:pt x="179196" y="575284"/>
                  </a:lnTo>
                  <a:lnTo>
                    <a:pt x="231520" y="591629"/>
                  </a:lnTo>
                  <a:lnTo>
                    <a:pt x="285432" y="598169"/>
                  </a:lnTo>
                  <a:lnTo>
                    <a:pt x="340931" y="591629"/>
                  </a:lnTo>
                  <a:lnTo>
                    <a:pt x="391680" y="575284"/>
                  </a:lnTo>
                  <a:lnTo>
                    <a:pt x="439254" y="547509"/>
                  </a:lnTo>
                  <a:lnTo>
                    <a:pt x="485241" y="511543"/>
                  </a:lnTo>
                  <a:lnTo>
                    <a:pt x="523290" y="464146"/>
                  </a:lnTo>
                  <a:lnTo>
                    <a:pt x="548665" y="411848"/>
                  </a:lnTo>
                  <a:lnTo>
                    <a:pt x="564527" y="354647"/>
                  </a:lnTo>
                  <a:lnTo>
                    <a:pt x="567690" y="297446"/>
                  </a:lnTo>
                  <a:lnTo>
                    <a:pt x="564527" y="240245"/>
                  </a:lnTo>
                  <a:lnTo>
                    <a:pt x="548665" y="186308"/>
                  </a:lnTo>
                  <a:lnTo>
                    <a:pt x="523290" y="132384"/>
                  </a:lnTo>
                  <a:lnTo>
                    <a:pt x="485241" y="83350"/>
                  </a:lnTo>
                  <a:lnTo>
                    <a:pt x="439254" y="47396"/>
                  </a:lnTo>
                  <a:lnTo>
                    <a:pt x="391680" y="19608"/>
                  </a:lnTo>
                  <a:lnTo>
                    <a:pt x="340931" y="3263"/>
                  </a:lnTo>
                  <a:lnTo>
                    <a:pt x="285432" y="0"/>
                  </a:lnTo>
                  <a:lnTo>
                    <a:pt x="231520" y="3263"/>
                  </a:lnTo>
                  <a:lnTo>
                    <a:pt x="179196" y="19608"/>
                  </a:lnTo>
                  <a:lnTo>
                    <a:pt x="128447" y="47396"/>
                  </a:lnTo>
                  <a:lnTo>
                    <a:pt x="84048" y="8335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2806" y="99821"/>
            <a:ext cx="5092065" cy="834390"/>
            <a:chOff x="352806" y="99821"/>
            <a:chExt cx="5092065" cy="834390"/>
          </a:xfrm>
        </p:grpSpPr>
        <p:sp>
          <p:nvSpPr>
            <p:cNvPr id="12" name="object 12"/>
            <p:cNvSpPr/>
            <p:nvPr/>
          </p:nvSpPr>
          <p:spPr>
            <a:xfrm>
              <a:off x="357759" y="715137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57759" y="715137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4736" y="120395"/>
              <a:ext cx="707135" cy="6766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536" y="99821"/>
              <a:ext cx="1624583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1784" y="120396"/>
              <a:ext cx="504443" cy="6766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83891" y="99821"/>
              <a:ext cx="1014983" cy="6766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96539" y="99821"/>
              <a:ext cx="1627631" cy="6766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21835" y="99821"/>
              <a:ext cx="1321307" cy="67665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40808" y="120395"/>
              <a:ext cx="503681" cy="676655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31174" y="194414"/>
            <a:ext cx="45135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366"/>
                </a:solidFill>
                <a:latin typeface="Times New Roman"/>
                <a:cs typeface="Times New Roman"/>
              </a:rPr>
              <a:t>2.</a:t>
            </a:r>
            <a:r>
              <a:rPr dirty="0" sz="2400" spc="-8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003366"/>
                </a:solidFill>
                <a:latin typeface="新宋体"/>
                <a:cs typeface="新宋体"/>
              </a:rPr>
              <a:t>状态化简</a:t>
            </a:r>
            <a:r>
              <a:rPr dirty="0" sz="2400">
                <a:solidFill>
                  <a:srgbClr val="003366"/>
                </a:solidFill>
                <a:latin typeface="Times New Roman"/>
                <a:cs typeface="Times New Roman"/>
              </a:rPr>
              <a:t>(</a:t>
            </a:r>
            <a:r>
              <a:rPr dirty="0" sz="2400">
                <a:solidFill>
                  <a:srgbClr val="003366"/>
                </a:solidFill>
                <a:latin typeface="新宋体"/>
                <a:cs typeface="新宋体"/>
              </a:rPr>
              <a:t>找出</a:t>
            </a:r>
            <a:r>
              <a:rPr dirty="0" sz="2400">
                <a:solidFill>
                  <a:srgbClr val="FF00FF"/>
                </a:solidFill>
                <a:latin typeface="新宋体"/>
                <a:cs typeface="新宋体"/>
              </a:rPr>
              <a:t>等价状态</a:t>
            </a:r>
            <a:r>
              <a:rPr dirty="0" sz="2400">
                <a:solidFill>
                  <a:srgbClr val="003366"/>
                </a:solidFill>
                <a:latin typeface="新宋体"/>
                <a:cs typeface="新宋体"/>
              </a:rPr>
              <a:t>，消去</a:t>
            </a:r>
            <a:r>
              <a:rPr dirty="0" sz="2400">
                <a:solidFill>
                  <a:srgbClr val="003366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781805" y="2580134"/>
            <a:ext cx="1412875" cy="478155"/>
            <a:chOff x="3781805" y="2580134"/>
            <a:chExt cx="1412875" cy="478155"/>
          </a:xfrm>
        </p:grpSpPr>
        <p:sp>
          <p:nvSpPr>
            <p:cNvPr id="23" name="object 23"/>
            <p:cNvSpPr/>
            <p:nvPr/>
          </p:nvSpPr>
          <p:spPr>
            <a:xfrm>
              <a:off x="3786758" y="2585087"/>
              <a:ext cx="1403350" cy="467995"/>
            </a:xfrm>
            <a:custGeom>
              <a:avLst/>
              <a:gdLst/>
              <a:ahLst/>
              <a:cxnLst/>
              <a:rect l="l" t="t" r="r" b="b"/>
              <a:pathLst>
                <a:path w="1403350" h="467994">
                  <a:moveTo>
                    <a:pt x="1174432" y="0"/>
                  </a:moveTo>
                  <a:lnTo>
                    <a:pt x="1174432" y="101714"/>
                  </a:lnTo>
                  <a:lnTo>
                    <a:pt x="0" y="101714"/>
                  </a:lnTo>
                  <a:lnTo>
                    <a:pt x="0" y="366153"/>
                  </a:lnTo>
                  <a:lnTo>
                    <a:pt x="1174432" y="366153"/>
                  </a:lnTo>
                  <a:lnTo>
                    <a:pt x="1174432" y="467868"/>
                  </a:lnTo>
                  <a:lnTo>
                    <a:pt x="1402842" y="233934"/>
                  </a:lnTo>
                  <a:lnTo>
                    <a:pt x="1174432" y="0"/>
                  </a:lnTo>
                  <a:close/>
                </a:path>
              </a:pathLst>
            </a:custGeom>
            <a:solidFill>
              <a:srgbClr val="CC3399">
                <a:alpha val="3803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786758" y="2585087"/>
              <a:ext cx="1403350" cy="467995"/>
            </a:xfrm>
            <a:custGeom>
              <a:avLst/>
              <a:gdLst/>
              <a:ahLst/>
              <a:cxnLst/>
              <a:rect l="l" t="t" r="r" b="b"/>
              <a:pathLst>
                <a:path w="1403350" h="467994">
                  <a:moveTo>
                    <a:pt x="0" y="101714"/>
                  </a:moveTo>
                  <a:lnTo>
                    <a:pt x="1174432" y="101714"/>
                  </a:lnTo>
                  <a:lnTo>
                    <a:pt x="1174432" y="0"/>
                  </a:lnTo>
                  <a:lnTo>
                    <a:pt x="1402842" y="233934"/>
                  </a:lnTo>
                  <a:lnTo>
                    <a:pt x="1174432" y="467868"/>
                  </a:lnTo>
                  <a:lnTo>
                    <a:pt x="1174432" y="366153"/>
                  </a:lnTo>
                  <a:lnTo>
                    <a:pt x="0" y="366153"/>
                  </a:lnTo>
                  <a:lnTo>
                    <a:pt x="0" y="101714"/>
                  </a:lnTo>
                  <a:close/>
                </a:path>
              </a:pathLst>
            </a:custGeom>
            <a:ln w="9906">
              <a:solidFill>
                <a:srgbClr val="CC33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779434" y="1792310"/>
          <a:ext cx="2900680" cy="2569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9775"/>
                <a:gridCol w="1111250"/>
                <a:gridCol w="1029969"/>
              </a:tblGrid>
              <a:tr h="42672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15570">
                        <a:lnSpc>
                          <a:spcPct val="100000"/>
                        </a:lnSpc>
                      </a:pPr>
                      <a:r>
                        <a:rPr dirty="0" sz="2000" spc="10" b="1">
                          <a:solidFill>
                            <a:srgbClr val="000099"/>
                          </a:solidFill>
                          <a:latin typeface="新宋体"/>
                          <a:cs typeface="新宋体"/>
                        </a:rPr>
                        <a:t>现态</a:t>
                      </a:r>
                      <a:endParaRPr sz="2000">
                        <a:latin typeface="新宋体"/>
                        <a:cs typeface="新宋体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67359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200" spc="10" b="1">
                          <a:solidFill>
                            <a:srgbClr val="000099"/>
                          </a:solidFill>
                          <a:latin typeface="新宋体"/>
                          <a:cs typeface="新宋体"/>
                        </a:rPr>
                        <a:t>次态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200" spc="10" b="1">
                          <a:solidFill>
                            <a:srgbClr val="000099"/>
                          </a:solidFill>
                          <a:latin typeface="新宋体"/>
                          <a:cs typeface="新宋体"/>
                        </a:rPr>
                        <a:t>输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新宋体"/>
                          <a:cs typeface="新宋体"/>
                        </a:rPr>
                        <a:t>出</a:t>
                      </a:r>
                      <a:endParaRPr sz="2200">
                        <a:latin typeface="新宋体"/>
                        <a:cs typeface="新宋体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2608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22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A=0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22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A=1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4425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200" spc="-19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sz="2200" spc="-18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2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</a:tr>
              <a:tr h="4292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200" spc="-19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2200" spc="-19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C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22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d/</a:t>
                      </a:r>
                      <a:r>
                        <a:rPr dirty="0" sz="2200" spc="-4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c/</a:t>
                      </a:r>
                      <a:r>
                        <a:rPr dirty="0" sz="2200" spc="-5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CC"/>
                    </a:solidFill>
                  </a:tcPr>
                </a:tc>
              </a:tr>
              <a:tr h="418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a/</a:t>
                      </a:r>
                      <a:r>
                        <a:rPr dirty="0" sz="2200" spc="-5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933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22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b/</a:t>
                      </a:r>
                      <a:r>
                        <a:rPr dirty="0" sz="2200" spc="-4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5565745" y="1720872"/>
          <a:ext cx="3365500" cy="2319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4075"/>
                <a:gridCol w="1212850"/>
                <a:gridCol w="1279525"/>
              </a:tblGrid>
              <a:tr h="4603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170815">
                        <a:lnSpc>
                          <a:spcPct val="100000"/>
                        </a:lnSpc>
                      </a:pPr>
                      <a:r>
                        <a:rPr dirty="0" sz="2000" spc="10" b="1">
                          <a:solidFill>
                            <a:srgbClr val="000099"/>
                          </a:solidFill>
                          <a:latin typeface="新宋体"/>
                          <a:cs typeface="新宋体"/>
                        </a:rPr>
                        <a:t>现态</a:t>
                      </a:r>
                      <a:endParaRPr sz="2000">
                        <a:latin typeface="新宋体"/>
                        <a:cs typeface="新宋体"/>
                      </a:endParaRPr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0769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000" spc="10" b="1">
                          <a:solidFill>
                            <a:srgbClr val="000099"/>
                          </a:solidFill>
                          <a:latin typeface="新宋体"/>
                          <a:cs typeface="新宋体"/>
                        </a:rPr>
                        <a:t>次态／输出</a:t>
                      </a:r>
                      <a:endParaRPr sz="2000">
                        <a:latin typeface="新宋体"/>
                        <a:cs typeface="新宋体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6037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22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A=0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8163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22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A=1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8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a/</a:t>
                      </a:r>
                      <a:r>
                        <a:rPr dirty="0" sz="2200" spc="-5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2227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sz="2200" spc="-18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/0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68935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200" spc="-19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c/0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22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a/1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22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38150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2200" spc="-19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/0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22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5430555" y="4835235"/>
            <a:ext cx="171450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-5" b="1">
                <a:latin typeface="Times New Roman"/>
                <a:cs typeface="Times New Roman"/>
              </a:rPr>
              <a:t>a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650742" y="4740403"/>
            <a:ext cx="568960" cy="598170"/>
          </a:xfrm>
          <a:custGeom>
            <a:avLst/>
            <a:gdLst/>
            <a:ahLst/>
            <a:cxnLst/>
            <a:rect l="l" t="t" r="r" b="b"/>
            <a:pathLst>
              <a:path w="568959" h="598170">
                <a:moveTo>
                  <a:pt x="84150" y="83350"/>
                </a:moveTo>
                <a:lnTo>
                  <a:pt x="47624" y="132384"/>
                </a:lnTo>
                <a:lnTo>
                  <a:pt x="19049" y="186308"/>
                </a:lnTo>
                <a:lnTo>
                  <a:pt x="3174" y="240245"/>
                </a:lnTo>
                <a:lnTo>
                  <a:pt x="0" y="297446"/>
                </a:lnTo>
                <a:lnTo>
                  <a:pt x="3174" y="354647"/>
                </a:lnTo>
                <a:lnTo>
                  <a:pt x="19049" y="411848"/>
                </a:lnTo>
                <a:lnTo>
                  <a:pt x="47624" y="464146"/>
                </a:lnTo>
                <a:lnTo>
                  <a:pt x="84150" y="511543"/>
                </a:lnTo>
                <a:lnTo>
                  <a:pt x="128612" y="547509"/>
                </a:lnTo>
                <a:lnTo>
                  <a:pt x="179425" y="575284"/>
                </a:lnTo>
                <a:lnTo>
                  <a:pt x="231825" y="591629"/>
                </a:lnTo>
                <a:lnTo>
                  <a:pt x="285813" y="598169"/>
                </a:lnTo>
                <a:lnTo>
                  <a:pt x="341388" y="591629"/>
                </a:lnTo>
                <a:lnTo>
                  <a:pt x="392188" y="575284"/>
                </a:lnTo>
                <a:lnTo>
                  <a:pt x="439826" y="547509"/>
                </a:lnTo>
                <a:lnTo>
                  <a:pt x="485876" y="511543"/>
                </a:lnTo>
                <a:lnTo>
                  <a:pt x="523989" y="464146"/>
                </a:lnTo>
                <a:lnTo>
                  <a:pt x="549389" y="411848"/>
                </a:lnTo>
                <a:lnTo>
                  <a:pt x="565264" y="354647"/>
                </a:lnTo>
                <a:lnTo>
                  <a:pt x="568451" y="297446"/>
                </a:lnTo>
                <a:lnTo>
                  <a:pt x="565264" y="240245"/>
                </a:lnTo>
                <a:lnTo>
                  <a:pt x="549389" y="186308"/>
                </a:lnTo>
                <a:lnTo>
                  <a:pt x="523989" y="132384"/>
                </a:lnTo>
                <a:lnTo>
                  <a:pt x="485876" y="83350"/>
                </a:lnTo>
                <a:lnTo>
                  <a:pt x="439826" y="47396"/>
                </a:lnTo>
                <a:lnTo>
                  <a:pt x="392188" y="19608"/>
                </a:lnTo>
                <a:lnTo>
                  <a:pt x="341388" y="3263"/>
                </a:lnTo>
                <a:lnTo>
                  <a:pt x="285813" y="0"/>
                </a:lnTo>
                <a:lnTo>
                  <a:pt x="231825" y="3263"/>
                </a:lnTo>
                <a:lnTo>
                  <a:pt x="179425" y="19608"/>
                </a:lnTo>
                <a:lnTo>
                  <a:pt x="128612" y="47396"/>
                </a:lnTo>
                <a:lnTo>
                  <a:pt x="84150" y="8335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6841398" y="4835235"/>
            <a:ext cx="187960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-5" b="1">
                <a:latin typeface="Times New Roman"/>
                <a:cs typeface="Times New Roman"/>
              </a:rPr>
              <a:t>b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650742" y="6188203"/>
            <a:ext cx="568960" cy="598170"/>
          </a:xfrm>
          <a:custGeom>
            <a:avLst/>
            <a:gdLst/>
            <a:ahLst/>
            <a:cxnLst/>
            <a:rect l="l" t="t" r="r" b="b"/>
            <a:pathLst>
              <a:path w="568959" h="598170">
                <a:moveTo>
                  <a:pt x="84150" y="83350"/>
                </a:moveTo>
                <a:lnTo>
                  <a:pt x="47624" y="132384"/>
                </a:lnTo>
                <a:lnTo>
                  <a:pt x="19049" y="186309"/>
                </a:lnTo>
                <a:lnTo>
                  <a:pt x="3174" y="240245"/>
                </a:lnTo>
                <a:lnTo>
                  <a:pt x="0" y="297446"/>
                </a:lnTo>
                <a:lnTo>
                  <a:pt x="3174" y="354647"/>
                </a:lnTo>
                <a:lnTo>
                  <a:pt x="19049" y="411848"/>
                </a:lnTo>
                <a:lnTo>
                  <a:pt x="47624" y="464146"/>
                </a:lnTo>
                <a:lnTo>
                  <a:pt x="84150" y="511543"/>
                </a:lnTo>
                <a:lnTo>
                  <a:pt x="128612" y="547509"/>
                </a:lnTo>
                <a:lnTo>
                  <a:pt x="179425" y="575284"/>
                </a:lnTo>
                <a:lnTo>
                  <a:pt x="231825" y="591629"/>
                </a:lnTo>
                <a:lnTo>
                  <a:pt x="285813" y="598170"/>
                </a:lnTo>
                <a:lnTo>
                  <a:pt x="341388" y="591629"/>
                </a:lnTo>
                <a:lnTo>
                  <a:pt x="392188" y="575284"/>
                </a:lnTo>
                <a:lnTo>
                  <a:pt x="439826" y="547509"/>
                </a:lnTo>
                <a:lnTo>
                  <a:pt x="485876" y="511543"/>
                </a:lnTo>
                <a:lnTo>
                  <a:pt x="523989" y="464146"/>
                </a:lnTo>
                <a:lnTo>
                  <a:pt x="549389" y="411848"/>
                </a:lnTo>
                <a:lnTo>
                  <a:pt x="565264" y="354647"/>
                </a:lnTo>
                <a:lnTo>
                  <a:pt x="568451" y="297446"/>
                </a:lnTo>
                <a:lnTo>
                  <a:pt x="565264" y="240245"/>
                </a:lnTo>
                <a:lnTo>
                  <a:pt x="549389" y="186309"/>
                </a:lnTo>
                <a:lnTo>
                  <a:pt x="523989" y="132384"/>
                </a:lnTo>
                <a:lnTo>
                  <a:pt x="485876" y="83350"/>
                </a:lnTo>
                <a:lnTo>
                  <a:pt x="439826" y="47396"/>
                </a:lnTo>
                <a:lnTo>
                  <a:pt x="392188" y="19608"/>
                </a:lnTo>
                <a:lnTo>
                  <a:pt x="341388" y="3263"/>
                </a:lnTo>
                <a:lnTo>
                  <a:pt x="285813" y="0"/>
                </a:lnTo>
                <a:lnTo>
                  <a:pt x="231825" y="3263"/>
                </a:lnTo>
                <a:lnTo>
                  <a:pt x="179425" y="19608"/>
                </a:lnTo>
                <a:lnTo>
                  <a:pt x="128612" y="47396"/>
                </a:lnTo>
                <a:lnTo>
                  <a:pt x="84150" y="8335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858162" y="6283427"/>
            <a:ext cx="154940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-5" b="1">
                <a:latin typeface="Times New Roman"/>
                <a:cs typeface="Times New Roman"/>
              </a:rPr>
              <a:t>c</a:t>
            </a:r>
            <a:endParaRPr sz="23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975693" y="4745427"/>
            <a:ext cx="328295" cy="485140"/>
            <a:chOff x="4975693" y="4745427"/>
            <a:chExt cx="328295" cy="485140"/>
          </a:xfrm>
        </p:grpSpPr>
        <p:sp>
          <p:nvSpPr>
            <p:cNvPr id="33" name="object 33"/>
            <p:cNvSpPr/>
            <p:nvPr/>
          </p:nvSpPr>
          <p:spPr>
            <a:xfrm>
              <a:off x="4994743" y="4786095"/>
              <a:ext cx="272415" cy="425450"/>
            </a:xfrm>
            <a:custGeom>
              <a:avLst/>
              <a:gdLst/>
              <a:ahLst/>
              <a:cxnLst/>
              <a:rect l="l" t="t" r="r" b="b"/>
              <a:pathLst>
                <a:path w="272414" h="425450">
                  <a:moveTo>
                    <a:pt x="218351" y="1511"/>
                  </a:moveTo>
                  <a:lnTo>
                    <a:pt x="157657" y="4165"/>
                  </a:lnTo>
                  <a:lnTo>
                    <a:pt x="108064" y="21361"/>
                  </a:lnTo>
                  <a:lnTo>
                    <a:pt x="74866" y="44170"/>
                  </a:lnTo>
                  <a:lnTo>
                    <a:pt x="46481" y="72428"/>
                  </a:lnTo>
                  <a:lnTo>
                    <a:pt x="26390" y="106857"/>
                  </a:lnTo>
                  <a:lnTo>
                    <a:pt x="8712" y="144005"/>
                  </a:lnTo>
                  <a:lnTo>
                    <a:pt x="0" y="183756"/>
                  </a:lnTo>
                  <a:lnTo>
                    <a:pt x="901" y="222529"/>
                  </a:lnTo>
                  <a:lnTo>
                    <a:pt x="8788" y="262750"/>
                  </a:lnTo>
                  <a:lnTo>
                    <a:pt x="23685" y="304419"/>
                  </a:lnTo>
                  <a:lnTo>
                    <a:pt x="42938" y="338086"/>
                  </a:lnTo>
                  <a:lnTo>
                    <a:pt x="98259" y="388861"/>
                  </a:lnTo>
                  <a:lnTo>
                    <a:pt x="162953" y="420065"/>
                  </a:lnTo>
                  <a:lnTo>
                    <a:pt x="200545" y="424878"/>
                  </a:lnTo>
                  <a:lnTo>
                    <a:pt x="238353" y="424535"/>
                  </a:lnTo>
                  <a:lnTo>
                    <a:pt x="271995" y="41517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182944" y="4745427"/>
              <a:ext cx="120650" cy="72390"/>
            </a:xfrm>
            <a:custGeom>
              <a:avLst/>
              <a:gdLst/>
              <a:ahLst/>
              <a:cxnLst/>
              <a:rect l="l" t="t" r="r" b="b"/>
              <a:pathLst>
                <a:path w="120650" h="72389">
                  <a:moveTo>
                    <a:pt x="24168" y="0"/>
                  </a:moveTo>
                  <a:lnTo>
                    <a:pt x="0" y="72262"/>
                  </a:lnTo>
                  <a:lnTo>
                    <a:pt x="120484" y="72389"/>
                  </a:lnTo>
                  <a:lnTo>
                    <a:pt x="241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4610864" y="4804068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0/0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796534" y="5002156"/>
            <a:ext cx="828040" cy="76200"/>
            <a:chOff x="5796534" y="5002156"/>
            <a:chExt cx="828040" cy="76200"/>
          </a:xfrm>
        </p:grpSpPr>
        <p:sp>
          <p:nvSpPr>
            <p:cNvPr id="37" name="object 37"/>
            <p:cNvSpPr/>
            <p:nvPr/>
          </p:nvSpPr>
          <p:spPr>
            <a:xfrm>
              <a:off x="5815584" y="5039106"/>
              <a:ext cx="694690" cy="1905"/>
            </a:xfrm>
            <a:custGeom>
              <a:avLst/>
              <a:gdLst/>
              <a:ahLst/>
              <a:cxnLst/>
              <a:rect l="l" t="t" r="r" b="b"/>
              <a:pathLst>
                <a:path w="694690" h="1904">
                  <a:moveTo>
                    <a:pt x="0" y="0"/>
                  </a:moveTo>
                  <a:lnTo>
                    <a:pt x="694182" y="130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433489" y="5002156"/>
              <a:ext cx="191135" cy="76200"/>
            </a:xfrm>
            <a:custGeom>
              <a:avLst/>
              <a:gdLst/>
              <a:ahLst/>
              <a:cxnLst/>
              <a:rect l="l" t="t" r="r" b="b"/>
              <a:pathLst>
                <a:path w="191134" h="76200">
                  <a:moveTo>
                    <a:pt x="152" y="0"/>
                  </a:moveTo>
                  <a:lnTo>
                    <a:pt x="76276" y="38252"/>
                  </a:lnTo>
                  <a:lnTo>
                    <a:pt x="0" y="76200"/>
                  </a:lnTo>
                  <a:lnTo>
                    <a:pt x="190576" y="38468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5942778" y="4704363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1/0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711195" y="4574919"/>
            <a:ext cx="1038860" cy="230504"/>
            <a:chOff x="5711195" y="4574919"/>
            <a:chExt cx="1038860" cy="230504"/>
          </a:xfrm>
        </p:grpSpPr>
        <p:sp>
          <p:nvSpPr>
            <p:cNvPr id="41" name="object 41"/>
            <p:cNvSpPr/>
            <p:nvPr/>
          </p:nvSpPr>
          <p:spPr>
            <a:xfrm>
              <a:off x="5737174" y="4589524"/>
              <a:ext cx="998219" cy="186055"/>
            </a:xfrm>
            <a:custGeom>
              <a:avLst/>
              <a:gdLst/>
              <a:ahLst/>
              <a:cxnLst/>
              <a:rect l="l" t="t" r="r" b="b"/>
              <a:pathLst>
                <a:path w="998220" h="186054">
                  <a:moveTo>
                    <a:pt x="998143" y="185635"/>
                  </a:moveTo>
                  <a:lnTo>
                    <a:pt x="965820" y="134917"/>
                  </a:lnTo>
                  <a:lnTo>
                    <a:pt x="907177" y="90187"/>
                  </a:lnTo>
                  <a:lnTo>
                    <a:pt x="869222" y="70519"/>
                  </a:lnTo>
                  <a:lnTo>
                    <a:pt x="826173" y="52889"/>
                  </a:lnTo>
                  <a:lnTo>
                    <a:pt x="778522" y="37477"/>
                  </a:lnTo>
                  <a:lnTo>
                    <a:pt x="726766" y="24463"/>
                  </a:lnTo>
                  <a:lnTo>
                    <a:pt x="671399" y="14028"/>
                  </a:lnTo>
                  <a:lnTo>
                    <a:pt x="612916" y="6353"/>
                  </a:lnTo>
                  <a:lnTo>
                    <a:pt x="551812" y="1616"/>
                  </a:lnTo>
                  <a:lnTo>
                    <a:pt x="488581" y="0"/>
                  </a:lnTo>
                  <a:lnTo>
                    <a:pt x="427426" y="1507"/>
                  </a:lnTo>
                  <a:lnTo>
                    <a:pt x="368391" y="5914"/>
                  </a:lnTo>
                  <a:lnTo>
                    <a:pt x="311886" y="13049"/>
                  </a:lnTo>
                  <a:lnTo>
                    <a:pt x="258319" y="22742"/>
                  </a:lnTo>
                  <a:lnTo>
                    <a:pt x="208100" y="34821"/>
                  </a:lnTo>
                  <a:lnTo>
                    <a:pt x="161637" y="49114"/>
                  </a:lnTo>
                  <a:lnTo>
                    <a:pt x="119341" y="65451"/>
                  </a:lnTo>
                  <a:lnTo>
                    <a:pt x="81620" y="83659"/>
                  </a:lnTo>
                  <a:lnTo>
                    <a:pt x="48883" y="103568"/>
                  </a:lnTo>
                  <a:lnTo>
                    <a:pt x="21540" y="125006"/>
                  </a:lnTo>
                  <a:lnTo>
                    <a:pt x="0" y="147802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711195" y="4713693"/>
              <a:ext cx="58419" cy="92075"/>
            </a:xfrm>
            <a:custGeom>
              <a:avLst/>
              <a:gdLst/>
              <a:ahLst/>
              <a:cxnLst/>
              <a:rect l="l" t="t" r="r" b="b"/>
              <a:pathLst>
                <a:path w="58420" h="92075">
                  <a:moveTo>
                    <a:pt x="4013" y="0"/>
                  </a:moveTo>
                  <a:lnTo>
                    <a:pt x="0" y="91478"/>
                  </a:lnTo>
                  <a:lnTo>
                    <a:pt x="58102" y="20700"/>
                  </a:lnTo>
                  <a:lnTo>
                    <a:pt x="40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6266628" y="4282653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0/0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888072" y="5330952"/>
            <a:ext cx="76200" cy="851535"/>
            <a:chOff x="6888072" y="5330952"/>
            <a:chExt cx="76200" cy="851535"/>
          </a:xfrm>
        </p:grpSpPr>
        <p:sp>
          <p:nvSpPr>
            <p:cNvPr id="45" name="object 45"/>
            <p:cNvSpPr/>
            <p:nvPr/>
          </p:nvSpPr>
          <p:spPr>
            <a:xfrm>
              <a:off x="6926021" y="5350002"/>
              <a:ext cx="1905" cy="718185"/>
            </a:xfrm>
            <a:custGeom>
              <a:avLst/>
              <a:gdLst/>
              <a:ahLst/>
              <a:cxnLst/>
              <a:rect l="l" t="t" r="r" b="b"/>
              <a:pathLst>
                <a:path w="1904" h="718185">
                  <a:moveTo>
                    <a:pt x="1320" y="0"/>
                  </a:moveTo>
                  <a:lnTo>
                    <a:pt x="0" y="71780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888072" y="5991529"/>
              <a:ext cx="76200" cy="191135"/>
            </a:xfrm>
            <a:custGeom>
              <a:avLst/>
              <a:gdLst/>
              <a:ahLst/>
              <a:cxnLst/>
              <a:rect l="l" t="t" r="r" b="b"/>
              <a:pathLst>
                <a:path w="76200" h="191135">
                  <a:moveTo>
                    <a:pt x="0" y="0"/>
                  </a:moveTo>
                  <a:lnTo>
                    <a:pt x="37744" y="190576"/>
                  </a:lnTo>
                  <a:lnTo>
                    <a:pt x="76200" y="152"/>
                  </a:lnTo>
                  <a:lnTo>
                    <a:pt x="37960" y="76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6973064" y="5544511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1/0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112741" y="6317562"/>
            <a:ext cx="366395" cy="476250"/>
            <a:chOff x="7112741" y="6317562"/>
            <a:chExt cx="366395" cy="476250"/>
          </a:xfrm>
        </p:grpSpPr>
        <p:sp>
          <p:nvSpPr>
            <p:cNvPr id="49" name="object 49"/>
            <p:cNvSpPr/>
            <p:nvPr/>
          </p:nvSpPr>
          <p:spPr>
            <a:xfrm>
              <a:off x="7197881" y="6336612"/>
              <a:ext cx="262255" cy="420370"/>
            </a:xfrm>
            <a:custGeom>
              <a:avLst/>
              <a:gdLst/>
              <a:ahLst/>
              <a:cxnLst/>
              <a:rect l="l" t="t" r="r" b="b"/>
              <a:pathLst>
                <a:path w="262254" h="420370">
                  <a:moveTo>
                    <a:pt x="28511" y="3441"/>
                  </a:moveTo>
                  <a:lnTo>
                    <a:pt x="79679" y="0"/>
                  </a:lnTo>
                  <a:lnTo>
                    <a:pt x="132511" y="12420"/>
                  </a:lnTo>
                  <a:lnTo>
                    <a:pt x="178511" y="36106"/>
                  </a:lnTo>
                  <a:lnTo>
                    <a:pt x="217678" y="71056"/>
                  </a:lnTo>
                  <a:lnTo>
                    <a:pt x="239547" y="104876"/>
                  </a:lnTo>
                  <a:lnTo>
                    <a:pt x="254889" y="141884"/>
                  </a:lnTo>
                  <a:lnTo>
                    <a:pt x="260172" y="181394"/>
                  </a:lnTo>
                  <a:lnTo>
                    <a:pt x="262204" y="222478"/>
                  </a:lnTo>
                  <a:lnTo>
                    <a:pt x="254952" y="262521"/>
                  </a:lnTo>
                  <a:lnTo>
                    <a:pt x="239204" y="297967"/>
                  </a:lnTo>
                  <a:lnTo>
                    <a:pt x="216458" y="332054"/>
                  </a:lnTo>
                  <a:lnTo>
                    <a:pt x="186677" y="364794"/>
                  </a:lnTo>
                  <a:lnTo>
                    <a:pt x="155956" y="388454"/>
                  </a:lnTo>
                  <a:lnTo>
                    <a:pt x="85369" y="414045"/>
                  </a:lnTo>
                  <a:lnTo>
                    <a:pt x="48221" y="420192"/>
                  </a:lnTo>
                  <a:lnTo>
                    <a:pt x="13639" y="417957"/>
                  </a:lnTo>
                  <a:lnTo>
                    <a:pt x="0" y="41422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7112741" y="6708122"/>
              <a:ext cx="119380" cy="85725"/>
            </a:xfrm>
            <a:custGeom>
              <a:avLst/>
              <a:gdLst/>
              <a:ahLst/>
              <a:cxnLst/>
              <a:rect l="l" t="t" r="r" b="b"/>
              <a:pathLst>
                <a:path w="119379" h="85725">
                  <a:moveTo>
                    <a:pt x="0" y="0"/>
                  </a:moveTo>
                  <a:lnTo>
                    <a:pt x="85077" y="85305"/>
                  </a:lnTo>
                  <a:lnTo>
                    <a:pt x="119252" y="171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7469953" y="6247357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1/0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5711190" y="5320280"/>
            <a:ext cx="1043305" cy="954405"/>
            <a:chOff x="5711190" y="5320280"/>
            <a:chExt cx="1043305" cy="954405"/>
          </a:xfrm>
        </p:grpSpPr>
        <p:sp>
          <p:nvSpPr>
            <p:cNvPr id="53" name="object 53"/>
            <p:cNvSpPr/>
            <p:nvPr/>
          </p:nvSpPr>
          <p:spPr>
            <a:xfrm>
              <a:off x="5795603" y="5397348"/>
              <a:ext cx="939800" cy="858519"/>
            </a:xfrm>
            <a:custGeom>
              <a:avLst/>
              <a:gdLst/>
              <a:ahLst/>
              <a:cxnLst/>
              <a:rect l="l" t="t" r="r" b="b"/>
              <a:pathLst>
                <a:path w="939800" h="858520">
                  <a:moveTo>
                    <a:pt x="0" y="0"/>
                  </a:moveTo>
                  <a:lnTo>
                    <a:pt x="939711" y="85791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711190" y="5320280"/>
              <a:ext cx="167005" cy="156845"/>
            </a:xfrm>
            <a:custGeom>
              <a:avLst/>
              <a:gdLst/>
              <a:ahLst/>
              <a:cxnLst/>
              <a:rect l="l" t="t" r="r" b="b"/>
              <a:pathLst>
                <a:path w="167004" h="156845">
                  <a:moveTo>
                    <a:pt x="0" y="0"/>
                  </a:moveTo>
                  <a:lnTo>
                    <a:pt x="115011" y="156578"/>
                  </a:lnTo>
                  <a:lnTo>
                    <a:pt x="84416" y="77063"/>
                  </a:lnTo>
                  <a:lnTo>
                    <a:pt x="166382" y="1003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6003102" y="5873050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0/1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93085" y="4625629"/>
            <a:ext cx="283337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b="1">
                <a:solidFill>
                  <a:srgbClr val="FF00FF"/>
                </a:solidFill>
                <a:latin typeface="新宋体"/>
                <a:cs typeface="新宋体"/>
              </a:rPr>
              <a:t>等价状态</a:t>
            </a:r>
            <a:r>
              <a:rPr dirty="0" sz="2000" b="1">
                <a:solidFill>
                  <a:srgbClr val="336699"/>
                </a:solidFill>
                <a:latin typeface="新宋体"/>
                <a:cs typeface="新宋体"/>
              </a:rPr>
              <a:t>：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在相同的输入 下有相同的输出，并转换 到同一个次态，这样的两 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个状态称为</a:t>
            </a:r>
            <a:r>
              <a:rPr dirty="0" sz="2000" b="1">
                <a:solidFill>
                  <a:srgbClr val="FF00FF"/>
                </a:solidFill>
                <a:latin typeface="新宋体"/>
                <a:cs typeface="新宋体"/>
              </a:rPr>
              <a:t>等价状态</a:t>
            </a:r>
            <a:r>
              <a:rPr dirty="0" sz="2000" spc="-10" b="1">
                <a:solidFill>
                  <a:srgbClr val="000066"/>
                </a:solidFill>
                <a:latin typeface="新宋体"/>
                <a:cs typeface="新宋体"/>
              </a:rPr>
              <a:t>。</a:t>
            </a:r>
            <a:endParaRPr sz="2000">
              <a:latin typeface="新宋体"/>
              <a:cs typeface="新宋体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78835" y="1045867"/>
            <a:ext cx="676338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00FF"/>
                </a:solidFill>
                <a:latin typeface="新宋体"/>
                <a:cs typeface="新宋体"/>
              </a:rPr>
              <a:t>合并等价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状</a:t>
            </a:r>
            <a:r>
              <a:rPr dirty="0" sz="2400" spc="5" b="1">
                <a:solidFill>
                  <a:srgbClr val="FF00FF"/>
                </a:solidFill>
                <a:latin typeface="新宋体"/>
                <a:cs typeface="新宋体"/>
              </a:rPr>
              <a:t>态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，消去多余状态的过程称</a:t>
            </a:r>
            <a:r>
              <a:rPr dirty="0" sz="2400" spc="5" b="1">
                <a:solidFill>
                  <a:srgbClr val="000066"/>
                </a:solidFill>
                <a:latin typeface="新宋体"/>
                <a:cs typeface="新宋体"/>
              </a:rPr>
              <a:t>为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状态化简</a:t>
            </a:r>
            <a:endParaRPr sz="2400">
              <a:latin typeface="新宋体"/>
              <a:cs typeface="新宋体"/>
            </a:endParaRPr>
          </a:p>
        </p:txBody>
      </p:sp>
    </p:spTree>
  </p:cSld>
  <p:clrMapOvr>
    <a:masterClrMapping/>
  </p:clrMapOvr>
  <p:transition spd="fast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52806" y="710183"/>
            <a:ext cx="3081655" cy="224154"/>
            <a:chOff x="352806" y="710183"/>
            <a:chExt cx="3081655" cy="224154"/>
          </a:xfrm>
        </p:grpSpPr>
        <p:sp>
          <p:nvSpPr>
            <p:cNvPr id="6" name="object 6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1649" y="202351"/>
            <a:ext cx="20116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003366"/>
                </a:solidFill>
                <a:latin typeface="新宋体"/>
                <a:cs typeface="新宋体"/>
              </a:rPr>
              <a:t>（</a:t>
            </a:r>
            <a:r>
              <a:rPr dirty="0" sz="2400">
                <a:solidFill>
                  <a:srgbClr val="003366"/>
                </a:solidFill>
                <a:latin typeface="Times New Roman"/>
                <a:cs typeface="Times New Roman"/>
              </a:rPr>
              <a:t>3</a:t>
            </a:r>
            <a:r>
              <a:rPr dirty="0" sz="2400" spc="-5">
                <a:solidFill>
                  <a:srgbClr val="003366"/>
                </a:solidFill>
                <a:latin typeface="新宋体"/>
                <a:cs typeface="新宋体"/>
              </a:rPr>
              <a:t>）状态</a:t>
            </a:r>
            <a:r>
              <a:rPr dirty="0" sz="2400">
                <a:solidFill>
                  <a:srgbClr val="003366"/>
                </a:solidFill>
                <a:latin typeface="新宋体"/>
                <a:cs typeface="新宋体"/>
              </a:rPr>
              <a:t>分</a:t>
            </a:r>
            <a:r>
              <a:rPr dirty="0" sz="2400" spc="-10">
                <a:solidFill>
                  <a:srgbClr val="003366"/>
                </a:solidFill>
                <a:latin typeface="新宋体"/>
                <a:cs typeface="新宋体"/>
              </a:rPr>
              <a:t>配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07731" y="240451"/>
            <a:ext cx="37160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新宋体"/>
                <a:cs typeface="新宋体"/>
              </a:rPr>
              <a:t>令</a:t>
            </a:r>
            <a:r>
              <a:rPr dirty="0" sz="2400" spc="-20" b="1">
                <a:latin typeface="新宋体"/>
                <a:cs typeface="新宋体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a</a:t>
            </a:r>
            <a:r>
              <a:rPr dirty="0" sz="2400" spc="-5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=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00</a:t>
            </a:r>
            <a:r>
              <a:rPr dirty="0" sz="2400" spc="-5" b="1">
                <a:latin typeface="新宋体"/>
                <a:cs typeface="新宋体"/>
              </a:rPr>
              <a:t>，</a:t>
            </a:r>
            <a:r>
              <a:rPr dirty="0" sz="2400" spc="-5" b="1" i="1">
                <a:latin typeface="Times New Roman"/>
                <a:cs typeface="Times New Roman"/>
              </a:rPr>
              <a:t>b </a:t>
            </a:r>
            <a:r>
              <a:rPr dirty="0" sz="2400" b="1">
                <a:latin typeface="Times New Roman"/>
                <a:cs typeface="Times New Roman"/>
              </a:rPr>
              <a:t>=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01</a:t>
            </a:r>
            <a:r>
              <a:rPr dirty="0" sz="2400" spc="-5" b="1">
                <a:latin typeface="新宋体"/>
                <a:cs typeface="新宋体"/>
              </a:rPr>
              <a:t>，</a:t>
            </a:r>
            <a:r>
              <a:rPr dirty="0" sz="2400" spc="-5" b="1" i="1">
                <a:latin typeface="Times New Roman"/>
                <a:cs typeface="Times New Roman"/>
              </a:rPr>
              <a:t>c</a:t>
            </a:r>
            <a:r>
              <a:rPr dirty="0" sz="2400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=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50" b="1">
                <a:latin typeface="Times New Roman"/>
                <a:cs typeface="Times New Roman"/>
              </a:rPr>
              <a:t>11</a:t>
            </a:r>
            <a:r>
              <a:rPr dirty="0" sz="2400" spc="-50">
                <a:latin typeface="新宋体"/>
                <a:cs typeface="新宋体"/>
              </a:rPr>
              <a:t>，</a:t>
            </a:r>
            <a:endParaRPr sz="2400">
              <a:latin typeface="新宋体"/>
              <a:cs typeface="新宋体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46048" y="1362730"/>
            <a:ext cx="2324735" cy="2400935"/>
            <a:chOff x="6146048" y="1362730"/>
            <a:chExt cx="2324735" cy="2400935"/>
          </a:xfrm>
        </p:grpSpPr>
        <p:sp>
          <p:nvSpPr>
            <p:cNvPr id="11" name="object 11"/>
            <p:cNvSpPr/>
            <p:nvPr/>
          </p:nvSpPr>
          <p:spPr>
            <a:xfrm>
              <a:off x="6975369" y="3260182"/>
              <a:ext cx="238125" cy="56515"/>
            </a:xfrm>
            <a:custGeom>
              <a:avLst/>
              <a:gdLst/>
              <a:ahLst/>
              <a:cxnLst/>
              <a:rect l="l" t="t" r="r" b="b"/>
              <a:pathLst>
                <a:path w="238125" h="56514">
                  <a:moveTo>
                    <a:pt x="238042" y="56489"/>
                  </a:moveTo>
                  <a:lnTo>
                    <a:pt x="0" y="30811"/>
                  </a:lnTo>
                  <a:lnTo>
                    <a:pt x="238042" y="0"/>
                  </a:lnTo>
                  <a:lnTo>
                    <a:pt x="238042" y="564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975370" y="3260183"/>
              <a:ext cx="238125" cy="56515"/>
            </a:xfrm>
            <a:custGeom>
              <a:avLst/>
              <a:gdLst/>
              <a:ahLst/>
              <a:cxnLst/>
              <a:rect l="l" t="t" r="r" b="b"/>
              <a:pathLst>
                <a:path w="238125" h="56514">
                  <a:moveTo>
                    <a:pt x="238042" y="0"/>
                  </a:moveTo>
                  <a:lnTo>
                    <a:pt x="238042" y="56487"/>
                  </a:lnTo>
                  <a:lnTo>
                    <a:pt x="0" y="30811"/>
                  </a:lnTo>
                  <a:lnTo>
                    <a:pt x="238042" y="0"/>
                  </a:lnTo>
                  <a:close/>
                </a:path>
              </a:pathLst>
            </a:custGeom>
            <a:ln w="5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203174" y="3290994"/>
              <a:ext cx="617220" cy="13335"/>
            </a:xfrm>
            <a:custGeom>
              <a:avLst/>
              <a:gdLst/>
              <a:ahLst/>
              <a:cxnLst/>
              <a:rect l="l" t="t" r="r" b="b"/>
              <a:pathLst>
                <a:path w="617220" h="13335">
                  <a:moveTo>
                    <a:pt x="616862" y="12838"/>
                  </a:moveTo>
                  <a:lnTo>
                    <a:pt x="0" y="0"/>
                  </a:lnTo>
                </a:path>
              </a:pathLst>
            </a:custGeom>
            <a:ln w="15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850751" y="2988015"/>
              <a:ext cx="604520" cy="603885"/>
            </a:xfrm>
            <a:custGeom>
              <a:avLst/>
              <a:gdLst/>
              <a:ahLst/>
              <a:cxnLst/>
              <a:rect l="l" t="t" r="r" b="b"/>
              <a:pathLst>
                <a:path w="604520" h="603885">
                  <a:moveTo>
                    <a:pt x="319949" y="603388"/>
                  </a:moveTo>
                  <a:lnTo>
                    <a:pt x="291793" y="603388"/>
                  </a:lnTo>
                  <a:lnTo>
                    <a:pt x="261078" y="600820"/>
                  </a:lnTo>
                  <a:lnTo>
                    <a:pt x="202207" y="587984"/>
                  </a:lnTo>
                  <a:lnTo>
                    <a:pt x="145896" y="559741"/>
                  </a:lnTo>
                  <a:lnTo>
                    <a:pt x="76787" y="503251"/>
                  </a:lnTo>
                  <a:lnTo>
                    <a:pt x="43513" y="457034"/>
                  </a:lnTo>
                  <a:lnTo>
                    <a:pt x="17917" y="405682"/>
                  </a:lnTo>
                  <a:lnTo>
                    <a:pt x="2559" y="349194"/>
                  </a:lnTo>
                  <a:lnTo>
                    <a:pt x="0" y="318383"/>
                  </a:lnTo>
                  <a:lnTo>
                    <a:pt x="0" y="290139"/>
                  </a:lnTo>
                  <a:lnTo>
                    <a:pt x="7678" y="231084"/>
                  </a:lnTo>
                  <a:lnTo>
                    <a:pt x="28155" y="172032"/>
                  </a:lnTo>
                  <a:lnTo>
                    <a:pt x="58870" y="120680"/>
                  </a:lnTo>
                  <a:lnTo>
                    <a:pt x="99824" y="74463"/>
                  </a:lnTo>
                  <a:lnTo>
                    <a:pt x="145896" y="41081"/>
                  </a:lnTo>
                  <a:lnTo>
                    <a:pt x="199648" y="15405"/>
                  </a:lnTo>
                  <a:lnTo>
                    <a:pt x="255959" y="2567"/>
                  </a:lnTo>
                  <a:lnTo>
                    <a:pt x="284114" y="0"/>
                  </a:lnTo>
                  <a:lnTo>
                    <a:pt x="314829" y="0"/>
                  </a:lnTo>
                  <a:lnTo>
                    <a:pt x="371141" y="7705"/>
                  </a:lnTo>
                  <a:lnTo>
                    <a:pt x="430011" y="28246"/>
                  </a:lnTo>
                  <a:lnTo>
                    <a:pt x="483763" y="59054"/>
                  </a:lnTo>
                  <a:lnTo>
                    <a:pt x="527276" y="100139"/>
                  </a:lnTo>
                  <a:lnTo>
                    <a:pt x="560550" y="146356"/>
                  </a:lnTo>
                  <a:lnTo>
                    <a:pt x="596385" y="228517"/>
                  </a:lnTo>
                  <a:lnTo>
                    <a:pt x="604064" y="285007"/>
                  </a:lnTo>
                  <a:lnTo>
                    <a:pt x="604064" y="315815"/>
                  </a:lnTo>
                  <a:lnTo>
                    <a:pt x="596385" y="372303"/>
                  </a:lnTo>
                  <a:lnTo>
                    <a:pt x="575908" y="431358"/>
                  </a:lnTo>
                  <a:lnTo>
                    <a:pt x="545193" y="485278"/>
                  </a:lnTo>
                  <a:lnTo>
                    <a:pt x="504239" y="528927"/>
                  </a:lnTo>
                  <a:lnTo>
                    <a:pt x="458167" y="562308"/>
                  </a:lnTo>
                  <a:lnTo>
                    <a:pt x="404415" y="587984"/>
                  </a:lnTo>
                  <a:lnTo>
                    <a:pt x="348104" y="600820"/>
                  </a:lnTo>
                  <a:lnTo>
                    <a:pt x="319949" y="6033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850751" y="2988017"/>
              <a:ext cx="604520" cy="603885"/>
            </a:xfrm>
            <a:custGeom>
              <a:avLst/>
              <a:gdLst/>
              <a:ahLst/>
              <a:cxnLst/>
              <a:rect l="l" t="t" r="r" b="b"/>
              <a:pathLst>
                <a:path w="604520" h="603885">
                  <a:moveTo>
                    <a:pt x="430011" y="28243"/>
                  </a:moveTo>
                  <a:lnTo>
                    <a:pt x="401856" y="15405"/>
                  </a:lnTo>
                  <a:lnTo>
                    <a:pt x="371141" y="7702"/>
                  </a:lnTo>
                  <a:lnTo>
                    <a:pt x="342985" y="2567"/>
                  </a:lnTo>
                  <a:lnTo>
                    <a:pt x="314829" y="0"/>
                  </a:lnTo>
                  <a:lnTo>
                    <a:pt x="284114" y="0"/>
                  </a:lnTo>
                  <a:lnTo>
                    <a:pt x="227803" y="7702"/>
                  </a:lnTo>
                  <a:lnTo>
                    <a:pt x="171492" y="28243"/>
                  </a:lnTo>
                  <a:lnTo>
                    <a:pt x="99824" y="74460"/>
                  </a:lnTo>
                  <a:lnTo>
                    <a:pt x="58870" y="120677"/>
                  </a:lnTo>
                  <a:lnTo>
                    <a:pt x="28155" y="172029"/>
                  </a:lnTo>
                  <a:lnTo>
                    <a:pt x="7678" y="231084"/>
                  </a:lnTo>
                  <a:lnTo>
                    <a:pt x="0" y="290139"/>
                  </a:lnTo>
                  <a:lnTo>
                    <a:pt x="0" y="318383"/>
                  </a:lnTo>
                  <a:lnTo>
                    <a:pt x="2559" y="349194"/>
                  </a:lnTo>
                  <a:lnTo>
                    <a:pt x="10238" y="377438"/>
                  </a:lnTo>
                  <a:lnTo>
                    <a:pt x="17917" y="405682"/>
                  </a:lnTo>
                  <a:lnTo>
                    <a:pt x="43513" y="457034"/>
                  </a:lnTo>
                  <a:lnTo>
                    <a:pt x="76787" y="503251"/>
                  </a:lnTo>
                  <a:lnTo>
                    <a:pt x="120300" y="544333"/>
                  </a:lnTo>
                  <a:lnTo>
                    <a:pt x="174052" y="575144"/>
                  </a:lnTo>
                  <a:lnTo>
                    <a:pt x="232923" y="595685"/>
                  </a:lnTo>
                  <a:lnTo>
                    <a:pt x="291793" y="603388"/>
                  </a:lnTo>
                  <a:lnTo>
                    <a:pt x="319949" y="603388"/>
                  </a:lnTo>
                  <a:lnTo>
                    <a:pt x="376260" y="595685"/>
                  </a:lnTo>
                  <a:lnTo>
                    <a:pt x="432571" y="575144"/>
                  </a:lnTo>
                  <a:lnTo>
                    <a:pt x="504239" y="528927"/>
                  </a:lnTo>
                  <a:lnTo>
                    <a:pt x="545193" y="485278"/>
                  </a:lnTo>
                  <a:lnTo>
                    <a:pt x="575908" y="431358"/>
                  </a:lnTo>
                  <a:lnTo>
                    <a:pt x="596385" y="372303"/>
                  </a:lnTo>
                  <a:lnTo>
                    <a:pt x="604064" y="315815"/>
                  </a:lnTo>
                  <a:lnTo>
                    <a:pt x="604064" y="285004"/>
                  </a:lnTo>
                  <a:lnTo>
                    <a:pt x="601504" y="256760"/>
                  </a:lnTo>
                  <a:lnTo>
                    <a:pt x="596385" y="228517"/>
                  </a:lnTo>
                  <a:lnTo>
                    <a:pt x="586146" y="200273"/>
                  </a:lnTo>
                  <a:lnTo>
                    <a:pt x="575908" y="172029"/>
                  </a:lnTo>
                  <a:lnTo>
                    <a:pt x="560550" y="146353"/>
                  </a:lnTo>
                  <a:lnTo>
                    <a:pt x="527276" y="100136"/>
                  </a:lnTo>
                  <a:lnTo>
                    <a:pt x="483763" y="59054"/>
                  </a:lnTo>
                  <a:lnTo>
                    <a:pt x="430011" y="28243"/>
                  </a:lnTo>
                  <a:close/>
                </a:path>
              </a:pathLst>
            </a:custGeom>
            <a:ln w="30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33359" y="2302471"/>
              <a:ext cx="156140" cy="22080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658781" y="2497603"/>
              <a:ext cx="320040" cy="528955"/>
            </a:xfrm>
            <a:custGeom>
              <a:avLst/>
              <a:gdLst/>
              <a:ahLst/>
              <a:cxnLst/>
              <a:rect l="l" t="t" r="r" b="b"/>
              <a:pathLst>
                <a:path w="320040" h="528955">
                  <a:moveTo>
                    <a:pt x="319949" y="528927"/>
                  </a:moveTo>
                  <a:lnTo>
                    <a:pt x="0" y="0"/>
                  </a:lnTo>
                </a:path>
              </a:pathLst>
            </a:custGeom>
            <a:ln w="153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58075" y="2769775"/>
              <a:ext cx="156140" cy="22337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730450" y="2171517"/>
              <a:ext cx="366395" cy="634365"/>
            </a:xfrm>
            <a:custGeom>
              <a:avLst/>
              <a:gdLst/>
              <a:ahLst/>
              <a:cxnLst/>
              <a:rect l="l" t="t" r="r" b="b"/>
              <a:pathLst>
                <a:path w="366395" h="634364">
                  <a:moveTo>
                    <a:pt x="0" y="0"/>
                  </a:moveTo>
                  <a:lnTo>
                    <a:pt x="366021" y="634199"/>
                  </a:lnTo>
                </a:path>
              </a:pathLst>
            </a:custGeom>
            <a:ln w="153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03347" y="2225443"/>
              <a:ext cx="148461" cy="2259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783400" y="2423143"/>
              <a:ext cx="351155" cy="560070"/>
            </a:xfrm>
            <a:custGeom>
              <a:avLst/>
              <a:gdLst/>
              <a:ahLst/>
              <a:cxnLst/>
              <a:rect l="l" t="t" r="r" b="b"/>
              <a:pathLst>
                <a:path w="351154" h="560069">
                  <a:moveTo>
                    <a:pt x="0" y="559738"/>
                  </a:moveTo>
                  <a:lnTo>
                    <a:pt x="350664" y="0"/>
                  </a:lnTo>
                </a:path>
              </a:pathLst>
            </a:custGeom>
            <a:ln w="153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366185" y="2962339"/>
              <a:ext cx="604520" cy="606425"/>
            </a:xfrm>
            <a:custGeom>
              <a:avLst/>
              <a:gdLst/>
              <a:ahLst/>
              <a:cxnLst/>
              <a:rect l="l" t="t" r="r" b="b"/>
              <a:pathLst>
                <a:path w="604520" h="606425">
                  <a:moveTo>
                    <a:pt x="319951" y="605955"/>
                  </a:moveTo>
                  <a:lnTo>
                    <a:pt x="291793" y="605955"/>
                  </a:lnTo>
                  <a:lnTo>
                    <a:pt x="261078" y="603388"/>
                  </a:lnTo>
                  <a:lnTo>
                    <a:pt x="202210" y="590552"/>
                  </a:lnTo>
                  <a:lnTo>
                    <a:pt x="120300" y="546900"/>
                  </a:lnTo>
                  <a:lnTo>
                    <a:pt x="76787" y="505818"/>
                  </a:lnTo>
                  <a:lnTo>
                    <a:pt x="43515" y="459601"/>
                  </a:lnTo>
                  <a:lnTo>
                    <a:pt x="17919" y="405684"/>
                  </a:lnTo>
                  <a:lnTo>
                    <a:pt x="2559" y="349194"/>
                  </a:lnTo>
                  <a:lnTo>
                    <a:pt x="0" y="320951"/>
                  </a:lnTo>
                  <a:lnTo>
                    <a:pt x="0" y="292707"/>
                  </a:lnTo>
                  <a:lnTo>
                    <a:pt x="7678" y="233652"/>
                  </a:lnTo>
                  <a:lnTo>
                    <a:pt x="28155" y="174599"/>
                  </a:lnTo>
                  <a:lnTo>
                    <a:pt x="58870" y="120677"/>
                  </a:lnTo>
                  <a:lnTo>
                    <a:pt x="99824" y="77030"/>
                  </a:lnTo>
                  <a:lnTo>
                    <a:pt x="145896" y="43649"/>
                  </a:lnTo>
                  <a:lnTo>
                    <a:pt x="199648" y="17973"/>
                  </a:lnTo>
                  <a:lnTo>
                    <a:pt x="255959" y="2567"/>
                  </a:lnTo>
                  <a:lnTo>
                    <a:pt x="284114" y="0"/>
                  </a:lnTo>
                  <a:lnTo>
                    <a:pt x="314829" y="0"/>
                  </a:lnTo>
                  <a:lnTo>
                    <a:pt x="371141" y="7705"/>
                  </a:lnTo>
                  <a:lnTo>
                    <a:pt x="430011" y="28243"/>
                  </a:lnTo>
                  <a:lnTo>
                    <a:pt x="483763" y="59057"/>
                  </a:lnTo>
                  <a:lnTo>
                    <a:pt x="527278" y="100139"/>
                  </a:lnTo>
                  <a:lnTo>
                    <a:pt x="560550" y="146356"/>
                  </a:lnTo>
                  <a:lnTo>
                    <a:pt x="596387" y="228517"/>
                  </a:lnTo>
                  <a:lnTo>
                    <a:pt x="604064" y="285007"/>
                  </a:lnTo>
                  <a:lnTo>
                    <a:pt x="604064" y="315815"/>
                  </a:lnTo>
                  <a:lnTo>
                    <a:pt x="596387" y="372303"/>
                  </a:lnTo>
                  <a:lnTo>
                    <a:pt x="575908" y="431358"/>
                  </a:lnTo>
                  <a:lnTo>
                    <a:pt x="545193" y="485278"/>
                  </a:lnTo>
                  <a:lnTo>
                    <a:pt x="504242" y="528927"/>
                  </a:lnTo>
                  <a:lnTo>
                    <a:pt x="458169" y="562308"/>
                  </a:lnTo>
                  <a:lnTo>
                    <a:pt x="376260" y="598252"/>
                  </a:lnTo>
                  <a:lnTo>
                    <a:pt x="319951" y="6059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366187" y="2962341"/>
              <a:ext cx="604520" cy="606425"/>
            </a:xfrm>
            <a:custGeom>
              <a:avLst/>
              <a:gdLst/>
              <a:ahLst/>
              <a:cxnLst/>
              <a:rect l="l" t="t" r="r" b="b"/>
              <a:pathLst>
                <a:path w="604520" h="606425">
                  <a:moveTo>
                    <a:pt x="430011" y="28243"/>
                  </a:moveTo>
                  <a:lnTo>
                    <a:pt x="401856" y="15405"/>
                  </a:lnTo>
                  <a:lnTo>
                    <a:pt x="371141" y="7702"/>
                  </a:lnTo>
                  <a:lnTo>
                    <a:pt x="342985" y="2567"/>
                  </a:lnTo>
                  <a:lnTo>
                    <a:pt x="314829" y="0"/>
                  </a:lnTo>
                  <a:lnTo>
                    <a:pt x="284114" y="0"/>
                  </a:lnTo>
                  <a:lnTo>
                    <a:pt x="255959" y="2567"/>
                  </a:lnTo>
                  <a:lnTo>
                    <a:pt x="227803" y="10270"/>
                  </a:lnTo>
                  <a:lnTo>
                    <a:pt x="199648" y="17973"/>
                  </a:lnTo>
                  <a:lnTo>
                    <a:pt x="145896" y="43649"/>
                  </a:lnTo>
                  <a:lnTo>
                    <a:pt x="99824" y="77028"/>
                  </a:lnTo>
                  <a:lnTo>
                    <a:pt x="58870" y="120677"/>
                  </a:lnTo>
                  <a:lnTo>
                    <a:pt x="28155" y="174597"/>
                  </a:lnTo>
                  <a:lnTo>
                    <a:pt x="7678" y="233652"/>
                  </a:lnTo>
                  <a:lnTo>
                    <a:pt x="0" y="292707"/>
                  </a:lnTo>
                  <a:lnTo>
                    <a:pt x="0" y="320951"/>
                  </a:lnTo>
                  <a:lnTo>
                    <a:pt x="2559" y="349194"/>
                  </a:lnTo>
                  <a:lnTo>
                    <a:pt x="10238" y="377438"/>
                  </a:lnTo>
                  <a:lnTo>
                    <a:pt x="17917" y="405682"/>
                  </a:lnTo>
                  <a:lnTo>
                    <a:pt x="43513" y="459601"/>
                  </a:lnTo>
                  <a:lnTo>
                    <a:pt x="76787" y="505818"/>
                  </a:lnTo>
                  <a:lnTo>
                    <a:pt x="120300" y="546900"/>
                  </a:lnTo>
                  <a:lnTo>
                    <a:pt x="174052" y="577711"/>
                  </a:lnTo>
                  <a:lnTo>
                    <a:pt x="232923" y="598252"/>
                  </a:lnTo>
                  <a:lnTo>
                    <a:pt x="291793" y="605955"/>
                  </a:lnTo>
                  <a:lnTo>
                    <a:pt x="319949" y="605955"/>
                  </a:lnTo>
                  <a:lnTo>
                    <a:pt x="348104" y="603388"/>
                  </a:lnTo>
                  <a:lnTo>
                    <a:pt x="376260" y="598252"/>
                  </a:lnTo>
                  <a:lnTo>
                    <a:pt x="404415" y="587982"/>
                  </a:lnTo>
                  <a:lnTo>
                    <a:pt x="432571" y="577711"/>
                  </a:lnTo>
                  <a:lnTo>
                    <a:pt x="504239" y="528927"/>
                  </a:lnTo>
                  <a:lnTo>
                    <a:pt x="545193" y="485278"/>
                  </a:lnTo>
                  <a:lnTo>
                    <a:pt x="575908" y="431358"/>
                  </a:lnTo>
                  <a:lnTo>
                    <a:pt x="596385" y="372303"/>
                  </a:lnTo>
                  <a:lnTo>
                    <a:pt x="604064" y="315815"/>
                  </a:lnTo>
                  <a:lnTo>
                    <a:pt x="604064" y="285004"/>
                  </a:lnTo>
                  <a:lnTo>
                    <a:pt x="601504" y="256760"/>
                  </a:lnTo>
                  <a:lnTo>
                    <a:pt x="596385" y="228517"/>
                  </a:lnTo>
                  <a:lnTo>
                    <a:pt x="586146" y="200273"/>
                  </a:lnTo>
                  <a:lnTo>
                    <a:pt x="575908" y="172029"/>
                  </a:lnTo>
                  <a:lnTo>
                    <a:pt x="560550" y="146353"/>
                  </a:lnTo>
                  <a:lnTo>
                    <a:pt x="527276" y="100136"/>
                  </a:lnTo>
                  <a:lnTo>
                    <a:pt x="483763" y="59054"/>
                  </a:lnTo>
                  <a:lnTo>
                    <a:pt x="430011" y="28243"/>
                  </a:lnTo>
                  <a:close/>
                </a:path>
              </a:pathLst>
            </a:custGeom>
            <a:ln w="30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141744" y="1706780"/>
              <a:ext cx="604520" cy="603885"/>
            </a:xfrm>
            <a:custGeom>
              <a:avLst/>
              <a:gdLst/>
              <a:ahLst/>
              <a:cxnLst/>
              <a:rect l="l" t="t" r="r" b="b"/>
              <a:pathLst>
                <a:path w="604520" h="603885">
                  <a:moveTo>
                    <a:pt x="317389" y="603388"/>
                  </a:moveTo>
                  <a:lnTo>
                    <a:pt x="289234" y="603388"/>
                  </a:lnTo>
                  <a:lnTo>
                    <a:pt x="258518" y="600820"/>
                  </a:lnTo>
                  <a:lnTo>
                    <a:pt x="199648" y="587982"/>
                  </a:lnTo>
                  <a:lnTo>
                    <a:pt x="120300" y="544333"/>
                  </a:lnTo>
                  <a:lnTo>
                    <a:pt x="74228" y="503251"/>
                  </a:lnTo>
                  <a:lnTo>
                    <a:pt x="40953" y="457034"/>
                  </a:lnTo>
                  <a:lnTo>
                    <a:pt x="15357" y="403114"/>
                  </a:lnTo>
                  <a:lnTo>
                    <a:pt x="2559" y="346627"/>
                  </a:lnTo>
                  <a:lnTo>
                    <a:pt x="0" y="318383"/>
                  </a:lnTo>
                  <a:lnTo>
                    <a:pt x="0" y="290139"/>
                  </a:lnTo>
                  <a:lnTo>
                    <a:pt x="7678" y="231084"/>
                  </a:lnTo>
                  <a:lnTo>
                    <a:pt x="28155" y="172029"/>
                  </a:lnTo>
                  <a:lnTo>
                    <a:pt x="58870" y="120677"/>
                  </a:lnTo>
                  <a:lnTo>
                    <a:pt x="99824" y="74460"/>
                  </a:lnTo>
                  <a:lnTo>
                    <a:pt x="145896" y="41081"/>
                  </a:lnTo>
                  <a:lnTo>
                    <a:pt x="199648" y="15405"/>
                  </a:lnTo>
                  <a:lnTo>
                    <a:pt x="255959" y="2567"/>
                  </a:lnTo>
                  <a:lnTo>
                    <a:pt x="284114" y="0"/>
                  </a:lnTo>
                  <a:lnTo>
                    <a:pt x="314829" y="0"/>
                  </a:lnTo>
                  <a:lnTo>
                    <a:pt x="371141" y="7702"/>
                  </a:lnTo>
                  <a:lnTo>
                    <a:pt x="430011" y="28243"/>
                  </a:lnTo>
                  <a:lnTo>
                    <a:pt x="483763" y="59054"/>
                  </a:lnTo>
                  <a:lnTo>
                    <a:pt x="527276" y="100136"/>
                  </a:lnTo>
                  <a:lnTo>
                    <a:pt x="560550" y="146353"/>
                  </a:lnTo>
                  <a:lnTo>
                    <a:pt x="586146" y="200273"/>
                  </a:lnTo>
                  <a:lnTo>
                    <a:pt x="596385" y="225949"/>
                  </a:lnTo>
                  <a:lnTo>
                    <a:pt x="601504" y="256760"/>
                  </a:lnTo>
                  <a:lnTo>
                    <a:pt x="604064" y="285004"/>
                  </a:lnTo>
                  <a:lnTo>
                    <a:pt x="604064" y="313248"/>
                  </a:lnTo>
                  <a:lnTo>
                    <a:pt x="596385" y="372303"/>
                  </a:lnTo>
                  <a:lnTo>
                    <a:pt x="575908" y="431358"/>
                  </a:lnTo>
                  <a:lnTo>
                    <a:pt x="545193" y="485278"/>
                  </a:lnTo>
                  <a:lnTo>
                    <a:pt x="504239" y="528927"/>
                  </a:lnTo>
                  <a:lnTo>
                    <a:pt x="455607" y="562306"/>
                  </a:lnTo>
                  <a:lnTo>
                    <a:pt x="404415" y="587982"/>
                  </a:lnTo>
                  <a:lnTo>
                    <a:pt x="348104" y="600820"/>
                  </a:lnTo>
                  <a:lnTo>
                    <a:pt x="317389" y="6033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141744" y="1706780"/>
              <a:ext cx="604520" cy="603885"/>
            </a:xfrm>
            <a:custGeom>
              <a:avLst/>
              <a:gdLst/>
              <a:ahLst/>
              <a:cxnLst/>
              <a:rect l="l" t="t" r="r" b="b"/>
              <a:pathLst>
                <a:path w="604520" h="603885">
                  <a:moveTo>
                    <a:pt x="430011" y="28243"/>
                  </a:moveTo>
                  <a:lnTo>
                    <a:pt x="401856" y="15405"/>
                  </a:lnTo>
                  <a:lnTo>
                    <a:pt x="371141" y="7702"/>
                  </a:lnTo>
                  <a:lnTo>
                    <a:pt x="342985" y="2567"/>
                  </a:lnTo>
                  <a:lnTo>
                    <a:pt x="314829" y="0"/>
                  </a:lnTo>
                  <a:lnTo>
                    <a:pt x="284114" y="0"/>
                  </a:lnTo>
                  <a:lnTo>
                    <a:pt x="227803" y="7702"/>
                  </a:lnTo>
                  <a:lnTo>
                    <a:pt x="171492" y="28243"/>
                  </a:lnTo>
                  <a:lnTo>
                    <a:pt x="99824" y="74460"/>
                  </a:lnTo>
                  <a:lnTo>
                    <a:pt x="58870" y="120677"/>
                  </a:lnTo>
                  <a:lnTo>
                    <a:pt x="28155" y="172029"/>
                  </a:lnTo>
                  <a:lnTo>
                    <a:pt x="7678" y="231084"/>
                  </a:lnTo>
                  <a:lnTo>
                    <a:pt x="0" y="290139"/>
                  </a:lnTo>
                  <a:lnTo>
                    <a:pt x="0" y="318383"/>
                  </a:lnTo>
                  <a:lnTo>
                    <a:pt x="7678" y="374870"/>
                  </a:lnTo>
                  <a:lnTo>
                    <a:pt x="28155" y="431358"/>
                  </a:lnTo>
                  <a:lnTo>
                    <a:pt x="74228" y="503251"/>
                  </a:lnTo>
                  <a:lnTo>
                    <a:pt x="120300" y="544333"/>
                  </a:lnTo>
                  <a:lnTo>
                    <a:pt x="171492" y="575144"/>
                  </a:lnTo>
                  <a:lnTo>
                    <a:pt x="230363" y="595685"/>
                  </a:lnTo>
                  <a:lnTo>
                    <a:pt x="289234" y="603388"/>
                  </a:lnTo>
                  <a:lnTo>
                    <a:pt x="317389" y="603388"/>
                  </a:lnTo>
                  <a:lnTo>
                    <a:pt x="348104" y="600820"/>
                  </a:lnTo>
                  <a:lnTo>
                    <a:pt x="376260" y="595685"/>
                  </a:lnTo>
                  <a:lnTo>
                    <a:pt x="404415" y="587982"/>
                  </a:lnTo>
                  <a:lnTo>
                    <a:pt x="430011" y="575144"/>
                  </a:lnTo>
                  <a:lnTo>
                    <a:pt x="455607" y="562306"/>
                  </a:lnTo>
                  <a:lnTo>
                    <a:pt x="504239" y="528927"/>
                  </a:lnTo>
                  <a:lnTo>
                    <a:pt x="545193" y="485278"/>
                  </a:lnTo>
                  <a:lnTo>
                    <a:pt x="575908" y="431358"/>
                  </a:lnTo>
                  <a:lnTo>
                    <a:pt x="596385" y="372303"/>
                  </a:lnTo>
                  <a:lnTo>
                    <a:pt x="604064" y="313248"/>
                  </a:lnTo>
                  <a:lnTo>
                    <a:pt x="604064" y="285004"/>
                  </a:lnTo>
                  <a:lnTo>
                    <a:pt x="601504" y="256760"/>
                  </a:lnTo>
                  <a:lnTo>
                    <a:pt x="596385" y="225949"/>
                  </a:lnTo>
                  <a:lnTo>
                    <a:pt x="586146" y="200273"/>
                  </a:lnTo>
                  <a:lnTo>
                    <a:pt x="575908" y="172029"/>
                  </a:lnTo>
                  <a:lnTo>
                    <a:pt x="560550" y="146353"/>
                  </a:lnTo>
                  <a:lnTo>
                    <a:pt x="527276" y="100136"/>
                  </a:lnTo>
                  <a:lnTo>
                    <a:pt x="483763" y="59054"/>
                  </a:lnTo>
                  <a:lnTo>
                    <a:pt x="458167" y="43649"/>
                  </a:lnTo>
                  <a:lnTo>
                    <a:pt x="430011" y="28243"/>
                  </a:lnTo>
                  <a:close/>
                </a:path>
              </a:pathLst>
            </a:custGeom>
            <a:ln w="30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628067" y="1568129"/>
              <a:ext cx="59055" cy="203200"/>
            </a:xfrm>
            <a:custGeom>
              <a:avLst/>
              <a:gdLst/>
              <a:ahLst/>
              <a:cxnLst/>
              <a:rect l="l" t="t" r="r" b="b"/>
              <a:pathLst>
                <a:path w="59054" h="203200">
                  <a:moveTo>
                    <a:pt x="2559" y="202841"/>
                  </a:moveTo>
                  <a:lnTo>
                    <a:pt x="0" y="0"/>
                  </a:lnTo>
                  <a:lnTo>
                    <a:pt x="58870" y="7702"/>
                  </a:lnTo>
                  <a:lnTo>
                    <a:pt x="2559" y="202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628066" y="1568129"/>
              <a:ext cx="59055" cy="203200"/>
            </a:xfrm>
            <a:custGeom>
              <a:avLst/>
              <a:gdLst/>
              <a:ahLst/>
              <a:cxnLst/>
              <a:rect l="l" t="t" r="r" b="b"/>
              <a:pathLst>
                <a:path w="59054" h="203200">
                  <a:moveTo>
                    <a:pt x="0" y="0"/>
                  </a:moveTo>
                  <a:lnTo>
                    <a:pt x="58870" y="7702"/>
                  </a:lnTo>
                  <a:lnTo>
                    <a:pt x="2559" y="202841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228770" y="1370423"/>
              <a:ext cx="430530" cy="360045"/>
            </a:xfrm>
            <a:custGeom>
              <a:avLst/>
              <a:gdLst/>
              <a:ahLst/>
              <a:cxnLst/>
              <a:rect l="l" t="t" r="r" b="b"/>
              <a:pathLst>
                <a:path w="430529" h="360044">
                  <a:moveTo>
                    <a:pt x="427452" y="249058"/>
                  </a:moveTo>
                  <a:lnTo>
                    <a:pt x="430011" y="220814"/>
                  </a:lnTo>
                  <a:lnTo>
                    <a:pt x="430011" y="192570"/>
                  </a:lnTo>
                  <a:lnTo>
                    <a:pt x="417213" y="138650"/>
                  </a:lnTo>
                  <a:lnTo>
                    <a:pt x="391617" y="89866"/>
                  </a:lnTo>
                  <a:lnTo>
                    <a:pt x="353223" y="48784"/>
                  </a:lnTo>
                  <a:lnTo>
                    <a:pt x="317389" y="23108"/>
                  </a:lnTo>
                  <a:lnTo>
                    <a:pt x="278995" y="7702"/>
                  </a:lnTo>
                  <a:lnTo>
                    <a:pt x="238042" y="0"/>
                  </a:lnTo>
                  <a:lnTo>
                    <a:pt x="197088" y="0"/>
                  </a:lnTo>
                  <a:lnTo>
                    <a:pt x="156135" y="7702"/>
                  </a:lnTo>
                  <a:lnTo>
                    <a:pt x="117741" y="20540"/>
                  </a:lnTo>
                  <a:lnTo>
                    <a:pt x="81906" y="43649"/>
                  </a:lnTo>
                  <a:lnTo>
                    <a:pt x="51191" y="74460"/>
                  </a:lnTo>
                  <a:lnTo>
                    <a:pt x="28155" y="107839"/>
                  </a:lnTo>
                  <a:lnTo>
                    <a:pt x="2559" y="179732"/>
                  </a:lnTo>
                  <a:lnTo>
                    <a:pt x="0" y="218246"/>
                  </a:lnTo>
                  <a:lnTo>
                    <a:pt x="2559" y="254193"/>
                  </a:lnTo>
                  <a:lnTo>
                    <a:pt x="12797" y="292707"/>
                  </a:lnTo>
                  <a:lnTo>
                    <a:pt x="30715" y="326086"/>
                  </a:lnTo>
                  <a:lnTo>
                    <a:pt x="53751" y="359465"/>
                  </a:lnTo>
                </a:path>
              </a:pathLst>
            </a:custGeom>
            <a:ln w="153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83173" y="3274307"/>
              <a:ext cx="181736" cy="14635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153740" y="3365455"/>
              <a:ext cx="430530" cy="390525"/>
            </a:xfrm>
            <a:custGeom>
              <a:avLst/>
              <a:gdLst/>
              <a:ahLst/>
              <a:cxnLst/>
              <a:rect l="l" t="t" r="r" b="b"/>
              <a:pathLst>
                <a:path w="430529" h="390525">
                  <a:moveTo>
                    <a:pt x="87026" y="0"/>
                  </a:moveTo>
                  <a:lnTo>
                    <a:pt x="66549" y="17973"/>
                  </a:lnTo>
                  <a:lnTo>
                    <a:pt x="48632" y="38514"/>
                  </a:lnTo>
                  <a:lnTo>
                    <a:pt x="30715" y="59054"/>
                  </a:lnTo>
                  <a:lnTo>
                    <a:pt x="17917" y="84731"/>
                  </a:lnTo>
                  <a:lnTo>
                    <a:pt x="7678" y="110407"/>
                  </a:lnTo>
                  <a:lnTo>
                    <a:pt x="2559" y="136083"/>
                  </a:lnTo>
                  <a:lnTo>
                    <a:pt x="0" y="164326"/>
                  </a:lnTo>
                  <a:lnTo>
                    <a:pt x="0" y="192570"/>
                  </a:lnTo>
                  <a:lnTo>
                    <a:pt x="7678" y="236219"/>
                  </a:lnTo>
                  <a:lnTo>
                    <a:pt x="23036" y="274734"/>
                  </a:lnTo>
                  <a:lnTo>
                    <a:pt x="46072" y="310680"/>
                  </a:lnTo>
                  <a:lnTo>
                    <a:pt x="74228" y="338924"/>
                  </a:lnTo>
                  <a:lnTo>
                    <a:pt x="107502" y="364600"/>
                  </a:lnTo>
                  <a:lnTo>
                    <a:pt x="145896" y="380006"/>
                  </a:lnTo>
                  <a:lnTo>
                    <a:pt x="186850" y="390276"/>
                  </a:lnTo>
                  <a:lnTo>
                    <a:pt x="230363" y="390276"/>
                  </a:lnTo>
                  <a:lnTo>
                    <a:pt x="268757" y="382573"/>
                  </a:lnTo>
                  <a:lnTo>
                    <a:pt x="307151" y="369735"/>
                  </a:lnTo>
                  <a:lnTo>
                    <a:pt x="368581" y="326086"/>
                  </a:lnTo>
                  <a:lnTo>
                    <a:pt x="391617" y="295274"/>
                  </a:lnTo>
                  <a:lnTo>
                    <a:pt x="424892" y="225949"/>
                  </a:lnTo>
                  <a:lnTo>
                    <a:pt x="430011" y="187435"/>
                  </a:lnTo>
                </a:path>
              </a:pathLst>
            </a:custGeom>
            <a:ln w="15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7277501" y="1044475"/>
            <a:ext cx="353060" cy="334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 spc="5" b="1">
                <a:latin typeface="Times New Roman"/>
                <a:cs typeface="Times New Roman"/>
              </a:rPr>
              <a:t>0</a:t>
            </a:r>
            <a:r>
              <a:rPr dirty="0" sz="2000">
                <a:latin typeface="Times New Roman"/>
                <a:cs typeface="Times New Roman"/>
              </a:rPr>
              <a:t>/</a:t>
            </a:r>
            <a:r>
              <a:rPr dirty="0" sz="2000" spc="5" b="1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937877" y="2261522"/>
            <a:ext cx="353060" cy="334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 spc="5" b="1">
                <a:latin typeface="Times New Roman"/>
                <a:cs typeface="Times New Roman"/>
              </a:rPr>
              <a:t>1</a:t>
            </a:r>
            <a:r>
              <a:rPr dirty="0" sz="2000">
                <a:latin typeface="Times New Roman"/>
                <a:cs typeface="Times New Roman"/>
              </a:rPr>
              <a:t>/</a:t>
            </a:r>
            <a:r>
              <a:rPr dirty="0" sz="2000" spc="5" b="1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12007" y="2415578"/>
            <a:ext cx="353060" cy="334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 spc="5" b="1">
                <a:latin typeface="Times New Roman"/>
                <a:cs typeface="Times New Roman"/>
              </a:rPr>
              <a:t>0</a:t>
            </a:r>
            <a:r>
              <a:rPr dirty="0" sz="2000">
                <a:latin typeface="Times New Roman"/>
                <a:cs typeface="Times New Roman"/>
              </a:rPr>
              <a:t>/</a:t>
            </a:r>
            <a:r>
              <a:rPr dirty="0" sz="2000" spc="5" b="1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290300" y="3280862"/>
            <a:ext cx="353060" cy="334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 spc="5" b="1">
                <a:latin typeface="Times New Roman"/>
                <a:cs typeface="Times New Roman"/>
              </a:rPr>
              <a:t>1</a:t>
            </a:r>
            <a:r>
              <a:rPr dirty="0" sz="2000">
                <a:latin typeface="Times New Roman"/>
                <a:cs typeface="Times New Roman"/>
              </a:rPr>
              <a:t>/</a:t>
            </a:r>
            <a:r>
              <a:rPr dirty="0" sz="2000" spc="5" b="1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405482" y="2569635"/>
            <a:ext cx="353060" cy="334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 spc="5" b="1">
                <a:latin typeface="Times New Roman"/>
                <a:cs typeface="Times New Roman"/>
              </a:rPr>
              <a:t>0</a:t>
            </a:r>
            <a:r>
              <a:rPr dirty="0" sz="2000">
                <a:latin typeface="Times New Roman"/>
                <a:cs typeface="Times New Roman"/>
              </a:rPr>
              <a:t>/</a:t>
            </a:r>
            <a:r>
              <a:rPr dirty="0" sz="2000" spc="5" b="1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313336" y="1812190"/>
            <a:ext cx="281940" cy="334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 spc="5" b="1">
                <a:latin typeface="Times New Roman"/>
                <a:cs typeface="Times New Roman"/>
              </a:rPr>
              <a:t>00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530101" y="3070318"/>
            <a:ext cx="253365" cy="334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 spc="-120" b="1">
                <a:latin typeface="Times New Roman"/>
                <a:cs typeface="Times New Roman"/>
              </a:rPr>
              <a:t>11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017224" y="3095995"/>
            <a:ext cx="281940" cy="334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 spc="5" b="1">
                <a:latin typeface="Times New Roman"/>
                <a:cs typeface="Times New Roman"/>
              </a:rPr>
              <a:t>01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890771" y="2289813"/>
            <a:ext cx="1774189" cy="478790"/>
            <a:chOff x="3890771" y="2289813"/>
            <a:chExt cx="1774189" cy="478790"/>
          </a:xfrm>
        </p:grpSpPr>
        <p:sp>
          <p:nvSpPr>
            <p:cNvPr id="40" name="object 40"/>
            <p:cNvSpPr/>
            <p:nvPr/>
          </p:nvSpPr>
          <p:spPr>
            <a:xfrm>
              <a:off x="3895724" y="2294766"/>
              <a:ext cx="1764030" cy="468630"/>
            </a:xfrm>
            <a:custGeom>
              <a:avLst/>
              <a:gdLst/>
              <a:ahLst/>
              <a:cxnLst/>
              <a:rect l="l" t="t" r="r" b="b"/>
              <a:pathLst>
                <a:path w="1764029" h="468630">
                  <a:moveTo>
                    <a:pt x="1476502" y="0"/>
                  </a:moveTo>
                  <a:lnTo>
                    <a:pt x="1476502" y="101879"/>
                  </a:lnTo>
                  <a:lnTo>
                    <a:pt x="0" y="101879"/>
                  </a:lnTo>
                  <a:lnTo>
                    <a:pt x="0" y="366737"/>
                  </a:lnTo>
                  <a:lnTo>
                    <a:pt x="1476502" y="366737"/>
                  </a:lnTo>
                  <a:lnTo>
                    <a:pt x="1476502" y="468629"/>
                  </a:lnTo>
                  <a:lnTo>
                    <a:pt x="1764030" y="234314"/>
                  </a:lnTo>
                  <a:lnTo>
                    <a:pt x="1476502" y="0"/>
                  </a:lnTo>
                  <a:close/>
                </a:path>
              </a:pathLst>
            </a:custGeom>
            <a:solidFill>
              <a:srgbClr val="CC3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895724" y="2294766"/>
              <a:ext cx="1764030" cy="468630"/>
            </a:xfrm>
            <a:custGeom>
              <a:avLst/>
              <a:gdLst/>
              <a:ahLst/>
              <a:cxnLst/>
              <a:rect l="l" t="t" r="r" b="b"/>
              <a:pathLst>
                <a:path w="1764029" h="468630">
                  <a:moveTo>
                    <a:pt x="0" y="101879"/>
                  </a:moveTo>
                  <a:lnTo>
                    <a:pt x="1476502" y="101879"/>
                  </a:lnTo>
                  <a:lnTo>
                    <a:pt x="1476502" y="0"/>
                  </a:lnTo>
                  <a:lnTo>
                    <a:pt x="1764030" y="234314"/>
                  </a:lnTo>
                  <a:lnTo>
                    <a:pt x="1476502" y="468629"/>
                  </a:lnTo>
                  <a:lnTo>
                    <a:pt x="1476502" y="366737"/>
                  </a:lnTo>
                  <a:lnTo>
                    <a:pt x="0" y="366737"/>
                  </a:lnTo>
                  <a:lnTo>
                    <a:pt x="0" y="101879"/>
                  </a:lnTo>
                  <a:close/>
                </a:path>
              </a:pathLst>
            </a:custGeom>
            <a:ln w="9905">
              <a:solidFill>
                <a:srgbClr val="CC33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5684080" y="4037302"/>
          <a:ext cx="3079750" cy="2153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1050"/>
                <a:gridCol w="1109980"/>
                <a:gridCol w="1170305"/>
              </a:tblGrid>
              <a:tr h="410845">
                <a:tc rowSpan="2">
                  <a:txBody>
                    <a:bodyPr/>
                    <a:lstStyle/>
                    <a:p>
                      <a:pPr marL="134620">
                        <a:lnSpc>
                          <a:spcPts val="2390"/>
                        </a:lnSpc>
                        <a:spcBef>
                          <a:spcPts val="875"/>
                        </a:spcBef>
                      </a:pPr>
                      <a:r>
                        <a:rPr dirty="0" sz="2000" spc="10" b="1">
                          <a:solidFill>
                            <a:srgbClr val="000099"/>
                          </a:solidFill>
                          <a:latin typeface="新宋体"/>
                          <a:cs typeface="新宋体"/>
                        </a:rPr>
                        <a:t>现态</a:t>
                      </a:r>
                      <a:endParaRPr sz="2000">
                        <a:latin typeface="新宋体"/>
                        <a:cs typeface="新宋体"/>
                      </a:endParaRPr>
                    </a:p>
                    <a:p>
                      <a:pPr marL="121920">
                        <a:lnSpc>
                          <a:spcPts val="2390"/>
                        </a:lnSpc>
                      </a:pPr>
                      <a:r>
                        <a:rPr dirty="0" sz="2000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000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baseline="-21367" sz="1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11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34645">
                        <a:lnSpc>
                          <a:spcPts val="1870"/>
                        </a:lnSpc>
                      </a:pPr>
                      <a:r>
                        <a:rPr dirty="0" baseline="-16666" sz="3000" spc="-7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16666" sz="3000" spc="202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1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n+1</a:t>
                      </a:r>
                      <a:r>
                        <a:rPr dirty="0" sz="1300" spc="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16666" sz="3000" spc="-7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16666" sz="3000" spc="209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1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n+1</a:t>
                      </a:r>
                      <a:r>
                        <a:rPr dirty="0" sz="1300" spc="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16666" sz="3000" spc="-7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／</a:t>
                      </a:r>
                      <a:r>
                        <a:rPr dirty="0" baseline="-16666" sz="3000" spc="-7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endParaRPr baseline="-16666" sz="3000">
                        <a:latin typeface="Times New Roman"/>
                        <a:cs typeface="Times New Roman"/>
                      </a:endParaRPr>
                    </a:p>
                    <a:p>
                      <a:pPr marL="517525">
                        <a:lnSpc>
                          <a:spcPts val="1255"/>
                        </a:lnSpc>
                        <a:tabLst>
                          <a:tab pos="1103630" algn="l"/>
                        </a:tabLst>
                      </a:pPr>
                      <a:r>
                        <a:rPr dirty="0" sz="1300" spc="1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1	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318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111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20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A=0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20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A=1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00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00</a:t>
                      </a:r>
                      <a:r>
                        <a:rPr dirty="0" sz="2000" spc="-1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01</a:t>
                      </a:r>
                      <a:r>
                        <a:rPr dirty="0" sz="2000" spc="-1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/0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01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00</a:t>
                      </a:r>
                      <a:r>
                        <a:rPr dirty="0" sz="2000" spc="-1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2000" spc="-105" b="1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000" spc="-1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/0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2000" spc="-60" b="1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00</a:t>
                      </a:r>
                      <a:r>
                        <a:rPr dirty="0" sz="2000" spc="-1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2000" spc="-105" b="1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000" spc="-1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/0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object 43"/>
          <p:cNvSpPr txBox="1"/>
          <p:nvPr/>
        </p:nvSpPr>
        <p:spPr>
          <a:xfrm>
            <a:off x="275278" y="3635192"/>
            <a:ext cx="5978525" cy="26346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20"/>
              </a:spcBef>
            </a:pPr>
            <a:r>
              <a:rPr dirty="0" sz="2000" spc="5" b="1">
                <a:latin typeface="Times New Roman"/>
                <a:cs typeface="Times New Roman"/>
              </a:rPr>
              <a:t>1</a:t>
            </a:r>
            <a:r>
              <a:rPr dirty="0" sz="2000" spc="5">
                <a:latin typeface="Times New Roman"/>
                <a:cs typeface="Times New Roman"/>
              </a:rPr>
              <a:t>/</a:t>
            </a:r>
            <a:r>
              <a:rPr dirty="0" sz="2000" spc="5" b="1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 marL="399415" marR="2668270" indent="-387350">
              <a:lnSpc>
                <a:spcPct val="142400"/>
              </a:lnSpc>
              <a:spcBef>
                <a:spcPts val="1280"/>
              </a:spcBef>
            </a:pPr>
            <a:r>
              <a:rPr dirty="0" sz="2400" spc="-5" b="1">
                <a:solidFill>
                  <a:srgbClr val="003366"/>
                </a:solidFill>
                <a:latin typeface="新宋体"/>
                <a:cs typeface="新宋体"/>
              </a:rPr>
              <a:t>（</a:t>
            </a:r>
            <a:r>
              <a:rPr dirty="0" sz="2400" b="1">
                <a:solidFill>
                  <a:srgbClr val="003366"/>
                </a:solidFill>
                <a:latin typeface="Times New Roman"/>
                <a:cs typeface="Times New Roman"/>
              </a:rPr>
              <a:t>4</a:t>
            </a:r>
            <a:r>
              <a:rPr dirty="0" sz="2400" spc="-10" b="1">
                <a:solidFill>
                  <a:srgbClr val="003366"/>
                </a:solidFill>
                <a:latin typeface="新宋体"/>
                <a:cs typeface="新宋体"/>
              </a:rPr>
              <a:t>）</a:t>
            </a:r>
            <a:r>
              <a:rPr dirty="0" sz="2400" spc="-595" b="1">
                <a:solidFill>
                  <a:srgbClr val="003366"/>
                </a:solidFill>
                <a:latin typeface="新宋体"/>
                <a:cs typeface="新宋体"/>
              </a:rPr>
              <a:t> </a:t>
            </a:r>
            <a:r>
              <a:rPr dirty="0" sz="2400" spc="-5" b="1">
                <a:solidFill>
                  <a:srgbClr val="003366"/>
                </a:solidFill>
                <a:latin typeface="新宋体"/>
                <a:cs typeface="新宋体"/>
              </a:rPr>
              <a:t>选择触</a:t>
            </a:r>
            <a:r>
              <a:rPr dirty="0" sz="2400" b="1">
                <a:solidFill>
                  <a:srgbClr val="003366"/>
                </a:solidFill>
                <a:latin typeface="新宋体"/>
                <a:cs typeface="新宋体"/>
              </a:rPr>
              <a:t>发器的类型 </a:t>
            </a:r>
            <a:r>
              <a:rPr dirty="0" sz="2400" spc="-5" b="1">
                <a:solidFill>
                  <a:srgbClr val="000099"/>
                </a:solidFill>
                <a:latin typeface="新宋体"/>
                <a:cs typeface="新宋体"/>
              </a:rPr>
              <a:t>触发器个</a:t>
            </a:r>
            <a:r>
              <a:rPr dirty="0" sz="2400" b="1">
                <a:solidFill>
                  <a:srgbClr val="000099"/>
                </a:solidFill>
                <a:latin typeface="新宋体"/>
                <a:cs typeface="新宋体"/>
              </a:rPr>
              <a:t>数</a:t>
            </a:r>
            <a:r>
              <a:rPr dirty="0" sz="2400" spc="-10" b="1">
                <a:solidFill>
                  <a:srgbClr val="000099"/>
                </a:solidFill>
                <a:latin typeface="新宋体"/>
                <a:cs typeface="新宋体"/>
              </a:rPr>
              <a:t>: </a:t>
            </a:r>
            <a:r>
              <a:rPr dirty="0" sz="2400" spc="-5" b="1">
                <a:solidFill>
                  <a:srgbClr val="FF0000"/>
                </a:solidFill>
                <a:latin typeface="新宋体"/>
                <a:cs typeface="新宋体"/>
              </a:rPr>
              <a:t>两个</a:t>
            </a:r>
            <a:r>
              <a:rPr dirty="0" sz="2400" spc="-10" b="1">
                <a:solidFill>
                  <a:srgbClr val="000099"/>
                </a:solidFill>
                <a:latin typeface="新宋体"/>
                <a:cs typeface="新宋体"/>
              </a:rPr>
              <a:t>。</a:t>
            </a:r>
            <a:endParaRPr sz="2400">
              <a:latin typeface="新宋体"/>
              <a:cs typeface="新宋体"/>
            </a:endParaRPr>
          </a:p>
          <a:p>
            <a:pPr marL="399415">
              <a:lnSpc>
                <a:spcPct val="100000"/>
              </a:lnSpc>
              <a:spcBef>
                <a:spcPts val="1440"/>
              </a:spcBef>
            </a:pPr>
            <a:r>
              <a:rPr dirty="0" sz="2400" spc="-5" b="1">
                <a:solidFill>
                  <a:srgbClr val="000099"/>
                </a:solidFill>
                <a:latin typeface="新宋体"/>
                <a:cs typeface="新宋体"/>
              </a:rPr>
              <a:t>类型：采</a:t>
            </a:r>
            <a:r>
              <a:rPr dirty="0" sz="2400" b="1">
                <a:solidFill>
                  <a:srgbClr val="000099"/>
                </a:solidFill>
                <a:latin typeface="新宋体"/>
                <a:cs typeface="新宋体"/>
              </a:rPr>
              <a:t>用</a:t>
            </a:r>
            <a:r>
              <a:rPr dirty="0" sz="2400" spc="-10" b="1">
                <a:solidFill>
                  <a:srgbClr val="000099"/>
                </a:solidFill>
                <a:latin typeface="新宋体"/>
                <a:cs typeface="新宋体"/>
              </a:rPr>
              <a:t>对</a:t>
            </a:r>
            <a:r>
              <a:rPr dirty="0" sz="2400" spc="-570" b="1">
                <a:solidFill>
                  <a:srgbClr val="000099"/>
                </a:solidFill>
                <a:latin typeface="新宋体"/>
                <a:cs typeface="新宋体"/>
              </a:rPr>
              <a:t> </a:t>
            </a:r>
            <a:r>
              <a:rPr dirty="0" sz="2400" b="1" i="1">
                <a:solidFill>
                  <a:srgbClr val="000099"/>
                </a:solidFill>
                <a:latin typeface="Times New Roman"/>
                <a:cs typeface="Times New Roman"/>
              </a:rPr>
              <a:t>CP</a:t>
            </a:r>
            <a:r>
              <a:rPr dirty="0" sz="2400" spc="-10" b="1" i="1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0099"/>
                </a:solidFill>
                <a:latin typeface="新宋体"/>
                <a:cs typeface="新宋体"/>
              </a:rPr>
              <a:t>下降沿敏</a:t>
            </a:r>
            <a:r>
              <a:rPr dirty="0" sz="2400" b="1">
                <a:solidFill>
                  <a:srgbClr val="000099"/>
                </a:solidFill>
                <a:latin typeface="新宋体"/>
                <a:cs typeface="新宋体"/>
              </a:rPr>
              <a:t>感</a:t>
            </a:r>
            <a:r>
              <a:rPr dirty="0" sz="2400" spc="-10" b="1">
                <a:solidFill>
                  <a:srgbClr val="000099"/>
                </a:solidFill>
                <a:latin typeface="新宋体"/>
                <a:cs typeface="新宋体"/>
              </a:rPr>
              <a:t>的</a:t>
            </a:r>
            <a:endParaRPr sz="2400">
              <a:latin typeface="新宋体"/>
              <a:cs typeface="新宋体"/>
            </a:endParaRPr>
          </a:p>
          <a:p>
            <a:pPr marL="1390015">
              <a:lnSpc>
                <a:spcPct val="100000"/>
              </a:lnSpc>
              <a:spcBef>
                <a:spcPts val="144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JK</a:t>
            </a:r>
            <a:r>
              <a:rPr dirty="0" sz="2400" spc="-4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新宋体"/>
                <a:cs typeface="新宋体"/>
              </a:rPr>
              <a:t>触发器</a:t>
            </a:r>
            <a:r>
              <a:rPr dirty="0" sz="2400" spc="-10" b="1">
                <a:solidFill>
                  <a:srgbClr val="000099"/>
                </a:solidFill>
                <a:latin typeface="新宋体"/>
                <a:cs typeface="新宋体"/>
              </a:rPr>
              <a:t>。</a:t>
            </a:r>
            <a:endParaRPr sz="2400">
              <a:latin typeface="新宋体"/>
              <a:cs typeface="新宋体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128528" y="1845561"/>
            <a:ext cx="607060" cy="619125"/>
            <a:chOff x="1128528" y="1845561"/>
            <a:chExt cx="607060" cy="619125"/>
          </a:xfrm>
        </p:grpSpPr>
        <p:sp>
          <p:nvSpPr>
            <p:cNvPr id="45" name="object 45"/>
            <p:cNvSpPr/>
            <p:nvPr/>
          </p:nvSpPr>
          <p:spPr>
            <a:xfrm>
              <a:off x="1147578" y="1864611"/>
              <a:ext cx="568960" cy="581025"/>
            </a:xfrm>
            <a:custGeom>
              <a:avLst/>
              <a:gdLst/>
              <a:ahLst/>
              <a:cxnLst/>
              <a:rect l="l" t="t" r="r" b="b"/>
              <a:pathLst>
                <a:path w="568960" h="581025">
                  <a:moveTo>
                    <a:pt x="285813" y="0"/>
                  </a:moveTo>
                  <a:lnTo>
                    <a:pt x="231825" y="3174"/>
                  </a:lnTo>
                  <a:lnTo>
                    <a:pt x="179425" y="19037"/>
                  </a:lnTo>
                  <a:lnTo>
                    <a:pt x="128612" y="46012"/>
                  </a:lnTo>
                  <a:lnTo>
                    <a:pt x="84150" y="80911"/>
                  </a:lnTo>
                  <a:lnTo>
                    <a:pt x="47625" y="128511"/>
                  </a:lnTo>
                  <a:lnTo>
                    <a:pt x="19050" y="180860"/>
                  </a:lnTo>
                  <a:lnTo>
                    <a:pt x="3175" y="233210"/>
                  </a:lnTo>
                  <a:lnTo>
                    <a:pt x="0" y="288734"/>
                  </a:lnTo>
                  <a:lnTo>
                    <a:pt x="3175" y="344258"/>
                  </a:lnTo>
                  <a:lnTo>
                    <a:pt x="19050" y="399795"/>
                  </a:lnTo>
                  <a:lnTo>
                    <a:pt x="47625" y="450557"/>
                  </a:lnTo>
                  <a:lnTo>
                    <a:pt x="84150" y="496569"/>
                  </a:lnTo>
                  <a:lnTo>
                    <a:pt x="128612" y="531469"/>
                  </a:lnTo>
                  <a:lnTo>
                    <a:pt x="179425" y="558431"/>
                  </a:lnTo>
                  <a:lnTo>
                    <a:pt x="231825" y="574306"/>
                  </a:lnTo>
                  <a:lnTo>
                    <a:pt x="285813" y="580643"/>
                  </a:lnTo>
                  <a:lnTo>
                    <a:pt x="341388" y="574306"/>
                  </a:lnTo>
                  <a:lnTo>
                    <a:pt x="392188" y="558431"/>
                  </a:lnTo>
                  <a:lnTo>
                    <a:pt x="439826" y="531469"/>
                  </a:lnTo>
                  <a:lnTo>
                    <a:pt x="485876" y="496569"/>
                  </a:lnTo>
                  <a:lnTo>
                    <a:pt x="523989" y="450557"/>
                  </a:lnTo>
                  <a:lnTo>
                    <a:pt x="549389" y="399795"/>
                  </a:lnTo>
                  <a:lnTo>
                    <a:pt x="565264" y="344258"/>
                  </a:lnTo>
                  <a:lnTo>
                    <a:pt x="568452" y="288734"/>
                  </a:lnTo>
                  <a:lnTo>
                    <a:pt x="565264" y="233210"/>
                  </a:lnTo>
                  <a:lnTo>
                    <a:pt x="549389" y="180860"/>
                  </a:lnTo>
                  <a:lnTo>
                    <a:pt x="523989" y="128511"/>
                  </a:lnTo>
                  <a:lnTo>
                    <a:pt x="485876" y="80911"/>
                  </a:lnTo>
                  <a:lnTo>
                    <a:pt x="439826" y="46012"/>
                  </a:lnTo>
                  <a:lnTo>
                    <a:pt x="392188" y="19037"/>
                  </a:lnTo>
                  <a:lnTo>
                    <a:pt x="341388" y="3174"/>
                  </a:lnTo>
                  <a:lnTo>
                    <a:pt x="285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147578" y="1864611"/>
              <a:ext cx="568960" cy="581025"/>
            </a:xfrm>
            <a:custGeom>
              <a:avLst/>
              <a:gdLst/>
              <a:ahLst/>
              <a:cxnLst/>
              <a:rect l="l" t="t" r="r" b="b"/>
              <a:pathLst>
                <a:path w="568960" h="581025">
                  <a:moveTo>
                    <a:pt x="84150" y="80911"/>
                  </a:moveTo>
                  <a:lnTo>
                    <a:pt x="47625" y="128511"/>
                  </a:lnTo>
                  <a:lnTo>
                    <a:pt x="19050" y="180860"/>
                  </a:lnTo>
                  <a:lnTo>
                    <a:pt x="3175" y="233210"/>
                  </a:lnTo>
                  <a:lnTo>
                    <a:pt x="0" y="288734"/>
                  </a:lnTo>
                  <a:lnTo>
                    <a:pt x="3175" y="344258"/>
                  </a:lnTo>
                  <a:lnTo>
                    <a:pt x="19050" y="399795"/>
                  </a:lnTo>
                  <a:lnTo>
                    <a:pt x="47625" y="450557"/>
                  </a:lnTo>
                  <a:lnTo>
                    <a:pt x="84150" y="496569"/>
                  </a:lnTo>
                  <a:lnTo>
                    <a:pt x="128612" y="531469"/>
                  </a:lnTo>
                  <a:lnTo>
                    <a:pt x="179425" y="558431"/>
                  </a:lnTo>
                  <a:lnTo>
                    <a:pt x="231825" y="574306"/>
                  </a:lnTo>
                  <a:lnTo>
                    <a:pt x="285813" y="580643"/>
                  </a:lnTo>
                  <a:lnTo>
                    <a:pt x="341388" y="574306"/>
                  </a:lnTo>
                  <a:lnTo>
                    <a:pt x="392188" y="558431"/>
                  </a:lnTo>
                  <a:lnTo>
                    <a:pt x="439826" y="531469"/>
                  </a:lnTo>
                  <a:lnTo>
                    <a:pt x="485876" y="496569"/>
                  </a:lnTo>
                  <a:lnTo>
                    <a:pt x="523989" y="450557"/>
                  </a:lnTo>
                  <a:lnTo>
                    <a:pt x="549389" y="399795"/>
                  </a:lnTo>
                  <a:lnTo>
                    <a:pt x="565264" y="344258"/>
                  </a:lnTo>
                  <a:lnTo>
                    <a:pt x="568452" y="288734"/>
                  </a:lnTo>
                  <a:lnTo>
                    <a:pt x="565264" y="233210"/>
                  </a:lnTo>
                  <a:lnTo>
                    <a:pt x="549389" y="180860"/>
                  </a:lnTo>
                  <a:lnTo>
                    <a:pt x="523989" y="128511"/>
                  </a:lnTo>
                  <a:lnTo>
                    <a:pt x="485876" y="80911"/>
                  </a:lnTo>
                  <a:lnTo>
                    <a:pt x="439826" y="46012"/>
                  </a:lnTo>
                  <a:lnTo>
                    <a:pt x="392188" y="19037"/>
                  </a:lnTo>
                  <a:lnTo>
                    <a:pt x="341388" y="3174"/>
                  </a:lnTo>
                  <a:lnTo>
                    <a:pt x="285813" y="0"/>
                  </a:lnTo>
                  <a:lnTo>
                    <a:pt x="231825" y="3174"/>
                  </a:lnTo>
                  <a:lnTo>
                    <a:pt x="179425" y="19037"/>
                  </a:lnTo>
                  <a:lnTo>
                    <a:pt x="128612" y="46012"/>
                  </a:lnTo>
                  <a:lnTo>
                    <a:pt x="84150" y="8091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1346429" y="1956212"/>
            <a:ext cx="171450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-5" b="1">
                <a:latin typeface="Times New Roman"/>
                <a:cs typeface="Times New Roman"/>
              </a:rPr>
              <a:t>a</a:t>
            </a:r>
            <a:endParaRPr sz="230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547372" y="1845561"/>
            <a:ext cx="607060" cy="619125"/>
            <a:chOff x="2547372" y="1845561"/>
            <a:chExt cx="607060" cy="619125"/>
          </a:xfrm>
        </p:grpSpPr>
        <p:sp>
          <p:nvSpPr>
            <p:cNvPr id="49" name="object 49"/>
            <p:cNvSpPr/>
            <p:nvPr/>
          </p:nvSpPr>
          <p:spPr>
            <a:xfrm>
              <a:off x="2566422" y="1864611"/>
              <a:ext cx="568960" cy="581025"/>
            </a:xfrm>
            <a:custGeom>
              <a:avLst/>
              <a:gdLst/>
              <a:ahLst/>
              <a:cxnLst/>
              <a:rect l="l" t="t" r="r" b="b"/>
              <a:pathLst>
                <a:path w="568960" h="581025">
                  <a:moveTo>
                    <a:pt x="285813" y="0"/>
                  </a:moveTo>
                  <a:lnTo>
                    <a:pt x="231825" y="3174"/>
                  </a:lnTo>
                  <a:lnTo>
                    <a:pt x="179425" y="19037"/>
                  </a:lnTo>
                  <a:lnTo>
                    <a:pt x="128612" y="46012"/>
                  </a:lnTo>
                  <a:lnTo>
                    <a:pt x="84150" y="80911"/>
                  </a:lnTo>
                  <a:lnTo>
                    <a:pt x="47625" y="128511"/>
                  </a:lnTo>
                  <a:lnTo>
                    <a:pt x="19050" y="180860"/>
                  </a:lnTo>
                  <a:lnTo>
                    <a:pt x="3175" y="233210"/>
                  </a:lnTo>
                  <a:lnTo>
                    <a:pt x="0" y="288734"/>
                  </a:lnTo>
                  <a:lnTo>
                    <a:pt x="3175" y="344258"/>
                  </a:lnTo>
                  <a:lnTo>
                    <a:pt x="19050" y="399795"/>
                  </a:lnTo>
                  <a:lnTo>
                    <a:pt x="47625" y="450557"/>
                  </a:lnTo>
                  <a:lnTo>
                    <a:pt x="84150" y="496569"/>
                  </a:lnTo>
                  <a:lnTo>
                    <a:pt x="128612" y="531469"/>
                  </a:lnTo>
                  <a:lnTo>
                    <a:pt x="179425" y="558431"/>
                  </a:lnTo>
                  <a:lnTo>
                    <a:pt x="231825" y="574306"/>
                  </a:lnTo>
                  <a:lnTo>
                    <a:pt x="285813" y="580643"/>
                  </a:lnTo>
                  <a:lnTo>
                    <a:pt x="341388" y="574306"/>
                  </a:lnTo>
                  <a:lnTo>
                    <a:pt x="392188" y="558431"/>
                  </a:lnTo>
                  <a:lnTo>
                    <a:pt x="439826" y="531469"/>
                  </a:lnTo>
                  <a:lnTo>
                    <a:pt x="485876" y="496569"/>
                  </a:lnTo>
                  <a:lnTo>
                    <a:pt x="523989" y="450557"/>
                  </a:lnTo>
                  <a:lnTo>
                    <a:pt x="549389" y="399795"/>
                  </a:lnTo>
                  <a:lnTo>
                    <a:pt x="565264" y="344258"/>
                  </a:lnTo>
                  <a:lnTo>
                    <a:pt x="568452" y="288734"/>
                  </a:lnTo>
                  <a:lnTo>
                    <a:pt x="565264" y="233210"/>
                  </a:lnTo>
                  <a:lnTo>
                    <a:pt x="549389" y="180860"/>
                  </a:lnTo>
                  <a:lnTo>
                    <a:pt x="523989" y="128511"/>
                  </a:lnTo>
                  <a:lnTo>
                    <a:pt x="485876" y="80911"/>
                  </a:lnTo>
                  <a:lnTo>
                    <a:pt x="439826" y="46012"/>
                  </a:lnTo>
                  <a:lnTo>
                    <a:pt x="392188" y="19037"/>
                  </a:lnTo>
                  <a:lnTo>
                    <a:pt x="341388" y="3174"/>
                  </a:lnTo>
                  <a:lnTo>
                    <a:pt x="285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566422" y="1864611"/>
              <a:ext cx="568960" cy="581025"/>
            </a:xfrm>
            <a:custGeom>
              <a:avLst/>
              <a:gdLst/>
              <a:ahLst/>
              <a:cxnLst/>
              <a:rect l="l" t="t" r="r" b="b"/>
              <a:pathLst>
                <a:path w="568960" h="581025">
                  <a:moveTo>
                    <a:pt x="84150" y="80911"/>
                  </a:moveTo>
                  <a:lnTo>
                    <a:pt x="47625" y="128511"/>
                  </a:lnTo>
                  <a:lnTo>
                    <a:pt x="19050" y="180860"/>
                  </a:lnTo>
                  <a:lnTo>
                    <a:pt x="3175" y="233210"/>
                  </a:lnTo>
                  <a:lnTo>
                    <a:pt x="0" y="288734"/>
                  </a:lnTo>
                  <a:lnTo>
                    <a:pt x="3175" y="344258"/>
                  </a:lnTo>
                  <a:lnTo>
                    <a:pt x="19050" y="399795"/>
                  </a:lnTo>
                  <a:lnTo>
                    <a:pt x="47625" y="450557"/>
                  </a:lnTo>
                  <a:lnTo>
                    <a:pt x="84150" y="496569"/>
                  </a:lnTo>
                  <a:lnTo>
                    <a:pt x="128612" y="531469"/>
                  </a:lnTo>
                  <a:lnTo>
                    <a:pt x="179425" y="558431"/>
                  </a:lnTo>
                  <a:lnTo>
                    <a:pt x="231825" y="574306"/>
                  </a:lnTo>
                  <a:lnTo>
                    <a:pt x="285813" y="580643"/>
                  </a:lnTo>
                  <a:lnTo>
                    <a:pt x="341388" y="574306"/>
                  </a:lnTo>
                  <a:lnTo>
                    <a:pt x="392188" y="558431"/>
                  </a:lnTo>
                  <a:lnTo>
                    <a:pt x="439826" y="531469"/>
                  </a:lnTo>
                  <a:lnTo>
                    <a:pt x="485876" y="496569"/>
                  </a:lnTo>
                  <a:lnTo>
                    <a:pt x="523989" y="450557"/>
                  </a:lnTo>
                  <a:lnTo>
                    <a:pt x="549389" y="399795"/>
                  </a:lnTo>
                  <a:lnTo>
                    <a:pt x="565264" y="344258"/>
                  </a:lnTo>
                  <a:lnTo>
                    <a:pt x="568452" y="288734"/>
                  </a:lnTo>
                  <a:lnTo>
                    <a:pt x="565264" y="233210"/>
                  </a:lnTo>
                  <a:lnTo>
                    <a:pt x="549389" y="180860"/>
                  </a:lnTo>
                  <a:lnTo>
                    <a:pt x="523989" y="128511"/>
                  </a:lnTo>
                  <a:lnTo>
                    <a:pt x="485876" y="80911"/>
                  </a:lnTo>
                  <a:lnTo>
                    <a:pt x="439826" y="46012"/>
                  </a:lnTo>
                  <a:lnTo>
                    <a:pt x="392188" y="19037"/>
                  </a:lnTo>
                  <a:lnTo>
                    <a:pt x="341388" y="3174"/>
                  </a:lnTo>
                  <a:lnTo>
                    <a:pt x="285813" y="0"/>
                  </a:lnTo>
                  <a:lnTo>
                    <a:pt x="231825" y="3174"/>
                  </a:lnTo>
                  <a:lnTo>
                    <a:pt x="179425" y="19037"/>
                  </a:lnTo>
                  <a:lnTo>
                    <a:pt x="128612" y="46012"/>
                  </a:lnTo>
                  <a:lnTo>
                    <a:pt x="84150" y="8091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2757272" y="1956212"/>
            <a:ext cx="187960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-5" b="1">
                <a:latin typeface="Times New Roman"/>
                <a:cs typeface="Times New Roman"/>
              </a:rPr>
              <a:t>b</a:t>
            </a:r>
            <a:endParaRPr sz="2300">
              <a:latin typeface="Times New Roman"/>
              <a:cs typeface="Times New Roman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2547372" y="3252213"/>
            <a:ext cx="607060" cy="619125"/>
            <a:chOff x="2547372" y="3252213"/>
            <a:chExt cx="607060" cy="619125"/>
          </a:xfrm>
        </p:grpSpPr>
        <p:sp>
          <p:nvSpPr>
            <p:cNvPr id="53" name="object 53"/>
            <p:cNvSpPr/>
            <p:nvPr/>
          </p:nvSpPr>
          <p:spPr>
            <a:xfrm>
              <a:off x="2566422" y="3271263"/>
              <a:ext cx="568960" cy="581025"/>
            </a:xfrm>
            <a:custGeom>
              <a:avLst/>
              <a:gdLst/>
              <a:ahLst/>
              <a:cxnLst/>
              <a:rect l="l" t="t" r="r" b="b"/>
              <a:pathLst>
                <a:path w="568960" h="581025">
                  <a:moveTo>
                    <a:pt x="285813" y="0"/>
                  </a:moveTo>
                  <a:lnTo>
                    <a:pt x="231825" y="3174"/>
                  </a:lnTo>
                  <a:lnTo>
                    <a:pt x="179425" y="19037"/>
                  </a:lnTo>
                  <a:lnTo>
                    <a:pt x="128612" y="46012"/>
                  </a:lnTo>
                  <a:lnTo>
                    <a:pt x="84150" y="80911"/>
                  </a:lnTo>
                  <a:lnTo>
                    <a:pt x="47625" y="128511"/>
                  </a:lnTo>
                  <a:lnTo>
                    <a:pt x="19050" y="180860"/>
                  </a:lnTo>
                  <a:lnTo>
                    <a:pt x="3175" y="233210"/>
                  </a:lnTo>
                  <a:lnTo>
                    <a:pt x="0" y="288734"/>
                  </a:lnTo>
                  <a:lnTo>
                    <a:pt x="3175" y="344258"/>
                  </a:lnTo>
                  <a:lnTo>
                    <a:pt x="19050" y="399795"/>
                  </a:lnTo>
                  <a:lnTo>
                    <a:pt x="47625" y="450557"/>
                  </a:lnTo>
                  <a:lnTo>
                    <a:pt x="84150" y="496569"/>
                  </a:lnTo>
                  <a:lnTo>
                    <a:pt x="128612" y="531469"/>
                  </a:lnTo>
                  <a:lnTo>
                    <a:pt x="179425" y="558431"/>
                  </a:lnTo>
                  <a:lnTo>
                    <a:pt x="231825" y="574306"/>
                  </a:lnTo>
                  <a:lnTo>
                    <a:pt x="285813" y="580643"/>
                  </a:lnTo>
                  <a:lnTo>
                    <a:pt x="341388" y="574306"/>
                  </a:lnTo>
                  <a:lnTo>
                    <a:pt x="392188" y="558431"/>
                  </a:lnTo>
                  <a:lnTo>
                    <a:pt x="439826" y="531469"/>
                  </a:lnTo>
                  <a:lnTo>
                    <a:pt x="485876" y="496569"/>
                  </a:lnTo>
                  <a:lnTo>
                    <a:pt x="523989" y="450557"/>
                  </a:lnTo>
                  <a:lnTo>
                    <a:pt x="549389" y="399795"/>
                  </a:lnTo>
                  <a:lnTo>
                    <a:pt x="565264" y="344258"/>
                  </a:lnTo>
                  <a:lnTo>
                    <a:pt x="568452" y="288734"/>
                  </a:lnTo>
                  <a:lnTo>
                    <a:pt x="565264" y="233210"/>
                  </a:lnTo>
                  <a:lnTo>
                    <a:pt x="549389" y="180860"/>
                  </a:lnTo>
                  <a:lnTo>
                    <a:pt x="523989" y="128511"/>
                  </a:lnTo>
                  <a:lnTo>
                    <a:pt x="485876" y="80911"/>
                  </a:lnTo>
                  <a:lnTo>
                    <a:pt x="439826" y="46012"/>
                  </a:lnTo>
                  <a:lnTo>
                    <a:pt x="392188" y="19037"/>
                  </a:lnTo>
                  <a:lnTo>
                    <a:pt x="341388" y="3174"/>
                  </a:lnTo>
                  <a:lnTo>
                    <a:pt x="285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566422" y="3271263"/>
              <a:ext cx="568960" cy="581025"/>
            </a:xfrm>
            <a:custGeom>
              <a:avLst/>
              <a:gdLst/>
              <a:ahLst/>
              <a:cxnLst/>
              <a:rect l="l" t="t" r="r" b="b"/>
              <a:pathLst>
                <a:path w="568960" h="581025">
                  <a:moveTo>
                    <a:pt x="84150" y="80911"/>
                  </a:moveTo>
                  <a:lnTo>
                    <a:pt x="47625" y="128511"/>
                  </a:lnTo>
                  <a:lnTo>
                    <a:pt x="19050" y="180860"/>
                  </a:lnTo>
                  <a:lnTo>
                    <a:pt x="3175" y="233210"/>
                  </a:lnTo>
                  <a:lnTo>
                    <a:pt x="0" y="288734"/>
                  </a:lnTo>
                  <a:lnTo>
                    <a:pt x="3175" y="344258"/>
                  </a:lnTo>
                  <a:lnTo>
                    <a:pt x="19050" y="399795"/>
                  </a:lnTo>
                  <a:lnTo>
                    <a:pt x="47625" y="450557"/>
                  </a:lnTo>
                  <a:lnTo>
                    <a:pt x="84150" y="496569"/>
                  </a:lnTo>
                  <a:lnTo>
                    <a:pt x="128612" y="531469"/>
                  </a:lnTo>
                  <a:lnTo>
                    <a:pt x="179425" y="558431"/>
                  </a:lnTo>
                  <a:lnTo>
                    <a:pt x="231825" y="574306"/>
                  </a:lnTo>
                  <a:lnTo>
                    <a:pt x="285813" y="580643"/>
                  </a:lnTo>
                  <a:lnTo>
                    <a:pt x="341388" y="574306"/>
                  </a:lnTo>
                  <a:lnTo>
                    <a:pt x="392188" y="558431"/>
                  </a:lnTo>
                  <a:lnTo>
                    <a:pt x="439826" y="531469"/>
                  </a:lnTo>
                  <a:lnTo>
                    <a:pt x="485876" y="496569"/>
                  </a:lnTo>
                  <a:lnTo>
                    <a:pt x="523989" y="450557"/>
                  </a:lnTo>
                  <a:lnTo>
                    <a:pt x="549389" y="399795"/>
                  </a:lnTo>
                  <a:lnTo>
                    <a:pt x="565264" y="344258"/>
                  </a:lnTo>
                  <a:lnTo>
                    <a:pt x="568452" y="288734"/>
                  </a:lnTo>
                  <a:lnTo>
                    <a:pt x="565264" y="233210"/>
                  </a:lnTo>
                  <a:lnTo>
                    <a:pt x="549389" y="180860"/>
                  </a:lnTo>
                  <a:lnTo>
                    <a:pt x="523989" y="128511"/>
                  </a:lnTo>
                  <a:lnTo>
                    <a:pt x="485876" y="80911"/>
                  </a:lnTo>
                  <a:lnTo>
                    <a:pt x="439826" y="46012"/>
                  </a:lnTo>
                  <a:lnTo>
                    <a:pt x="392188" y="19037"/>
                  </a:lnTo>
                  <a:lnTo>
                    <a:pt x="341388" y="3174"/>
                  </a:lnTo>
                  <a:lnTo>
                    <a:pt x="285813" y="0"/>
                  </a:lnTo>
                  <a:lnTo>
                    <a:pt x="231825" y="3174"/>
                  </a:lnTo>
                  <a:lnTo>
                    <a:pt x="179425" y="19037"/>
                  </a:lnTo>
                  <a:lnTo>
                    <a:pt x="128612" y="46012"/>
                  </a:lnTo>
                  <a:lnTo>
                    <a:pt x="84150" y="8091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2774036" y="3362737"/>
            <a:ext cx="154940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-5" b="1">
                <a:latin typeface="Times New Roman"/>
                <a:cs typeface="Times New Roman"/>
              </a:rPr>
              <a:t>c</a:t>
            </a:r>
            <a:endParaRPr sz="2300">
              <a:latin typeface="Times New Roman"/>
              <a:cs typeface="Times New Roman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892205" y="1867645"/>
            <a:ext cx="328295" cy="473709"/>
            <a:chOff x="892205" y="1867645"/>
            <a:chExt cx="328295" cy="473709"/>
          </a:xfrm>
        </p:grpSpPr>
        <p:sp>
          <p:nvSpPr>
            <p:cNvPr id="57" name="object 57"/>
            <p:cNvSpPr/>
            <p:nvPr/>
          </p:nvSpPr>
          <p:spPr>
            <a:xfrm>
              <a:off x="911255" y="1908460"/>
              <a:ext cx="269875" cy="414020"/>
            </a:xfrm>
            <a:custGeom>
              <a:avLst/>
              <a:gdLst/>
              <a:ahLst/>
              <a:cxnLst/>
              <a:rect l="l" t="t" r="r" b="b"/>
              <a:pathLst>
                <a:path w="269875" h="414019">
                  <a:moveTo>
                    <a:pt x="218401" y="1270"/>
                  </a:moveTo>
                  <a:lnTo>
                    <a:pt x="158673" y="4445"/>
                  </a:lnTo>
                  <a:lnTo>
                    <a:pt x="109054" y="21539"/>
                  </a:lnTo>
                  <a:lnTo>
                    <a:pt x="75742" y="43980"/>
                  </a:lnTo>
                  <a:lnTo>
                    <a:pt x="47205" y="71704"/>
                  </a:lnTo>
                  <a:lnTo>
                    <a:pt x="26911" y="105359"/>
                  </a:lnTo>
                  <a:lnTo>
                    <a:pt x="8991" y="141643"/>
                  </a:lnTo>
                  <a:lnTo>
                    <a:pt x="0" y="180403"/>
                  </a:lnTo>
                  <a:lnTo>
                    <a:pt x="609" y="218135"/>
                  </a:lnTo>
                  <a:lnTo>
                    <a:pt x="8191" y="257213"/>
                  </a:lnTo>
                  <a:lnTo>
                    <a:pt x="22733" y="297662"/>
                  </a:lnTo>
                  <a:lnTo>
                    <a:pt x="65925" y="358152"/>
                  </a:lnTo>
                  <a:lnTo>
                    <a:pt x="128231" y="398487"/>
                  </a:lnTo>
                  <a:lnTo>
                    <a:pt x="198335" y="413588"/>
                  </a:lnTo>
                  <a:lnTo>
                    <a:pt x="236067" y="412978"/>
                  </a:lnTo>
                  <a:lnTo>
                    <a:pt x="269722" y="403618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099961" y="1867645"/>
              <a:ext cx="120650" cy="73025"/>
            </a:xfrm>
            <a:custGeom>
              <a:avLst/>
              <a:gdLst/>
              <a:ahLst/>
              <a:cxnLst/>
              <a:rect l="l" t="t" r="r" b="b"/>
              <a:pathLst>
                <a:path w="120650" h="73025">
                  <a:moveTo>
                    <a:pt x="23088" y="0"/>
                  </a:moveTo>
                  <a:lnTo>
                    <a:pt x="0" y="72618"/>
                  </a:lnTo>
                  <a:lnTo>
                    <a:pt x="120472" y="70942"/>
                  </a:lnTo>
                  <a:lnTo>
                    <a:pt x="230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526740" y="1925986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0/0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1712976" y="2117986"/>
            <a:ext cx="826769" cy="76200"/>
            <a:chOff x="1712976" y="2117986"/>
            <a:chExt cx="826769" cy="76200"/>
          </a:xfrm>
        </p:grpSpPr>
        <p:sp>
          <p:nvSpPr>
            <p:cNvPr id="61" name="object 61"/>
            <p:cNvSpPr/>
            <p:nvPr/>
          </p:nvSpPr>
          <p:spPr>
            <a:xfrm>
              <a:off x="1732026" y="2154935"/>
              <a:ext cx="693420" cy="1905"/>
            </a:xfrm>
            <a:custGeom>
              <a:avLst/>
              <a:gdLst/>
              <a:ahLst/>
              <a:cxnLst/>
              <a:rect l="l" t="t" r="r" b="b"/>
              <a:pathLst>
                <a:path w="693419" h="1905">
                  <a:moveTo>
                    <a:pt x="0" y="0"/>
                  </a:moveTo>
                  <a:lnTo>
                    <a:pt x="693420" y="130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2349169" y="2117986"/>
              <a:ext cx="191135" cy="76200"/>
            </a:xfrm>
            <a:custGeom>
              <a:avLst/>
              <a:gdLst/>
              <a:ahLst/>
              <a:cxnLst/>
              <a:rect l="l" t="t" r="r" b="b"/>
              <a:pathLst>
                <a:path w="191135" h="76200">
                  <a:moveTo>
                    <a:pt x="152" y="0"/>
                  </a:moveTo>
                  <a:lnTo>
                    <a:pt x="76276" y="38252"/>
                  </a:lnTo>
                  <a:lnTo>
                    <a:pt x="0" y="76200"/>
                  </a:lnTo>
                  <a:lnTo>
                    <a:pt x="190576" y="38468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/>
          <p:cNvSpPr txBox="1"/>
          <p:nvPr/>
        </p:nvSpPr>
        <p:spPr>
          <a:xfrm>
            <a:off x="1858652" y="1829149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1/0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1626864" y="1703701"/>
            <a:ext cx="1038860" cy="224154"/>
            <a:chOff x="1626864" y="1703701"/>
            <a:chExt cx="1038860" cy="224154"/>
          </a:xfrm>
        </p:grpSpPr>
        <p:sp>
          <p:nvSpPr>
            <p:cNvPr id="65" name="object 65"/>
            <p:cNvSpPr/>
            <p:nvPr/>
          </p:nvSpPr>
          <p:spPr>
            <a:xfrm>
              <a:off x="1653870" y="1718306"/>
              <a:ext cx="997585" cy="180975"/>
            </a:xfrm>
            <a:custGeom>
              <a:avLst/>
              <a:gdLst/>
              <a:ahLst/>
              <a:cxnLst/>
              <a:rect l="l" t="t" r="r" b="b"/>
              <a:pathLst>
                <a:path w="997585" h="180975">
                  <a:moveTo>
                    <a:pt x="997127" y="180390"/>
                  </a:moveTo>
                  <a:lnTo>
                    <a:pt x="964804" y="131106"/>
                  </a:lnTo>
                  <a:lnTo>
                    <a:pt x="906161" y="87643"/>
                  </a:lnTo>
                  <a:lnTo>
                    <a:pt x="868206" y="68531"/>
                  </a:lnTo>
                  <a:lnTo>
                    <a:pt x="825157" y="51400"/>
                  </a:lnTo>
                  <a:lnTo>
                    <a:pt x="777506" y="36423"/>
                  </a:lnTo>
                  <a:lnTo>
                    <a:pt x="725750" y="23778"/>
                  </a:lnTo>
                  <a:lnTo>
                    <a:pt x="670383" y="13637"/>
                  </a:lnTo>
                  <a:lnTo>
                    <a:pt x="611900" y="6177"/>
                  </a:lnTo>
                  <a:lnTo>
                    <a:pt x="550796" y="1573"/>
                  </a:lnTo>
                  <a:lnTo>
                    <a:pt x="487565" y="0"/>
                  </a:lnTo>
                  <a:lnTo>
                    <a:pt x="426709" y="1450"/>
                  </a:lnTo>
                  <a:lnTo>
                    <a:pt x="367951" y="5690"/>
                  </a:lnTo>
                  <a:lnTo>
                    <a:pt x="311693" y="12558"/>
                  </a:lnTo>
                  <a:lnTo>
                    <a:pt x="258338" y="21888"/>
                  </a:lnTo>
                  <a:lnTo>
                    <a:pt x="208290" y="33517"/>
                  </a:lnTo>
                  <a:lnTo>
                    <a:pt x="161952" y="47281"/>
                  </a:lnTo>
                  <a:lnTo>
                    <a:pt x="119725" y="63015"/>
                  </a:lnTo>
                  <a:lnTo>
                    <a:pt x="82014" y="80556"/>
                  </a:lnTo>
                  <a:lnTo>
                    <a:pt x="21748" y="120402"/>
                  </a:lnTo>
                  <a:lnTo>
                    <a:pt x="0" y="142379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626864" y="1836459"/>
              <a:ext cx="59690" cy="91440"/>
            </a:xfrm>
            <a:custGeom>
              <a:avLst/>
              <a:gdLst/>
              <a:ahLst/>
              <a:cxnLst/>
              <a:rect l="l" t="t" r="r" b="b"/>
              <a:pathLst>
                <a:path w="59689" h="91439">
                  <a:moveTo>
                    <a:pt x="5537" y="0"/>
                  </a:moveTo>
                  <a:lnTo>
                    <a:pt x="0" y="91401"/>
                  </a:lnTo>
                  <a:lnTo>
                    <a:pt x="59270" y="21602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 txBox="1"/>
          <p:nvPr/>
        </p:nvSpPr>
        <p:spPr>
          <a:xfrm>
            <a:off x="2182502" y="1419574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0/0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2803771" y="2437638"/>
            <a:ext cx="76200" cy="826769"/>
            <a:chOff x="2803771" y="2437638"/>
            <a:chExt cx="76200" cy="826769"/>
          </a:xfrm>
        </p:grpSpPr>
        <p:sp>
          <p:nvSpPr>
            <p:cNvPr id="69" name="object 69"/>
            <p:cNvSpPr/>
            <p:nvPr/>
          </p:nvSpPr>
          <p:spPr>
            <a:xfrm>
              <a:off x="2841713" y="2456688"/>
              <a:ext cx="1905" cy="693420"/>
            </a:xfrm>
            <a:custGeom>
              <a:avLst/>
              <a:gdLst/>
              <a:ahLst/>
              <a:cxnLst/>
              <a:rect l="l" t="t" r="r" b="b"/>
              <a:pathLst>
                <a:path w="1905" h="693419">
                  <a:moveTo>
                    <a:pt x="1308" y="0"/>
                  </a:moveTo>
                  <a:lnTo>
                    <a:pt x="0" y="69342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2803771" y="3073831"/>
              <a:ext cx="76200" cy="191135"/>
            </a:xfrm>
            <a:custGeom>
              <a:avLst/>
              <a:gdLst/>
              <a:ahLst/>
              <a:cxnLst/>
              <a:rect l="l" t="t" r="r" b="b"/>
              <a:pathLst>
                <a:path w="76200" h="191135">
                  <a:moveTo>
                    <a:pt x="0" y="0"/>
                  </a:moveTo>
                  <a:lnTo>
                    <a:pt x="37731" y="190576"/>
                  </a:lnTo>
                  <a:lnTo>
                    <a:pt x="76200" y="152"/>
                  </a:lnTo>
                  <a:lnTo>
                    <a:pt x="37947" y="76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2888940" y="2645124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1/0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3032414" y="3393547"/>
            <a:ext cx="360680" cy="467995"/>
            <a:chOff x="3032414" y="3393547"/>
            <a:chExt cx="360680" cy="467995"/>
          </a:xfrm>
        </p:grpSpPr>
        <p:sp>
          <p:nvSpPr>
            <p:cNvPr id="73" name="object 73"/>
            <p:cNvSpPr/>
            <p:nvPr/>
          </p:nvSpPr>
          <p:spPr>
            <a:xfrm>
              <a:off x="3117312" y="3412597"/>
              <a:ext cx="256540" cy="412750"/>
            </a:xfrm>
            <a:custGeom>
              <a:avLst/>
              <a:gdLst/>
              <a:ahLst/>
              <a:cxnLst/>
              <a:rect l="l" t="t" r="r" b="b"/>
              <a:pathLst>
                <a:path w="256539" h="412750">
                  <a:moveTo>
                    <a:pt x="22351" y="2666"/>
                  </a:moveTo>
                  <a:lnTo>
                    <a:pt x="72910" y="0"/>
                  </a:lnTo>
                  <a:lnTo>
                    <a:pt x="125336" y="12941"/>
                  </a:lnTo>
                  <a:lnTo>
                    <a:pt x="171157" y="36842"/>
                  </a:lnTo>
                  <a:lnTo>
                    <a:pt x="210375" y="71716"/>
                  </a:lnTo>
                  <a:lnTo>
                    <a:pt x="232486" y="105244"/>
                  </a:lnTo>
                  <a:lnTo>
                    <a:pt x="248170" y="141808"/>
                  </a:lnTo>
                  <a:lnTo>
                    <a:pt x="253961" y="180682"/>
                  </a:lnTo>
                  <a:lnTo>
                    <a:pt x="256539" y="221081"/>
                  </a:lnTo>
                  <a:lnTo>
                    <a:pt x="249923" y="260311"/>
                  </a:lnTo>
                  <a:lnTo>
                    <a:pt x="212826" y="328066"/>
                  </a:lnTo>
                  <a:lnTo>
                    <a:pt x="183832" y="359803"/>
                  </a:lnTo>
                  <a:lnTo>
                    <a:pt x="120700" y="399021"/>
                  </a:lnTo>
                  <a:lnTo>
                    <a:pt x="47675" y="412292"/>
                  </a:lnTo>
                  <a:lnTo>
                    <a:pt x="13436" y="409600"/>
                  </a:lnTo>
                  <a:lnTo>
                    <a:pt x="0" y="40577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032414" y="3775196"/>
              <a:ext cx="119380" cy="86360"/>
            </a:xfrm>
            <a:custGeom>
              <a:avLst/>
              <a:gdLst/>
              <a:ahLst/>
              <a:cxnLst/>
              <a:rect l="l" t="t" r="r" b="b"/>
              <a:pathLst>
                <a:path w="119380" h="86360">
                  <a:moveTo>
                    <a:pt x="0" y="0"/>
                  </a:moveTo>
                  <a:lnTo>
                    <a:pt x="84607" y="85763"/>
                  </a:lnTo>
                  <a:lnTo>
                    <a:pt x="119151" y="178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/>
          <p:cNvSpPr txBox="1"/>
          <p:nvPr/>
        </p:nvSpPr>
        <p:spPr>
          <a:xfrm>
            <a:off x="3385827" y="3327749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1/0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1626864" y="2427738"/>
            <a:ext cx="1043305" cy="927735"/>
            <a:chOff x="1626864" y="2427738"/>
            <a:chExt cx="1043305" cy="927735"/>
          </a:xfrm>
        </p:grpSpPr>
        <p:sp>
          <p:nvSpPr>
            <p:cNvPr id="77" name="object 77"/>
            <p:cNvSpPr/>
            <p:nvPr/>
          </p:nvSpPr>
          <p:spPr>
            <a:xfrm>
              <a:off x="1712382" y="2503573"/>
              <a:ext cx="939165" cy="832485"/>
            </a:xfrm>
            <a:custGeom>
              <a:avLst/>
              <a:gdLst/>
              <a:ahLst/>
              <a:cxnLst/>
              <a:rect l="l" t="t" r="r" b="b"/>
              <a:pathLst>
                <a:path w="939164" h="832485">
                  <a:moveTo>
                    <a:pt x="0" y="0"/>
                  </a:moveTo>
                  <a:lnTo>
                    <a:pt x="938618" y="83245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1626864" y="2427738"/>
              <a:ext cx="168275" cy="154940"/>
            </a:xfrm>
            <a:custGeom>
              <a:avLst/>
              <a:gdLst/>
              <a:ahLst/>
              <a:cxnLst/>
              <a:rect l="l" t="t" r="r" b="b"/>
              <a:pathLst>
                <a:path w="168275" h="154939">
                  <a:moveTo>
                    <a:pt x="0" y="0"/>
                  </a:moveTo>
                  <a:lnTo>
                    <a:pt x="117259" y="154901"/>
                  </a:lnTo>
                  <a:lnTo>
                    <a:pt x="85521" y="75831"/>
                  </a:lnTo>
                  <a:lnTo>
                    <a:pt x="167817" y="978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/>
          <p:cNvSpPr txBox="1"/>
          <p:nvPr/>
        </p:nvSpPr>
        <p:spPr>
          <a:xfrm>
            <a:off x="1918977" y="2964211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0/1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zoom dir="in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3043555"/>
          </a:xfrm>
          <a:custGeom>
            <a:avLst/>
            <a:gdLst/>
            <a:ahLst/>
            <a:cxnLst/>
            <a:rect l="l" t="t" r="r" b="b"/>
            <a:pathLst>
              <a:path w="9144000" h="3043555">
                <a:moveTo>
                  <a:pt x="0" y="3043428"/>
                </a:moveTo>
                <a:lnTo>
                  <a:pt x="9144000" y="3043428"/>
                </a:lnTo>
                <a:lnTo>
                  <a:pt x="9144000" y="0"/>
                </a:lnTo>
                <a:lnTo>
                  <a:pt x="0" y="0"/>
                </a:lnTo>
                <a:lnTo>
                  <a:pt x="0" y="3043428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3102165"/>
            <a:ext cx="9144000" cy="3756025"/>
          </a:xfrm>
          <a:custGeom>
            <a:avLst/>
            <a:gdLst/>
            <a:ahLst/>
            <a:cxnLst/>
            <a:rect l="l" t="t" r="r" b="b"/>
            <a:pathLst>
              <a:path w="9144000" h="3756025">
                <a:moveTo>
                  <a:pt x="0" y="3755834"/>
                </a:moveTo>
                <a:lnTo>
                  <a:pt x="9144000" y="3755834"/>
                </a:lnTo>
                <a:lnTo>
                  <a:pt x="9144000" y="0"/>
                </a:lnTo>
                <a:lnTo>
                  <a:pt x="0" y="0"/>
                </a:lnTo>
                <a:lnTo>
                  <a:pt x="0" y="3755834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0" y="3102165"/>
            <a:ext cx="250825" cy="3756025"/>
            <a:chOff x="0" y="3102165"/>
            <a:chExt cx="250825" cy="3756025"/>
          </a:xfrm>
        </p:grpSpPr>
        <p:sp>
          <p:nvSpPr>
            <p:cNvPr id="5" name="object 5"/>
            <p:cNvSpPr/>
            <p:nvPr/>
          </p:nvSpPr>
          <p:spPr>
            <a:xfrm>
              <a:off x="0" y="4292345"/>
              <a:ext cx="250825" cy="2566035"/>
            </a:xfrm>
            <a:custGeom>
              <a:avLst/>
              <a:gdLst/>
              <a:ahLst/>
              <a:cxnLst/>
              <a:rect l="l" t="t" r="r" b="b"/>
              <a:pathLst>
                <a:path w="250825" h="2566034">
                  <a:moveTo>
                    <a:pt x="0" y="2565654"/>
                  </a:moveTo>
                  <a:lnTo>
                    <a:pt x="250697" y="2565654"/>
                  </a:lnTo>
                  <a:lnTo>
                    <a:pt x="250697" y="0"/>
                  </a:lnTo>
                  <a:lnTo>
                    <a:pt x="0" y="0"/>
                  </a:lnTo>
                  <a:lnTo>
                    <a:pt x="0" y="2565654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102165"/>
              <a:ext cx="250825" cy="1190625"/>
            </a:xfrm>
            <a:custGeom>
              <a:avLst/>
              <a:gdLst/>
              <a:ahLst/>
              <a:cxnLst/>
              <a:rect l="l" t="t" r="r" b="b"/>
              <a:pathLst>
                <a:path w="250825" h="1190625">
                  <a:moveTo>
                    <a:pt x="0" y="1190180"/>
                  </a:moveTo>
                  <a:lnTo>
                    <a:pt x="250697" y="1190180"/>
                  </a:lnTo>
                  <a:lnTo>
                    <a:pt x="250697" y="0"/>
                  </a:lnTo>
                  <a:lnTo>
                    <a:pt x="0" y="0"/>
                  </a:lnTo>
                  <a:lnTo>
                    <a:pt x="0" y="1190180"/>
                  </a:lnTo>
                  <a:close/>
                </a:path>
              </a:pathLst>
            </a:custGeom>
            <a:solidFill>
              <a:srgbClr val="6666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0" y="0"/>
            <a:ext cx="250825" cy="3043555"/>
          </a:xfrm>
          <a:custGeom>
            <a:avLst/>
            <a:gdLst/>
            <a:ahLst/>
            <a:cxnLst/>
            <a:rect l="l" t="t" r="r" b="b"/>
            <a:pathLst>
              <a:path w="250825" h="3043555">
                <a:moveTo>
                  <a:pt x="0" y="3043428"/>
                </a:moveTo>
                <a:lnTo>
                  <a:pt x="250697" y="3043428"/>
                </a:lnTo>
                <a:lnTo>
                  <a:pt x="250697" y="0"/>
                </a:lnTo>
                <a:lnTo>
                  <a:pt x="0" y="0"/>
                </a:lnTo>
                <a:lnTo>
                  <a:pt x="0" y="3043428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0252" y="786002"/>
            <a:ext cx="8219440" cy="1905"/>
          </a:xfrm>
          <a:custGeom>
            <a:avLst/>
            <a:gdLst/>
            <a:ahLst/>
            <a:cxnLst/>
            <a:rect l="l" t="t" r="r" b="b"/>
            <a:pathLst>
              <a:path w="8219440" h="1904">
                <a:moveTo>
                  <a:pt x="0" y="0"/>
                </a:moveTo>
                <a:lnTo>
                  <a:pt x="8218932" y="1524"/>
                </a:lnTo>
              </a:path>
            </a:pathLst>
          </a:custGeom>
          <a:ln w="101346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574" y="333756"/>
            <a:ext cx="230504" cy="2710180"/>
          </a:xfrm>
          <a:custGeom>
            <a:avLst/>
            <a:gdLst/>
            <a:ahLst/>
            <a:cxnLst/>
            <a:rect l="l" t="t" r="r" b="b"/>
            <a:pathLst>
              <a:path w="230504" h="2710180">
                <a:moveTo>
                  <a:pt x="0" y="2709672"/>
                </a:moveTo>
                <a:lnTo>
                  <a:pt x="230124" y="2709672"/>
                </a:lnTo>
                <a:lnTo>
                  <a:pt x="230124" y="0"/>
                </a:lnTo>
                <a:lnTo>
                  <a:pt x="0" y="0"/>
                </a:lnTo>
                <a:lnTo>
                  <a:pt x="0" y="2709672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574" y="3102165"/>
            <a:ext cx="230504" cy="759460"/>
          </a:xfrm>
          <a:custGeom>
            <a:avLst/>
            <a:gdLst/>
            <a:ahLst/>
            <a:cxnLst/>
            <a:rect l="l" t="t" r="r" b="b"/>
            <a:pathLst>
              <a:path w="230504" h="759460">
                <a:moveTo>
                  <a:pt x="0" y="758888"/>
                </a:moveTo>
                <a:lnTo>
                  <a:pt x="230124" y="758888"/>
                </a:lnTo>
                <a:lnTo>
                  <a:pt x="230124" y="0"/>
                </a:lnTo>
                <a:lnTo>
                  <a:pt x="0" y="0"/>
                </a:lnTo>
                <a:lnTo>
                  <a:pt x="0" y="758888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843151" y="3572255"/>
            <a:ext cx="5443855" cy="2471420"/>
            <a:chOff x="1843151" y="3572255"/>
            <a:chExt cx="5443855" cy="2471420"/>
          </a:xfrm>
        </p:grpSpPr>
        <p:sp>
          <p:nvSpPr>
            <p:cNvPr id="15" name="object 15"/>
            <p:cNvSpPr/>
            <p:nvPr/>
          </p:nvSpPr>
          <p:spPr>
            <a:xfrm>
              <a:off x="1857756" y="3714755"/>
              <a:ext cx="1143000" cy="2072005"/>
            </a:xfrm>
            <a:custGeom>
              <a:avLst/>
              <a:gdLst/>
              <a:ahLst/>
              <a:cxnLst/>
              <a:rect l="l" t="t" r="r" b="b"/>
              <a:pathLst>
                <a:path w="1143000" h="2072004">
                  <a:moveTo>
                    <a:pt x="0" y="190500"/>
                  </a:moveTo>
                  <a:lnTo>
                    <a:pt x="5031" y="146821"/>
                  </a:lnTo>
                  <a:lnTo>
                    <a:pt x="19363" y="106724"/>
                  </a:lnTo>
                  <a:lnTo>
                    <a:pt x="41851" y="71353"/>
                  </a:lnTo>
                  <a:lnTo>
                    <a:pt x="71353" y="41851"/>
                  </a:lnTo>
                  <a:lnTo>
                    <a:pt x="106724" y="19363"/>
                  </a:lnTo>
                  <a:lnTo>
                    <a:pt x="146821" y="5031"/>
                  </a:lnTo>
                  <a:lnTo>
                    <a:pt x="190500" y="0"/>
                  </a:lnTo>
                  <a:lnTo>
                    <a:pt x="952500" y="0"/>
                  </a:lnTo>
                  <a:lnTo>
                    <a:pt x="996178" y="5031"/>
                  </a:lnTo>
                  <a:lnTo>
                    <a:pt x="1036275" y="19363"/>
                  </a:lnTo>
                  <a:lnTo>
                    <a:pt x="1071646" y="41851"/>
                  </a:lnTo>
                  <a:lnTo>
                    <a:pt x="1101148" y="71353"/>
                  </a:lnTo>
                  <a:lnTo>
                    <a:pt x="1123636" y="106724"/>
                  </a:lnTo>
                  <a:lnTo>
                    <a:pt x="1137968" y="146821"/>
                  </a:lnTo>
                  <a:lnTo>
                    <a:pt x="1143000" y="190500"/>
                  </a:lnTo>
                  <a:lnTo>
                    <a:pt x="1143000" y="1881365"/>
                  </a:lnTo>
                  <a:lnTo>
                    <a:pt x="1137968" y="1925048"/>
                  </a:lnTo>
                  <a:lnTo>
                    <a:pt x="1123636" y="1965148"/>
                  </a:lnTo>
                  <a:lnTo>
                    <a:pt x="1101148" y="2000522"/>
                  </a:lnTo>
                  <a:lnTo>
                    <a:pt x="1071646" y="2030025"/>
                  </a:lnTo>
                  <a:lnTo>
                    <a:pt x="1036275" y="2052514"/>
                  </a:lnTo>
                  <a:lnTo>
                    <a:pt x="996178" y="2066846"/>
                  </a:lnTo>
                  <a:lnTo>
                    <a:pt x="952500" y="2071877"/>
                  </a:lnTo>
                  <a:lnTo>
                    <a:pt x="190500" y="2071877"/>
                  </a:lnTo>
                  <a:lnTo>
                    <a:pt x="146821" y="2066846"/>
                  </a:lnTo>
                  <a:lnTo>
                    <a:pt x="106724" y="2052514"/>
                  </a:lnTo>
                  <a:lnTo>
                    <a:pt x="71353" y="2030025"/>
                  </a:lnTo>
                  <a:lnTo>
                    <a:pt x="41851" y="2000522"/>
                  </a:lnTo>
                  <a:lnTo>
                    <a:pt x="19363" y="1965148"/>
                  </a:lnTo>
                  <a:lnTo>
                    <a:pt x="5031" y="1925048"/>
                  </a:lnTo>
                  <a:lnTo>
                    <a:pt x="0" y="1881365"/>
                  </a:lnTo>
                  <a:lnTo>
                    <a:pt x="0" y="190500"/>
                  </a:lnTo>
                  <a:close/>
                </a:path>
              </a:pathLst>
            </a:custGeom>
            <a:ln w="28956">
              <a:solidFill>
                <a:srgbClr val="CC3399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214622" y="3643125"/>
              <a:ext cx="1072515" cy="2286000"/>
            </a:xfrm>
            <a:custGeom>
              <a:avLst/>
              <a:gdLst/>
              <a:ahLst/>
              <a:cxnLst/>
              <a:rect l="l" t="t" r="r" b="b"/>
              <a:pathLst>
                <a:path w="1072514" h="2286000">
                  <a:moveTo>
                    <a:pt x="0" y="178688"/>
                  </a:moveTo>
                  <a:lnTo>
                    <a:pt x="6382" y="131184"/>
                  </a:lnTo>
                  <a:lnTo>
                    <a:pt x="24395" y="88499"/>
                  </a:lnTo>
                  <a:lnTo>
                    <a:pt x="52335" y="52335"/>
                  </a:lnTo>
                  <a:lnTo>
                    <a:pt x="88499" y="24395"/>
                  </a:lnTo>
                  <a:lnTo>
                    <a:pt x="131184" y="6382"/>
                  </a:lnTo>
                  <a:lnTo>
                    <a:pt x="178689" y="0"/>
                  </a:lnTo>
                  <a:lnTo>
                    <a:pt x="893444" y="0"/>
                  </a:lnTo>
                  <a:lnTo>
                    <a:pt x="940949" y="6382"/>
                  </a:lnTo>
                  <a:lnTo>
                    <a:pt x="983634" y="24395"/>
                  </a:lnTo>
                  <a:lnTo>
                    <a:pt x="1019798" y="52335"/>
                  </a:lnTo>
                  <a:lnTo>
                    <a:pt x="1047738" y="88499"/>
                  </a:lnTo>
                  <a:lnTo>
                    <a:pt x="1065751" y="131184"/>
                  </a:lnTo>
                  <a:lnTo>
                    <a:pt x="1072134" y="178688"/>
                  </a:lnTo>
                  <a:lnTo>
                    <a:pt x="1072134" y="2107298"/>
                  </a:lnTo>
                  <a:lnTo>
                    <a:pt x="1065751" y="2154803"/>
                  </a:lnTo>
                  <a:lnTo>
                    <a:pt x="1047738" y="2197491"/>
                  </a:lnTo>
                  <a:lnTo>
                    <a:pt x="1019798" y="2233658"/>
                  </a:lnTo>
                  <a:lnTo>
                    <a:pt x="983634" y="2261601"/>
                  </a:lnTo>
                  <a:lnTo>
                    <a:pt x="940949" y="2279616"/>
                  </a:lnTo>
                  <a:lnTo>
                    <a:pt x="893444" y="2286000"/>
                  </a:lnTo>
                  <a:lnTo>
                    <a:pt x="178689" y="2286000"/>
                  </a:lnTo>
                  <a:lnTo>
                    <a:pt x="131184" y="2279616"/>
                  </a:lnTo>
                  <a:lnTo>
                    <a:pt x="88499" y="2261601"/>
                  </a:lnTo>
                  <a:lnTo>
                    <a:pt x="52335" y="2233658"/>
                  </a:lnTo>
                  <a:lnTo>
                    <a:pt x="24395" y="2197491"/>
                  </a:lnTo>
                  <a:lnTo>
                    <a:pt x="6382" y="2154803"/>
                  </a:lnTo>
                  <a:lnTo>
                    <a:pt x="0" y="2107298"/>
                  </a:lnTo>
                  <a:lnTo>
                    <a:pt x="0" y="178688"/>
                  </a:lnTo>
                  <a:close/>
                </a:path>
              </a:pathLst>
            </a:custGeom>
            <a:ln w="28956">
              <a:solidFill>
                <a:srgbClr val="CC3399"/>
              </a:solidFill>
              <a:prstDash val="lgDash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173224" y="3572255"/>
              <a:ext cx="5114290" cy="2471420"/>
            </a:xfrm>
            <a:custGeom>
              <a:avLst/>
              <a:gdLst/>
              <a:ahLst/>
              <a:cxnLst/>
              <a:rect l="l" t="t" r="r" b="b"/>
              <a:pathLst>
                <a:path w="5114290" h="2471420">
                  <a:moveTo>
                    <a:pt x="5113782" y="0"/>
                  </a:moveTo>
                  <a:lnTo>
                    <a:pt x="0" y="0"/>
                  </a:lnTo>
                  <a:lnTo>
                    <a:pt x="0" y="2471166"/>
                  </a:lnTo>
                  <a:lnTo>
                    <a:pt x="5113782" y="2471166"/>
                  </a:lnTo>
                  <a:lnTo>
                    <a:pt x="5113782" y="0"/>
                  </a:lnTo>
                  <a:close/>
                </a:path>
              </a:pathLst>
            </a:custGeom>
            <a:solidFill>
              <a:srgbClr val="FFFFFF">
                <a:alpha val="3097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914269" y="3881584"/>
              <a:ext cx="2499360" cy="323850"/>
            </a:xfrm>
            <a:custGeom>
              <a:avLst/>
              <a:gdLst/>
              <a:ahLst/>
              <a:cxnLst/>
              <a:rect l="l" t="t" r="r" b="b"/>
              <a:pathLst>
                <a:path w="2499360" h="323850">
                  <a:moveTo>
                    <a:pt x="0" y="0"/>
                  </a:moveTo>
                  <a:lnTo>
                    <a:pt x="1582012" y="0"/>
                  </a:lnTo>
                </a:path>
                <a:path w="2499360" h="323850">
                  <a:moveTo>
                    <a:pt x="2049680" y="232866"/>
                  </a:moveTo>
                  <a:lnTo>
                    <a:pt x="2499006" y="232866"/>
                  </a:lnTo>
                </a:path>
                <a:path w="2499360" h="323850">
                  <a:moveTo>
                    <a:pt x="0" y="323232"/>
                  </a:moveTo>
                  <a:lnTo>
                    <a:pt x="261539" y="323232"/>
                  </a:lnTo>
                </a:path>
                <a:path w="2499360" h="323850">
                  <a:moveTo>
                    <a:pt x="1169365" y="323232"/>
                  </a:moveTo>
                  <a:lnTo>
                    <a:pt x="1673711" y="323232"/>
                  </a:lnTo>
                </a:path>
              </a:pathLst>
            </a:custGeom>
            <a:ln w="20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285372" y="5803602"/>
              <a:ext cx="2271395" cy="0"/>
            </a:xfrm>
            <a:custGeom>
              <a:avLst/>
              <a:gdLst/>
              <a:ahLst/>
              <a:cxnLst/>
              <a:rect l="l" t="t" r="r" b="b"/>
              <a:pathLst>
                <a:path w="2271395" h="0">
                  <a:moveTo>
                    <a:pt x="2271093" y="0"/>
                  </a:moveTo>
                  <a:lnTo>
                    <a:pt x="0" y="0"/>
                  </a:lnTo>
                </a:path>
              </a:pathLst>
            </a:custGeom>
            <a:ln w="20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516729" y="5445613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4" h="0">
                  <a:moveTo>
                    <a:pt x="287325" y="0"/>
                  </a:moveTo>
                  <a:lnTo>
                    <a:pt x="0" y="0"/>
                  </a:lnTo>
                </a:path>
              </a:pathLst>
            </a:custGeom>
            <a:ln w="20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107611" y="4653172"/>
              <a:ext cx="306070" cy="441959"/>
            </a:xfrm>
            <a:custGeom>
              <a:avLst/>
              <a:gdLst/>
              <a:ahLst/>
              <a:cxnLst/>
              <a:rect l="l" t="t" r="r" b="b"/>
              <a:pathLst>
                <a:path w="306070" h="441960">
                  <a:moveTo>
                    <a:pt x="110039" y="441403"/>
                  </a:moveTo>
                  <a:lnTo>
                    <a:pt x="305664" y="441403"/>
                  </a:lnTo>
                </a:path>
                <a:path w="306070" h="441960">
                  <a:moveTo>
                    <a:pt x="0" y="0"/>
                  </a:moveTo>
                  <a:lnTo>
                    <a:pt x="305664" y="0"/>
                  </a:lnTo>
                </a:path>
              </a:pathLst>
            </a:custGeom>
            <a:ln w="20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928217" y="5515126"/>
              <a:ext cx="2185670" cy="0"/>
            </a:xfrm>
            <a:custGeom>
              <a:avLst/>
              <a:gdLst/>
              <a:ahLst/>
              <a:cxnLst/>
              <a:rect l="l" t="t" r="r" b="b"/>
              <a:pathLst>
                <a:path w="2185670" h="0">
                  <a:moveTo>
                    <a:pt x="0" y="0"/>
                  </a:moveTo>
                  <a:lnTo>
                    <a:pt x="2185507" y="0"/>
                  </a:lnTo>
                </a:path>
              </a:pathLst>
            </a:custGeom>
            <a:ln w="20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928217" y="4653172"/>
              <a:ext cx="0" cy="845185"/>
            </a:xfrm>
            <a:custGeom>
              <a:avLst/>
              <a:gdLst/>
              <a:ahLst/>
              <a:cxnLst/>
              <a:rect l="l" t="t" r="r" b="b"/>
              <a:pathLst>
                <a:path w="0" h="845185">
                  <a:moveTo>
                    <a:pt x="0" y="844575"/>
                  </a:moveTo>
                  <a:lnTo>
                    <a:pt x="0" y="0"/>
                  </a:lnTo>
                </a:path>
              </a:pathLst>
            </a:custGeom>
            <a:ln w="183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914269" y="4653172"/>
              <a:ext cx="261620" cy="441959"/>
            </a:xfrm>
            <a:custGeom>
              <a:avLst/>
              <a:gdLst/>
              <a:ahLst/>
              <a:cxnLst/>
              <a:rect l="l" t="t" r="r" b="b"/>
              <a:pathLst>
                <a:path w="261619" h="441960">
                  <a:moveTo>
                    <a:pt x="0" y="0"/>
                  </a:moveTo>
                  <a:lnTo>
                    <a:pt x="261539" y="0"/>
                  </a:lnTo>
                </a:path>
                <a:path w="261619" h="441960">
                  <a:moveTo>
                    <a:pt x="0" y="441403"/>
                  </a:moveTo>
                  <a:lnTo>
                    <a:pt x="261539" y="441403"/>
                  </a:lnTo>
                </a:path>
              </a:pathLst>
            </a:custGeom>
            <a:ln w="20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175808" y="4010183"/>
              <a:ext cx="908050" cy="1379855"/>
            </a:xfrm>
            <a:custGeom>
              <a:avLst/>
              <a:gdLst/>
              <a:ahLst/>
              <a:cxnLst/>
              <a:rect l="l" t="t" r="r" b="b"/>
              <a:pathLst>
                <a:path w="908050" h="1379854">
                  <a:moveTo>
                    <a:pt x="907826" y="1379821"/>
                  </a:moveTo>
                  <a:lnTo>
                    <a:pt x="0" y="1379821"/>
                  </a:lnTo>
                  <a:lnTo>
                    <a:pt x="0" y="0"/>
                  </a:lnTo>
                  <a:lnTo>
                    <a:pt x="907826" y="0"/>
                  </a:lnTo>
                  <a:lnTo>
                    <a:pt x="907826" y="13798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175806" y="4010181"/>
              <a:ext cx="908050" cy="1379855"/>
            </a:xfrm>
            <a:custGeom>
              <a:avLst/>
              <a:gdLst/>
              <a:ahLst/>
              <a:cxnLst/>
              <a:rect l="l" t="t" r="r" b="b"/>
              <a:pathLst>
                <a:path w="908050" h="1379854">
                  <a:moveTo>
                    <a:pt x="0" y="0"/>
                  </a:moveTo>
                  <a:lnTo>
                    <a:pt x="0" y="1379821"/>
                  </a:lnTo>
                  <a:lnTo>
                    <a:pt x="907826" y="1379821"/>
                  </a:lnTo>
                  <a:lnTo>
                    <a:pt x="907826" y="0"/>
                  </a:lnTo>
                  <a:lnTo>
                    <a:pt x="0" y="0"/>
                  </a:lnTo>
                  <a:close/>
                </a:path>
              </a:pathLst>
            </a:custGeom>
            <a:ln w="413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7882" y="4605170"/>
              <a:ext cx="83728" cy="9600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76681" y="5018949"/>
              <a:ext cx="136168" cy="151251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-28194" y="323850"/>
            <a:ext cx="9201150" cy="2778760"/>
            <a:chOff x="-28194" y="323850"/>
            <a:chExt cx="9201150" cy="2778760"/>
          </a:xfrm>
        </p:grpSpPr>
        <p:sp>
          <p:nvSpPr>
            <p:cNvPr id="30" name="object 30"/>
            <p:cNvSpPr/>
            <p:nvPr/>
          </p:nvSpPr>
          <p:spPr>
            <a:xfrm>
              <a:off x="380" y="3072002"/>
              <a:ext cx="9144000" cy="1905"/>
            </a:xfrm>
            <a:custGeom>
              <a:avLst/>
              <a:gdLst/>
              <a:ahLst/>
              <a:cxnLst/>
              <a:rect l="l" t="t" r="r" b="b"/>
              <a:pathLst>
                <a:path w="9144000" h="1905">
                  <a:moveTo>
                    <a:pt x="9144000" y="1587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57758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57758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9872" y="323850"/>
              <a:ext cx="5215127" cy="246354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69951" y="434720"/>
              <a:ext cx="2631440" cy="2353310"/>
            </a:xfrm>
            <a:custGeom>
              <a:avLst/>
              <a:gdLst/>
              <a:ahLst/>
              <a:cxnLst/>
              <a:rect l="l" t="t" r="r" b="b"/>
              <a:pathLst>
                <a:path w="2631440" h="2353310">
                  <a:moveTo>
                    <a:pt x="2631186" y="0"/>
                  </a:moveTo>
                  <a:lnTo>
                    <a:pt x="0" y="0"/>
                  </a:lnTo>
                  <a:lnTo>
                    <a:pt x="0" y="2353055"/>
                  </a:lnTo>
                  <a:lnTo>
                    <a:pt x="2631186" y="2353055"/>
                  </a:lnTo>
                  <a:lnTo>
                    <a:pt x="263118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69951" y="434720"/>
              <a:ext cx="2631440" cy="2353310"/>
            </a:xfrm>
            <a:custGeom>
              <a:avLst/>
              <a:gdLst/>
              <a:ahLst/>
              <a:cxnLst/>
              <a:rect l="l" t="t" r="r" b="b"/>
              <a:pathLst>
                <a:path w="2631440" h="2353310">
                  <a:moveTo>
                    <a:pt x="0" y="0"/>
                  </a:moveTo>
                  <a:lnTo>
                    <a:pt x="2631186" y="0"/>
                  </a:lnTo>
                  <a:lnTo>
                    <a:pt x="2631186" y="2353055"/>
                  </a:lnTo>
                  <a:lnTo>
                    <a:pt x="0" y="2353055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609975" y="962025"/>
              <a:ext cx="2049780" cy="1503045"/>
            </a:xfrm>
            <a:custGeom>
              <a:avLst/>
              <a:gdLst/>
              <a:ahLst/>
              <a:cxnLst/>
              <a:rect l="l" t="t" r="r" b="b"/>
              <a:pathLst>
                <a:path w="2049779" h="1503045">
                  <a:moveTo>
                    <a:pt x="2049779" y="0"/>
                  </a:moveTo>
                  <a:lnTo>
                    <a:pt x="0" y="0"/>
                  </a:lnTo>
                  <a:lnTo>
                    <a:pt x="0" y="1502664"/>
                  </a:lnTo>
                  <a:lnTo>
                    <a:pt x="2049779" y="1502664"/>
                  </a:lnTo>
                  <a:lnTo>
                    <a:pt x="2049779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609975" y="962025"/>
              <a:ext cx="2049780" cy="1503045"/>
            </a:xfrm>
            <a:custGeom>
              <a:avLst/>
              <a:gdLst/>
              <a:ahLst/>
              <a:cxnLst/>
              <a:rect l="l" t="t" r="r" b="b"/>
              <a:pathLst>
                <a:path w="2049779" h="1503045">
                  <a:moveTo>
                    <a:pt x="0" y="0"/>
                  </a:moveTo>
                  <a:lnTo>
                    <a:pt x="2049779" y="0"/>
                  </a:lnTo>
                  <a:lnTo>
                    <a:pt x="2049779" y="1502664"/>
                  </a:lnTo>
                  <a:lnTo>
                    <a:pt x="0" y="1502664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584836" y="3387534"/>
            <a:ext cx="7137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宋体"/>
                <a:cs typeface="宋体"/>
              </a:rPr>
              <a:t>例如：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218126" y="4077421"/>
            <a:ext cx="219710" cy="2882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85" b="1">
                <a:latin typeface="Times New Roman"/>
                <a:cs typeface="Times New Roman"/>
              </a:rPr>
              <a:t>1</a:t>
            </a:r>
            <a:r>
              <a:rPr dirty="0" sz="1700" spc="-95" b="1">
                <a:latin typeface="Times New Roman"/>
                <a:cs typeface="Times New Roman"/>
              </a:rPr>
              <a:t>J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107139" y="4459739"/>
            <a:ext cx="447675" cy="338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0840" sz="3075" spc="-277" b="1">
                <a:latin typeface="宋体"/>
                <a:cs typeface="宋体"/>
              </a:rPr>
              <a:t>＞</a:t>
            </a:r>
            <a:r>
              <a:rPr dirty="0" sz="1700" spc="-185" b="1">
                <a:latin typeface="Times New Roman"/>
                <a:cs typeface="Times New Roman"/>
              </a:rPr>
              <a:t>C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218126" y="4967179"/>
            <a:ext cx="274955" cy="2882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110" b="1">
                <a:latin typeface="Times New Roman"/>
                <a:cs typeface="Times New Roman"/>
              </a:rPr>
              <a:t>1K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392322" y="3989226"/>
            <a:ext cx="1135380" cy="1466215"/>
            <a:chOff x="5392322" y="3989226"/>
            <a:chExt cx="1135380" cy="1466215"/>
          </a:xfrm>
        </p:grpSpPr>
        <p:sp>
          <p:nvSpPr>
            <p:cNvPr id="43" name="object 43"/>
            <p:cNvSpPr/>
            <p:nvPr/>
          </p:nvSpPr>
          <p:spPr>
            <a:xfrm>
              <a:off x="5413275" y="4010183"/>
              <a:ext cx="911225" cy="1379855"/>
            </a:xfrm>
            <a:custGeom>
              <a:avLst/>
              <a:gdLst/>
              <a:ahLst/>
              <a:cxnLst/>
              <a:rect l="l" t="t" r="r" b="b"/>
              <a:pathLst>
                <a:path w="911225" h="1379854">
                  <a:moveTo>
                    <a:pt x="910882" y="1379821"/>
                  </a:moveTo>
                  <a:lnTo>
                    <a:pt x="0" y="1379821"/>
                  </a:lnTo>
                  <a:lnTo>
                    <a:pt x="0" y="0"/>
                  </a:lnTo>
                  <a:lnTo>
                    <a:pt x="910882" y="0"/>
                  </a:lnTo>
                  <a:lnTo>
                    <a:pt x="910882" y="13798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413277" y="4010181"/>
              <a:ext cx="911225" cy="1379855"/>
            </a:xfrm>
            <a:custGeom>
              <a:avLst/>
              <a:gdLst/>
              <a:ahLst/>
              <a:cxnLst/>
              <a:rect l="l" t="t" r="r" b="b"/>
              <a:pathLst>
                <a:path w="911225" h="1379854">
                  <a:moveTo>
                    <a:pt x="0" y="0"/>
                  </a:moveTo>
                  <a:lnTo>
                    <a:pt x="0" y="1379821"/>
                  </a:lnTo>
                  <a:lnTo>
                    <a:pt x="910882" y="1379821"/>
                  </a:lnTo>
                  <a:lnTo>
                    <a:pt x="910882" y="0"/>
                  </a:lnTo>
                  <a:lnTo>
                    <a:pt x="0" y="0"/>
                  </a:lnTo>
                  <a:close/>
                </a:path>
              </a:pathLst>
            </a:custGeom>
            <a:ln w="413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318046" y="4204817"/>
              <a:ext cx="198755" cy="0"/>
            </a:xfrm>
            <a:custGeom>
              <a:avLst/>
              <a:gdLst/>
              <a:ahLst/>
              <a:cxnLst/>
              <a:rect l="l" t="t" r="r" b="b"/>
              <a:pathLst>
                <a:path w="198754" h="0">
                  <a:moveTo>
                    <a:pt x="0" y="0"/>
                  </a:moveTo>
                  <a:lnTo>
                    <a:pt x="198682" y="0"/>
                  </a:lnTo>
                </a:path>
              </a:pathLst>
            </a:custGeom>
            <a:ln w="20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516729" y="4204817"/>
              <a:ext cx="0" cy="1241425"/>
            </a:xfrm>
            <a:custGeom>
              <a:avLst/>
              <a:gdLst/>
              <a:ahLst/>
              <a:cxnLst/>
              <a:rect l="l" t="t" r="r" b="b"/>
              <a:pathLst>
                <a:path w="0" h="1241425">
                  <a:moveTo>
                    <a:pt x="0" y="1240796"/>
                  </a:moveTo>
                  <a:lnTo>
                    <a:pt x="0" y="0"/>
                  </a:lnTo>
                </a:path>
              </a:pathLst>
            </a:custGeom>
            <a:ln w="183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5455597" y="4035713"/>
            <a:ext cx="219710" cy="2882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85" b="1">
                <a:latin typeface="Times New Roman"/>
                <a:cs typeface="Times New Roman"/>
              </a:rPr>
              <a:t>1</a:t>
            </a:r>
            <a:r>
              <a:rPr dirty="0" sz="1700" spc="-95" b="1">
                <a:latin typeface="Times New Roman"/>
                <a:cs typeface="Times New Roman"/>
              </a:rPr>
              <a:t>J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335441" y="4459739"/>
            <a:ext cx="460375" cy="338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6775" sz="3075" spc="-202" b="1">
                <a:latin typeface="宋体"/>
                <a:cs typeface="宋体"/>
              </a:rPr>
              <a:t>＞</a:t>
            </a:r>
            <a:r>
              <a:rPr dirty="0" sz="1700" spc="-135" b="1">
                <a:latin typeface="Times New Roman"/>
                <a:cs typeface="Times New Roman"/>
              </a:rPr>
              <a:t>C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455597" y="4967179"/>
            <a:ext cx="274955" cy="2882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110" b="1">
                <a:latin typeface="Times New Roman"/>
                <a:cs typeface="Times New Roman"/>
              </a:rPr>
              <a:t>1K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293230" y="4584496"/>
            <a:ext cx="1995170" cy="1021080"/>
            <a:chOff x="5293230" y="4584496"/>
            <a:chExt cx="1995170" cy="1021080"/>
          </a:xfrm>
        </p:grpSpPr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93230" y="4584496"/>
              <a:ext cx="133111" cy="147775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7063870" y="5595065"/>
              <a:ext cx="213995" cy="0"/>
            </a:xfrm>
            <a:custGeom>
              <a:avLst/>
              <a:gdLst/>
              <a:ahLst/>
              <a:cxnLst/>
              <a:rect l="l" t="t" r="r" b="b"/>
              <a:pathLst>
                <a:path w="213995" h="0">
                  <a:moveTo>
                    <a:pt x="213965" y="0"/>
                  </a:moveTo>
                  <a:lnTo>
                    <a:pt x="0" y="0"/>
                  </a:lnTo>
                </a:path>
              </a:pathLst>
            </a:custGeom>
            <a:ln w="20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4137233" y="3854980"/>
            <a:ext cx="290195" cy="2882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700" spc="-110" b="1">
                <a:latin typeface="Times New Roman"/>
                <a:cs typeface="Times New Roman"/>
              </a:rPr>
              <a:t>Q</a:t>
            </a:r>
            <a:r>
              <a:rPr dirty="0" baseline="-9661" sz="1725" spc="-165" b="1">
                <a:latin typeface="Times New Roman"/>
                <a:cs typeface="Times New Roman"/>
              </a:rPr>
              <a:t>1</a:t>
            </a:r>
            <a:endParaRPr baseline="-9661" sz="1725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818132" y="3621023"/>
            <a:ext cx="1082675" cy="2108200"/>
          </a:xfrm>
          <a:prstGeom prst="rect">
            <a:avLst/>
          </a:prstGeom>
          <a:solidFill>
            <a:srgbClr val="FFFF99"/>
          </a:solidFill>
        </p:spPr>
        <p:txBody>
          <a:bodyPr wrap="square" lIns="0" tIns="51435" rIns="0" bIns="0" rtlCol="0" vert="horz">
            <a:spAutoFit/>
          </a:bodyPr>
          <a:lstStyle/>
          <a:p>
            <a:pPr algn="ctr" marR="108585">
              <a:lnSpc>
                <a:spcPct val="100000"/>
              </a:lnSpc>
              <a:spcBef>
                <a:spcPts val="405"/>
              </a:spcBef>
            </a:pPr>
            <a:r>
              <a:rPr dirty="0" sz="1700" spc="-135" b="1">
                <a:latin typeface="Times New Roman"/>
                <a:cs typeface="Times New Roman"/>
              </a:rPr>
              <a:t>X</a:t>
            </a:r>
            <a:endParaRPr sz="1700">
              <a:latin typeface="Times New Roman"/>
              <a:cs typeface="Times New Roman"/>
            </a:endParaRPr>
          </a:p>
          <a:p>
            <a:pPr algn="ctr" marL="358140" marR="428625">
              <a:lnSpc>
                <a:spcPts val="3370"/>
              </a:lnSpc>
              <a:spcBef>
                <a:spcPts val="30"/>
              </a:spcBef>
            </a:pPr>
            <a:r>
              <a:rPr dirty="0" sz="1700" spc="-85" b="1">
                <a:latin typeface="Times New Roman"/>
                <a:cs typeface="Times New Roman"/>
              </a:rPr>
              <a:t>“</a:t>
            </a:r>
            <a:r>
              <a:rPr dirty="0" sz="1700" spc="-85" b="1">
                <a:latin typeface="Times New Roman"/>
                <a:cs typeface="Times New Roman"/>
              </a:rPr>
              <a:t>1”  </a:t>
            </a:r>
            <a:r>
              <a:rPr dirty="0" sz="1700" spc="-140" b="1">
                <a:latin typeface="Times New Roman"/>
                <a:cs typeface="Times New Roman"/>
              </a:rPr>
              <a:t>CP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368590" y="3854980"/>
            <a:ext cx="290195" cy="2882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700" spc="-110" b="1">
                <a:latin typeface="Times New Roman"/>
                <a:cs typeface="Times New Roman"/>
              </a:rPr>
              <a:t>Q</a:t>
            </a:r>
            <a:r>
              <a:rPr dirty="0" baseline="-9661" sz="1725" spc="-165" b="1">
                <a:latin typeface="Times New Roman"/>
                <a:cs typeface="Times New Roman"/>
              </a:rPr>
              <a:t>2</a:t>
            </a:r>
            <a:endParaRPr baseline="-9661" sz="1725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133700" y="5203521"/>
            <a:ext cx="164465" cy="2882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135" b="1">
                <a:latin typeface="Times New Roman"/>
                <a:cs typeface="Times New Roman"/>
              </a:rPr>
              <a:t>Y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530593" y="4845534"/>
            <a:ext cx="290195" cy="2882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700" spc="-110" b="1">
                <a:latin typeface="Times New Roman"/>
                <a:cs typeface="Times New Roman"/>
              </a:rPr>
              <a:t>Q</a:t>
            </a:r>
            <a:r>
              <a:rPr dirty="0" baseline="-9661" sz="1725" spc="-165" b="1">
                <a:latin typeface="Times New Roman"/>
                <a:cs typeface="Times New Roman"/>
              </a:rPr>
              <a:t>2</a:t>
            </a:r>
            <a:endParaRPr baseline="-9661" sz="1725">
              <a:latin typeface="Times New Roman"/>
              <a:cs typeface="Times New Roman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556647" y="4868660"/>
            <a:ext cx="562610" cy="1036955"/>
            <a:chOff x="6556647" y="4868660"/>
            <a:chExt cx="562610" cy="1036955"/>
          </a:xfrm>
        </p:grpSpPr>
        <p:sp>
          <p:nvSpPr>
            <p:cNvPr id="59" name="object 59"/>
            <p:cNvSpPr/>
            <p:nvPr/>
          </p:nvSpPr>
          <p:spPr>
            <a:xfrm>
              <a:off x="6568692" y="4875612"/>
              <a:ext cx="147320" cy="0"/>
            </a:xfrm>
            <a:custGeom>
              <a:avLst/>
              <a:gdLst/>
              <a:ahLst/>
              <a:cxnLst/>
              <a:rect l="l" t="t" r="r" b="b"/>
              <a:pathLst>
                <a:path w="147320" h="0">
                  <a:moveTo>
                    <a:pt x="0" y="0"/>
                  </a:moveTo>
                  <a:lnTo>
                    <a:pt x="146719" y="0"/>
                  </a:lnTo>
                </a:path>
              </a:pathLst>
            </a:custGeom>
            <a:ln w="139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6574805" y="5383053"/>
              <a:ext cx="525780" cy="504190"/>
            </a:xfrm>
            <a:custGeom>
              <a:avLst/>
              <a:gdLst/>
              <a:ahLst/>
              <a:cxnLst/>
              <a:rect l="l" t="t" r="r" b="b"/>
              <a:pathLst>
                <a:path w="525779" h="504189">
                  <a:moveTo>
                    <a:pt x="290382" y="503964"/>
                  </a:moveTo>
                  <a:lnTo>
                    <a:pt x="262872" y="503964"/>
                  </a:lnTo>
                  <a:lnTo>
                    <a:pt x="0" y="503964"/>
                  </a:lnTo>
                  <a:lnTo>
                    <a:pt x="0" y="0"/>
                  </a:lnTo>
                  <a:lnTo>
                    <a:pt x="290382" y="0"/>
                  </a:lnTo>
                  <a:lnTo>
                    <a:pt x="314835" y="3475"/>
                  </a:lnTo>
                  <a:lnTo>
                    <a:pt x="363741" y="17378"/>
                  </a:lnTo>
                  <a:lnTo>
                    <a:pt x="388195" y="31280"/>
                  </a:lnTo>
                  <a:lnTo>
                    <a:pt x="409591" y="41707"/>
                  </a:lnTo>
                  <a:lnTo>
                    <a:pt x="449328" y="72988"/>
                  </a:lnTo>
                  <a:lnTo>
                    <a:pt x="479894" y="111219"/>
                  </a:lnTo>
                  <a:lnTo>
                    <a:pt x="504347" y="152923"/>
                  </a:lnTo>
                  <a:lnTo>
                    <a:pt x="519631" y="201585"/>
                  </a:lnTo>
                  <a:lnTo>
                    <a:pt x="525744" y="253720"/>
                  </a:lnTo>
                  <a:lnTo>
                    <a:pt x="519631" y="302375"/>
                  </a:lnTo>
                  <a:lnTo>
                    <a:pt x="504347" y="351037"/>
                  </a:lnTo>
                  <a:lnTo>
                    <a:pt x="479894" y="392745"/>
                  </a:lnTo>
                  <a:lnTo>
                    <a:pt x="449328" y="430973"/>
                  </a:lnTo>
                  <a:lnTo>
                    <a:pt x="409591" y="462254"/>
                  </a:lnTo>
                  <a:lnTo>
                    <a:pt x="388195" y="472684"/>
                  </a:lnTo>
                  <a:lnTo>
                    <a:pt x="363741" y="486586"/>
                  </a:lnTo>
                  <a:lnTo>
                    <a:pt x="314835" y="500489"/>
                  </a:lnTo>
                  <a:lnTo>
                    <a:pt x="290382" y="5039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6574805" y="5383051"/>
              <a:ext cx="525780" cy="504190"/>
            </a:xfrm>
            <a:custGeom>
              <a:avLst/>
              <a:gdLst/>
              <a:ahLst/>
              <a:cxnLst/>
              <a:rect l="l" t="t" r="r" b="b"/>
              <a:pathLst>
                <a:path w="525779" h="504189">
                  <a:moveTo>
                    <a:pt x="262872" y="503964"/>
                  </a:moveTo>
                  <a:lnTo>
                    <a:pt x="290382" y="503964"/>
                  </a:lnTo>
                  <a:lnTo>
                    <a:pt x="314835" y="500489"/>
                  </a:lnTo>
                  <a:lnTo>
                    <a:pt x="339288" y="493538"/>
                  </a:lnTo>
                  <a:lnTo>
                    <a:pt x="363741" y="486586"/>
                  </a:lnTo>
                  <a:lnTo>
                    <a:pt x="388195" y="472684"/>
                  </a:lnTo>
                  <a:lnTo>
                    <a:pt x="409591" y="462257"/>
                  </a:lnTo>
                  <a:lnTo>
                    <a:pt x="427931" y="448355"/>
                  </a:lnTo>
                  <a:lnTo>
                    <a:pt x="449328" y="430976"/>
                  </a:lnTo>
                  <a:lnTo>
                    <a:pt x="464611" y="413598"/>
                  </a:lnTo>
                  <a:lnTo>
                    <a:pt x="479894" y="392745"/>
                  </a:lnTo>
                  <a:lnTo>
                    <a:pt x="492121" y="371891"/>
                  </a:lnTo>
                  <a:lnTo>
                    <a:pt x="504347" y="351037"/>
                  </a:lnTo>
                  <a:lnTo>
                    <a:pt x="513517" y="326708"/>
                  </a:lnTo>
                  <a:lnTo>
                    <a:pt x="519631" y="302378"/>
                  </a:lnTo>
                  <a:lnTo>
                    <a:pt x="522687" y="278049"/>
                  </a:lnTo>
                  <a:lnTo>
                    <a:pt x="525744" y="253720"/>
                  </a:lnTo>
                  <a:lnTo>
                    <a:pt x="519631" y="201585"/>
                  </a:lnTo>
                  <a:lnTo>
                    <a:pt x="504347" y="152927"/>
                  </a:lnTo>
                  <a:lnTo>
                    <a:pt x="492121" y="132073"/>
                  </a:lnTo>
                  <a:lnTo>
                    <a:pt x="479894" y="111219"/>
                  </a:lnTo>
                  <a:lnTo>
                    <a:pt x="449328" y="72988"/>
                  </a:lnTo>
                  <a:lnTo>
                    <a:pt x="409591" y="41707"/>
                  </a:lnTo>
                  <a:lnTo>
                    <a:pt x="388195" y="31280"/>
                  </a:lnTo>
                  <a:lnTo>
                    <a:pt x="363741" y="17378"/>
                  </a:lnTo>
                  <a:lnTo>
                    <a:pt x="339288" y="10426"/>
                  </a:lnTo>
                  <a:lnTo>
                    <a:pt x="314835" y="3475"/>
                  </a:lnTo>
                  <a:lnTo>
                    <a:pt x="290382" y="0"/>
                  </a:lnTo>
                  <a:lnTo>
                    <a:pt x="262872" y="0"/>
                  </a:lnTo>
                  <a:lnTo>
                    <a:pt x="0" y="0"/>
                  </a:lnTo>
                  <a:lnTo>
                    <a:pt x="0" y="503964"/>
                  </a:lnTo>
                  <a:lnTo>
                    <a:pt x="262872" y="503964"/>
                  </a:lnTo>
                </a:path>
              </a:pathLst>
            </a:custGeom>
            <a:ln w="360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4287009" y="4915046"/>
            <a:ext cx="290195" cy="2882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700" spc="-110" b="1">
                <a:latin typeface="Times New Roman"/>
                <a:cs typeface="Times New Roman"/>
              </a:rPr>
              <a:t>Q</a:t>
            </a:r>
            <a:r>
              <a:rPr dirty="0" baseline="-9661" sz="1725" spc="-165" b="1">
                <a:latin typeface="Times New Roman"/>
                <a:cs typeface="Times New Roman"/>
              </a:rPr>
              <a:t>1</a:t>
            </a:r>
            <a:endParaRPr baseline="-9661" sz="1725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024377" y="5525553"/>
            <a:ext cx="1082040" cy="293370"/>
          </a:xfrm>
          <a:prstGeom prst="rect">
            <a:avLst/>
          </a:prstGeom>
          <a:solidFill>
            <a:srgbClr val="FFFF99"/>
          </a:solidFill>
        </p:spPr>
        <p:txBody>
          <a:bodyPr wrap="square" lIns="0" tIns="41275" rIns="0" bIns="0" rtlCol="0" vert="horz">
            <a:spAutoFit/>
          </a:bodyPr>
          <a:lstStyle/>
          <a:p>
            <a:pPr algn="ctr" marL="33655">
              <a:lnSpc>
                <a:spcPts val="1985"/>
              </a:lnSpc>
              <a:spcBef>
                <a:spcPts val="325"/>
              </a:spcBef>
            </a:pPr>
            <a:r>
              <a:rPr dirty="0" sz="1700" spc="-100" b="1">
                <a:latin typeface="Times New Roman"/>
                <a:cs typeface="Times New Roman"/>
              </a:rPr>
              <a:t>FF</a:t>
            </a:r>
            <a:r>
              <a:rPr dirty="0" baseline="-9661" sz="1725" spc="-150" b="1">
                <a:latin typeface="Times New Roman"/>
                <a:cs typeface="Times New Roman"/>
              </a:rPr>
              <a:t>1</a:t>
            </a:r>
            <a:endParaRPr baseline="-9661" sz="1725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711409" y="5422486"/>
            <a:ext cx="375920" cy="2882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700" spc="-100" b="1">
                <a:latin typeface="Times New Roman"/>
                <a:cs typeface="Times New Roman"/>
              </a:rPr>
              <a:t>FF</a:t>
            </a:r>
            <a:r>
              <a:rPr dirty="0" baseline="-9661" sz="1725" spc="-150" b="1">
                <a:latin typeface="Times New Roman"/>
                <a:cs typeface="Times New Roman"/>
              </a:rPr>
              <a:t>2</a:t>
            </a:r>
            <a:endParaRPr baseline="-9661" sz="1725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268435" y="3288465"/>
            <a:ext cx="2198370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800" b="1" i="1">
                <a:solidFill>
                  <a:srgbClr val="000066"/>
                </a:solidFill>
                <a:latin typeface="Times New Roman"/>
                <a:cs typeface="Times New Roman"/>
              </a:rPr>
              <a:t>J</a:t>
            </a:r>
            <a:r>
              <a:rPr dirty="0" baseline="-21021" sz="2775" spc="7" b="1" i="1">
                <a:solidFill>
                  <a:srgbClr val="000066"/>
                </a:solidFill>
                <a:latin typeface="Times New Roman"/>
                <a:cs typeface="Times New Roman"/>
              </a:rPr>
              <a:t>2</a:t>
            </a:r>
            <a:r>
              <a:rPr dirty="0" sz="2800" b="1" i="1">
                <a:solidFill>
                  <a:srgbClr val="000066"/>
                </a:solidFill>
                <a:latin typeface="Times New Roman"/>
                <a:cs typeface="Times New Roman"/>
              </a:rPr>
              <a:t>=</a:t>
            </a:r>
            <a:r>
              <a:rPr dirty="0" sz="2800" spc="-5" b="1" i="1">
                <a:solidFill>
                  <a:srgbClr val="000066"/>
                </a:solidFill>
                <a:latin typeface="Times New Roman"/>
                <a:cs typeface="Times New Roman"/>
              </a:rPr>
              <a:t>K</a:t>
            </a:r>
            <a:r>
              <a:rPr dirty="0" baseline="-21021" sz="2775" spc="7" b="1" i="1">
                <a:solidFill>
                  <a:srgbClr val="000066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 i="1">
                <a:solidFill>
                  <a:srgbClr val="000066"/>
                </a:solidFill>
                <a:latin typeface="Times New Roman"/>
                <a:cs typeface="Times New Roman"/>
              </a:rPr>
              <a:t>=</a:t>
            </a:r>
            <a:r>
              <a:rPr dirty="0" sz="2800" b="1" i="1">
                <a:solidFill>
                  <a:srgbClr val="000066"/>
                </a:solidFill>
                <a:latin typeface="Times New Roman"/>
                <a:cs typeface="Times New Roman"/>
              </a:rPr>
              <a:t>X</a:t>
            </a:r>
            <a:r>
              <a:rPr dirty="0" sz="2800" spc="-5" b="1" i="1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dirty="0" sz="2950" spc="-120" b="1" i="1">
                <a:solidFill>
                  <a:srgbClr val="000066"/>
                </a:solidFill>
                <a:latin typeface="Symbol"/>
                <a:cs typeface="Symbol"/>
              </a:rPr>
              <a:t></a:t>
            </a:r>
            <a:r>
              <a:rPr dirty="0" sz="2950" spc="-40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000066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24874" y="5807265"/>
            <a:ext cx="131318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800" b="1" i="1">
                <a:solidFill>
                  <a:srgbClr val="000066"/>
                </a:solidFill>
                <a:latin typeface="Times New Roman"/>
                <a:cs typeface="Times New Roman"/>
              </a:rPr>
              <a:t>J</a:t>
            </a:r>
            <a:r>
              <a:rPr dirty="0" baseline="-21021" sz="2775" b="1" i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800" b="1" i="1">
                <a:solidFill>
                  <a:srgbClr val="000066"/>
                </a:solidFill>
                <a:latin typeface="Times New Roman"/>
                <a:cs typeface="Times New Roman"/>
              </a:rPr>
              <a:t>=K</a:t>
            </a:r>
            <a:r>
              <a:rPr dirty="0" baseline="-21021" sz="2775" b="1" i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800" b="1" i="1">
                <a:solidFill>
                  <a:srgbClr val="000066"/>
                </a:solidFill>
                <a:latin typeface="Times New Roman"/>
                <a:cs typeface="Times New Roman"/>
              </a:rPr>
              <a:t>=1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67" name="object 6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0025" y="825246"/>
            <a:ext cx="2663939" cy="1745741"/>
          </a:xfrm>
          <a:prstGeom prst="rect">
            <a:avLst/>
          </a:prstGeom>
        </p:spPr>
      </p:pic>
      <p:sp>
        <p:nvSpPr>
          <p:cNvPr id="68" name="object 68"/>
          <p:cNvSpPr/>
          <p:nvPr/>
        </p:nvSpPr>
        <p:spPr>
          <a:xfrm>
            <a:off x="1813179" y="3629786"/>
            <a:ext cx="1101090" cy="2104390"/>
          </a:xfrm>
          <a:custGeom>
            <a:avLst/>
            <a:gdLst/>
            <a:ahLst/>
            <a:cxnLst/>
            <a:rect l="l" t="t" r="r" b="b"/>
            <a:pathLst>
              <a:path w="1101089" h="2104390">
                <a:moveTo>
                  <a:pt x="0" y="0"/>
                </a:moveTo>
                <a:lnTo>
                  <a:pt x="1101090" y="0"/>
                </a:lnTo>
                <a:lnTo>
                  <a:pt x="1101090" y="2103882"/>
                </a:lnTo>
                <a:lnTo>
                  <a:pt x="0" y="2103882"/>
                </a:lnTo>
                <a:lnTo>
                  <a:pt x="0" y="0"/>
                </a:lnTo>
                <a:close/>
              </a:path>
            </a:pathLst>
          </a:custGeom>
          <a:ln w="9906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9" name="object 69"/>
          <p:cNvGrpSpPr/>
          <p:nvPr/>
        </p:nvGrpSpPr>
        <p:grpSpPr>
          <a:xfrm>
            <a:off x="3014472" y="3597402"/>
            <a:ext cx="3465195" cy="2447925"/>
            <a:chOff x="3014472" y="3597402"/>
            <a:chExt cx="3465195" cy="2447925"/>
          </a:xfrm>
        </p:grpSpPr>
        <p:sp>
          <p:nvSpPr>
            <p:cNvPr id="70" name="object 70"/>
            <p:cNvSpPr/>
            <p:nvPr/>
          </p:nvSpPr>
          <p:spPr>
            <a:xfrm>
              <a:off x="4100702" y="3602355"/>
              <a:ext cx="1167765" cy="2327275"/>
            </a:xfrm>
            <a:custGeom>
              <a:avLst/>
              <a:gdLst/>
              <a:ahLst/>
              <a:cxnLst/>
              <a:rect l="l" t="t" r="r" b="b"/>
              <a:pathLst>
                <a:path w="1167764" h="2327275">
                  <a:moveTo>
                    <a:pt x="1167384" y="0"/>
                  </a:moveTo>
                  <a:lnTo>
                    <a:pt x="0" y="0"/>
                  </a:lnTo>
                  <a:lnTo>
                    <a:pt x="0" y="2327148"/>
                  </a:lnTo>
                  <a:lnTo>
                    <a:pt x="1167384" y="2327148"/>
                  </a:lnTo>
                  <a:lnTo>
                    <a:pt x="116738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4100702" y="3602355"/>
              <a:ext cx="1167765" cy="2327275"/>
            </a:xfrm>
            <a:custGeom>
              <a:avLst/>
              <a:gdLst/>
              <a:ahLst/>
              <a:cxnLst/>
              <a:rect l="l" t="t" r="r" b="b"/>
              <a:pathLst>
                <a:path w="1167764" h="2327275">
                  <a:moveTo>
                    <a:pt x="0" y="0"/>
                  </a:moveTo>
                  <a:lnTo>
                    <a:pt x="1167384" y="0"/>
                  </a:lnTo>
                  <a:lnTo>
                    <a:pt x="1167384" y="2327148"/>
                  </a:lnTo>
                  <a:lnTo>
                    <a:pt x="0" y="2327148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019425" y="3741039"/>
              <a:ext cx="1102360" cy="2103120"/>
            </a:xfrm>
            <a:custGeom>
              <a:avLst/>
              <a:gdLst/>
              <a:ahLst/>
              <a:cxnLst/>
              <a:rect l="l" t="t" r="r" b="b"/>
              <a:pathLst>
                <a:path w="1102360" h="2103120">
                  <a:moveTo>
                    <a:pt x="1101852" y="0"/>
                  </a:moveTo>
                  <a:lnTo>
                    <a:pt x="0" y="0"/>
                  </a:lnTo>
                  <a:lnTo>
                    <a:pt x="0" y="2103120"/>
                  </a:lnTo>
                  <a:lnTo>
                    <a:pt x="1101852" y="2103120"/>
                  </a:lnTo>
                  <a:lnTo>
                    <a:pt x="1101852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019425" y="3741039"/>
              <a:ext cx="1102360" cy="2103120"/>
            </a:xfrm>
            <a:custGeom>
              <a:avLst/>
              <a:gdLst/>
              <a:ahLst/>
              <a:cxnLst/>
              <a:rect l="l" t="t" r="r" b="b"/>
              <a:pathLst>
                <a:path w="1102360" h="2103120">
                  <a:moveTo>
                    <a:pt x="0" y="0"/>
                  </a:moveTo>
                  <a:lnTo>
                    <a:pt x="1101852" y="0"/>
                  </a:lnTo>
                  <a:lnTo>
                    <a:pt x="1101852" y="2103120"/>
                  </a:lnTo>
                  <a:lnTo>
                    <a:pt x="0" y="2103120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5307711" y="3712845"/>
              <a:ext cx="1167130" cy="2327275"/>
            </a:xfrm>
            <a:custGeom>
              <a:avLst/>
              <a:gdLst/>
              <a:ahLst/>
              <a:cxnLst/>
              <a:rect l="l" t="t" r="r" b="b"/>
              <a:pathLst>
                <a:path w="1167129" h="2327275">
                  <a:moveTo>
                    <a:pt x="1166622" y="0"/>
                  </a:moveTo>
                  <a:lnTo>
                    <a:pt x="0" y="0"/>
                  </a:lnTo>
                  <a:lnTo>
                    <a:pt x="0" y="2327147"/>
                  </a:lnTo>
                  <a:lnTo>
                    <a:pt x="1166622" y="2327147"/>
                  </a:lnTo>
                  <a:lnTo>
                    <a:pt x="1166622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5307711" y="3712845"/>
              <a:ext cx="1167130" cy="2327275"/>
            </a:xfrm>
            <a:custGeom>
              <a:avLst/>
              <a:gdLst/>
              <a:ahLst/>
              <a:cxnLst/>
              <a:rect l="l" t="t" r="r" b="b"/>
              <a:pathLst>
                <a:path w="1167129" h="2327275">
                  <a:moveTo>
                    <a:pt x="0" y="0"/>
                  </a:moveTo>
                  <a:lnTo>
                    <a:pt x="1166622" y="0"/>
                  </a:lnTo>
                  <a:lnTo>
                    <a:pt x="1166622" y="2327147"/>
                  </a:lnTo>
                  <a:lnTo>
                    <a:pt x="0" y="2327147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0252" y="786002"/>
            <a:ext cx="8219440" cy="1905"/>
          </a:xfrm>
          <a:custGeom>
            <a:avLst/>
            <a:gdLst/>
            <a:ahLst/>
            <a:cxnLst/>
            <a:rect l="l" t="t" r="r" b="b"/>
            <a:pathLst>
              <a:path w="8219440" h="1904">
                <a:moveTo>
                  <a:pt x="0" y="0"/>
                </a:moveTo>
                <a:lnTo>
                  <a:pt x="8218932" y="1524"/>
                </a:lnTo>
              </a:path>
            </a:pathLst>
          </a:custGeom>
          <a:ln w="101346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574" y="333756"/>
            <a:ext cx="230504" cy="3527425"/>
          </a:xfrm>
          <a:custGeom>
            <a:avLst/>
            <a:gdLst/>
            <a:ahLst/>
            <a:cxnLst/>
            <a:rect l="l" t="t" r="r" b="b"/>
            <a:pathLst>
              <a:path w="230504" h="3527425">
                <a:moveTo>
                  <a:pt x="230124" y="0"/>
                </a:moveTo>
                <a:lnTo>
                  <a:pt x="0" y="0"/>
                </a:lnTo>
                <a:lnTo>
                  <a:pt x="0" y="3527298"/>
                </a:lnTo>
                <a:lnTo>
                  <a:pt x="230124" y="3527298"/>
                </a:lnTo>
                <a:lnTo>
                  <a:pt x="23012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6125" y="2849117"/>
            <a:ext cx="8902700" cy="3971290"/>
            <a:chOff x="246125" y="2849117"/>
            <a:chExt cx="8902700" cy="3971290"/>
          </a:xfrm>
        </p:grpSpPr>
        <p:sp>
          <p:nvSpPr>
            <p:cNvPr id="6" name="object 6"/>
            <p:cNvSpPr/>
            <p:nvPr/>
          </p:nvSpPr>
          <p:spPr>
            <a:xfrm>
              <a:off x="250697" y="6813803"/>
              <a:ext cx="8893810" cy="1905"/>
            </a:xfrm>
            <a:custGeom>
              <a:avLst/>
              <a:gdLst/>
              <a:ahLst/>
              <a:cxnLst/>
              <a:rect l="l" t="t" r="r" b="b"/>
              <a:pathLst>
                <a:path w="8893810" h="1904">
                  <a:moveTo>
                    <a:pt x="0" y="0"/>
                  </a:moveTo>
                  <a:lnTo>
                    <a:pt x="8893302" y="1524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48861" y="2849117"/>
              <a:ext cx="5076443" cy="338404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91134" y="6273546"/>
              <a:ext cx="4817110" cy="524510"/>
            </a:xfrm>
            <a:custGeom>
              <a:avLst/>
              <a:gdLst/>
              <a:ahLst/>
              <a:cxnLst/>
              <a:rect l="l" t="t" r="r" b="b"/>
              <a:pathLst>
                <a:path w="4817110" h="524509">
                  <a:moveTo>
                    <a:pt x="4816602" y="0"/>
                  </a:moveTo>
                  <a:lnTo>
                    <a:pt x="0" y="0"/>
                  </a:lnTo>
                  <a:lnTo>
                    <a:pt x="0" y="524255"/>
                  </a:lnTo>
                  <a:lnTo>
                    <a:pt x="4816602" y="524255"/>
                  </a:lnTo>
                  <a:lnTo>
                    <a:pt x="481660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52679" y="710056"/>
            <a:ext cx="3082290" cy="1703705"/>
            <a:chOff x="352679" y="710056"/>
            <a:chExt cx="3082290" cy="1703705"/>
          </a:xfrm>
        </p:grpSpPr>
        <p:sp>
          <p:nvSpPr>
            <p:cNvPr id="11" name="object 11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0327" y="1022604"/>
              <a:ext cx="1210055" cy="139064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35786" y="1172718"/>
              <a:ext cx="428625" cy="369570"/>
            </a:xfrm>
            <a:custGeom>
              <a:avLst/>
              <a:gdLst/>
              <a:ahLst/>
              <a:cxnLst/>
              <a:rect l="l" t="t" r="r" b="b"/>
              <a:pathLst>
                <a:path w="428625" h="369569">
                  <a:moveTo>
                    <a:pt x="428244" y="0"/>
                  </a:moveTo>
                  <a:lnTo>
                    <a:pt x="0" y="0"/>
                  </a:lnTo>
                  <a:lnTo>
                    <a:pt x="0" y="369570"/>
                  </a:lnTo>
                  <a:lnTo>
                    <a:pt x="428244" y="369570"/>
                  </a:lnTo>
                  <a:lnTo>
                    <a:pt x="4282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424611" y="1201397"/>
            <a:ext cx="2501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 Narrow"/>
                <a:cs typeface="Arial Narrow"/>
              </a:rPr>
              <a:t>J</a:t>
            </a:r>
            <a:r>
              <a:rPr dirty="0" baseline="-20833" sz="1800" b="1">
                <a:latin typeface="Arial Narrow"/>
                <a:cs typeface="Arial Narrow"/>
              </a:rPr>
              <a:t>0</a:t>
            </a:r>
            <a:endParaRPr baseline="-20833" sz="1800">
              <a:latin typeface="Arial Narrow"/>
              <a:cs typeface="Arial Narro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66079" y="1188039"/>
            <a:ext cx="2755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 Narrow"/>
                <a:cs typeface="Arial Narrow"/>
              </a:rPr>
              <a:t>Q0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0357" y="1116715"/>
            <a:ext cx="2501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 Narrow"/>
                <a:cs typeface="Arial Narrow"/>
              </a:rPr>
              <a:t>J</a:t>
            </a:r>
            <a:r>
              <a:rPr dirty="0" baseline="-20833" sz="1800" b="1">
                <a:latin typeface="Arial Narrow"/>
                <a:cs typeface="Arial Narrow"/>
              </a:rPr>
              <a:t>0</a:t>
            </a:r>
            <a:endParaRPr baseline="-20833" sz="1800">
              <a:latin typeface="Arial Narrow"/>
              <a:cs typeface="Arial Narro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93141" y="3982230"/>
            <a:ext cx="2755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 Narrow"/>
                <a:cs typeface="Arial Narrow"/>
              </a:rPr>
              <a:t>Q1</a:t>
            </a:r>
            <a:endParaRPr sz="1800">
              <a:latin typeface="Arial Narrow"/>
              <a:cs typeface="Arial Narro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42819" y="746759"/>
            <a:ext cx="1781810" cy="506095"/>
            <a:chOff x="842819" y="746759"/>
            <a:chExt cx="1781810" cy="506095"/>
          </a:xfrm>
        </p:grpSpPr>
        <p:sp>
          <p:nvSpPr>
            <p:cNvPr id="20" name="object 20"/>
            <p:cNvSpPr/>
            <p:nvPr/>
          </p:nvSpPr>
          <p:spPr>
            <a:xfrm>
              <a:off x="899944" y="765809"/>
              <a:ext cx="1705610" cy="467995"/>
            </a:xfrm>
            <a:custGeom>
              <a:avLst/>
              <a:gdLst/>
              <a:ahLst/>
              <a:cxnLst/>
              <a:rect l="l" t="t" r="r" b="b"/>
              <a:pathLst>
                <a:path w="1705610" h="467994">
                  <a:moveTo>
                    <a:pt x="1705333" y="467868"/>
                  </a:moveTo>
                  <a:lnTo>
                    <a:pt x="1686740" y="421085"/>
                  </a:lnTo>
                  <a:lnTo>
                    <a:pt x="1663766" y="374294"/>
                  </a:lnTo>
                  <a:lnTo>
                    <a:pt x="1640652" y="350682"/>
                  </a:lnTo>
                  <a:lnTo>
                    <a:pt x="1632600" y="343103"/>
                  </a:lnTo>
                  <a:lnTo>
                    <a:pt x="1630650" y="334882"/>
                  </a:lnTo>
                  <a:lnTo>
                    <a:pt x="1629134" y="326383"/>
                  </a:lnTo>
                  <a:lnTo>
                    <a:pt x="1626755" y="318446"/>
                  </a:lnTo>
                  <a:lnTo>
                    <a:pt x="1622211" y="311912"/>
                  </a:lnTo>
                  <a:lnTo>
                    <a:pt x="1571970" y="269975"/>
                  </a:lnTo>
                  <a:lnTo>
                    <a:pt x="1531589" y="242957"/>
                  </a:lnTo>
                  <a:lnTo>
                    <a:pt x="1492358" y="219225"/>
                  </a:lnTo>
                  <a:lnTo>
                    <a:pt x="1445567" y="187147"/>
                  </a:lnTo>
                  <a:lnTo>
                    <a:pt x="1435349" y="179094"/>
                  </a:lnTo>
                  <a:lnTo>
                    <a:pt x="1425238" y="170875"/>
                  </a:lnTo>
                  <a:lnTo>
                    <a:pt x="1414903" y="162994"/>
                  </a:lnTo>
                  <a:lnTo>
                    <a:pt x="1404013" y="155956"/>
                  </a:lnTo>
                  <a:lnTo>
                    <a:pt x="1396544" y="152644"/>
                  </a:lnTo>
                  <a:lnTo>
                    <a:pt x="1388633" y="150336"/>
                  </a:lnTo>
                  <a:lnTo>
                    <a:pt x="1380617" y="148237"/>
                  </a:lnTo>
                  <a:lnTo>
                    <a:pt x="1372834" y="145554"/>
                  </a:lnTo>
                  <a:lnTo>
                    <a:pt x="1331280" y="124764"/>
                  </a:lnTo>
                  <a:lnTo>
                    <a:pt x="1310630" y="108950"/>
                  </a:lnTo>
                  <a:lnTo>
                    <a:pt x="1300487" y="100783"/>
                  </a:lnTo>
                  <a:lnTo>
                    <a:pt x="1289713" y="93573"/>
                  </a:lnTo>
                  <a:lnTo>
                    <a:pt x="1282212" y="90344"/>
                  </a:lnTo>
                  <a:lnTo>
                    <a:pt x="1274239" y="88172"/>
                  </a:lnTo>
                  <a:lnTo>
                    <a:pt x="1266212" y="86101"/>
                  </a:lnTo>
                  <a:lnTo>
                    <a:pt x="1258547" y="83172"/>
                  </a:lnTo>
                  <a:lnTo>
                    <a:pt x="1245480" y="75460"/>
                  </a:lnTo>
                  <a:lnTo>
                    <a:pt x="1232917" y="66781"/>
                  </a:lnTo>
                  <a:lnTo>
                    <a:pt x="1220180" y="58499"/>
                  </a:lnTo>
                  <a:lnTo>
                    <a:pt x="1206591" y="51981"/>
                  </a:lnTo>
                  <a:lnTo>
                    <a:pt x="1191372" y="48037"/>
                  </a:lnTo>
                  <a:lnTo>
                    <a:pt x="1175662" y="46000"/>
                  </a:lnTo>
                  <a:lnTo>
                    <a:pt x="1159830" y="44356"/>
                  </a:lnTo>
                  <a:lnTo>
                    <a:pt x="1144247" y="41592"/>
                  </a:lnTo>
                  <a:lnTo>
                    <a:pt x="1128605" y="36438"/>
                  </a:lnTo>
                  <a:lnTo>
                    <a:pt x="1113275" y="30105"/>
                  </a:lnTo>
                  <a:lnTo>
                    <a:pt x="1097845" y="24315"/>
                  </a:lnTo>
                  <a:lnTo>
                    <a:pt x="1081903" y="20789"/>
                  </a:lnTo>
                  <a:lnTo>
                    <a:pt x="1037721" y="15865"/>
                  </a:lnTo>
                  <a:lnTo>
                    <a:pt x="1010377" y="12808"/>
                  </a:lnTo>
                  <a:lnTo>
                    <a:pt x="992963" y="10889"/>
                  </a:lnTo>
                  <a:lnTo>
                    <a:pt x="978574" y="9378"/>
                  </a:lnTo>
                  <a:lnTo>
                    <a:pt x="960304" y="7546"/>
                  </a:lnTo>
                  <a:lnTo>
                    <a:pt x="931246" y="4663"/>
                  </a:lnTo>
                  <a:lnTo>
                    <a:pt x="884494" y="0"/>
                  </a:lnTo>
                  <a:lnTo>
                    <a:pt x="834423" y="769"/>
                  </a:lnTo>
                  <a:lnTo>
                    <a:pt x="784341" y="1256"/>
                  </a:lnTo>
                  <a:lnTo>
                    <a:pt x="734252" y="1567"/>
                  </a:lnTo>
                  <a:lnTo>
                    <a:pt x="684160" y="1807"/>
                  </a:lnTo>
                  <a:lnTo>
                    <a:pt x="634069" y="2082"/>
                  </a:lnTo>
                  <a:lnTo>
                    <a:pt x="583985" y="2499"/>
                  </a:lnTo>
                  <a:lnTo>
                    <a:pt x="533910" y="3162"/>
                  </a:lnTo>
                  <a:lnTo>
                    <a:pt x="483849" y="4179"/>
                  </a:lnTo>
                  <a:lnTo>
                    <a:pt x="433807" y="5653"/>
                  </a:lnTo>
                  <a:lnTo>
                    <a:pt x="383788" y="7692"/>
                  </a:lnTo>
                  <a:lnTo>
                    <a:pt x="333796" y="10401"/>
                  </a:lnTo>
                  <a:lnTo>
                    <a:pt x="283336" y="16678"/>
                  </a:lnTo>
                  <a:lnTo>
                    <a:pt x="215337" y="39195"/>
                  </a:lnTo>
                  <a:lnTo>
                    <a:pt x="177942" y="51981"/>
                  </a:lnTo>
                  <a:lnTo>
                    <a:pt x="167604" y="54774"/>
                  </a:lnTo>
                  <a:lnTo>
                    <a:pt x="157206" y="57353"/>
                  </a:lnTo>
                  <a:lnTo>
                    <a:pt x="146785" y="59846"/>
                  </a:lnTo>
                  <a:lnTo>
                    <a:pt x="136375" y="62382"/>
                  </a:lnTo>
                  <a:lnTo>
                    <a:pt x="99336" y="88038"/>
                  </a:lnTo>
                  <a:lnTo>
                    <a:pt x="83400" y="99383"/>
                  </a:lnTo>
                  <a:lnTo>
                    <a:pt x="70574" y="105223"/>
                  </a:lnTo>
                  <a:lnTo>
                    <a:pt x="42865" y="114363"/>
                  </a:lnTo>
                  <a:lnTo>
                    <a:pt x="40468" y="122246"/>
                  </a:lnTo>
                  <a:lnTo>
                    <a:pt x="38209" y="130182"/>
                  </a:lnTo>
                  <a:lnTo>
                    <a:pt x="35680" y="138007"/>
                  </a:lnTo>
                  <a:lnTo>
                    <a:pt x="32476" y="145554"/>
                  </a:lnTo>
                  <a:lnTo>
                    <a:pt x="22726" y="161391"/>
                  </a:lnTo>
                  <a:lnTo>
                    <a:pt x="12878" y="174974"/>
                  </a:lnTo>
                  <a:lnTo>
                    <a:pt x="5039" y="189442"/>
                  </a:lnTo>
                  <a:lnTo>
                    <a:pt x="1310" y="207937"/>
                  </a:lnTo>
                  <a:lnTo>
                    <a:pt x="429" y="233451"/>
                  </a:lnTo>
                  <a:lnTo>
                    <a:pt x="31" y="258976"/>
                  </a:lnTo>
                  <a:lnTo>
                    <a:pt x="0" y="284509"/>
                  </a:lnTo>
                  <a:lnTo>
                    <a:pt x="218" y="310045"/>
                  </a:lnTo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42819" y="1056358"/>
              <a:ext cx="114300" cy="114935"/>
            </a:xfrm>
            <a:custGeom>
              <a:avLst/>
              <a:gdLst/>
              <a:ahLst/>
              <a:cxnLst/>
              <a:rect l="l" t="t" r="r" b="b"/>
              <a:pathLst>
                <a:path w="114300" h="114934">
                  <a:moveTo>
                    <a:pt x="114287" y="0"/>
                  </a:moveTo>
                  <a:lnTo>
                    <a:pt x="0" y="1295"/>
                  </a:lnTo>
                  <a:lnTo>
                    <a:pt x="58432" y="114935"/>
                  </a:lnTo>
                  <a:lnTo>
                    <a:pt x="11428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983028" y="3553967"/>
            <a:ext cx="1781810" cy="1698625"/>
            <a:chOff x="983028" y="3553967"/>
            <a:chExt cx="1781810" cy="1698625"/>
          </a:xfrm>
        </p:grpSpPr>
        <p:sp>
          <p:nvSpPr>
            <p:cNvPr id="23" name="object 23"/>
            <p:cNvSpPr/>
            <p:nvPr/>
          </p:nvSpPr>
          <p:spPr>
            <a:xfrm>
              <a:off x="1040152" y="3573017"/>
              <a:ext cx="1705610" cy="467995"/>
            </a:xfrm>
            <a:custGeom>
              <a:avLst/>
              <a:gdLst/>
              <a:ahLst/>
              <a:cxnLst/>
              <a:rect l="l" t="t" r="r" b="b"/>
              <a:pathLst>
                <a:path w="1705610" h="467995">
                  <a:moveTo>
                    <a:pt x="1705333" y="467867"/>
                  </a:moveTo>
                  <a:lnTo>
                    <a:pt x="1686740" y="421085"/>
                  </a:lnTo>
                  <a:lnTo>
                    <a:pt x="1663766" y="374294"/>
                  </a:lnTo>
                  <a:lnTo>
                    <a:pt x="1640652" y="350682"/>
                  </a:lnTo>
                  <a:lnTo>
                    <a:pt x="1632600" y="343103"/>
                  </a:lnTo>
                  <a:lnTo>
                    <a:pt x="1630650" y="334882"/>
                  </a:lnTo>
                  <a:lnTo>
                    <a:pt x="1629134" y="326383"/>
                  </a:lnTo>
                  <a:lnTo>
                    <a:pt x="1626755" y="318446"/>
                  </a:lnTo>
                  <a:lnTo>
                    <a:pt x="1622211" y="311911"/>
                  </a:lnTo>
                  <a:lnTo>
                    <a:pt x="1571970" y="269975"/>
                  </a:lnTo>
                  <a:lnTo>
                    <a:pt x="1531589" y="242957"/>
                  </a:lnTo>
                  <a:lnTo>
                    <a:pt x="1492358" y="219225"/>
                  </a:lnTo>
                  <a:lnTo>
                    <a:pt x="1445567" y="187147"/>
                  </a:lnTo>
                  <a:lnTo>
                    <a:pt x="1435349" y="179094"/>
                  </a:lnTo>
                  <a:lnTo>
                    <a:pt x="1425238" y="170875"/>
                  </a:lnTo>
                  <a:lnTo>
                    <a:pt x="1414903" y="162994"/>
                  </a:lnTo>
                  <a:lnTo>
                    <a:pt x="1404013" y="155955"/>
                  </a:lnTo>
                  <a:lnTo>
                    <a:pt x="1396544" y="152644"/>
                  </a:lnTo>
                  <a:lnTo>
                    <a:pt x="1388633" y="150336"/>
                  </a:lnTo>
                  <a:lnTo>
                    <a:pt x="1380617" y="148237"/>
                  </a:lnTo>
                  <a:lnTo>
                    <a:pt x="1372834" y="145554"/>
                  </a:lnTo>
                  <a:lnTo>
                    <a:pt x="1331280" y="124764"/>
                  </a:lnTo>
                  <a:lnTo>
                    <a:pt x="1310630" y="108950"/>
                  </a:lnTo>
                  <a:lnTo>
                    <a:pt x="1300487" y="100783"/>
                  </a:lnTo>
                  <a:lnTo>
                    <a:pt x="1289713" y="93573"/>
                  </a:lnTo>
                  <a:lnTo>
                    <a:pt x="1282212" y="90344"/>
                  </a:lnTo>
                  <a:lnTo>
                    <a:pt x="1274239" y="88172"/>
                  </a:lnTo>
                  <a:lnTo>
                    <a:pt x="1266212" y="86101"/>
                  </a:lnTo>
                  <a:lnTo>
                    <a:pt x="1258547" y="83172"/>
                  </a:lnTo>
                  <a:lnTo>
                    <a:pt x="1245480" y="75460"/>
                  </a:lnTo>
                  <a:lnTo>
                    <a:pt x="1232917" y="66781"/>
                  </a:lnTo>
                  <a:lnTo>
                    <a:pt x="1220180" y="58499"/>
                  </a:lnTo>
                  <a:lnTo>
                    <a:pt x="1206591" y="51981"/>
                  </a:lnTo>
                  <a:lnTo>
                    <a:pt x="1191372" y="48037"/>
                  </a:lnTo>
                  <a:lnTo>
                    <a:pt x="1175662" y="46000"/>
                  </a:lnTo>
                  <a:lnTo>
                    <a:pt x="1159830" y="44356"/>
                  </a:lnTo>
                  <a:lnTo>
                    <a:pt x="1144247" y="41592"/>
                  </a:lnTo>
                  <a:lnTo>
                    <a:pt x="1128605" y="36438"/>
                  </a:lnTo>
                  <a:lnTo>
                    <a:pt x="1113275" y="30105"/>
                  </a:lnTo>
                  <a:lnTo>
                    <a:pt x="1097845" y="24315"/>
                  </a:lnTo>
                  <a:lnTo>
                    <a:pt x="1081903" y="20789"/>
                  </a:lnTo>
                  <a:lnTo>
                    <a:pt x="1037721" y="15865"/>
                  </a:lnTo>
                  <a:lnTo>
                    <a:pt x="1010377" y="12808"/>
                  </a:lnTo>
                  <a:lnTo>
                    <a:pt x="992963" y="10889"/>
                  </a:lnTo>
                  <a:lnTo>
                    <a:pt x="978574" y="9378"/>
                  </a:lnTo>
                  <a:lnTo>
                    <a:pt x="960304" y="7546"/>
                  </a:lnTo>
                  <a:lnTo>
                    <a:pt x="931246" y="4663"/>
                  </a:lnTo>
                  <a:lnTo>
                    <a:pt x="884494" y="0"/>
                  </a:lnTo>
                  <a:lnTo>
                    <a:pt x="834423" y="769"/>
                  </a:lnTo>
                  <a:lnTo>
                    <a:pt x="784341" y="1256"/>
                  </a:lnTo>
                  <a:lnTo>
                    <a:pt x="734252" y="1567"/>
                  </a:lnTo>
                  <a:lnTo>
                    <a:pt x="684160" y="1807"/>
                  </a:lnTo>
                  <a:lnTo>
                    <a:pt x="634069" y="2082"/>
                  </a:lnTo>
                  <a:lnTo>
                    <a:pt x="583985" y="2499"/>
                  </a:lnTo>
                  <a:lnTo>
                    <a:pt x="533910" y="3162"/>
                  </a:lnTo>
                  <a:lnTo>
                    <a:pt x="483849" y="4179"/>
                  </a:lnTo>
                  <a:lnTo>
                    <a:pt x="433807" y="5653"/>
                  </a:lnTo>
                  <a:lnTo>
                    <a:pt x="383788" y="7692"/>
                  </a:lnTo>
                  <a:lnTo>
                    <a:pt x="333796" y="10401"/>
                  </a:lnTo>
                  <a:lnTo>
                    <a:pt x="283336" y="16678"/>
                  </a:lnTo>
                  <a:lnTo>
                    <a:pt x="215337" y="39195"/>
                  </a:lnTo>
                  <a:lnTo>
                    <a:pt x="177942" y="51981"/>
                  </a:lnTo>
                  <a:lnTo>
                    <a:pt x="167604" y="54774"/>
                  </a:lnTo>
                  <a:lnTo>
                    <a:pt x="157206" y="57353"/>
                  </a:lnTo>
                  <a:lnTo>
                    <a:pt x="146785" y="59846"/>
                  </a:lnTo>
                  <a:lnTo>
                    <a:pt x="136375" y="62382"/>
                  </a:lnTo>
                  <a:lnTo>
                    <a:pt x="99336" y="88038"/>
                  </a:lnTo>
                  <a:lnTo>
                    <a:pt x="83400" y="99383"/>
                  </a:lnTo>
                  <a:lnTo>
                    <a:pt x="70574" y="105223"/>
                  </a:lnTo>
                  <a:lnTo>
                    <a:pt x="42865" y="114363"/>
                  </a:lnTo>
                  <a:lnTo>
                    <a:pt x="40468" y="122246"/>
                  </a:lnTo>
                  <a:lnTo>
                    <a:pt x="38209" y="130182"/>
                  </a:lnTo>
                  <a:lnTo>
                    <a:pt x="35680" y="138007"/>
                  </a:lnTo>
                  <a:lnTo>
                    <a:pt x="32476" y="145554"/>
                  </a:lnTo>
                  <a:lnTo>
                    <a:pt x="22726" y="161391"/>
                  </a:lnTo>
                  <a:lnTo>
                    <a:pt x="12878" y="174974"/>
                  </a:lnTo>
                  <a:lnTo>
                    <a:pt x="5039" y="189442"/>
                  </a:lnTo>
                  <a:lnTo>
                    <a:pt x="1310" y="207937"/>
                  </a:lnTo>
                  <a:lnTo>
                    <a:pt x="429" y="233451"/>
                  </a:lnTo>
                  <a:lnTo>
                    <a:pt x="31" y="258976"/>
                  </a:lnTo>
                  <a:lnTo>
                    <a:pt x="0" y="284509"/>
                  </a:lnTo>
                  <a:lnTo>
                    <a:pt x="218" y="310045"/>
                  </a:lnTo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83028" y="3863566"/>
              <a:ext cx="114300" cy="114935"/>
            </a:xfrm>
            <a:custGeom>
              <a:avLst/>
              <a:gdLst/>
              <a:ahLst/>
              <a:cxnLst/>
              <a:rect l="l" t="t" r="r" b="b"/>
              <a:pathLst>
                <a:path w="114300" h="114935">
                  <a:moveTo>
                    <a:pt x="114287" y="0"/>
                  </a:moveTo>
                  <a:lnTo>
                    <a:pt x="0" y="1295"/>
                  </a:lnTo>
                  <a:lnTo>
                    <a:pt x="58432" y="114935"/>
                  </a:lnTo>
                  <a:lnTo>
                    <a:pt x="11428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1100" y="3861815"/>
              <a:ext cx="1209293" cy="1390649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80282" y="125729"/>
            <a:ext cx="5214365" cy="2463545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1318260" y="1936242"/>
            <a:ext cx="428625" cy="36893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0640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320"/>
              </a:spcBef>
            </a:pPr>
            <a:r>
              <a:rPr dirty="0" sz="1800" b="1">
                <a:latin typeface="Arial Narrow"/>
                <a:cs typeface="Arial Narrow"/>
              </a:rPr>
              <a:t>K</a:t>
            </a:r>
            <a:r>
              <a:rPr dirty="0" baseline="-20833" sz="1800" b="1">
                <a:latin typeface="Arial Narrow"/>
                <a:cs typeface="Arial Narrow"/>
              </a:rPr>
              <a:t>0</a:t>
            </a:r>
            <a:endParaRPr baseline="-20833" sz="1800">
              <a:latin typeface="Arial Narrow"/>
              <a:cs typeface="Arial Narro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31036" y="4034790"/>
            <a:ext cx="427990" cy="3695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0640" rIns="0" bIns="0" rtlCol="0" vert="horz">
            <a:spAutoFit/>
          </a:bodyPr>
          <a:lstStyle/>
          <a:p>
            <a:pPr marL="126364">
              <a:lnSpc>
                <a:spcPct val="100000"/>
              </a:lnSpc>
              <a:spcBef>
                <a:spcPts val="320"/>
              </a:spcBef>
            </a:pPr>
            <a:r>
              <a:rPr dirty="0" sz="1800" b="1">
                <a:latin typeface="Arial Narrow"/>
                <a:cs typeface="Arial Narrow"/>
              </a:rPr>
              <a:t>J</a:t>
            </a:r>
            <a:r>
              <a:rPr dirty="0" baseline="-20833" sz="1800" b="1">
                <a:latin typeface="Arial Narrow"/>
                <a:cs typeface="Arial Narrow"/>
              </a:rPr>
              <a:t>1</a:t>
            </a:r>
            <a:endParaRPr baseline="-20833" sz="1800">
              <a:latin typeface="Arial Narrow"/>
              <a:cs typeface="Arial Narro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47038" y="4752594"/>
            <a:ext cx="427990" cy="36893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0640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320"/>
              </a:spcBef>
            </a:pPr>
            <a:r>
              <a:rPr dirty="0" sz="1800" b="1">
                <a:latin typeface="Arial Narrow"/>
                <a:cs typeface="Arial Narrow"/>
              </a:rPr>
              <a:t>K</a:t>
            </a:r>
            <a:r>
              <a:rPr dirty="0" baseline="-20833" sz="1800" b="1">
                <a:latin typeface="Arial Narrow"/>
                <a:cs typeface="Arial Narrow"/>
              </a:rPr>
              <a:t>1</a:t>
            </a:r>
            <a:endParaRPr baseline="-20833" sz="1800">
              <a:latin typeface="Arial Narrow"/>
              <a:cs typeface="Arial Narro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9270" y="1964345"/>
            <a:ext cx="2819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 Narrow"/>
                <a:cs typeface="Arial Narrow"/>
              </a:rPr>
              <a:t>K</a:t>
            </a:r>
            <a:r>
              <a:rPr dirty="0" baseline="-20833" sz="1800" b="1">
                <a:latin typeface="Arial Narrow"/>
                <a:cs typeface="Arial Narrow"/>
              </a:rPr>
              <a:t>0</a:t>
            </a:r>
            <a:endParaRPr baseline="-20833" sz="1800">
              <a:latin typeface="Arial Narrow"/>
              <a:cs typeface="Arial Narro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82107" y="4802379"/>
            <a:ext cx="2819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 Narrow"/>
                <a:cs typeface="Arial Narrow"/>
              </a:rPr>
              <a:t>K</a:t>
            </a:r>
            <a:r>
              <a:rPr dirty="0" baseline="-20833" sz="1800" b="1">
                <a:latin typeface="Arial Narrow"/>
                <a:cs typeface="Arial Narrow"/>
              </a:rPr>
              <a:t>1</a:t>
            </a:r>
            <a:endParaRPr baseline="-20833" sz="1800">
              <a:latin typeface="Arial Narrow"/>
              <a:cs typeface="Arial Narro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69325" y="4063227"/>
            <a:ext cx="2501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 Narrow"/>
                <a:cs typeface="Arial Narrow"/>
              </a:rPr>
              <a:t>J</a:t>
            </a:r>
            <a:r>
              <a:rPr dirty="0" baseline="-20833" sz="1800" b="1">
                <a:latin typeface="Arial Narrow"/>
                <a:cs typeface="Arial Narrow"/>
              </a:rPr>
              <a:t>1</a:t>
            </a:r>
            <a:endParaRPr baseline="-20833" sz="1800">
              <a:latin typeface="Arial Narrow"/>
              <a:cs typeface="Arial Narrow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66216" y="2120645"/>
            <a:ext cx="311785" cy="0"/>
          </a:xfrm>
          <a:custGeom>
            <a:avLst/>
            <a:gdLst/>
            <a:ahLst/>
            <a:cxnLst/>
            <a:rect l="l" t="t" r="r" b="b"/>
            <a:pathLst>
              <a:path w="311784" h="0">
                <a:moveTo>
                  <a:pt x="0" y="0"/>
                </a:moveTo>
                <a:lnTo>
                  <a:pt x="311556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065275" y="4958334"/>
            <a:ext cx="311785" cy="0"/>
          </a:xfrm>
          <a:custGeom>
            <a:avLst/>
            <a:gdLst/>
            <a:ahLst/>
            <a:cxnLst/>
            <a:rect l="l" t="t" r="r" b="b"/>
            <a:pathLst>
              <a:path w="311784" h="0">
                <a:moveTo>
                  <a:pt x="0" y="0"/>
                </a:moveTo>
                <a:lnTo>
                  <a:pt x="311556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769882" y="6333352"/>
            <a:ext cx="44742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3366"/>
                </a:solidFill>
                <a:latin typeface="新宋体"/>
                <a:cs typeface="新宋体"/>
              </a:rPr>
              <a:t>找</a:t>
            </a:r>
            <a:r>
              <a:rPr dirty="0" sz="2400" b="1">
                <a:solidFill>
                  <a:srgbClr val="003366"/>
                </a:solidFill>
                <a:latin typeface="Times New Roman"/>
                <a:cs typeface="Times New Roman"/>
              </a:rPr>
              <a:t>J0</a:t>
            </a:r>
            <a:r>
              <a:rPr dirty="0" sz="2400" spc="-5" b="1">
                <a:solidFill>
                  <a:srgbClr val="003366"/>
                </a:solidFill>
                <a:latin typeface="新宋体"/>
                <a:cs typeface="新宋体"/>
              </a:rPr>
              <a:t>、</a:t>
            </a:r>
            <a:r>
              <a:rPr dirty="0" sz="2400" spc="-5" b="1">
                <a:solidFill>
                  <a:srgbClr val="003366"/>
                </a:solidFill>
                <a:latin typeface="Times New Roman"/>
                <a:cs typeface="Times New Roman"/>
              </a:rPr>
              <a:t>K0</a:t>
            </a:r>
            <a:r>
              <a:rPr dirty="0" sz="2400" spc="-5" b="1">
                <a:solidFill>
                  <a:srgbClr val="003366"/>
                </a:solidFill>
                <a:latin typeface="新宋体"/>
                <a:cs typeface="新宋体"/>
              </a:rPr>
              <a:t>、</a:t>
            </a:r>
            <a:r>
              <a:rPr dirty="0" sz="2400" b="1">
                <a:solidFill>
                  <a:srgbClr val="003366"/>
                </a:solidFill>
                <a:latin typeface="Times New Roman"/>
                <a:cs typeface="Times New Roman"/>
              </a:rPr>
              <a:t>J1</a:t>
            </a:r>
            <a:r>
              <a:rPr dirty="0" sz="2400" spc="-5" b="1">
                <a:solidFill>
                  <a:srgbClr val="003366"/>
                </a:solidFill>
                <a:latin typeface="新宋体"/>
                <a:cs typeface="新宋体"/>
              </a:rPr>
              <a:t>、</a:t>
            </a:r>
            <a:r>
              <a:rPr dirty="0" sz="2400" spc="-5" b="1">
                <a:solidFill>
                  <a:srgbClr val="003366"/>
                </a:solidFill>
                <a:latin typeface="Times New Roman"/>
                <a:cs typeface="Times New Roman"/>
              </a:rPr>
              <a:t>K1</a:t>
            </a:r>
            <a:r>
              <a:rPr dirty="0" sz="2400" spc="-5" b="1">
                <a:solidFill>
                  <a:srgbClr val="003366"/>
                </a:solidFill>
                <a:latin typeface="新宋体"/>
                <a:cs typeface="新宋体"/>
              </a:rPr>
              <a:t>对</a:t>
            </a:r>
            <a:r>
              <a:rPr dirty="0" sz="2400" b="1">
                <a:solidFill>
                  <a:srgbClr val="003366"/>
                </a:solidFill>
                <a:latin typeface="新宋体"/>
                <a:cs typeface="新宋体"/>
              </a:rPr>
              <a:t>应的</a:t>
            </a:r>
            <a:r>
              <a:rPr dirty="0" sz="2400" spc="5" b="1">
                <a:solidFill>
                  <a:srgbClr val="003366"/>
                </a:solidFill>
                <a:latin typeface="新宋体"/>
                <a:cs typeface="新宋体"/>
              </a:rPr>
              <a:t>表</a:t>
            </a:r>
            <a:r>
              <a:rPr dirty="0" sz="2400" b="1">
                <a:solidFill>
                  <a:srgbClr val="003366"/>
                </a:solidFill>
                <a:latin typeface="新宋体"/>
                <a:cs typeface="新宋体"/>
              </a:rPr>
              <a:t>达式</a:t>
            </a:r>
            <a:endParaRPr sz="2400">
              <a:latin typeface="新宋体"/>
              <a:cs typeface="新宋体"/>
            </a:endParaRPr>
          </a:p>
        </p:txBody>
      </p:sp>
    </p:spTree>
  </p:cSld>
  <p:clrMapOvr>
    <a:masterClrMapping/>
  </p:clrMapOvr>
  <p:transition spd="fast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52806" y="710183"/>
            <a:ext cx="3081655" cy="224154"/>
            <a:chOff x="352806" y="710183"/>
            <a:chExt cx="3081655" cy="224154"/>
          </a:xfrm>
        </p:grpSpPr>
        <p:sp>
          <p:nvSpPr>
            <p:cNvPr id="6" name="object 6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358902" y="2074926"/>
            <a:ext cx="4161790" cy="3600450"/>
          </a:xfrm>
          <a:custGeom>
            <a:avLst/>
            <a:gdLst/>
            <a:ahLst/>
            <a:cxnLst/>
            <a:rect l="l" t="t" r="r" b="b"/>
            <a:pathLst>
              <a:path w="4161790" h="3600450">
                <a:moveTo>
                  <a:pt x="4161282" y="0"/>
                </a:moveTo>
                <a:lnTo>
                  <a:pt x="0" y="0"/>
                </a:lnTo>
                <a:lnTo>
                  <a:pt x="0" y="3600450"/>
                </a:lnTo>
                <a:lnTo>
                  <a:pt x="4161282" y="3600450"/>
                </a:lnTo>
                <a:lnTo>
                  <a:pt x="41612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003042" y="4875276"/>
            <a:ext cx="1523365" cy="72961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03200" rIns="0" bIns="0" rtlCol="0" vert="horz">
            <a:spAutoFit/>
          </a:bodyPr>
          <a:lstStyle/>
          <a:p>
            <a:pPr marL="274955">
              <a:lnSpc>
                <a:spcPct val="100000"/>
              </a:lnSpc>
              <a:spcBef>
                <a:spcPts val="1600"/>
              </a:spcBef>
            </a:pPr>
            <a:r>
              <a:rPr dirty="0" sz="2000" spc="-10" b="1">
                <a:latin typeface="新宋体"/>
                <a:cs typeface="新宋体"/>
              </a:rPr>
              <a:t>翻</a:t>
            </a:r>
            <a:r>
              <a:rPr dirty="0" sz="2000" spc="-60" b="1">
                <a:latin typeface="新宋体"/>
                <a:cs typeface="新宋体"/>
              </a:rPr>
              <a:t> </a:t>
            </a:r>
            <a:r>
              <a:rPr dirty="0" sz="2000" spc="-10" b="1">
                <a:latin typeface="新宋体"/>
                <a:cs typeface="新宋体"/>
              </a:rPr>
              <a:t>转</a:t>
            </a:r>
            <a:endParaRPr sz="2000">
              <a:latin typeface="新宋体"/>
              <a:cs typeface="新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7355" y="4920336"/>
            <a:ext cx="1928495" cy="31242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  <a:tabLst>
                <a:tab pos="657860" algn="l"/>
                <a:tab pos="1315720" algn="l"/>
                <a:tab pos="1800860" algn="l"/>
              </a:tabLst>
            </a:pPr>
            <a:r>
              <a:rPr dirty="0" sz="2000" spc="-5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0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baseline="6944" sz="3000" spc="-7" b="1">
                <a:latin typeface="Times New Roman"/>
                <a:cs typeface="Times New Roman"/>
              </a:rPr>
              <a:t>1</a:t>
            </a:r>
            <a:endParaRPr baseline="6944" sz="3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7355" y="5256296"/>
            <a:ext cx="1928495" cy="311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80"/>
              </a:lnSpc>
              <a:tabLst>
                <a:tab pos="657860" algn="l"/>
                <a:tab pos="1315720" algn="l"/>
                <a:tab pos="1800860" algn="l"/>
              </a:tabLst>
            </a:pPr>
            <a:r>
              <a:rPr dirty="0" sz="2000" spc="-5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baseline="-6944" sz="3000" spc="-7" b="1">
                <a:latin typeface="Times New Roman"/>
                <a:cs typeface="Times New Roman"/>
              </a:rPr>
              <a:t>0</a:t>
            </a:r>
            <a:endParaRPr baseline="-6944" sz="3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03042" y="4114800"/>
            <a:ext cx="1523365" cy="72263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03200" rIns="0" bIns="0" rtlCol="0" vert="horz">
            <a:spAutoFit/>
          </a:bodyPr>
          <a:lstStyle/>
          <a:p>
            <a:pPr marL="274955">
              <a:lnSpc>
                <a:spcPct val="100000"/>
              </a:lnSpc>
              <a:spcBef>
                <a:spcPts val="1600"/>
              </a:spcBef>
              <a:tabLst>
                <a:tab pos="720090" algn="l"/>
              </a:tabLst>
            </a:pPr>
            <a:r>
              <a:rPr dirty="0" sz="2000" spc="-10" b="1">
                <a:latin typeface="新宋体"/>
                <a:cs typeface="新宋体"/>
              </a:rPr>
              <a:t>置	</a:t>
            </a:r>
            <a:r>
              <a:rPr dirty="0" sz="2000" spc="-5" b="1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7318" y="4159857"/>
            <a:ext cx="1928495" cy="31242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  <a:tabLst>
                <a:tab pos="657860" algn="l"/>
                <a:tab pos="1315720" algn="l"/>
                <a:tab pos="1800860" algn="l"/>
              </a:tabLst>
            </a:pPr>
            <a:r>
              <a:rPr dirty="0" sz="2000" spc="-5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0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0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baseline="6944" sz="3000" spc="-7" b="1">
                <a:latin typeface="Times New Roman"/>
                <a:cs typeface="Times New Roman"/>
              </a:rPr>
              <a:t>1</a:t>
            </a:r>
            <a:endParaRPr baseline="6944" sz="3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7318" y="4495817"/>
            <a:ext cx="1928495" cy="311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80"/>
              </a:lnSpc>
              <a:tabLst>
                <a:tab pos="657860" algn="l"/>
                <a:tab pos="1315720" algn="l"/>
                <a:tab pos="1800860" algn="l"/>
              </a:tabLst>
            </a:pPr>
            <a:r>
              <a:rPr dirty="0" sz="2000" spc="-5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0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baseline="-6944" sz="3000" spc="-7" b="1">
                <a:latin typeface="Times New Roman"/>
                <a:cs typeface="Times New Roman"/>
              </a:rPr>
              <a:t>1</a:t>
            </a:r>
            <a:endParaRPr baseline="-6944" sz="3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03042" y="3354323"/>
            <a:ext cx="1523365" cy="72263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03200" rIns="0" bIns="0" rtlCol="0" vert="horz">
            <a:spAutoFit/>
          </a:bodyPr>
          <a:lstStyle/>
          <a:p>
            <a:pPr marL="274955">
              <a:lnSpc>
                <a:spcPct val="100000"/>
              </a:lnSpc>
              <a:spcBef>
                <a:spcPts val="1600"/>
              </a:spcBef>
              <a:tabLst>
                <a:tab pos="784225" algn="l"/>
              </a:tabLst>
            </a:pPr>
            <a:r>
              <a:rPr dirty="0" sz="2000" spc="-10" b="1">
                <a:latin typeface="新宋体"/>
                <a:cs typeface="新宋体"/>
              </a:rPr>
              <a:t>置	</a:t>
            </a:r>
            <a:r>
              <a:rPr dirty="0" sz="2000" spc="-5" b="1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7382" y="3399443"/>
            <a:ext cx="1928495" cy="31242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  <a:tabLst>
                <a:tab pos="657860" algn="l"/>
                <a:tab pos="1315720" algn="l"/>
                <a:tab pos="1800860" algn="l"/>
              </a:tabLst>
            </a:pPr>
            <a:r>
              <a:rPr dirty="0" sz="2000" spc="-5" b="1">
                <a:latin typeface="Times New Roman"/>
                <a:cs typeface="Times New Roman"/>
              </a:rPr>
              <a:t>0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0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baseline="6944" sz="3000" spc="-7" b="1">
                <a:latin typeface="Times New Roman"/>
                <a:cs typeface="Times New Roman"/>
              </a:rPr>
              <a:t>0</a:t>
            </a:r>
            <a:endParaRPr baseline="6944" sz="3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7382" y="3735403"/>
            <a:ext cx="1928495" cy="311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80"/>
              </a:lnSpc>
              <a:tabLst>
                <a:tab pos="657860" algn="l"/>
                <a:tab pos="1315720" algn="l"/>
                <a:tab pos="1800860" algn="l"/>
              </a:tabLst>
            </a:pPr>
            <a:r>
              <a:rPr dirty="0" sz="2000" spc="-5" b="1">
                <a:latin typeface="Times New Roman"/>
                <a:cs typeface="Times New Roman"/>
              </a:rPr>
              <a:t>0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baseline="-6944" sz="3000" spc="-7" b="1">
                <a:latin typeface="Times New Roman"/>
                <a:cs typeface="Times New Roman"/>
              </a:rPr>
              <a:t>0</a:t>
            </a:r>
            <a:endParaRPr baseline="-6944" sz="3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03042" y="2477261"/>
            <a:ext cx="1523365" cy="839469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Times New Roman"/>
              <a:cs typeface="Times New Roman"/>
            </a:endParaRPr>
          </a:p>
          <a:p>
            <a:pPr marL="84455">
              <a:lnSpc>
                <a:spcPct val="100000"/>
              </a:lnSpc>
              <a:spcBef>
                <a:spcPts val="5"/>
              </a:spcBef>
            </a:pPr>
            <a:r>
              <a:rPr dirty="0" sz="2000" b="1">
                <a:latin typeface="新宋体"/>
                <a:cs typeface="新宋体"/>
              </a:rPr>
              <a:t>状态</a:t>
            </a:r>
            <a:r>
              <a:rPr dirty="0" sz="2000" spc="5" b="1">
                <a:latin typeface="新宋体"/>
                <a:cs typeface="新宋体"/>
              </a:rPr>
              <a:t>不</a:t>
            </a:r>
            <a:r>
              <a:rPr dirty="0" sz="2000" spc="-10" b="1">
                <a:latin typeface="新宋体"/>
                <a:cs typeface="新宋体"/>
              </a:rPr>
              <a:t>变</a:t>
            </a:r>
            <a:endParaRPr sz="2000">
              <a:latin typeface="新宋体"/>
              <a:cs typeface="新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7355" y="2586712"/>
            <a:ext cx="1928495" cy="31242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  <a:tabLst>
                <a:tab pos="657860" algn="l"/>
                <a:tab pos="1315720" algn="l"/>
                <a:tab pos="1800860" algn="l"/>
              </a:tabLst>
            </a:pPr>
            <a:r>
              <a:rPr dirty="0" sz="2000" spc="-5" b="1">
                <a:latin typeface="Times New Roman"/>
                <a:cs typeface="Times New Roman"/>
              </a:rPr>
              <a:t>0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0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0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baseline="6944" sz="3000" spc="-7" b="1">
                <a:latin typeface="Times New Roman"/>
                <a:cs typeface="Times New Roman"/>
              </a:rPr>
              <a:t>0</a:t>
            </a:r>
            <a:endParaRPr baseline="6944" sz="3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7355" y="2922672"/>
            <a:ext cx="1928495" cy="311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80"/>
              </a:lnSpc>
              <a:tabLst>
                <a:tab pos="657860" algn="l"/>
                <a:tab pos="1315720" algn="l"/>
                <a:tab pos="1800860" algn="l"/>
              </a:tabLst>
            </a:pPr>
            <a:r>
              <a:rPr dirty="0" sz="2000" spc="-5" b="1">
                <a:latin typeface="Times New Roman"/>
                <a:cs typeface="Times New Roman"/>
              </a:rPr>
              <a:t>0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0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baseline="-6944" sz="3000" spc="-7" b="1">
                <a:latin typeface="Times New Roman"/>
                <a:cs typeface="Times New Roman"/>
              </a:rPr>
              <a:t>1</a:t>
            </a:r>
            <a:endParaRPr baseline="-6944" sz="3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03042" y="2087879"/>
            <a:ext cx="1523365" cy="37655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6670" rIns="0" bIns="0" rtlCol="0" vert="horz">
            <a:spAutoFit/>
          </a:bodyPr>
          <a:lstStyle/>
          <a:p>
            <a:pPr marL="401955">
              <a:lnSpc>
                <a:spcPct val="100000"/>
              </a:lnSpc>
              <a:spcBef>
                <a:spcPts val="210"/>
              </a:spcBef>
            </a:pPr>
            <a:r>
              <a:rPr dirty="0" sz="2000" spc="-10" b="1">
                <a:latin typeface="新宋体"/>
                <a:cs typeface="新宋体"/>
              </a:rPr>
              <a:t>说</a:t>
            </a:r>
            <a:r>
              <a:rPr dirty="0" sz="2000" spc="-60" b="1">
                <a:latin typeface="新宋体"/>
                <a:cs typeface="新宋体"/>
              </a:rPr>
              <a:t> </a:t>
            </a:r>
            <a:r>
              <a:rPr dirty="0" sz="2000" spc="-10" b="1">
                <a:latin typeface="新宋体"/>
                <a:cs typeface="新宋体"/>
              </a:rPr>
              <a:t>明</a:t>
            </a:r>
            <a:endParaRPr sz="2000">
              <a:latin typeface="新宋体"/>
              <a:cs typeface="新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66010" y="2087879"/>
            <a:ext cx="624205" cy="37655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71120">
              <a:lnSpc>
                <a:spcPts val="1995"/>
              </a:lnSpc>
            </a:pPr>
            <a:r>
              <a:rPr dirty="0" baseline="-16666" sz="3000" spc="15" b="1" i="1">
                <a:latin typeface="Times New Roman"/>
                <a:cs typeface="Times New Roman"/>
              </a:rPr>
              <a:t>Q</a:t>
            </a:r>
            <a:r>
              <a:rPr dirty="0" sz="1300" spc="10" b="1">
                <a:latin typeface="Times New Roman"/>
                <a:cs typeface="Times New Roman"/>
              </a:rPr>
              <a:t>n+1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84020" y="2087879"/>
            <a:ext cx="624840" cy="37655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184150">
              <a:lnSpc>
                <a:spcPts val="1995"/>
              </a:lnSpc>
            </a:pPr>
            <a:r>
              <a:rPr dirty="0" baseline="-16666" sz="3000" spc="7" b="1" i="1">
                <a:latin typeface="Times New Roman"/>
                <a:cs typeface="Times New Roman"/>
              </a:rPr>
              <a:t>Q</a:t>
            </a:r>
            <a:r>
              <a:rPr dirty="0" sz="1300" spc="5" b="1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27938" y="2087879"/>
            <a:ext cx="643255" cy="37655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47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dirty="0" sz="2000" spc="-5" b="1" i="1">
                <a:latin typeface="Times New Roman"/>
                <a:cs typeface="Times New Roman"/>
              </a:rPr>
              <a:t>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0238" y="2087879"/>
            <a:ext cx="635000" cy="37655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4765" rIns="0" bIns="0" rtlCol="0" vert="horz">
            <a:spAutoFit/>
          </a:bodyPr>
          <a:lstStyle/>
          <a:p>
            <a:pPr algn="ctr" marR="5715">
              <a:lnSpc>
                <a:spcPct val="100000"/>
              </a:lnSpc>
              <a:spcBef>
                <a:spcPts val="195"/>
              </a:spcBef>
            </a:pPr>
            <a:r>
              <a:rPr dirty="0" sz="2000" spc="-5" b="1" i="1">
                <a:latin typeface="Times New Roman"/>
                <a:cs typeface="Times New Roman"/>
              </a:rPr>
              <a:t>J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42138" y="2062733"/>
            <a:ext cx="5368925" cy="3567429"/>
            <a:chOff x="342138" y="2062733"/>
            <a:chExt cx="5368925" cy="3567429"/>
          </a:xfrm>
        </p:grpSpPr>
        <p:sp>
          <p:nvSpPr>
            <p:cNvPr id="27" name="object 27"/>
            <p:cNvSpPr/>
            <p:nvPr/>
          </p:nvSpPr>
          <p:spPr>
            <a:xfrm>
              <a:off x="361569" y="2062733"/>
              <a:ext cx="4184650" cy="3567429"/>
            </a:xfrm>
            <a:custGeom>
              <a:avLst/>
              <a:gdLst/>
              <a:ahLst/>
              <a:cxnLst/>
              <a:rect l="l" t="t" r="r" b="b"/>
              <a:pathLst>
                <a:path w="4184650" h="3567429">
                  <a:moveTo>
                    <a:pt x="4184129" y="3541788"/>
                  </a:moveTo>
                  <a:lnTo>
                    <a:pt x="0" y="3541788"/>
                  </a:lnTo>
                  <a:lnTo>
                    <a:pt x="0" y="3554349"/>
                  </a:lnTo>
                  <a:lnTo>
                    <a:pt x="0" y="3566934"/>
                  </a:lnTo>
                  <a:lnTo>
                    <a:pt x="4184129" y="3566934"/>
                  </a:lnTo>
                  <a:lnTo>
                    <a:pt x="4184129" y="3554361"/>
                  </a:lnTo>
                  <a:lnTo>
                    <a:pt x="4184129" y="3541788"/>
                  </a:lnTo>
                  <a:close/>
                </a:path>
                <a:path w="4184650" h="3567429">
                  <a:moveTo>
                    <a:pt x="4184129" y="0"/>
                  </a:moveTo>
                  <a:lnTo>
                    <a:pt x="0" y="0"/>
                  </a:lnTo>
                  <a:lnTo>
                    <a:pt x="0" y="12573"/>
                  </a:lnTo>
                  <a:lnTo>
                    <a:pt x="0" y="25158"/>
                  </a:lnTo>
                  <a:lnTo>
                    <a:pt x="4184129" y="25158"/>
                  </a:lnTo>
                  <a:lnTo>
                    <a:pt x="4184129" y="12573"/>
                  </a:lnTo>
                  <a:lnTo>
                    <a:pt x="41841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61188" y="2074925"/>
              <a:ext cx="0" cy="3542029"/>
            </a:xfrm>
            <a:custGeom>
              <a:avLst/>
              <a:gdLst/>
              <a:ahLst/>
              <a:cxnLst/>
              <a:rect l="l" t="t" r="r" b="b"/>
              <a:pathLst>
                <a:path w="0" h="3542029">
                  <a:moveTo>
                    <a:pt x="0" y="0"/>
                  </a:moveTo>
                  <a:lnTo>
                    <a:pt x="0" y="354177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545329" y="2074925"/>
              <a:ext cx="0" cy="3542029"/>
            </a:xfrm>
            <a:custGeom>
              <a:avLst/>
              <a:gdLst/>
              <a:ahLst/>
              <a:cxnLst/>
              <a:rect l="l" t="t" r="r" b="b"/>
              <a:pathLst>
                <a:path w="0" h="3542029">
                  <a:moveTo>
                    <a:pt x="0" y="0"/>
                  </a:moveTo>
                  <a:lnTo>
                    <a:pt x="0" y="354177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61569" y="2470784"/>
              <a:ext cx="4184650" cy="0"/>
            </a:xfrm>
            <a:custGeom>
              <a:avLst/>
              <a:gdLst/>
              <a:ahLst/>
              <a:cxnLst/>
              <a:rect l="l" t="t" r="r" b="b"/>
              <a:pathLst>
                <a:path w="4184650" h="0">
                  <a:moveTo>
                    <a:pt x="0" y="0"/>
                  </a:moveTo>
                  <a:lnTo>
                    <a:pt x="1947291" y="0"/>
                  </a:lnTo>
                </a:path>
                <a:path w="4184650" h="0">
                  <a:moveTo>
                    <a:pt x="2004441" y="0"/>
                  </a:moveTo>
                  <a:lnTo>
                    <a:pt x="4184141" y="0"/>
                  </a:lnTo>
                </a:path>
              </a:pathLst>
            </a:custGeom>
            <a:ln w="12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021461" y="2075306"/>
              <a:ext cx="0" cy="3542029"/>
            </a:xfrm>
            <a:custGeom>
              <a:avLst/>
              <a:gdLst/>
              <a:ahLst/>
              <a:cxnLst/>
              <a:rect l="l" t="t" r="r" b="b"/>
              <a:pathLst>
                <a:path w="0" h="3542029">
                  <a:moveTo>
                    <a:pt x="0" y="0"/>
                  </a:moveTo>
                  <a:lnTo>
                    <a:pt x="0" y="3541776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677543" y="2075306"/>
              <a:ext cx="0" cy="3542029"/>
            </a:xfrm>
            <a:custGeom>
              <a:avLst/>
              <a:gdLst/>
              <a:ahLst/>
              <a:cxnLst/>
              <a:rect l="l" t="t" r="r" b="b"/>
              <a:pathLst>
                <a:path w="0" h="3542029">
                  <a:moveTo>
                    <a:pt x="0" y="0"/>
                  </a:moveTo>
                  <a:lnTo>
                    <a:pt x="0" y="3541776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337435" y="2075306"/>
              <a:ext cx="0" cy="3542029"/>
            </a:xfrm>
            <a:custGeom>
              <a:avLst/>
              <a:gdLst/>
              <a:ahLst/>
              <a:cxnLst/>
              <a:rect l="l" t="t" r="r" b="b"/>
              <a:pathLst>
                <a:path w="0" h="3542029">
                  <a:moveTo>
                    <a:pt x="0" y="0"/>
                  </a:moveTo>
                  <a:lnTo>
                    <a:pt x="0" y="3541776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996564" y="2075306"/>
              <a:ext cx="0" cy="3542029"/>
            </a:xfrm>
            <a:custGeom>
              <a:avLst/>
              <a:gdLst/>
              <a:ahLst/>
              <a:cxnLst/>
              <a:rect l="l" t="t" r="r" b="b"/>
              <a:pathLst>
                <a:path w="0" h="3542029">
                  <a:moveTo>
                    <a:pt x="0" y="0"/>
                  </a:moveTo>
                  <a:lnTo>
                    <a:pt x="0" y="3541776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61188" y="3335273"/>
              <a:ext cx="4184650" cy="0"/>
            </a:xfrm>
            <a:custGeom>
              <a:avLst/>
              <a:gdLst/>
              <a:ahLst/>
              <a:cxnLst/>
              <a:rect l="l" t="t" r="r" b="b"/>
              <a:pathLst>
                <a:path w="4184650" h="0">
                  <a:moveTo>
                    <a:pt x="0" y="0"/>
                  </a:moveTo>
                  <a:lnTo>
                    <a:pt x="4184141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61188" y="4095750"/>
              <a:ext cx="4184650" cy="0"/>
            </a:xfrm>
            <a:custGeom>
              <a:avLst/>
              <a:gdLst/>
              <a:ahLst/>
              <a:cxnLst/>
              <a:rect l="l" t="t" r="r" b="b"/>
              <a:pathLst>
                <a:path w="4184650" h="0">
                  <a:moveTo>
                    <a:pt x="0" y="0"/>
                  </a:moveTo>
                  <a:lnTo>
                    <a:pt x="4184141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61188" y="4856226"/>
              <a:ext cx="4184650" cy="0"/>
            </a:xfrm>
            <a:custGeom>
              <a:avLst/>
              <a:gdLst/>
              <a:ahLst/>
              <a:cxnLst/>
              <a:rect l="l" t="t" r="r" b="b"/>
              <a:pathLst>
                <a:path w="4184650" h="0">
                  <a:moveTo>
                    <a:pt x="0" y="0"/>
                  </a:moveTo>
                  <a:lnTo>
                    <a:pt x="4184141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94360" y="2543555"/>
              <a:ext cx="2232025" cy="314325"/>
            </a:xfrm>
            <a:custGeom>
              <a:avLst/>
              <a:gdLst/>
              <a:ahLst/>
              <a:cxnLst/>
              <a:rect l="l" t="t" r="r" b="b"/>
              <a:pathLst>
                <a:path w="2232025" h="314325">
                  <a:moveTo>
                    <a:pt x="2231898" y="0"/>
                  </a:moveTo>
                  <a:lnTo>
                    <a:pt x="0" y="0"/>
                  </a:lnTo>
                  <a:lnTo>
                    <a:pt x="0" y="313944"/>
                  </a:lnTo>
                  <a:lnTo>
                    <a:pt x="2231898" y="313944"/>
                  </a:lnTo>
                  <a:lnTo>
                    <a:pt x="2231898" y="0"/>
                  </a:lnTo>
                  <a:close/>
                </a:path>
              </a:pathLst>
            </a:custGeom>
            <a:solidFill>
              <a:srgbClr val="FFFF99">
                <a:alpha val="6784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94360" y="5194554"/>
              <a:ext cx="2232025" cy="360680"/>
            </a:xfrm>
            <a:custGeom>
              <a:avLst/>
              <a:gdLst/>
              <a:ahLst/>
              <a:cxnLst/>
              <a:rect l="l" t="t" r="r" b="b"/>
              <a:pathLst>
                <a:path w="2232025" h="360679">
                  <a:moveTo>
                    <a:pt x="2231898" y="0"/>
                  </a:moveTo>
                  <a:lnTo>
                    <a:pt x="0" y="0"/>
                  </a:lnTo>
                  <a:lnTo>
                    <a:pt x="0" y="360426"/>
                  </a:lnTo>
                  <a:lnTo>
                    <a:pt x="2231898" y="360426"/>
                  </a:lnTo>
                  <a:lnTo>
                    <a:pt x="2231898" y="0"/>
                  </a:lnTo>
                  <a:close/>
                </a:path>
              </a:pathLst>
            </a:custGeom>
            <a:solidFill>
              <a:srgbClr val="66FF99">
                <a:alpha val="6784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94360" y="4473701"/>
              <a:ext cx="2232025" cy="350520"/>
            </a:xfrm>
            <a:custGeom>
              <a:avLst/>
              <a:gdLst/>
              <a:ahLst/>
              <a:cxnLst/>
              <a:rect l="l" t="t" r="r" b="b"/>
              <a:pathLst>
                <a:path w="2232025" h="350520">
                  <a:moveTo>
                    <a:pt x="2231898" y="0"/>
                  </a:moveTo>
                  <a:lnTo>
                    <a:pt x="0" y="0"/>
                  </a:lnTo>
                  <a:lnTo>
                    <a:pt x="0" y="350519"/>
                  </a:lnTo>
                  <a:lnTo>
                    <a:pt x="2231898" y="350519"/>
                  </a:lnTo>
                  <a:lnTo>
                    <a:pt x="2231898" y="0"/>
                  </a:lnTo>
                  <a:close/>
                </a:path>
              </a:pathLst>
            </a:custGeom>
            <a:solidFill>
              <a:srgbClr val="7C94E2">
                <a:alpha val="6784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94360" y="4878323"/>
              <a:ext cx="2232025" cy="360680"/>
            </a:xfrm>
            <a:custGeom>
              <a:avLst/>
              <a:gdLst/>
              <a:ahLst/>
              <a:cxnLst/>
              <a:rect l="l" t="t" r="r" b="b"/>
              <a:pathLst>
                <a:path w="2232025" h="360679">
                  <a:moveTo>
                    <a:pt x="2231898" y="0"/>
                  </a:moveTo>
                  <a:lnTo>
                    <a:pt x="0" y="0"/>
                  </a:lnTo>
                  <a:lnTo>
                    <a:pt x="0" y="360425"/>
                  </a:lnTo>
                  <a:lnTo>
                    <a:pt x="2231898" y="360425"/>
                  </a:lnTo>
                  <a:lnTo>
                    <a:pt x="2231898" y="0"/>
                  </a:lnTo>
                  <a:close/>
                </a:path>
              </a:pathLst>
            </a:custGeom>
            <a:solidFill>
              <a:srgbClr val="FFCCFF">
                <a:alpha val="6784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94360" y="2924555"/>
              <a:ext cx="2232025" cy="315595"/>
            </a:xfrm>
            <a:custGeom>
              <a:avLst/>
              <a:gdLst/>
              <a:ahLst/>
              <a:cxnLst/>
              <a:rect l="l" t="t" r="r" b="b"/>
              <a:pathLst>
                <a:path w="2232025" h="315594">
                  <a:moveTo>
                    <a:pt x="2231898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2231898" y="315467"/>
                  </a:lnTo>
                  <a:lnTo>
                    <a:pt x="2231898" y="0"/>
                  </a:lnTo>
                  <a:close/>
                </a:path>
              </a:pathLst>
            </a:custGeom>
            <a:solidFill>
              <a:srgbClr val="7C94E2">
                <a:alpha val="5686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89788" y="3691127"/>
              <a:ext cx="2190750" cy="314325"/>
            </a:xfrm>
            <a:custGeom>
              <a:avLst/>
              <a:gdLst/>
              <a:ahLst/>
              <a:cxnLst/>
              <a:rect l="l" t="t" r="r" b="b"/>
              <a:pathLst>
                <a:path w="2190750" h="314325">
                  <a:moveTo>
                    <a:pt x="2190750" y="0"/>
                  </a:moveTo>
                  <a:lnTo>
                    <a:pt x="0" y="0"/>
                  </a:lnTo>
                  <a:lnTo>
                    <a:pt x="0" y="313944"/>
                  </a:lnTo>
                  <a:lnTo>
                    <a:pt x="2190750" y="313944"/>
                  </a:lnTo>
                  <a:lnTo>
                    <a:pt x="2190750" y="0"/>
                  </a:lnTo>
                  <a:close/>
                </a:path>
              </a:pathLst>
            </a:custGeom>
            <a:solidFill>
              <a:srgbClr val="66FF99">
                <a:alpha val="6784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94360" y="3303269"/>
              <a:ext cx="2232025" cy="314960"/>
            </a:xfrm>
            <a:custGeom>
              <a:avLst/>
              <a:gdLst/>
              <a:ahLst/>
              <a:cxnLst/>
              <a:rect l="l" t="t" r="r" b="b"/>
              <a:pathLst>
                <a:path w="2232025" h="314960">
                  <a:moveTo>
                    <a:pt x="2231898" y="0"/>
                  </a:moveTo>
                  <a:lnTo>
                    <a:pt x="0" y="0"/>
                  </a:lnTo>
                  <a:lnTo>
                    <a:pt x="0" y="314706"/>
                  </a:lnTo>
                  <a:lnTo>
                    <a:pt x="2231898" y="314706"/>
                  </a:lnTo>
                  <a:lnTo>
                    <a:pt x="2231898" y="0"/>
                  </a:lnTo>
                  <a:close/>
                </a:path>
              </a:pathLst>
            </a:custGeom>
            <a:solidFill>
              <a:srgbClr val="FFFF99">
                <a:alpha val="6784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95884" y="4069079"/>
              <a:ext cx="2230755" cy="350520"/>
            </a:xfrm>
            <a:custGeom>
              <a:avLst/>
              <a:gdLst/>
              <a:ahLst/>
              <a:cxnLst/>
              <a:rect l="l" t="t" r="r" b="b"/>
              <a:pathLst>
                <a:path w="2230755" h="350520">
                  <a:moveTo>
                    <a:pt x="2230374" y="0"/>
                  </a:moveTo>
                  <a:lnTo>
                    <a:pt x="0" y="0"/>
                  </a:lnTo>
                  <a:lnTo>
                    <a:pt x="0" y="350520"/>
                  </a:lnTo>
                  <a:lnTo>
                    <a:pt x="2230374" y="350520"/>
                  </a:lnTo>
                  <a:lnTo>
                    <a:pt x="2230374" y="0"/>
                  </a:lnTo>
                  <a:close/>
                </a:path>
              </a:pathLst>
            </a:custGeom>
            <a:solidFill>
              <a:srgbClr val="FFCCFF">
                <a:alpha val="6784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590987" y="2484055"/>
              <a:ext cx="1115060" cy="782955"/>
            </a:xfrm>
            <a:custGeom>
              <a:avLst/>
              <a:gdLst/>
              <a:ahLst/>
              <a:cxnLst/>
              <a:rect l="l" t="t" r="r" b="b"/>
              <a:pathLst>
                <a:path w="1115060" h="782954">
                  <a:moveTo>
                    <a:pt x="133197" y="0"/>
                  </a:moveTo>
                  <a:lnTo>
                    <a:pt x="0" y="228727"/>
                  </a:lnTo>
                  <a:lnTo>
                    <a:pt x="799947" y="694563"/>
                  </a:lnTo>
                  <a:lnTo>
                    <a:pt x="748703" y="782548"/>
                  </a:lnTo>
                  <a:lnTo>
                    <a:pt x="1114691" y="724712"/>
                  </a:lnTo>
                  <a:lnTo>
                    <a:pt x="984377" y="377850"/>
                  </a:lnTo>
                  <a:lnTo>
                    <a:pt x="933145" y="465836"/>
                  </a:lnTo>
                  <a:lnTo>
                    <a:pt x="133197" y="0"/>
                  </a:lnTo>
                  <a:close/>
                </a:path>
              </a:pathLst>
            </a:custGeom>
            <a:solidFill>
              <a:srgbClr val="CC3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590987" y="2484055"/>
              <a:ext cx="1115060" cy="782955"/>
            </a:xfrm>
            <a:custGeom>
              <a:avLst/>
              <a:gdLst/>
              <a:ahLst/>
              <a:cxnLst/>
              <a:rect l="l" t="t" r="r" b="b"/>
              <a:pathLst>
                <a:path w="1115060" h="782954">
                  <a:moveTo>
                    <a:pt x="133197" y="0"/>
                  </a:moveTo>
                  <a:lnTo>
                    <a:pt x="933145" y="465836"/>
                  </a:lnTo>
                  <a:lnTo>
                    <a:pt x="984377" y="377850"/>
                  </a:lnTo>
                  <a:lnTo>
                    <a:pt x="1114691" y="724712"/>
                  </a:lnTo>
                  <a:lnTo>
                    <a:pt x="748703" y="782548"/>
                  </a:lnTo>
                  <a:lnTo>
                    <a:pt x="799947" y="694563"/>
                  </a:lnTo>
                  <a:lnTo>
                    <a:pt x="0" y="228727"/>
                  </a:lnTo>
                  <a:lnTo>
                    <a:pt x="133197" y="0"/>
                  </a:lnTo>
                  <a:close/>
                </a:path>
              </a:pathLst>
            </a:custGeom>
            <a:ln w="9525">
              <a:solidFill>
                <a:srgbClr val="CC33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942798" y="1439036"/>
            <a:ext cx="11703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1.</a:t>
            </a: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特性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表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title"/>
          </p:nvPr>
        </p:nvSpPr>
        <p:spPr>
          <a:xfrm>
            <a:off x="1225363" y="96052"/>
            <a:ext cx="1824989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5" i="1">
                <a:solidFill>
                  <a:srgbClr val="CC0000"/>
                </a:solidFill>
                <a:latin typeface="Times New Roman"/>
                <a:cs typeface="Times New Roman"/>
              </a:rPr>
              <a:t>JK</a:t>
            </a:r>
            <a:r>
              <a:rPr dirty="0" sz="3200" spc="-80" i="1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dirty="0" sz="3200" spc="-5">
                <a:solidFill>
                  <a:srgbClr val="CC0000"/>
                </a:solidFill>
                <a:latin typeface="新宋体"/>
                <a:cs typeface="新宋体"/>
              </a:rPr>
              <a:t>触发器</a:t>
            </a:r>
            <a:endParaRPr sz="3200">
              <a:latin typeface="新宋体"/>
              <a:cs typeface="新宋体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072378" y="2499359"/>
            <a:ext cx="2786380" cy="2196465"/>
          </a:xfrm>
          <a:custGeom>
            <a:avLst/>
            <a:gdLst/>
            <a:ahLst/>
            <a:cxnLst/>
            <a:rect l="l" t="t" r="r" b="b"/>
            <a:pathLst>
              <a:path w="2786379" h="2196465">
                <a:moveTo>
                  <a:pt x="2785872" y="0"/>
                </a:moveTo>
                <a:lnTo>
                  <a:pt x="0" y="0"/>
                </a:lnTo>
                <a:lnTo>
                  <a:pt x="0" y="2001774"/>
                </a:lnTo>
                <a:lnTo>
                  <a:pt x="0" y="2049780"/>
                </a:lnTo>
                <a:lnTo>
                  <a:pt x="0" y="2071878"/>
                </a:lnTo>
                <a:lnTo>
                  <a:pt x="0" y="2196084"/>
                </a:lnTo>
                <a:lnTo>
                  <a:pt x="2785872" y="2196084"/>
                </a:lnTo>
                <a:lnTo>
                  <a:pt x="2785872" y="2071878"/>
                </a:lnTo>
                <a:lnTo>
                  <a:pt x="2785872" y="2049780"/>
                </a:lnTo>
                <a:lnTo>
                  <a:pt x="2785872" y="2001774"/>
                </a:lnTo>
                <a:lnTo>
                  <a:pt x="27858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6340307" y="3824222"/>
            <a:ext cx="1928495" cy="31242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>
              <a:lnSpc>
                <a:spcPts val="2395"/>
              </a:lnSpc>
              <a:spcBef>
                <a:spcPts val="60"/>
              </a:spcBef>
              <a:tabLst>
                <a:tab pos="657860" algn="l"/>
                <a:tab pos="1251585" algn="l"/>
                <a:tab pos="1800860" algn="l"/>
              </a:tabLst>
            </a:pPr>
            <a:r>
              <a:rPr dirty="0" baseline="1388" sz="3000" spc="-7" b="1">
                <a:latin typeface="Times New Roman"/>
                <a:cs typeface="Times New Roman"/>
              </a:rPr>
              <a:t>1</a:t>
            </a:r>
            <a:r>
              <a:rPr dirty="0" baseline="1388" sz="3000" spc="-7" b="1">
                <a:latin typeface="Times New Roman"/>
                <a:cs typeface="Times New Roman"/>
              </a:rPr>
              <a:t>	</a:t>
            </a:r>
            <a:r>
              <a:rPr dirty="0" baseline="1388" sz="3000" spc="-7" b="1">
                <a:latin typeface="Times New Roman"/>
                <a:cs typeface="Times New Roman"/>
              </a:rPr>
              <a:t>0</a:t>
            </a:r>
            <a:r>
              <a:rPr dirty="0" baseline="1388" sz="3000" spc="-7" b="1">
                <a:latin typeface="Times New Roman"/>
                <a:cs typeface="Times New Roman"/>
              </a:rPr>
              <a:t>	</a:t>
            </a:r>
            <a:r>
              <a:rPr dirty="0" sz="2000" spc="-10" b="1">
                <a:latin typeface="新宋体"/>
                <a:cs typeface="新宋体"/>
              </a:rPr>
              <a:t>×</a:t>
            </a:r>
            <a:r>
              <a:rPr dirty="0" sz="2000" spc="-10" b="1">
                <a:latin typeface="新宋体"/>
                <a:cs typeface="新宋体"/>
              </a:rPr>
              <a:t>	</a:t>
            </a:r>
            <a:r>
              <a:rPr dirty="0" baseline="8333" sz="3000" spc="-7" b="1">
                <a:latin typeface="Times New Roman"/>
                <a:cs typeface="Times New Roman"/>
              </a:rPr>
              <a:t>1</a:t>
            </a:r>
            <a:endParaRPr baseline="8333" sz="30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340307" y="4160213"/>
            <a:ext cx="1928495" cy="311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15"/>
              </a:lnSpc>
              <a:tabLst>
                <a:tab pos="657860" algn="l"/>
                <a:tab pos="1251585" algn="l"/>
                <a:tab pos="1800860" algn="l"/>
              </a:tabLst>
            </a:pPr>
            <a:r>
              <a:rPr dirty="0" baseline="1388" sz="3000" spc="-7" b="1">
                <a:latin typeface="Times New Roman"/>
                <a:cs typeface="Times New Roman"/>
              </a:rPr>
              <a:t>1</a:t>
            </a:r>
            <a:r>
              <a:rPr dirty="0" baseline="1388" sz="3000" spc="-7" b="1">
                <a:latin typeface="Times New Roman"/>
                <a:cs typeface="Times New Roman"/>
              </a:rPr>
              <a:t>	</a:t>
            </a:r>
            <a:r>
              <a:rPr dirty="0" baseline="1388" sz="3000" spc="-7" b="1">
                <a:latin typeface="Times New Roman"/>
                <a:cs typeface="Times New Roman"/>
              </a:rPr>
              <a:t>1</a:t>
            </a:r>
            <a:r>
              <a:rPr dirty="0" baseline="1388" sz="3000" spc="-7" b="1">
                <a:latin typeface="Times New Roman"/>
                <a:cs typeface="Times New Roman"/>
              </a:rPr>
              <a:t>	</a:t>
            </a:r>
            <a:r>
              <a:rPr dirty="0" sz="2000" spc="-10" b="1">
                <a:latin typeface="新宋体"/>
                <a:cs typeface="新宋体"/>
              </a:rPr>
              <a:t>×</a:t>
            </a:r>
            <a:r>
              <a:rPr dirty="0" sz="2000" spc="-10" b="1">
                <a:latin typeface="新宋体"/>
                <a:cs typeface="新宋体"/>
              </a:rPr>
              <a:t>	</a:t>
            </a:r>
            <a:r>
              <a:rPr dirty="0" baseline="-5555" sz="3000" spc="-7" b="1">
                <a:latin typeface="Times New Roman"/>
                <a:cs typeface="Times New Roman"/>
              </a:rPr>
              <a:t>0</a:t>
            </a:r>
            <a:endParaRPr baseline="-5555" sz="30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340234" y="3022523"/>
            <a:ext cx="2055495" cy="301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340"/>
              </a:lnSpc>
              <a:tabLst>
                <a:tab pos="657860" algn="l"/>
                <a:tab pos="1315720" algn="l"/>
                <a:tab pos="1800860" algn="l"/>
              </a:tabLst>
            </a:pPr>
            <a:r>
              <a:rPr dirty="0" sz="2000" spc="-5" b="1">
                <a:latin typeface="Times New Roman"/>
                <a:cs typeface="Times New Roman"/>
              </a:rPr>
              <a:t>0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0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0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baseline="5555" sz="3000" spc="-15" b="1">
                <a:latin typeface="新宋体"/>
                <a:cs typeface="新宋体"/>
              </a:rPr>
              <a:t>×</a:t>
            </a:r>
            <a:endParaRPr baseline="5555" sz="3000">
              <a:latin typeface="新宋体"/>
              <a:cs typeface="新宋体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340234" y="3347413"/>
            <a:ext cx="2055495" cy="294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80"/>
              </a:lnSpc>
              <a:tabLst>
                <a:tab pos="657860" algn="l"/>
                <a:tab pos="1315720" algn="l"/>
                <a:tab pos="1800860" algn="l"/>
              </a:tabLst>
            </a:pPr>
            <a:r>
              <a:rPr dirty="0" sz="2000" spc="-5" b="1">
                <a:latin typeface="Times New Roman"/>
                <a:cs typeface="Times New Roman"/>
              </a:rPr>
              <a:t>0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baseline="-6944" sz="3000" spc="-15" b="1">
                <a:latin typeface="新宋体"/>
                <a:cs typeface="新宋体"/>
              </a:rPr>
              <a:t>×</a:t>
            </a:r>
            <a:endParaRPr baseline="-6944" sz="3000">
              <a:latin typeface="新宋体"/>
              <a:cs typeface="新宋体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226045" y="2429723"/>
            <a:ext cx="109855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89280" algn="l"/>
              </a:tabLst>
            </a:pPr>
            <a:r>
              <a:rPr dirty="0" baseline="-16666" sz="3000" spc="7" b="1" i="1">
                <a:latin typeface="Times New Roman"/>
                <a:cs typeface="Times New Roman"/>
              </a:rPr>
              <a:t>Q</a:t>
            </a:r>
            <a:r>
              <a:rPr dirty="0" sz="1300" spc="5" b="1">
                <a:latin typeface="Times New Roman"/>
                <a:cs typeface="Times New Roman"/>
              </a:rPr>
              <a:t>n	</a:t>
            </a:r>
            <a:r>
              <a:rPr dirty="0" baseline="-16666" sz="3000" spc="15" b="1" i="1">
                <a:latin typeface="Times New Roman"/>
                <a:cs typeface="Times New Roman"/>
              </a:rPr>
              <a:t>Q</a:t>
            </a:r>
            <a:r>
              <a:rPr dirty="0" sz="1300" spc="10" b="1">
                <a:latin typeface="Times New Roman"/>
                <a:cs typeface="Times New Roman"/>
              </a:rPr>
              <a:t>n+1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315418" y="2505923"/>
            <a:ext cx="18224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000" spc="-5" b="1" i="1">
                <a:latin typeface="Times New Roman"/>
                <a:cs typeface="Times New Roman"/>
              </a:rPr>
              <a:t>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624721" y="2505923"/>
            <a:ext cx="1397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000" spc="-5" b="1" i="1">
                <a:latin typeface="Times New Roman"/>
                <a:cs typeface="Times New Roman"/>
              </a:rPr>
              <a:t>J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053328" y="2449067"/>
            <a:ext cx="2681605" cy="2181860"/>
            <a:chOff x="6053328" y="2449067"/>
            <a:chExt cx="2681605" cy="2181860"/>
          </a:xfrm>
        </p:grpSpPr>
        <p:sp>
          <p:nvSpPr>
            <p:cNvPr id="59" name="object 59"/>
            <p:cNvSpPr/>
            <p:nvPr/>
          </p:nvSpPr>
          <p:spPr>
            <a:xfrm>
              <a:off x="6061710" y="2449067"/>
              <a:ext cx="2667000" cy="63500"/>
            </a:xfrm>
            <a:custGeom>
              <a:avLst/>
              <a:gdLst/>
              <a:ahLst/>
              <a:cxnLst/>
              <a:rect l="l" t="t" r="r" b="b"/>
              <a:pathLst>
                <a:path w="2667000" h="63500">
                  <a:moveTo>
                    <a:pt x="2667000" y="0"/>
                  </a:moveTo>
                  <a:lnTo>
                    <a:pt x="0" y="0"/>
                  </a:lnTo>
                  <a:lnTo>
                    <a:pt x="0" y="22098"/>
                  </a:lnTo>
                  <a:lnTo>
                    <a:pt x="0" y="41148"/>
                  </a:lnTo>
                  <a:lnTo>
                    <a:pt x="0" y="63246"/>
                  </a:lnTo>
                  <a:lnTo>
                    <a:pt x="2667000" y="63246"/>
                  </a:lnTo>
                  <a:lnTo>
                    <a:pt x="2667000" y="41148"/>
                  </a:lnTo>
                  <a:lnTo>
                    <a:pt x="2667000" y="22098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6072378" y="2499359"/>
              <a:ext cx="1905" cy="2052955"/>
            </a:xfrm>
            <a:custGeom>
              <a:avLst/>
              <a:gdLst/>
              <a:ahLst/>
              <a:cxnLst/>
              <a:rect l="l" t="t" r="r" b="b"/>
              <a:pathLst>
                <a:path w="1904" h="2052954">
                  <a:moveTo>
                    <a:pt x="1524" y="0"/>
                  </a:moveTo>
                  <a:lnTo>
                    <a:pt x="0" y="205282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6067806" y="2902457"/>
              <a:ext cx="2654935" cy="0"/>
            </a:xfrm>
            <a:custGeom>
              <a:avLst/>
              <a:gdLst/>
              <a:ahLst/>
              <a:cxnLst/>
              <a:rect l="l" t="t" r="r" b="b"/>
              <a:pathLst>
                <a:path w="2654934" h="0">
                  <a:moveTo>
                    <a:pt x="0" y="0"/>
                  </a:moveTo>
                  <a:lnTo>
                    <a:pt x="1279397" y="0"/>
                  </a:lnTo>
                </a:path>
                <a:path w="2654934" h="0">
                  <a:moveTo>
                    <a:pt x="1351025" y="0"/>
                  </a:moveTo>
                  <a:lnTo>
                    <a:pt x="2654808" y="0"/>
                  </a:lnTo>
                </a:path>
              </a:pathLst>
            </a:custGeom>
            <a:ln w="274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6715887" y="2499740"/>
              <a:ext cx="19050" cy="2052955"/>
            </a:xfrm>
            <a:custGeom>
              <a:avLst/>
              <a:gdLst/>
              <a:ahLst/>
              <a:cxnLst/>
              <a:rect l="l" t="t" r="r" b="b"/>
              <a:pathLst>
                <a:path w="19050" h="2052954">
                  <a:moveTo>
                    <a:pt x="19050" y="0"/>
                  </a:moveTo>
                  <a:lnTo>
                    <a:pt x="0" y="2052827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7383018" y="2471165"/>
              <a:ext cx="0" cy="2030095"/>
            </a:xfrm>
            <a:custGeom>
              <a:avLst/>
              <a:gdLst/>
              <a:ahLst/>
              <a:cxnLst/>
              <a:rect l="l" t="t" r="r" b="b"/>
              <a:pathLst>
                <a:path w="0" h="2030095">
                  <a:moveTo>
                    <a:pt x="0" y="0"/>
                  </a:moveTo>
                  <a:lnTo>
                    <a:pt x="0" y="2029968"/>
                  </a:lnTo>
                </a:path>
              </a:pathLst>
            </a:custGeom>
            <a:ln w="7162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8050911" y="2499740"/>
              <a:ext cx="22225" cy="2124710"/>
            </a:xfrm>
            <a:custGeom>
              <a:avLst/>
              <a:gdLst/>
              <a:ahLst/>
              <a:cxnLst/>
              <a:rect l="l" t="t" r="r" b="b"/>
              <a:pathLst>
                <a:path w="22225" h="2124710">
                  <a:moveTo>
                    <a:pt x="0" y="0"/>
                  </a:moveTo>
                  <a:lnTo>
                    <a:pt x="22098" y="2124456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8709279" y="2499740"/>
              <a:ext cx="6985" cy="2124710"/>
            </a:xfrm>
            <a:custGeom>
              <a:avLst/>
              <a:gdLst/>
              <a:ahLst/>
              <a:cxnLst/>
              <a:rect l="l" t="t" r="r" b="b"/>
              <a:pathLst>
                <a:path w="6984" h="2124710">
                  <a:moveTo>
                    <a:pt x="0" y="0"/>
                  </a:moveTo>
                  <a:lnTo>
                    <a:pt x="6858" y="2124456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6073902" y="3759707"/>
              <a:ext cx="2642235" cy="6985"/>
            </a:xfrm>
            <a:custGeom>
              <a:avLst/>
              <a:gdLst/>
              <a:ahLst/>
              <a:cxnLst/>
              <a:rect l="l" t="t" r="r" b="b"/>
              <a:pathLst>
                <a:path w="2642234" h="6985">
                  <a:moveTo>
                    <a:pt x="0" y="0"/>
                  </a:moveTo>
                  <a:lnTo>
                    <a:pt x="2641854" y="685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6073902" y="4520183"/>
              <a:ext cx="2642235" cy="32384"/>
            </a:xfrm>
            <a:custGeom>
              <a:avLst/>
              <a:gdLst/>
              <a:ahLst/>
              <a:cxnLst/>
              <a:rect l="l" t="t" r="r" b="b"/>
              <a:pathLst>
                <a:path w="2642234" h="32385">
                  <a:moveTo>
                    <a:pt x="0" y="0"/>
                  </a:moveTo>
                  <a:lnTo>
                    <a:pt x="2641854" y="3200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286500" y="2980943"/>
              <a:ext cx="2232025" cy="314325"/>
            </a:xfrm>
            <a:custGeom>
              <a:avLst/>
              <a:gdLst/>
              <a:ahLst/>
              <a:cxnLst/>
              <a:rect l="l" t="t" r="r" b="b"/>
              <a:pathLst>
                <a:path w="2232025" h="314325">
                  <a:moveTo>
                    <a:pt x="2231898" y="0"/>
                  </a:moveTo>
                  <a:lnTo>
                    <a:pt x="0" y="0"/>
                  </a:lnTo>
                  <a:lnTo>
                    <a:pt x="0" y="313944"/>
                  </a:lnTo>
                  <a:lnTo>
                    <a:pt x="2231898" y="313944"/>
                  </a:lnTo>
                  <a:lnTo>
                    <a:pt x="2231898" y="0"/>
                  </a:lnTo>
                  <a:close/>
                </a:path>
              </a:pathLst>
            </a:custGeom>
            <a:solidFill>
              <a:srgbClr val="FFFF99">
                <a:alpha val="6784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6286500" y="3401567"/>
              <a:ext cx="2232025" cy="315595"/>
            </a:xfrm>
            <a:custGeom>
              <a:avLst/>
              <a:gdLst/>
              <a:ahLst/>
              <a:cxnLst/>
              <a:rect l="l" t="t" r="r" b="b"/>
              <a:pathLst>
                <a:path w="2232025" h="315595">
                  <a:moveTo>
                    <a:pt x="2231898" y="0"/>
                  </a:moveTo>
                  <a:lnTo>
                    <a:pt x="0" y="0"/>
                  </a:lnTo>
                  <a:lnTo>
                    <a:pt x="0" y="315468"/>
                  </a:lnTo>
                  <a:lnTo>
                    <a:pt x="2231898" y="315468"/>
                  </a:lnTo>
                  <a:lnTo>
                    <a:pt x="2231898" y="0"/>
                  </a:lnTo>
                  <a:close/>
                </a:path>
              </a:pathLst>
            </a:custGeom>
            <a:solidFill>
              <a:srgbClr val="7C94E2">
                <a:alpha val="5686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6233922" y="4194810"/>
              <a:ext cx="2190750" cy="314960"/>
            </a:xfrm>
            <a:custGeom>
              <a:avLst/>
              <a:gdLst/>
              <a:ahLst/>
              <a:cxnLst/>
              <a:rect l="l" t="t" r="r" b="b"/>
              <a:pathLst>
                <a:path w="2190750" h="314960">
                  <a:moveTo>
                    <a:pt x="2190750" y="0"/>
                  </a:moveTo>
                  <a:lnTo>
                    <a:pt x="0" y="0"/>
                  </a:lnTo>
                  <a:lnTo>
                    <a:pt x="0" y="314706"/>
                  </a:lnTo>
                  <a:lnTo>
                    <a:pt x="2190750" y="314706"/>
                  </a:lnTo>
                  <a:lnTo>
                    <a:pt x="2190750" y="0"/>
                  </a:lnTo>
                  <a:close/>
                </a:path>
              </a:pathLst>
            </a:custGeom>
            <a:solidFill>
              <a:srgbClr val="66FF99">
                <a:alpha val="6784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6268974" y="3788663"/>
              <a:ext cx="2232025" cy="314325"/>
            </a:xfrm>
            <a:custGeom>
              <a:avLst/>
              <a:gdLst/>
              <a:ahLst/>
              <a:cxnLst/>
              <a:rect l="l" t="t" r="r" b="b"/>
              <a:pathLst>
                <a:path w="2232025" h="314325">
                  <a:moveTo>
                    <a:pt x="2231898" y="0"/>
                  </a:moveTo>
                  <a:lnTo>
                    <a:pt x="0" y="0"/>
                  </a:lnTo>
                  <a:lnTo>
                    <a:pt x="0" y="313944"/>
                  </a:lnTo>
                  <a:lnTo>
                    <a:pt x="2231898" y="313944"/>
                  </a:lnTo>
                  <a:lnTo>
                    <a:pt x="2231898" y="0"/>
                  </a:lnTo>
                  <a:close/>
                </a:path>
              </a:pathLst>
            </a:custGeom>
            <a:solidFill>
              <a:srgbClr val="FFFF99">
                <a:alpha val="67842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/>
          <p:cNvSpPr txBox="1"/>
          <p:nvPr/>
        </p:nvSpPr>
        <p:spPr>
          <a:xfrm>
            <a:off x="6579581" y="2149496"/>
            <a:ext cx="11703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2.</a:t>
            </a: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激励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表</a:t>
            </a:r>
            <a:endParaRPr sz="2400">
              <a:latin typeface="新宋体"/>
              <a:cs typeface="新宋体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3143250"/>
            <a:ext cx="250825" cy="3714750"/>
            <a:chOff x="0" y="3143250"/>
            <a:chExt cx="250825" cy="3714750"/>
          </a:xfrm>
        </p:grpSpPr>
        <p:sp>
          <p:nvSpPr>
            <p:cNvPr id="4" name="object 4"/>
            <p:cNvSpPr/>
            <p:nvPr/>
          </p:nvSpPr>
          <p:spPr>
            <a:xfrm>
              <a:off x="0" y="4292346"/>
              <a:ext cx="250825" cy="2566035"/>
            </a:xfrm>
            <a:custGeom>
              <a:avLst/>
              <a:gdLst/>
              <a:ahLst/>
              <a:cxnLst/>
              <a:rect l="l" t="t" r="r" b="b"/>
              <a:pathLst>
                <a:path w="250825" h="2566034">
                  <a:moveTo>
                    <a:pt x="0" y="2565654"/>
                  </a:moveTo>
                  <a:lnTo>
                    <a:pt x="250697" y="2565654"/>
                  </a:lnTo>
                  <a:lnTo>
                    <a:pt x="250697" y="0"/>
                  </a:lnTo>
                  <a:lnTo>
                    <a:pt x="0" y="0"/>
                  </a:lnTo>
                  <a:lnTo>
                    <a:pt x="0" y="2565654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3143250"/>
              <a:ext cx="250825" cy="1149350"/>
            </a:xfrm>
            <a:custGeom>
              <a:avLst/>
              <a:gdLst/>
              <a:ahLst/>
              <a:cxnLst/>
              <a:rect l="l" t="t" r="r" b="b"/>
              <a:pathLst>
                <a:path w="250825" h="1149350">
                  <a:moveTo>
                    <a:pt x="0" y="1149095"/>
                  </a:moveTo>
                  <a:lnTo>
                    <a:pt x="250697" y="1149095"/>
                  </a:lnTo>
                  <a:lnTo>
                    <a:pt x="250697" y="0"/>
                  </a:lnTo>
                  <a:lnTo>
                    <a:pt x="0" y="0"/>
                  </a:lnTo>
                  <a:lnTo>
                    <a:pt x="0" y="1149095"/>
                  </a:lnTo>
                  <a:close/>
                </a:path>
              </a:pathLst>
            </a:custGeom>
            <a:solidFill>
              <a:srgbClr val="6666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250825" cy="948055"/>
          </a:xfrm>
          <a:custGeom>
            <a:avLst/>
            <a:gdLst/>
            <a:ahLst/>
            <a:cxnLst/>
            <a:rect l="l" t="t" r="r" b="b"/>
            <a:pathLst>
              <a:path w="250825" h="948055">
                <a:moveTo>
                  <a:pt x="0" y="947927"/>
                </a:moveTo>
                <a:lnTo>
                  <a:pt x="250697" y="947927"/>
                </a:lnTo>
                <a:lnTo>
                  <a:pt x="250697" y="0"/>
                </a:lnTo>
                <a:lnTo>
                  <a:pt x="0" y="0"/>
                </a:lnTo>
                <a:lnTo>
                  <a:pt x="0" y="947927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9580" y="786765"/>
            <a:ext cx="5130800" cy="0"/>
          </a:xfrm>
          <a:custGeom>
            <a:avLst/>
            <a:gdLst/>
            <a:ahLst/>
            <a:cxnLst/>
            <a:rect l="l" t="t" r="r" b="b"/>
            <a:pathLst>
              <a:path w="5130800" h="0">
                <a:moveTo>
                  <a:pt x="0" y="0"/>
                </a:moveTo>
                <a:lnTo>
                  <a:pt x="5130482" y="0"/>
                </a:lnTo>
              </a:path>
            </a:pathLst>
          </a:custGeom>
          <a:ln w="10287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640762" y="786765"/>
            <a:ext cx="129539" cy="0"/>
          </a:xfrm>
          <a:custGeom>
            <a:avLst/>
            <a:gdLst/>
            <a:ahLst/>
            <a:cxnLst/>
            <a:rect l="l" t="t" r="r" b="b"/>
            <a:pathLst>
              <a:path w="129540" h="0">
                <a:moveTo>
                  <a:pt x="0" y="0"/>
                </a:moveTo>
                <a:lnTo>
                  <a:pt x="129095" y="0"/>
                </a:lnTo>
              </a:path>
            </a:pathLst>
          </a:custGeom>
          <a:ln w="10287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574" y="3143250"/>
            <a:ext cx="230504" cy="718185"/>
          </a:xfrm>
          <a:custGeom>
            <a:avLst/>
            <a:gdLst/>
            <a:ahLst/>
            <a:cxnLst/>
            <a:rect l="l" t="t" r="r" b="b"/>
            <a:pathLst>
              <a:path w="230504" h="718185">
                <a:moveTo>
                  <a:pt x="0" y="717804"/>
                </a:moveTo>
                <a:lnTo>
                  <a:pt x="230124" y="717804"/>
                </a:lnTo>
                <a:lnTo>
                  <a:pt x="230124" y="0"/>
                </a:lnTo>
                <a:lnTo>
                  <a:pt x="0" y="0"/>
                </a:lnTo>
                <a:lnTo>
                  <a:pt x="0" y="717804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574" y="333756"/>
            <a:ext cx="230504" cy="614680"/>
          </a:xfrm>
          <a:custGeom>
            <a:avLst/>
            <a:gdLst/>
            <a:ahLst/>
            <a:cxnLst/>
            <a:rect l="l" t="t" r="r" b="b"/>
            <a:pathLst>
              <a:path w="230504" h="614680">
                <a:moveTo>
                  <a:pt x="0" y="614172"/>
                </a:moveTo>
                <a:lnTo>
                  <a:pt x="230124" y="614172"/>
                </a:lnTo>
                <a:lnTo>
                  <a:pt x="230124" y="0"/>
                </a:lnTo>
                <a:lnTo>
                  <a:pt x="0" y="0"/>
                </a:lnTo>
                <a:lnTo>
                  <a:pt x="0" y="614172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8634" y="1588006"/>
            <a:ext cx="203835" cy="10172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endParaRPr sz="1600">
              <a:latin typeface="宋体"/>
              <a:cs typeface="宋体"/>
            </a:endParaRPr>
          </a:p>
          <a:p>
            <a:pPr algn="just">
              <a:lnSpc>
                <a:spcPts val="1600"/>
              </a:lnSpc>
              <a:spcBef>
                <a:spcPts val="160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算 机 学 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25374" y="42671"/>
            <a:ext cx="4384040" cy="892175"/>
            <a:chOff x="325374" y="42671"/>
            <a:chExt cx="4384040" cy="892175"/>
          </a:xfrm>
        </p:grpSpPr>
        <p:sp>
          <p:nvSpPr>
            <p:cNvPr id="15" name="object 15"/>
            <p:cNvSpPr/>
            <p:nvPr/>
          </p:nvSpPr>
          <p:spPr>
            <a:xfrm>
              <a:off x="357759" y="715137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57759" y="715137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374" y="42671"/>
              <a:ext cx="709421" cy="67817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936" y="42671"/>
              <a:ext cx="557021" cy="67817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098" y="42671"/>
              <a:ext cx="709421" cy="67817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5107" y="42671"/>
              <a:ext cx="3464051" cy="678179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502316" y="137667"/>
            <a:ext cx="400494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003366"/>
                </a:solidFill>
                <a:latin typeface="新宋体"/>
                <a:cs typeface="新宋体"/>
              </a:rPr>
              <a:t>（5）</a:t>
            </a:r>
            <a:r>
              <a:rPr dirty="0" sz="2400" spc="-55">
                <a:solidFill>
                  <a:srgbClr val="003366"/>
                </a:solidFill>
                <a:latin typeface="新宋体"/>
                <a:cs typeface="新宋体"/>
              </a:rPr>
              <a:t> </a:t>
            </a:r>
            <a:r>
              <a:rPr dirty="0" sz="2400" spc="-5">
                <a:solidFill>
                  <a:srgbClr val="003366"/>
                </a:solidFill>
                <a:latin typeface="新宋体"/>
                <a:cs typeface="新宋体"/>
              </a:rPr>
              <a:t>求激励方</a:t>
            </a:r>
            <a:r>
              <a:rPr dirty="0" sz="2400">
                <a:solidFill>
                  <a:srgbClr val="003366"/>
                </a:solidFill>
                <a:latin typeface="新宋体"/>
                <a:cs typeface="新宋体"/>
              </a:rPr>
              <a:t>程</a:t>
            </a:r>
            <a:r>
              <a:rPr dirty="0" sz="2400" spc="5">
                <a:solidFill>
                  <a:srgbClr val="003366"/>
                </a:solidFill>
                <a:latin typeface="新宋体"/>
                <a:cs typeface="新宋体"/>
              </a:rPr>
              <a:t>和</a:t>
            </a:r>
            <a:r>
              <a:rPr dirty="0" sz="2400">
                <a:solidFill>
                  <a:srgbClr val="003366"/>
                </a:solidFill>
                <a:latin typeface="新宋体"/>
                <a:cs typeface="新宋体"/>
              </a:rPr>
              <a:t>输出方</a:t>
            </a:r>
            <a:r>
              <a:rPr dirty="0" sz="2400" spc="-10">
                <a:solidFill>
                  <a:srgbClr val="003366"/>
                </a:solidFill>
                <a:latin typeface="新宋体"/>
                <a:cs typeface="新宋体"/>
              </a:rPr>
              <a:t>程</a:t>
            </a:r>
            <a:endParaRPr sz="2400">
              <a:latin typeface="新宋体"/>
              <a:cs typeface="新宋体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573706" y="254000"/>
          <a:ext cx="3098800" cy="2232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1050"/>
                <a:gridCol w="612140"/>
                <a:gridCol w="296545"/>
                <a:gridCol w="210185"/>
                <a:gridCol w="88264"/>
                <a:gridCol w="296544"/>
                <a:gridCol w="793750"/>
              </a:tblGrid>
              <a:tr h="395605">
                <a:tc rowSpan="2">
                  <a:txBody>
                    <a:bodyPr/>
                    <a:lstStyle/>
                    <a:p>
                      <a:pPr marL="134620">
                        <a:lnSpc>
                          <a:spcPts val="2390"/>
                        </a:lnSpc>
                        <a:spcBef>
                          <a:spcPts val="675"/>
                        </a:spcBef>
                      </a:pPr>
                      <a:r>
                        <a:rPr dirty="0" sz="2000" spc="10" b="1">
                          <a:solidFill>
                            <a:srgbClr val="000099"/>
                          </a:solidFill>
                          <a:latin typeface="新宋体"/>
                          <a:cs typeface="新宋体"/>
                        </a:rPr>
                        <a:t>现态</a:t>
                      </a:r>
                      <a:endParaRPr sz="2000">
                        <a:latin typeface="新宋体"/>
                        <a:cs typeface="新宋体"/>
                      </a:endParaRPr>
                    </a:p>
                    <a:p>
                      <a:pPr marL="122555">
                        <a:lnSpc>
                          <a:spcPts val="2390"/>
                        </a:lnSpc>
                      </a:pPr>
                      <a:r>
                        <a:rPr dirty="0" sz="2000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000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baseline="-21367" sz="1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7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000" spc="-5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367" sz="1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300" spc="1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n+1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000" spc="-5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baseline="-21367" sz="1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300" spc="1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n+1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000" spc="-5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／</a:t>
                      </a:r>
                      <a:r>
                        <a:rPr dirty="0" sz="20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56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57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A=0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3568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A=1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00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00</a:t>
                      </a:r>
                      <a:r>
                        <a:rPr dirty="0" sz="2000" spc="-1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3365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01</a:t>
                      </a:r>
                      <a:r>
                        <a:rPr dirty="0" sz="2000" spc="-1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/0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01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00</a:t>
                      </a:r>
                      <a:r>
                        <a:rPr dirty="0" sz="2000" spc="-1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spc="-105" b="1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000" spc="-1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/0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50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dirty="0" sz="2000" spc="-55" b="1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3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00</a:t>
                      </a:r>
                      <a:r>
                        <a:rPr dirty="0" sz="2000" spc="-1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3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342900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dirty="0" sz="2000" spc="-105" b="1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000" spc="-1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/0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3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375525" y="3215266"/>
            <a:ext cx="448309" cy="3505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25132" sz="3150" spc="427" b="1" i="1">
                <a:latin typeface="Times New Roman"/>
                <a:cs typeface="Times New Roman"/>
              </a:rPr>
              <a:t>Q</a:t>
            </a:r>
            <a:r>
              <a:rPr dirty="0" sz="1500" spc="285" b="1" i="1">
                <a:latin typeface="Times New Roman"/>
                <a:cs typeface="Times New Roman"/>
              </a:rPr>
              <a:t>n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0445" y="3486000"/>
            <a:ext cx="130175" cy="253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00" spc="70" b="1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82903" y="3239404"/>
            <a:ext cx="478155" cy="3556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24547" sz="3225" spc="577" b="1" i="1">
                <a:latin typeface="Times New Roman"/>
                <a:cs typeface="Times New Roman"/>
              </a:rPr>
              <a:t>Q</a:t>
            </a:r>
            <a:r>
              <a:rPr dirty="0" sz="1500" spc="385" b="1" i="1">
                <a:latin typeface="Times New Roman"/>
                <a:cs typeface="Times New Roman"/>
              </a:rPr>
              <a:t>n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55432" y="3514171"/>
            <a:ext cx="138430" cy="2565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500" spc="135" b="1">
                <a:latin typeface="Times New Roman"/>
                <a:cs typeface="Times New Roman"/>
              </a:rPr>
              <a:t>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66414" y="2664523"/>
            <a:ext cx="37014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状态转换真值表及激励信号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38743" y="3568128"/>
            <a:ext cx="212090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 i="1">
                <a:latin typeface="Times New Roman"/>
                <a:cs typeface="Times New Roman"/>
              </a:rPr>
              <a:t>K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96283" y="3568128"/>
            <a:ext cx="1012825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9790" algn="l"/>
              </a:tabLst>
            </a:pPr>
            <a:r>
              <a:rPr dirty="0" sz="2200" b="1" i="1">
                <a:latin typeface="Times New Roman"/>
                <a:cs typeface="Times New Roman"/>
              </a:rPr>
              <a:t>K</a:t>
            </a:r>
            <a:r>
              <a:rPr dirty="0" sz="2200" b="1" i="1">
                <a:latin typeface="Times New Roman"/>
                <a:cs typeface="Times New Roman"/>
              </a:rPr>
              <a:t>	</a:t>
            </a:r>
            <a:r>
              <a:rPr dirty="0" sz="2200" b="1" i="1">
                <a:latin typeface="Times New Roman"/>
                <a:cs typeface="Times New Roman"/>
              </a:rPr>
              <a:t>J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82973" y="3744912"/>
            <a:ext cx="919480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12800" algn="l"/>
              </a:tabLst>
            </a:pPr>
            <a:r>
              <a:rPr dirty="0" sz="1450" spc="5" b="1">
                <a:latin typeface="Times New Roman"/>
                <a:cs typeface="Times New Roman"/>
              </a:rPr>
              <a:t>1</a:t>
            </a:r>
            <a:r>
              <a:rPr dirty="0" sz="1450" spc="5" b="1">
                <a:latin typeface="Times New Roman"/>
                <a:cs typeface="Times New Roman"/>
              </a:rPr>
              <a:t>	</a:t>
            </a:r>
            <a:r>
              <a:rPr dirty="0" sz="1450" spc="5" b="1">
                <a:latin typeface="Times New Roman"/>
                <a:cs typeface="Times New Roman"/>
              </a:rPr>
              <a:t>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808122" y="3568128"/>
            <a:ext cx="165735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 i="1">
                <a:latin typeface="Times New Roman"/>
                <a:cs typeface="Times New Roman"/>
              </a:rPr>
              <a:t>J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48330" y="3744912"/>
            <a:ext cx="118745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5" b="1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579996" y="3190749"/>
            <a:ext cx="1148715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latin typeface="新宋体"/>
                <a:cs typeface="新宋体"/>
              </a:rPr>
              <a:t>激励信</a:t>
            </a:r>
            <a:r>
              <a:rPr dirty="0" sz="2200" spc="-10" b="1">
                <a:latin typeface="新宋体"/>
                <a:cs typeface="新宋体"/>
              </a:rPr>
              <a:t>号</a:t>
            </a:r>
            <a:endParaRPr sz="2200">
              <a:latin typeface="新宋体"/>
              <a:cs typeface="新宋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94783" y="3373661"/>
            <a:ext cx="196850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 i="1">
                <a:latin typeface="Times New Roman"/>
                <a:cs typeface="Times New Roman"/>
              </a:rPr>
              <a:t>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253614" y="3373661"/>
            <a:ext cx="212090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 i="1">
                <a:latin typeface="Times New Roman"/>
                <a:cs typeface="Times New Roman"/>
              </a:rPr>
              <a:t>A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66751" y="3149980"/>
            <a:ext cx="8631555" cy="3205480"/>
            <a:chOff x="166751" y="3149980"/>
            <a:chExt cx="8631555" cy="3205480"/>
          </a:xfrm>
        </p:grpSpPr>
        <p:sp>
          <p:nvSpPr>
            <p:cNvPr id="37" name="object 37"/>
            <p:cNvSpPr/>
            <p:nvPr/>
          </p:nvSpPr>
          <p:spPr>
            <a:xfrm>
              <a:off x="179451" y="3162680"/>
              <a:ext cx="2607310" cy="0"/>
            </a:xfrm>
            <a:custGeom>
              <a:avLst/>
              <a:gdLst/>
              <a:ahLst/>
              <a:cxnLst/>
              <a:rect l="l" t="t" r="r" b="b"/>
              <a:pathLst>
                <a:path w="2607310" h="0">
                  <a:moveTo>
                    <a:pt x="0" y="0"/>
                  </a:moveTo>
                  <a:lnTo>
                    <a:pt x="2606802" y="0"/>
                  </a:lnTo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79451" y="6342507"/>
              <a:ext cx="2536190" cy="0"/>
            </a:xfrm>
            <a:custGeom>
              <a:avLst/>
              <a:gdLst/>
              <a:ahLst/>
              <a:cxnLst/>
              <a:rect l="l" t="t" r="r" b="b"/>
              <a:pathLst>
                <a:path w="2536190" h="0">
                  <a:moveTo>
                    <a:pt x="0" y="0"/>
                  </a:moveTo>
                  <a:lnTo>
                    <a:pt x="2535936" y="0"/>
                  </a:lnTo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79451" y="3162680"/>
              <a:ext cx="0" cy="3180080"/>
            </a:xfrm>
            <a:custGeom>
              <a:avLst/>
              <a:gdLst/>
              <a:ahLst/>
              <a:cxnLst/>
              <a:rect l="l" t="t" r="r" b="b"/>
              <a:pathLst>
                <a:path w="0" h="3180079">
                  <a:moveTo>
                    <a:pt x="0" y="0"/>
                  </a:moveTo>
                  <a:lnTo>
                    <a:pt x="0" y="3179826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79451" y="3964305"/>
              <a:ext cx="2536190" cy="0"/>
            </a:xfrm>
            <a:custGeom>
              <a:avLst/>
              <a:gdLst/>
              <a:ahLst/>
              <a:cxnLst/>
              <a:rect l="l" t="t" r="r" b="b"/>
              <a:pathLst>
                <a:path w="2536190" h="0">
                  <a:moveTo>
                    <a:pt x="0" y="0"/>
                  </a:moveTo>
                  <a:lnTo>
                    <a:pt x="2535936" y="0"/>
                  </a:lnTo>
                </a:path>
              </a:pathLst>
            </a:custGeom>
            <a:ln w="12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014603" y="3162680"/>
              <a:ext cx="0" cy="802005"/>
            </a:xfrm>
            <a:custGeom>
              <a:avLst/>
              <a:gdLst/>
              <a:ahLst/>
              <a:cxnLst/>
              <a:rect l="l" t="t" r="r" b="b"/>
              <a:pathLst>
                <a:path w="0" h="802004">
                  <a:moveTo>
                    <a:pt x="0" y="0"/>
                  </a:moveTo>
                  <a:lnTo>
                    <a:pt x="0" y="801624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911477" y="3162680"/>
              <a:ext cx="0" cy="3180080"/>
            </a:xfrm>
            <a:custGeom>
              <a:avLst/>
              <a:gdLst/>
              <a:ahLst/>
              <a:cxnLst/>
              <a:rect l="l" t="t" r="r" b="b"/>
              <a:pathLst>
                <a:path w="0" h="3180079">
                  <a:moveTo>
                    <a:pt x="0" y="0"/>
                  </a:moveTo>
                  <a:lnTo>
                    <a:pt x="0" y="3179826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79451" y="4355211"/>
              <a:ext cx="2536190" cy="0"/>
            </a:xfrm>
            <a:custGeom>
              <a:avLst/>
              <a:gdLst/>
              <a:ahLst/>
              <a:cxnLst/>
              <a:rect l="l" t="t" r="r" b="b"/>
              <a:pathLst>
                <a:path w="2536190" h="0">
                  <a:moveTo>
                    <a:pt x="0" y="0"/>
                  </a:moveTo>
                  <a:lnTo>
                    <a:pt x="2535936" y="0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014603" y="3964305"/>
              <a:ext cx="0" cy="2378710"/>
            </a:xfrm>
            <a:custGeom>
              <a:avLst/>
              <a:gdLst/>
              <a:ahLst/>
              <a:cxnLst/>
              <a:rect l="l" t="t" r="r" b="b"/>
              <a:pathLst>
                <a:path w="0" h="2378710">
                  <a:moveTo>
                    <a:pt x="0" y="0"/>
                  </a:moveTo>
                  <a:lnTo>
                    <a:pt x="0" y="2378202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79451" y="4743830"/>
              <a:ext cx="2536190" cy="388620"/>
            </a:xfrm>
            <a:custGeom>
              <a:avLst/>
              <a:gdLst/>
              <a:ahLst/>
              <a:cxnLst/>
              <a:rect l="l" t="t" r="r" b="b"/>
              <a:pathLst>
                <a:path w="2536190" h="388620">
                  <a:moveTo>
                    <a:pt x="0" y="0"/>
                  </a:moveTo>
                  <a:lnTo>
                    <a:pt x="2535936" y="0"/>
                  </a:lnTo>
                </a:path>
                <a:path w="2536190" h="388620">
                  <a:moveTo>
                    <a:pt x="0" y="388620"/>
                  </a:moveTo>
                  <a:lnTo>
                    <a:pt x="2535936" y="388620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79451" y="5562980"/>
              <a:ext cx="2536190" cy="391160"/>
            </a:xfrm>
            <a:custGeom>
              <a:avLst/>
              <a:gdLst/>
              <a:ahLst/>
              <a:cxnLst/>
              <a:rect l="l" t="t" r="r" b="b"/>
              <a:pathLst>
                <a:path w="2536190" h="391160">
                  <a:moveTo>
                    <a:pt x="0" y="0"/>
                  </a:moveTo>
                  <a:lnTo>
                    <a:pt x="2535936" y="0"/>
                  </a:lnTo>
                </a:path>
                <a:path w="2536190" h="391160">
                  <a:moveTo>
                    <a:pt x="0" y="390906"/>
                  </a:moveTo>
                  <a:lnTo>
                    <a:pt x="2535936" y="390906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929759" y="3162680"/>
              <a:ext cx="3855720" cy="0"/>
            </a:xfrm>
            <a:custGeom>
              <a:avLst/>
              <a:gdLst/>
              <a:ahLst/>
              <a:cxnLst/>
              <a:rect l="l" t="t" r="r" b="b"/>
              <a:pathLst>
                <a:path w="3855720" h="0">
                  <a:moveTo>
                    <a:pt x="0" y="0"/>
                  </a:moveTo>
                  <a:lnTo>
                    <a:pt x="3855720" y="0"/>
                  </a:lnTo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524880" y="3162680"/>
              <a:ext cx="3260725" cy="767080"/>
            </a:xfrm>
            <a:custGeom>
              <a:avLst/>
              <a:gdLst/>
              <a:ahLst/>
              <a:cxnLst/>
              <a:rect l="l" t="t" r="r" b="b"/>
              <a:pathLst>
                <a:path w="3260725" h="767079">
                  <a:moveTo>
                    <a:pt x="3260598" y="0"/>
                  </a:moveTo>
                  <a:lnTo>
                    <a:pt x="3260598" y="766572"/>
                  </a:lnTo>
                </a:path>
                <a:path w="3260725" h="767079">
                  <a:moveTo>
                    <a:pt x="0" y="388620"/>
                  </a:moveTo>
                  <a:lnTo>
                    <a:pt x="0" y="766572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524880" y="3162680"/>
              <a:ext cx="0" cy="388620"/>
            </a:xfrm>
            <a:custGeom>
              <a:avLst/>
              <a:gdLst/>
              <a:ahLst/>
              <a:cxnLst/>
              <a:rect l="l" t="t" r="r" b="b"/>
              <a:pathLst>
                <a:path w="0" h="388620">
                  <a:moveTo>
                    <a:pt x="0" y="0"/>
                  </a:moveTo>
                  <a:lnTo>
                    <a:pt x="0" y="388620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6350127" y="3551300"/>
              <a:ext cx="0" cy="378460"/>
            </a:xfrm>
            <a:custGeom>
              <a:avLst/>
              <a:gdLst/>
              <a:ahLst/>
              <a:cxnLst/>
              <a:rect l="l" t="t" r="r" b="b"/>
              <a:pathLst>
                <a:path w="0" h="378460">
                  <a:moveTo>
                    <a:pt x="0" y="0"/>
                  </a:moveTo>
                  <a:lnTo>
                    <a:pt x="0" y="377951"/>
                  </a:lnTo>
                </a:path>
              </a:pathLst>
            </a:custGeom>
            <a:ln w="12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524880" y="3551300"/>
              <a:ext cx="3260725" cy="0"/>
            </a:xfrm>
            <a:custGeom>
              <a:avLst/>
              <a:gdLst/>
              <a:ahLst/>
              <a:cxnLst/>
              <a:rect l="l" t="t" r="r" b="b"/>
              <a:pathLst>
                <a:path w="3260725" h="0">
                  <a:moveTo>
                    <a:pt x="0" y="0"/>
                  </a:moveTo>
                  <a:lnTo>
                    <a:pt x="3260598" y="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7148703" y="3551300"/>
              <a:ext cx="849630" cy="378460"/>
            </a:xfrm>
            <a:custGeom>
              <a:avLst/>
              <a:gdLst/>
              <a:ahLst/>
              <a:cxnLst/>
              <a:rect l="l" t="t" r="r" b="b"/>
              <a:pathLst>
                <a:path w="849629" h="378460">
                  <a:moveTo>
                    <a:pt x="0" y="0"/>
                  </a:moveTo>
                  <a:lnTo>
                    <a:pt x="0" y="377951"/>
                  </a:lnTo>
                </a:path>
                <a:path w="849629" h="378460">
                  <a:moveTo>
                    <a:pt x="849629" y="0"/>
                  </a:moveTo>
                  <a:lnTo>
                    <a:pt x="849629" y="377951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652335" y="396964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476514" y="396964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C0099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340927" y="396964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53972" y="432839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478151" y="432839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C0099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342564" y="432839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55560" y="4712703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479739" y="4712703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C0099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344152" y="4712703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52348" y="5174927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476527" y="5174927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C0099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340940" y="5174927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52335" y="5557283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476514" y="5557283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C0099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340927" y="5557283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52195" y="5930233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476375" y="5930233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C0099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340787" y="5930233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057221" y="3287497"/>
            <a:ext cx="1516380" cy="30156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20"/>
              </a:lnSpc>
              <a:tabLst>
                <a:tab pos="832485" algn="l"/>
              </a:tabLst>
            </a:pPr>
            <a:r>
              <a:rPr dirty="0" baseline="-33333" sz="3000" spc="862" b="1" i="1">
                <a:latin typeface="Times New Roman"/>
                <a:cs typeface="Times New Roman"/>
              </a:rPr>
              <a:t>Q</a:t>
            </a:r>
            <a:r>
              <a:rPr dirty="0" baseline="-11904" sz="2100" spc="322" b="1" i="1">
                <a:latin typeface="Times New Roman"/>
                <a:cs typeface="Times New Roman"/>
              </a:rPr>
              <a:t>n</a:t>
            </a:r>
            <a:r>
              <a:rPr dirty="0" baseline="-11904" sz="2100" spc="225" b="1">
                <a:latin typeface="Times New Roman"/>
                <a:cs typeface="Times New Roman"/>
              </a:rPr>
              <a:t>+</a:t>
            </a:r>
            <a:r>
              <a:rPr dirty="0" baseline="-11904" sz="2100" spc="179" b="1">
                <a:latin typeface="Times New Roman"/>
                <a:cs typeface="Times New Roman"/>
              </a:rPr>
              <a:t>1</a:t>
            </a:r>
            <a:r>
              <a:rPr dirty="0" baseline="-11904" sz="2100" b="1">
                <a:latin typeface="Times New Roman"/>
                <a:cs typeface="Times New Roman"/>
              </a:rPr>
              <a:t>	</a:t>
            </a:r>
            <a:r>
              <a:rPr dirty="0" baseline="-24822" sz="3525" spc="847" b="1" i="1">
                <a:latin typeface="Times New Roman"/>
                <a:cs typeface="Times New Roman"/>
              </a:rPr>
              <a:t>Q</a:t>
            </a:r>
            <a:r>
              <a:rPr dirty="0" sz="1650" spc="204" b="1" i="1">
                <a:latin typeface="Times New Roman"/>
                <a:cs typeface="Times New Roman"/>
              </a:rPr>
              <a:t>n</a:t>
            </a:r>
            <a:r>
              <a:rPr dirty="0" sz="1650" spc="120" b="1">
                <a:latin typeface="Times New Roman"/>
                <a:cs typeface="Times New Roman"/>
              </a:rPr>
              <a:t>+</a:t>
            </a:r>
            <a:r>
              <a:rPr dirty="0" sz="1650" spc="95" b="1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  <a:p>
            <a:pPr marL="220345">
              <a:lnSpc>
                <a:spcPts val="1764"/>
              </a:lnSpc>
              <a:tabLst>
                <a:tab pos="1090295" algn="l"/>
              </a:tabLst>
            </a:pPr>
            <a:r>
              <a:rPr dirty="0" sz="1400" spc="120" b="1">
                <a:latin typeface="Times New Roman"/>
                <a:cs typeface="Times New Roman"/>
              </a:rPr>
              <a:t>1	</a:t>
            </a:r>
            <a:r>
              <a:rPr dirty="0" baseline="1683" sz="2475" spc="142" b="1">
                <a:latin typeface="Times New Roman"/>
                <a:cs typeface="Times New Roman"/>
              </a:rPr>
              <a:t>0</a:t>
            </a:r>
            <a:endParaRPr baseline="1683" sz="24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0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tabLst>
                <a:tab pos="1060450" algn="l"/>
              </a:tabLst>
            </a:pPr>
            <a:r>
              <a:rPr dirty="0" sz="2400" b="1">
                <a:latin typeface="Times New Roman"/>
                <a:cs typeface="Times New Roman"/>
              </a:rPr>
              <a:t>0	</a:t>
            </a:r>
            <a:r>
              <a:rPr dirty="0" sz="2400" b="1">
                <a:solidFill>
                  <a:srgbClr val="CC0099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236220">
              <a:lnSpc>
                <a:spcPts val="2810"/>
              </a:lnSpc>
              <a:spcBef>
                <a:spcPts val="235"/>
              </a:spcBef>
              <a:tabLst>
                <a:tab pos="1060450" algn="l"/>
              </a:tabLst>
            </a:pPr>
            <a:r>
              <a:rPr dirty="0" sz="2400" b="1">
                <a:latin typeface="Times New Roman"/>
                <a:cs typeface="Times New Roman"/>
              </a:rPr>
              <a:t>0	</a:t>
            </a:r>
            <a:r>
              <a:rPr dirty="0" sz="2400" b="1">
                <a:solidFill>
                  <a:srgbClr val="CC0099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238125">
              <a:lnSpc>
                <a:spcPts val="2810"/>
              </a:lnSpc>
              <a:tabLst>
                <a:tab pos="1062355" algn="l"/>
              </a:tabLst>
            </a:pPr>
            <a:r>
              <a:rPr dirty="0" sz="2400" b="1">
                <a:latin typeface="Times New Roman"/>
                <a:cs typeface="Times New Roman"/>
              </a:rPr>
              <a:t>0	</a:t>
            </a:r>
            <a:r>
              <a:rPr dirty="0" sz="2400" b="1">
                <a:solidFill>
                  <a:srgbClr val="CC0099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  <a:spcBef>
                <a:spcPts val="675"/>
              </a:spcBef>
              <a:tabLst>
                <a:tab pos="1024255" algn="l"/>
              </a:tabLst>
            </a:pPr>
            <a:r>
              <a:rPr dirty="0" sz="2400" b="1">
                <a:latin typeface="Times New Roman"/>
                <a:cs typeface="Times New Roman"/>
              </a:rPr>
              <a:t>1	</a:t>
            </a:r>
            <a:r>
              <a:rPr dirty="0" sz="2400" b="1">
                <a:solidFill>
                  <a:srgbClr val="CC0099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234950">
              <a:lnSpc>
                <a:spcPts val="2830"/>
              </a:lnSpc>
              <a:spcBef>
                <a:spcPts val="290"/>
              </a:spcBef>
              <a:tabLst>
                <a:tab pos="1059180" algn="l"/>
              </a:tabLst>
            </a:pPr>
            <a:r>
              <a:rPr dirty="0" sz="2400" b="1">
                <a:latin typeface="Times New Roman"/>
                <a:cs typeface="Times New Roman"/>
              </a:rPr>
              <a:t>0	</a:t>
            </a:r>
            <a:r>
              <a:rPr dirty="0" sz="2400" b="1">
                <a:solidFill>
                  <a:srgbClr val="CC0099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234950">
              <a:lnSpc>
                <a:spcPts val="2830"/>
              </a:lnSpc>
              <a:tabLst>
                <a:tab pos="1058545" algn="l"/>
              </a:tabLst>
            </a:pPr>
            <a:r>
              <a:rPr dirty="0" sz="2400" b="1">
                <a:latin typeface="Times New Roman"/>
                <a:cs typeface="Times New Roman"/>
              </a:rPr>
              <a:t>1	</a:t>
            </a:r>
            <a:r>
              <a:rPr dirty="0" sz="2400" b="1">
                <a:solidFill>
                  <a:srgbClr val="CC0099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933264" y="3940074"/>
            <a:ext cx="216535" cy="237109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48895">
              <a:lnSpc>
                <a:spcPct val="100000"/>
              </a:lnSpc>
              <a:spcBef>
                <a:spcPts val="330"/>
              </a:spcBef>
            </a:pPr>
            <a:r>
              <a:rPr dirty="0" sz="2400" b="1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48895">
              <a:lnSpc>
                <a:spcPts val="2810"/>
              </a:lnSpc>
              <a:spcBef>
                <a:spcPts val="235"/>
              </a:spcBef>
            </a:pPr>
            <a:r>
              <a:rPr dirty="0" sz="2400" b="1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50800">
              <a:lnSpc>
                <a:spcPts val="2810"/>
              </a:lnSpc>
            </a:pPr>
            <a:r>
              <a:rPr dirty="0" sz="2400" b="1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400" b="1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47625">
              <a:lnSpc>
                <a:spcPts val="2830"/>
              </a:lnSpc>
              <a:spcBef>
                <a:spcPts val="290"/>
              </a:spcBef>
            </a:pPr>
            <a:r>
              <a:rPr dirty="0" sz="2400" b="1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46990">
              <a:lnSpc>
                <a:spcPts val="2830"/>
              </a:lnSpc>
            </a:pPr>
            <a:r>
              <a:rPr dirty="0" sz="2400" b="1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848191" y="3987605"/>
            <a:ext cx="2811780" cy="2332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1920">
              <a:lnSpc>
                <a:spcPts val="2840"/>
              </a:lnSpc>
              <a:tabLst>
                <a:tab pos="899794" algn="l"/>
                <a:tab pos="1779270" algn="l"/>
                <a:tab pos="2555240" algn="l"/>
              </a:tabLst>
            </a:pPr>
            <a:r>
              <a:rPr dirty="0" sz="2400" b="1">
                <a:latin typeface="Times New Roman"/>
                <a:cs typeface="Times New Roman"/>
              </a:rPr>
              <a:t>0	</a:t>
            </a:r>
            <a:r>
              <a:rPr dirty="0" baseline="18055" sz="3000" spc="-15" b="1">
                <a:latin typeface="宋体"/>
                <a:cs typeface="宋体"/>
              </a:rPr>
              <a:t>×</a:t>
            </a:r>
            <a:r>
              <a:rPr dirty="0" baseline="18055" sz="3000" spc="-15" b="1">
                <a:latin typeface="宋体"/>
                <a:cs typeface="宋体"/>
              </a:rPr>
              <a:t>	</a:t>
            </a:r>
            <a:r>
              <a:rPr dirty="0" sz="2400" spc="-10" b="1">
                <a:solidFill>
                  <a:srgbClr val="CC0099"/>
                </a:solidFill>
                <a:latin typeface="Times New Roman"/>
                <a:cs typeface="Times New Roman"/>
              </a:rPr>
              <a:t>0	</a:t>
            </a:r>
            <a:r>
              <a:rPr dirty="0" baseline="9722" sz="3000" spc="-15" b="1">
                <a:solidFill>
                  <a:srgbClr val="CC0099"/>
                </a:solidFill>
                <a:latin typeface="宋体"/>
                <a:cs typeface="宋体"/>
              </a:rPr>
              <a:t>×</a:t>
            </a:r>
            <a:endParaRPr baseline="9722" sz="3000">
              <a:latin typeface="宋体"/>
              <a:cs typeface="宋体"/>
            </a:endParaRPr>
          </a:p>
          <a:p>
            <a:pPr marL="86995">
              <a:lnSpc>
                <a:spcPct val="100000"/>
              </a:lnSpc>
              <a:spcBef>
                <a:spcPts val="229"/>
              </a:spcBef>
              <a:tabLst>
                <a:tab pos="864869" algn="l"/>
                <a:tab pos="1781175" algn="l"/>
                <a:tab pos="2557145" algn="l"/>
              </a:tabLst>
            </a:pPr>
            <a:r>
              <a:rPr dirty="0" sz="2400" b="1">
                <a:latin typeface="Times New Roman"/>
                <a:cs typeface="Times New Roman"/>
              </a:rPr>
              <a:t>0	</a:t>
            </a:r>
            <a:r>
              <a:rPr dirty="0" baseline="18055" sz="3000" spc="-15" b="1">
                <a:latin typeface="宋体"/>
                <a:cs typeface="宋体"/>
              </a:rPr>
              <a:t>×</a:t>
            </a:r>
            <a:r>
              <a:rPr dirty="0" baseline="18055" sz="3000" spc="-15" b="1">
                <a:latin typeface="宋体"/>
                <a:cs typeface="宋体"/>
              </a:rPr>
              <a:t>	</a:t>
            </a:r>
            <a:r>
              <a:rPr dirty="0" sz="2400" spc="-10" b="1">
                <a:solidFill>
                  <a:srgbClr val="CC0099"/>
                </a:solidFill>
                <a:latin typeface="Times New Roman"/>
                <a:cs typeface="Times New Roman"/>
              </a:rPr>
              <a:t>1	</a:t>
            </a:r>
            <a:r>
              <a:rPr dirty="0" baseline="9722" sz="3000" spc="-15" b="1">
                <a:solidFill>
                  <a:srgbClr val="CC0099"/>
                </a:solidFill>
                <a:latin typeface="宋体"/>
                <a:cs typeface="宋体"/>
              </a:rPr>
              <a:t>×</a:t>
            </a:r>
            <a:endParaRPr baseline="9722" sz="3000">
              <a:latin typeface="宋体"/>
              <a:cs typeface="宋体"/>
            </a:endParaRPr>
          </a:p>
          <a:p>
            <a:pPr marL="127000">
              <a:lnSpc>
                <a:spcPts val="2800"/>
              </a:lnSpc>
              <a:spcBef>
                <a:spcPts val="180"/>
              </a:spcBef>
              <a:tabLst>
                <a:tab pos="866140" algn="l"/>
                <a:tab pos="1667510" algn="l"/>
                <a:tab pos="2573020" algn="l"/>
              </a:tabLst>
            </a:pPr>
            <a:r>
              <a:rPr dirty="0" baseline="-5787" sz="3600" b="1">
                <a:latin typeface="Times New Roman"/>
                <a:cs typeface="Times New Roman"/>
              </a:rPr>
              <a:t>0	</a:t>
            </a:r>
            <a:r>
              <a:rPr dirty="0" baseline="11111" sz="3000" spc="-15" b="1">
                <a:latin typeface="宋体"/>
                <a:cs typeface="宋体"/>
              </a:rPr>
              <a:t>×	</a:t>
            </a:r>
            <a:r>
              <a:rPr dirty="0" sz="2400" spc="-10" b="1">
                <a:solidFill>
                  <a:srgbClr val="CC0099"/>
                </a:solidFill>
                <a:latin typeface="宋体"/>
                <a:cs typeface="宋体"/>
              </a:rPr>
              <a:t>×	</a:t>
            </a:r>
            <a:r>
              <a:rPr dirty="0" baseline="1157" sz="3600" b="1">
                <a:solidFill>
                  <a:srgbClr val="CC0099"/>
                </a:solidFill>
                <a:latin typeface="Times New Roman"/>
                <a:cs typeface="Times New Roman"/>
              </a:rPr>
              <a:t>1</a:t>
            </a:r>
            <a:endParaRPr baseline="1157" sz="3600">
              <a:latin typeface="Times New Roman"/>
              <a:cs typeface="Times New Roman"/>
            </a:endParaRPr>
          </a:p>
          <a:p>
            <a:pPr marL="85725">
              <a:lnSpc>
                <a:spcPts val="2800"/>
              </a:lnSpc>
              <a:tabLst>
                <a:tab pos="828040" algn="l"/>
                <a:tab pos="1744345" algn="l"/>
                <a:tab pos="2484120" algn="l"/>
              </a:tabLst>
            </a:pPr>
            <a:r>
              <a:rPr dirty="0" baseline="-18518" sz="3600" b="1">
                <a:latin typeface="Times New Roman"/>
                <a:cs typeface="Times New Roman"/>
              </a:rPr>
              <a:t>1	</a:t>
            </a:r>
            <a:r>
              <a:rPr dirty="0" baseline="-12500" sz="3000" spc="-15" b="1">
                <a:latin typeface="宋体"/>
                <a:cs typeface="宋体"/>
              </a:rPr>
              <a:t>×	</a:t>
            </a:r>
            <a:r>
              <a:rPr dirty="0" baseline="-13888" sz="3600" b="1">
                <a:solidFill>
                  <a:srgbClr val="CC0099"/>
                </a:solidFill>
                <a:latin typeface="Times New Roman"/>
                <a:cs typeface="Times New Roman"/>
              </a:rPr>
              <a:t>0	</a:t>
            </a:r>
            <a:r>
              <a:rPr dirty="0" sz="2000" spc="-10" b="1">
                <a:solidFill>
                  <a:srgbClr val="CC0099"/>
                </a:solidFill>
                <a:latin typeface="宋体"/>
                <a:cs typeface="宋体"/>
              </a:rPr>
              <a:t>×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835"/>
              </a:spcBef>
              <a:tabLst>
                <a:tab pos="879475" algn="l"/>
                <a:tab pos="1629410" algn="l"/>
                <a:tab pos="2534920" algn="l"/>
              </a:tabLst>
            </a:pPr>
            <a:r>
              <a:rPr dirty="0" baseline="11111" sz="3000" spc="-15" b="1">
                <a:latin typeface="宋体"/>
                <a:cs typeface="宋体"/>
              </a:rPr>
              <a:t>×	</a:t>
            </a:r>
            <a:r>
              <a:rPr dirty="0" baseline="1157" sz="3600" b="1">
                <a:latin typeface="Times New Roman"/>
                <a:cs typeface="Times New Roman"/>
              </a:rPr>
              <a:t>1	</a:t>
            </a:r>
            <a:r>
              <a:rPr dirty="0" sz="2400" spc="-10" b="1">
                <a:solidFill>
                  <a:srgbClr val="CC0099"/>
                </a:solidFill>
                <a:latin typeface="宋体"/>
                <a:cs typeface="宋体"/>
              </a:rPr>
              <a:t>×	</a:t>
            </a:r>
            <a:r>
              <a:rPr dirty="0" baseline="1157" sz="3600" b="1">
                <a:solidFill>
                  <a:srgbClr val="CC0099"/>
                </a:solidFill>
                <a:latin typeface="Times New Roman"/>
                <a:cs typeface="Times New Roman"/>
              </a:rPr>
              <a:t>1</a:t>
            </a:r>
            <a:endParaRPr baseline="1157" sz="3600">
              <a:latin typeface="Times New Roman"/>
              <a:cs typeface="Times New Roman"/>
            </a:endParaRPr>
          </a:p>
          <a:p>
            <a:pPr marL="34925">
              <a:lnSpc>
                <a:spcPct val="100000"/>
              </a:lnSpc>
              <a:tabLst>
                <a:tab pos="877569" algn="l"/>
                <a:tab pos="1667510" algn="l"/>
                <a:tab pos="2536825" algn="l"/>
              </a:tabLst>
            </a:pPr>
            <a:r>
              <a:rPr dirty="0" baseline="15277" sz="3000" spc="-15" b="1">
                <a:latin typeface="宋体"/>
                <a:cs typeface="宋体"/>
              </a:rPr>
              <a:t>×	</a:t>
            </a:r>
            <a:r>
              <a:rPr dirty="0" baseline="1157" sz="3600" b="1">
                <a:latin typeface="Times New Roman"/>
                <a:cs typeface="Times New Roman"/>
              </a:rPr>
              <a:t>0	</a:t>
            </a:r>
            <a:r>
              <a:rPr dirty="0" baseline="2314" sz="3600" spc="-15" b="1">
                <a:solidFill>
                  <a:srgbClr val="CC0099"/>
                </a:solidFill>
                <a:latin typeface="宋体"/>
                <a:cs typeface="宋体"/>
              </a:rPr>
              <a:t>×	</a:t>
            </a:r>
            <a:r>
              <a:rPr dirty="0" sz="2400" b="1">
                <a:solidFill>
                  <a:srgbClr val="CC0099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794115" y="1061624"/>
            <a:ext cx="330200" cy="2219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0000"/>
                </a:solidFill>
                <a:latin typeface="新宋体"/>
                <a:cs typeface="新宋体"/>
              </a:rPr>
              <a:t>求 激 励 方 程 的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425433" y="3256184"/>
            <a:ext cx="699135" cy="761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0000"/>
                </a:solidFill>
                <a:latin typeface="新宋体"/>
                <a:cs typeface="新宋体"/>
              </a:rPr>
              <a:t>第</a:t>
            </a:r>
            <a:endParaRPr sz="2400">
              <a:latin typeface="新宋体"/>
              <a:cs typeface="新宋体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381000" algn="l"/>
              </a:tabLst>
            </a:pPr>
            <a:r>
              <a:rPr dirty="0" sz="1450" spc="5" b="1">
                <a:latin typeface="Times New Roman"/>
                <a:cs typeface="Times New Roman"/>
              </a:rPr>
              <a:t>0</a:t>
            </a:r>
            <a:r>
              <a:rPr dirty="0" sz="1450" spc="5" b="1">
                <a:latin typeface="Times New Roman"/>
                <a:cs typeface="Times New Roman"/>
              </a:rPr>
              <a:t>	</a:t>
            </a:r>
            <a:r>
              <a:rPr dirty="0" baseline="1157" sz="3600" spc="-15" b="1">
                <a:solidFill>
                  <a:srgbClr val="FF0000"/>
                </a:solidFill>
                <a:latin typeface="新宋体"/>
                <a:cs typeface="新宋体"/>
              </a:rPr>
              <a:t>一</a:t>
            </a:r>
            <a:endParaRPr baseline="1157" sz="3600">
              <a:latin typeface="新宋体"/>
              <a:cs typeface="新宋体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8794115" y="3987704"/>
            <a:ext cx="3302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0000"/>
                </a:solidFill>
                <a:latin typeface="新宋体"/>
                <a:cs typeface="新宋体"/>
              </a:rPr>
              <a:t>种 方 法</a:t>
            </a:r>
            <a:endParaRPr sz="2400">
              <a:latin typeface="新宋体"/>
              <a:cs typeface="新宋体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0" y="947927"/>
            <a:ext cx="4935220" cy="5415915"/>
            <a:chOff x="0" y="947927"/>
            <a:chExt cx="4935220" cy="5415915"/>
          </a:xfrm>
        </p:grpSpPr>
        <p:sp>
          <p:nvSpPr>
            <p:cNvPr id="78" name="object 78"/>
            <p:cNvSpPr/>
            <p:nvPr/>
          </p:nvSpPr>
          <p:spPr>
            <a:xfrm>
              <a:off x="2786252" y="3143630"/>
              <a:ext cx="2143760" cy="3215005"/>
            </a:xfrm>
            <a:custGeom>
              <a:avLst/>
              <a:gdLst/>
              <a:ahLst/>
              <a:cxnLst/>
              <a:rect l="l" t="t" r="r" b="b"/>
              <a:pathLst>
                <a:path w="2143760" h="3215004">
                  <a:moveTo>
                    <a:pt x="2143505" y="0"/>
                  </a:moveTo>
                  <a:lnTo>
                    <a:pt x="0" y="0"/>
                  </a:lnTo>
                  <a:lnTo>
                    <a:pt x="0" y="3214878"/>
                  </a:lnTo>
                  <a:lnTo>
                    <a:pt x="2143505" y="3214878"/>
                  </a:lnTo>
                  <a:lnTo>
                    <a:pt x="214350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2786252" y="3143630"/>
              <a:ext cx="2143760" cy="3215005"/>
            </a:xfrm>
            <a:custGeom>
              <a:avLst/>
              <a:gdLst/>
              <a:ahLst/>
              <a:cxnLst/>
              <a:rect l="l" t="t" r="r" b="b"/>
              <a:pathLst>
                <a:path w="2143760" h="3215004">
                  <a:moveTo>
                    <a:pt x="0" y="0"/>
                  </a:moveTo>
                  <a:lnTo>
                    <a:pt x="2143505" y="0"/>
                  </a:lnTo>
                  <a:lnTo>
                    <a:pt x="2143505" y="3214878"/>
                  </a:lnTo>
                  <a:lnTo>
                    <a:pt x="0" y="3214878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0" y="947927"/>
              <a:ext cx="2786380" cy="2195830"/>
            </a:xfrm>
            <a:custGeom>
              <a:avLst/>
              <a:gdLst/>
              <a:ahLst/>
              <a:cxnLst/>
              <a:rect l="l" t="t" r="r" b="b"/>
              <a:pathLst>
                <a:path w="2786380" h="2195830">
                  <a:moveTo>
                    <a:pt x="2785872" y="0"/>
                  </a:moveTo>
                  <a:lnTo>
                    <a:pt x="0" y="0"/>
                  </a:lnTo>
                  <a:lnTo>
                    <a:pt x="0" y="2195322"/>
                  </a:lnTo>
                  <a:lnTo>
                    <a:pt x="2785872" y="2195322"/>
                  </a:lnTo>
                  <a:lnTo>
                    <a:pt x="27858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/>
          <p:cNvSpPr txBox="1"/>
          <p:nvPr/>
        </p:nvSpPr>
        <p:spPr>
          <a:xfrm>
            <a:off x="268090" y="2272386"/>
            <a:ext cx="1928495" cy="31242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>
              <a:lnSpc>
                <a:spcPts val="2395"/>
              </a:lnSpc>
              <a:spcBef>
                <a:spcPts val="60"/>
              </a:spcBef>
              <a:tabLst>
                <a:tab pos="657860" algn="l"/>
                <a:tab pos="1251585" algn="l"/>
                <a:tab pos="1800860" algn="l"/>
              </a:tabLst>
            </a:pPr>
            <a:r>
              <a:rPr dirty="0" baseline="1388" sz="3000" spc="-7" b="1">
                <a:latin typeface="Times New Roman"/>
                <a:cs typeface="Times New Roman"/>
              </a:rPr>
              <a:t>1</a:t>
            </a:r>
            <a:r>
              <a:rPr dirty="0" baseline="1388" sz="3000" spc="-7" b="1">
                <a:latin typeface="Times New Roman"/>
                <a:cs typeface="Times New Roman"/>
              </a:rPr>
              <a:t>	</a:t>
            </a:r>
            <a:r>
              <a:rPr dirty="0" baseline="1388" sz="3000" spc="-7" b="1">
                <a:latin typeface="Times New Roman"/>
                <a:cs typeface="Times New Roman"/>
              </a:rPr>
              <a:t>0</a:t>
            </a:r>
            <a:r>
              <a:rPr dirty="0" baseline="1388" sz="3000" spc="-7" b="1">
                <a:latin typeface="Times New Roman"/>
                <a:cs typeface="Times New Roman"/>
              </a:rPr>
              <a:t>	</a:t>
            </a:r>
            <a:r>
              <a:rPr dirty="0" sz="2000" spc="-10" b="1">
                <a:latin typeface="新宋体"/>
                <a:cs typeface="新宋体"/>
              </a:rPr>
              <a:t>×</a:t>
            </a:r>
            <a:r>
              <a:rPr dirty="0" sz="2000" spc="-10" b="1">
                <a:latin typeface="新宋体"/>
                <a:cs typeface="新宋体"/>
              </a:rPr>
              <a:t>	</a:t>
            </a:r>
            <a:r>
              <a:rPr dirty="0" baseline="8333" sz="3000" spc="-7" b="1">
                <a:latin typeface="Times New Roman"/>
                <a:cs typeface="Times New Roman"/>
              </a:rPr>
              <a:t>1</a:t>
            </a:r>
            <a:endParaRPr baseline="8333" sz="30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68090" y="2608378"/>
            <a:ext cx="1928495" cy="311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15"/>
              </a:lnSpc>
              <a:tabLst>
                <a:tab pos="657860" algn="l"/>
                <a:tab pos="1251585" algn="l"/>
                <a:tab pos="1800860" algn="l"/>
              </a:tabLst>
            </a:pPr>
            <a:r>
              <a:rPr dirty="0" baseline="1388" sz="3000" spc="-7" b="1">
                <a:latin typeface="Times New Roman"/>
                <a:cs typeface="Times New Roman"/>
              </a:rPr>
              <a:t>1</a:t>
            </a:r>
            <a:r>
              <a:rPr dirty="0" baseline="1388" sz="3000" spc="-7" b="1">
                <a:latin typeface="Times New Roman"/>
                <a:cs typeface="Times New Roman"/>
              </a:rPr>
              <a:t>	</a:t>
            </a:r>
            <a:r>
              <a:rPr dirty="0" baseline="1388" sz="3000" spc="-7" b="1">
                <a:latin typeface="Times New Roman"/>
                <a:cs typeface="Times New Roman"/>
              </a:rPr>
              <a:t>1</a:t>
            </a:r>
            <a:r>
              <a:rPr dirty="0" baseline="1388" sz="3000" spc="-7" b="1">
                <a:latin typeface="Times New Roman"/>
                <a:cs typeface="Times New Roman"/>
              </a:rPr>
              <a:t>	</a:t>
            </a:r>
            <a:r>
              <a:rPr dirty="0" sz="2000" spc="-10" b="1">
                <a:latin typeface="新宋体"/>
                <a:cs typeface="新宋体"/>
              </a:rPr>
              <a:t>×</a:t>
            </a:r>
            <a:r>
              <a:rPr dirty="0" sz="2000" spc="-10" b="1">
                <a:latin typeface="新宋体"/>
                <a:cs typeface="新宋体"/>
              </a:rPr>
              <a:t>	</a:t>
            </a:r>
            <a:r>
              <a:rPr dirty="0" baseline="-5555" sz="3000" spc="-7" b="1">
                <a:latin typeface="Times New Roman"/>
                <a:cs typeface="Times New Roman"/>
              </a:rPr>
              <a:t>0</a:t>
            </a:r>
            <a:endParaRPr baseline="-5555" sz="30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68017" y="1470689"/>
            <a:ext cx="2055495" cy="301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340"/>
              </a:lnSpc>
              <a:tabLst>
                <a:tab pos="657860" algn="l"/>
                <a:tab pos="1315720" algn="l"/>
                <a:tab pos="1800860" algn="l"/>
              </a:tabLst>
            </a:pPr>
            <a:r>
              <a:rPr dirty="0" sz="2000" spc="-5" b="1">
                <a:latin typeface="Times New Roman"/>
                <a:cs typeface="Times New Roman"/>
              </a:rPr>
              <a:t>0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0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0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baseline="5555" sz="3000" spc="-15" b="1">
                <a:latin typeface="新宋体"/>
                <a:cs typeface="新宋体"/>
              </a:rPr>
              <a:t>×</a:t>
            </a:r>
            <a:endParaRPr baseline="5555" sz="3000">
              <a:latin typeface="新宋体"/>
              <a:cs typeface="新宋体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68017" y="1795578"/>
            <a:ext cx="2055495" cy="294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80"/>
              </a:lnSpc>
              <a:tabLst>
                <a:tab pos="657860" algn="l"/>
                <a:tab pos="1315720" algn="l"/>
                <a:tab pos="1800860" algn="l"/>
              </a:tabLst>
            </a:pPr>
            <a:r>
              <a:rPr dirty="0" sz="2000" spc="-5" b="1">
                <a:latin typeface="Times New Roman"/>
                <a:cs typeface="Times New Roman"/>
              </a:rPr>
              <a:t>0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sz="2000" spc="-5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Times New Roman"/>
                <a:cs typeface="Times New Roman"/>
              </a:rPr>
              <a:t>	</a:t>
            </a:r>
            <a:r>
              <a:rPr dirty="0" baseline="-6944" sz="3000" spc="-15" b="1">
                <a:latin typeface="新宋体"/>
                <a:cs typeface="新宋体"/>
              </a:rPr>
              <a:t>×</a:t>
            </a:r>
            <a:endParaRPr baseline="-6944" sz="3000">
              <a:latin typeface="新宋体"/>
              <a:cs typeface="新宋体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41128" y="877887"/>
            <a:ext cx="111125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601980" algn="l"/>
              </a:tabLst>
            </a:pPr>
            <a:r>
              <a:rPr dirty="0" baseline="-16666" sz="3000" spc="7" b="1" i="1">
                <a:latin typeface="Times New Roman"/>
                <a:cs typeface="Times New Roman"/>
              </a:rPr>
              <a:t>Q</a:t>
            </a:r>
            <a:r>
              <a:rPr dirty="0" sz="1300" spc="5" b="1">
                <a:latin typeface="Times New Roman"/>
                <a:cs typeface="Times New Roman"/>
              </a:rPr>
              <a:t>n	</a:t>
            </a:r>
            <a:r>
              <a:rPr dirty="0" baseline="-16666" sz="3000" spc="15" b="1" i="1">
                <a:latin typeface="Times New Roman"/>
                <a:cs typeface="Times New Roman"/>
              </a:rPr>
              <a:t>Q</a:t>
            </a:r>
            <a:r>
              <a:rPr dirty="0" sz="1300" spc="10" b="1">
                <a:latin typeface="Times New Roman"/>
                <a:cs typeface="Times New Roman"/>
              </a:rPr>
              <a:t>n+1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539804" y="954087"/>
            <a:ext cx="88582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02945" algn="l"/>
              </a:tabLst>
            </a:pPr>
            <a:r>
              <a:rPr dirty="0" sz="2000" spc="-5" b="1" i="1">
                <a:latin typeface="Times New Roman"/>
                <a:cs typeface="Times New Roman"/>
              </a:rPr>
              <a:t>J</a:t>
            </a:r>
            <a:r>
              <a:rPr dirty="0" sz="2000" spc="-5" b="1" i="1">
                <a:latin typeface="Times New Roman"/>
                <a:cs typeface="Times New Roman"/>
              </a:rPr>
              <a:t>	</a:t>
            </a:r>
            <a:r>
              <a:rPr dirty="0" sz="2000" spc="-5" b="1" i="1">
                <a:latin typeface="Times New Roman"/>
                <a:cs typeface="Times New Roman"/>
              </a:rPr>
              <a:t>K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-19050" y="916686"/>
            <a:ext cx="2681605" cy="2162175"/>
            <a:chOff x="-19050" y="916686"/>
            <a:chExt cx="2681605" cy="2162175"/>
          </a:xfrm>
        </p:grpSpPr>
        <p:sp>
          <p:nvSpPr>
            <p:cNvPr id="88" name="object 88"/>
            <p:cNvSpPr/>
            <p:nvPr/>
          </p:nvSpPr>
          <p:spPr>
            <a:xfrm>
              <a:off x="1904" y="929259"/>
              <a:ext cx="2642235" cy="19050"/>
            </a:xfrm>
            <a:custGeom>
              <a:avLst/>
              <a:gdLst/>
              <a:ahLst/>
              <a:cxnLst/>
              <a:rect l="l" t="t" r="r" b="b"/>
              <a:pathLst>
                <a:path w="2642235" h="19050">
                  <a:moveTo>
                    <a:pt x="0" y="19050"/>
                  </a:moveTo>
                  <a:lnTo>
                    <a:pt x="2641854" y="0"/>
                  </a:lnTo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0" y="947928"/>
              <a:ext cx="1905" cy="2052955"/>
            </a:xfrm>
            <a:custGeom>
              <a:avLst/>
              <a:gdLst/>
              <a:ahLst/>
              <a:cxnLst/>
              <a:rect l="l" t="t" r="r" b="b"/>
              <a:pathLst>
                <a:path w="1905" h="2052955">
                  <a:moveTo>
                    <a:pt x="1524" y="0"/>
                  </a:moveTo>
                  <a:lnTo>
                    <a:pt x="0" y="205282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1904" y="1343787"/>
              <a:ext cx="2642235" cy="13970"/>
            </a:xfrm>
            <a:custGeom>
              <a:avLst/>
              <a:gdLst/>
              <a:ahLst/>
              <a:cxnLst/>
              <a:rect l="l" t="t" r="r" b="b"/>
              <a:pathLst>
                <a:path w="2642235" h="13969">
                  <a:moveTo>
                    <a:pt x="0" y="0"/>
                  </a:moveTo>
                  <a:lnTo>
                    <a:pt x="2641854" y="13716"/>
                  </a:lnTo>
                </a:path>
              </a:pathLst>
            </a:custGeom>
            <a:ln w="12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643508" y="948309"/>
              <a:ext cx="19050" cy="2052955"/>
            </a:xfrm>
            <a:custGeom>
              <a:avLst/>
              <a:gdLst/>
              <a:ahLst/>
              <a:cxnLst/>
              <a:rect l="l" t="t" r="r" b="b"/>
              <a:pathLst>
                <a:path w="19050" h="2052955">
                  <a:moveTo>
                    <a:pt x="19050" y="0"/>
                  </a:moveTo>
                  <a:lnTo>
                    <a:pt x="0" y="2052827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1286636" y="948309"/>
              <a:ext cx="31750" cy="2124075"/>
            </a:xfrm>
            <a:custGeom>
              <a:avLst/>
              <a:gdLst/>
              <a:ahLst/>
              <a:cxnLst/>
              <a:rect l="l" t="t" r="r" b="b"/>
              <a:pathLst>
                <a:path w="31750" h="2124075">
                  <a:moveTo>
                    <a:pt x="31241" y="0"/>
                  </a:moveTo>
                  <a:lnTo>
                    <a:pt x="0" y="2123694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1978532" y="948309"/>
              <a:ext cx="22225" cy="2124075"/>
            </a:xfrm>
            <a:custGeom>
              <a:avLst/>
              <a:gdLst/>
              <a:ahLst/>
              <a:cxnLst/>
              <a:rect l="l" t="t" r="r" b="b"/>
              <a:pathLst>
                <a:path w="22225" h="2124075">
                  <a:moveTo>
                    <a:pt x="0" y="0"/>
                  </a:moveTo>
                  <a:lnTo>
                    <a:pt x="22098" y="2123694"/>
                  </a:lnTo>
                </a:path>
              </a:pathLst>
            </a:custGeom>
            <a:ln w="12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2636901" y="948309"/>
              <a:ext cx="6985" cy="2124075"/>
            </a:xfrm>
            <a:custGeom>
              <a:avLst/>
              <a:gdLst/>
              <a:ahLst/>
              <a:cxnLst/>
              <a:rect l="l" t="t" r="r" b="b"/>
              <a:pathLst>
                <a:path w="6985" h="2124075">
                  <a:moveTo>
                    <a:pt x="0" y="0"/>
                  </a:moveTo>
                  <a:lnTo>
                    <a:pt x="6858" y="2123694"/>
                  </a:lnTo>
                </a:path>
              </a:pathLst>
            </a:custGeom>
            <a:ln w="12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1524" y="2208275"/>
              <a:ext cx="2642235" cy="6350"/>
            </a:xfrm>
            <a:custGeom>
              <a:avLst/>
              <a:gdLst/>
              <a:ahLst/>
              <a:cxnLst/>
              <a:rect l="l" t="t" r="r" b="b"/>
              <a:pathLst>
                <a:path w="2642235" h="6350">
                  <a:moveTo>
                    <a:pt x="0" y="0"/>
                  </a:moveTo>
                  <a:lnTo>
                    <a:pt x="2641854" y="609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1524" y="2968752"/>
              <a:ext cx="2642235" cy="32384"/>
            </a:xfrm>
            <a:custGeom>
              <a:avLst/>
              <a:gdLst/>
              <a:ahLst/>
              <a:cxnLst/>
              <a:rect l="l" t="t" r="r" b="b"/>
              <a:pathLst>
                <a:path w="2642235" h="32385">
                  <a:moveTo>
                    <a:pt x="0" y="0"/>
                  </a:moveTo>
                  <a:lnTo>
                    <a:pt x="2641854" y="3200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214122" y="1428750"/>
              <a:ext cx="2232025" cy="314960"/>
            </a:xfrm>
            <a:custGeom>
              <a:avLst/>
              <a:gdLst/>
              <a:ahLst/>
              <a:cxnLst/>
              <a:rect l="l" t="t" r="r" b="b"/>
              <a:pathLst>
                <a:path w="2232025" h="314960">
                  <a:moveTo>
                    <a:pt x="2231898" y="0"/>
                  </a:moveTo>
                  <a:lnTo>
                    <a:pt x="0" y="0"/>
                  </a:lnTo>
                  <a:lnTo>
                    <a:pt x="0" y="314705"/>
                  </a:lnTo>
                  <a:lnTo>
                    <a:pt x="2231898" y="314705"/>
                  </a:lnTo>
                  <a:lnTo>
                    <a:pt x="2231898" y="0"/>
                  </a:lnTo>
                  <a:close/>
                </a:path>
              </a:pathLst>
            </a:custGeom>
            <a:solidFill>
              <a:srgbClr val="FFFF99">
                <a:alpha val="6784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214122" y="1786127"/>
              <a:ext cx="2232025" cy="315595"/>
            </a:xfrm>
            <a:custGeom>
              <a:avLst/>
              <a:gdLst/>
              <a:ahLst/>
              <a:cxnLst/>
              <a:rect l="l" t="t" r="r" b="b"/>
              <a:pathLst>
                <a:path w="2232025" h="315594">
                  <a:moveTo>
                    <a:pt x="2231898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2231898" y="315467"/>
                  </a:lnTo>
                  <a:lnTo>
                    <a:pt x="2231898" y="0"/>
                  </a:lnTo>
                  <a:close/>
                </a:path>
              </a:pathLst>
            </a:custGeom>
            <a:solidFill>
              <a:srgbClr val="7C94E2">
                <a:alpha val="5686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71627" y="2643378"/>
              <a:ext cx="2190750" cy="314325"/>
            </a:xfrm>
            <a:custGeom>
              <a:avLst/>
              <a:gdLst/>
              <a:ahLst/>
              <a:cxnLst/>
              <a:rect l="l" t="t" r="r" b="b"/>
              <a:pathLst>
                <a:path w="2190750" h="314325">
                  <a:moveTo>
                    <a:pt x="2190750" y="0"/>
                  </a:moveTo>
                  <a:lnTo>
                    <a:pt x="0" y="0"/>
                  </a:lnTo>
                  <a:lnTo>
                    <a:pt x="0" y="313944"/>
                  </a:lnTo>
                  <a:lnTo>
                    <a:pt x="2190750" y="313944"/>
                  </a:lnTo>
                  <a:lnTo>
                    <a:pt x="2190750" y="0"/>
                  </a:lnTo>
                  <a:close/>
                </a:path>
              </a:pathLst>
            </a:custGeom>
            <a:solidFill>
              <a:srgbClr val="66FF99">
                <a:alpha val="6784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96595" y="2286000"/>
              <a:ext cx="2232660" cy="314960"/>
            </a:xfrm>
            <a:custGeom>
              <a:avLst/>
              <a:gdLst/>
              <a:ahLst/>
              <a:cxnLst/>
              <a:rect l="l" t="t" r="r" b="b"/>
              <a:pathLst>
                <a:path w="2232660" h="314960">
                  <a:moveTo>
                    <a:pt x="2232660" y="0"/>
                  </a:moveTo>
                  <a:lnTo>
                    <a:pt x="0" y="0"/>
                  </a:lnTo>
                  <a:lnTo>
                    <a:pt x="0" y="314705"/>
                  </a:lnTo>
                  <a:lnTo>
                    <a:pt x="2232660" y="314705"/>
                  </a:lnTo>
                  <a:lnTo>
                    <a:pt x="2232660" y="0"/>
                  </a:lnTo>
                  <a:close/>
                </a:path>
              </a:pathLst>
            </a:custGeom>
            <a:solidFill>
              <a:srgbClr val="FFFF99">
                <a:alpha val="67842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1" name="object 101"/>
          <p:cNvSpPr txBox="1"/>
          <p:nvPr/>
        </p:nvSpPr>
        <p:spPr>
          <a:xfrm>
            <a:off x="507365" y="614426"/>
            <a:ext cx="9417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激励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表</a:t>
            </a:r>
            <a:endParaRPr sz="2400">
              <a:latin typeface="新宋体"/>
              <a:cs typeface="新宋体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2710433" y="3924300"/>
            <a:ext cx="6234430" cy="2663190"/>
            <a:chOff x="2710433" y="3924300"/>
            <a:chExt cx="6234430" cy="2663190"/>
          </a:xfrm>
        </p:grpSpPr>
        <p:sp>
          <p:nvSpPr>
            <p:cNvPr id="103" name="object 103"/>
            <p:cNvSpPr/>
            <p:nvPr/>
          </p:nvSpPr>
          <p:spPr>
            <a:xfrm>
              <a:off x="2715386" y="3929252"/>
              <a:ext cx="6224270" cy="2653665"/>
            </a:xfrm>
            <a:custGeom>
              <a:avLst/>
              <a:gdLst/>
              <a:ahLst/>
              <a:cxnLst/>
              <a:rect l="l" t="t" r="r" b="b"/>
              <a:pathLst>
                <a:path w="6224270" h="2653665">
                  <a:moveTo>
                    <a:pt x="6224016" y="0"/>
                  </a:moveTo>
                  <a:lnTo>
                    <a:pt x="0" y="0"/>
                  </a:lnTo>
                  <a:lnTo>
                    <a:pt x="0" y="2653284"/>
                  </a:lnTo>
                  <a:lnTo>
                    <a:pt x="6224016" y="2653284"/>
                  </a:lnTo>
                  <a:lnTo>
                    <a:pt x="622401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2715386" y="3929252"/>
              <a:ext cx="6224270" cy="2653665"/>
            </a:xfrm>
            <a:custGeom>
              <a:avLst/>
              <a:gdLst/>
              <a:ahLst/>
              <a:cxnLst/>
              <a:rect l="l" t="t" r="r" b="b"/>
              <a:pathLst>
                <a:path w="6224270" h="2653665">
                  <a:moveTo>
                    <a:pt x="0" y="0"/>
                  </a:moveTo>
                  <a:lnTo>
                    <a:pt x="6224016" y="0"/>
                  </a:lnTo>
                  <a:lnTo>
                    <a:pt x="6224016" y="2653284"/>
                  </a:lnTo>
                  <a:lnTo>
                    <a:pt x="0" y="2653284"/>
                  </a:lnTo>
                  <a:lnTo>
                    <a:pt x="0" y="0"/>
                  </a:lnTo>
                  <a:close/>
                </a:path>
              </a:pathLst>
            </a:custGeom>
            <a:ln w="99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9580" y="786765"/>
            <a:ext cx="5378450" cy="0"/>
          </a:xfrm>
          <a:custGeom>
            <a:avLst/>
            <a:gdLst/>
            <a:ahLst/>
            <a:cxnLst/>
            <a:rect l="l" t="t" r="r" b="b"/>
            <a:pathLst>
              <a:path w="5378450" h="0">
                <a:moveTo>
                  <a:pt x="0" y="0"/>
                </a:moveTo>
                <a:lnTo>
                  <a:pt x="5378196" y="0"/>
                </a:lnTo>
              </a:path>
            </a:pathLst>
          </a:custGeom>
          <a:ln w="10287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59190" y="735330"/>
            <a:ext cx="0" cy="102870"/>
          </a:xfrm>
          <a:custGeom>
            <a:avLst/>
            <a:gdLst/>
            <a:ahLst/>
            <a:cxnLst/>
            <a:rect l="l" t="t" r="r" b="b"/>
            <a:pathLst>
              <a:path w="0" h="102869">
                <a:moveTo>
                  <a:pt x="0" y="0"/>
                </a:moveTo>
                <a:lnTo>
                  <a:pt x="0" y="102870"/>
                </a:lnTo>
              </a:path>
            </a:pathLst>
          </a:custGeom>
          <a:ln w="10287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0561" y="333755"/>
            <a:ext cx="230504" cy="3527425"/>
          </a:xfrm>
          <a:custGeom>
            <a:avLst/>
            <a:gdLst/>
            <a:ahLst/>
            <a:cxnLst/>
            <a:rect l="l" t="t" r="r" b="b"/>
            <a:pathLst>
              <a:path w="230504" h="3527425">
                <a:moveTo>
                  <a:pt x="230136" y="0"/>
                </a:moveTo>
                <a:lnTo>
                  <a:pt x="0" y="0"/>
                </a:lnTo>
                <a:lnTo>
                  <a:pt x="0" y="880872"/>
                </a:lnTo>
                <a:lnTo>
                  <a:pt x="0" y="3527298"/>
                </a:lnTo>
                <a:lnTo>
                  <a:pt x="230136" y="3527298"/>
                </a:lnTo>
                <a:lnTo>
                  <a:pt x="230136" y="880872"/>
                </a:lnTo>
                <a:lnTo>
                  <a:pt x="23013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27776" y="106679"/>
            <a:ext cx="2921000" cy="1887855"/>
          </a:xfrm>
          <a:custGeom>
            <a:avLst/>
            <a:gdLst/>
            <a:ahLst/>
            <a:cxnLst/>
            <a:rect l="l" t="t" r="r" b="b"/>
            <a:pathLst>
              <a:path w="2921000" h="1887855">
                <a:moveTo>
                  <a:pt x="2920746" y="0"/>
                </a:moveTo>
                <a:lnTo>
                  <a:pt x="0" y="0"/>
                </a:lnTo>
                <a:lnTo>
                  <a:pt x="0" y="1887474"/>
                </a:lnTo>
                <a:lnTo>
                  <a:pt x="2920746" y="1887474"/>
                </a:lnTo>
                <a:lnTo>
                  <a:pt x="29207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163943" y="3687698"/>
            <a:ext cx="1195070" cy="570865"/>
          </a:xfrm>
          <a:custGeom>
            <a:avLst/>
            <a:gdLst/>
            <a:ahLst/>
            <a:cxnLst/>
            <a:rect l="l" t="t" r="r" b="b"/>
            <a:pathLst>
              <a:path w="1195070" h="570864">
                <a:moveTo>
                  <a:pt x="1194816" y="0"/>
                </a:moveTo>
                <a:lnTo>
                  <a:pt x="0" y="0"/>
                </a:lnTo>
                <a:lnTo>
                  <a:pt x="0" y="570738"/>
                </a:lnTo>
                <a:lnTo>
                  <a:pt x="1194816" y="570738"/>
                </a:lnTo>
                <a:lnTo>
                  <a:pt x="1194816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3426714" y="3049523"/>
            <a:ext cx="1625600" cy="435609"/>
            <a:chOff x="3426714" y="3049523"/>
            <a:chExt cx="1625600" cy="435609"/>
          </a:xfrm>
        </p:grpSpPr>
        <p:sp>
          <p:nvSpPr>
            <p:cNvPr id="11" name="object 11"/>
            <p:cNvSpPr/>
            <p:nvPr/>
          </p:nvSpPr>
          <p:spPr>
            <a:xfrm>
              <a:off x="3431667" y="3054476"/>
              <a:ext cx="1615440" cy="425450"/>
            </a:xfrm>
            <a:custGeom>
              <a:avLst/>
              <a:gdLst/>
              <a:ahLst/>
              <a:cxnLst/>
              <a:rect l="l" t="t" r="r" b="b"/>
              <a:pathLst>
                <a:path w="1615439" h="425450">
                  <a:moveTo>
                    <a:pt x="1615439" y="0"/>
                  </a:moveTo>
                  <a:lnTo>
                    <a:pt x="0" y="0"/>
                  </a:lnTo>
                  <a:lnTo>
                    <a:pt x="0" y="425196"/>
                  </a:lnTo>
                  <a:lnTo>
                    <a:pt x="1615439" y="425196"/>
                  </a:lnTo>
                  <a:lnTo>
                    <a:pt x="1615439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431667" y="3054476"/>
              <a:ext cx="1615440" cy="425450"/>
            </a:xfrm>
            <a:custGeom>
              <a:avLst/>
              <a:gdLst/>
              <a:ahLst/>
              <a:cxnLst/>
              <a:rect l="l" t="t" r="r" b="b"/>
              <a:pathLst>
                <a:path w="1615439" h="425450">
                  <a:moveTo>
                    <a:pt x="0" y="0"/>
                  </a:moveTo>
                  <a:lnTo>
                    <a:pt x="1615439" y="0"/>
                  </a:lnTo>
                  <a:lnTo>
                    <a:pt x="1615439" y="425196"/>
                  </a:lnTo>
                  <a:lnTo>
                    <a:pt x="0" y="425196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3127248" y="5919978"/>
            <a:ext cx="1184910" cy="443865"/>
            <a:chOff x="3127248" y="5919978"/>
            <a:chExt cx="1184910" cy="443865"/>
          </a:xfrm>
        </p:grpSpPr>
        <p:sp>
          <p:nvSpPr>
            <p:cNvPr id="14" name="object 14"/>
            <p:cNvSpPr/>
            <p:nvPr/>
          </p:nvSpPr>
          <p:spPr>
            <a:xfrm>
              <a:off x="3132201" y="5924931"/>
              <a:ext cx="1175385" cy="433705"/>
            </a:xfrm>
            <a:custGeom>
              <a:avLst/>
              <a:gdLst/>
              <a:ahLst/>
              <a:cxnLst/>
              <a:rect l="l" t="t" r="r" b="b"/>
              <a:pathLst>
                <a:path w="1175385" h="433704">
                  <a:moveTo>
                    <a:pt x="1175003" y="0"/>
                  </a:moveTo>
                  <a:lnTo>
                    <a:pt x="0" y="0"/>
                  </a:lnTo>
                  <a:lnTo>
                    <a:pt x="0" y="433578"/>
                  </a:lnTo>
                  <a:lnTo>
                    <a:pt x="1175003" y="433578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132201" y="5924931"/>
              <a:ext cx="1175385" cy="433705"/>
            </a:xfrm>
            <a:custGeom>
              <a:avLst/>
              <a:gdLst/>
              <a:ahLst/>
              <a:cxnLst/>
              <a:rect l="l" t="t" r="r" b="b"/>
              <a:pathLst>
                <a:path w="1175385" h="433704">
                  <a:moveTo>
                    <a:pt x="0" y="0"/>
                  </a:moveTo>
                  <a:lnTo>
                    <a:pt x="1175003" y="0"/>
                  </a:lnTo>
                  <a:lnTo>
                    <a:pt x="1175003" y="433578"/>
                  </a:lnTo>
                  <a:lnTo>
                    <a:pt x="0" y="433578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620798" y="1663206"/>
          <a:ext cx="1878330" cy="1040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6565"/>
                <a:gridCol w="462915"/>
                <a:gridCol w="458469"/>
                <a:gridCol w="460375"/>
              </a:tblGrid>
              <a:tr h="52260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650" b="1">
                          <a:latin typeface="Times New Roman"/>
                          <a:cs typeface="Times New Roman"/>
                        </a:rPr>
                        <a:t>0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573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7589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650" b="1">
                          <a:latin typeface="Times New Roman"/>
                          <a:cs typeface="Times New Roman"/>
                        </a:rPr>
                        <a:t>0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57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7589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650" b="1">
                          <a:latin typeface="Times New Roman"/>
                          <a:cs typeface="Times New Roman"/>
                        </a:rPr>
                        <a:t>1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57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650" b="1">
                          <a:latin typeface="Times New Roman"/>
                          <a:cs typeface="Times New Roman"/>
                        </a:rPr>
                        <a:t>0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573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1650" b="1">
                          <a:latin typeface="宋体"/>
                          <a:cs typeface="宋体"/>
                        </a:rPr>
                        <a:t>×</a:t>
                      </a:r>
                      <a:endParaRPr sz="1650">
                        <a:latin typeface="宋体"/>
                        <a:cs typeface="宋体"/>
                      </a:endParaRPr>
                    </a:p>
                  </a:txBody>
                  <a:tcPr marL="0" marR="0" marB="0" marT="113664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2827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1650" b="1">
                          <a:latin typeface="宋体"/>
                          <a:cs typeface="宋体"/>
                        </a:rPr>
                        <a:t>×</a:t>
                      </a:r>
                      <a:endParaRPr sz="1650">
                        <a:latin typeface="宋体"/>
                        <a:cs typeface="宋体"/>
                      </a:endParaRPr>
                    </a:p>
                  </a:txBody>
                  <a:tcPr marL="0" marR="0" marB="0" marT="11366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2827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1650" b="1">
                          <a:latin typeface="宋体"/>
                          <a:cs typeface="宋体"/>
                        </a:rPr>
                        <a:t>×</a:t>
                      </a:r>
                      <a:endParaRPr sz="1650">
                        <a:latin typeface="宋体"/>
                        <a:cs typeface="宋体"/>
                      </a:endParaRPr>
                    </a:p>
                  </a:txBody>
                  <a:tcPr marL="0" marR="0" marB="0" marT="11366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1650" b="1">
                          <a:latin typeface="宋体"/>
                          <a:cs typeface="宋体"/>
                        </a:rPr>
                        <a:t>×</a:t>
                      </a:r>
                      <a:endParaRPr sz="1650">
                        <a:latin typeface="宋体"/>
                        <a:cs typeface="宋体"/>
                      </a:endParaRPr>
                    </a:p>
                  </a:txBody>
                  <a:tcPr marL="0" marR="0" marB="0" marT="113664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4092431" y="2713668"/>
            <a:ext cx="917575" cy="97790"/>
          </a:xfrm>
          <a:custGeom>
            <a:avLst/>
            <a:gdLst/>
            <a:ahLst/>
            <a:cxnLst/>
            <a:rect l="l" t="t" r="r" b="b"/>
            <a:pathLst>
              <a:path w="917575" h="97789">
                <a:moveTo>
                  <a:pt x="917339" y="0"/>
                </a:moveTo>
                <a:lnTo>
                  <a:pt x="913012" y="19452"/>
                </a:lnTo>
                <a:lnTo>
                  <a:pt x="908685" y="38905"/>
                </a:lnTo>
                <a:lnTo>
                  <a:pt x="904357" y="53495"/>
                </a:lnTo>
                <a:lnTo>
                  <a:pt x="891376" y="68085"/>
                </a:lnTo>
                <a:lnTo>
                  <a:pt x="882722" y="82674"/>
                </a:lnTo>
                <a:lnTo>
                  <a:pt x="869741" y="92401"/>
                </a:lnTo>
                <a:lnTo>
                  <a:pt x="852433" y="97264"/>
                </a:lnTo>
                <a:lnTo>
                  <a:pt x="839451" y="97264"/>
                </a:lnTo>
                <a:lnTo>
                  <a:pt x="73560" y="97264"/>
                </a:lnTo>
                <a:lnTo>
                  <a:pt x="60579" y="97264"/>
                </a:lnTo>
                <a:lnTo>
                  <a:pt x="43270" y="92401"/>
                </a:lnTo>
                <a:lnTo>
                  <a:pt x="30289" y="82674"/>
                </a:lnTo>
                <a:lnTo>
                  <a:pt x="21635" y="68085"/>
                </a:lnTo>
                <a:lnTo>
                  <a:pt x="12981" y="53495"/>
                </a:lnTo>
                <a:lnTo>
                  <a:pt x="4327" y="38905"/>
                </a:lnTo>
                <a:lnTo>
                  <a:pt x="0" y="19452"/>
                </a:lnTo>
                <a:lnTo>
                  <a:pt x="0" y="0"/>
                </a:lnTo>
              </a:path>
            </a:pathLst>
          </a:custGeom>
          <a:ln w="194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551100" y="1590260"/>
            <a:ext cx="922019" cy="97790"/>
          </a:xfrm>
          <a:custGeom>
            <a:avLst/>
            <a:gdLst/>
            <a:ahLst/>
            <a:cxnLst/>
            <a:rect l="l" t="t" r="r" b="b"/>
            <a:pathLst>
              <a:path w="922020" h="97789">
                <a:moveTo>
                  <a:pt x="921666" y="97264"/>
                </a:moveTo>
                <a:lnTo>
                  <a:pt x="921666" y="77811"/>
                </a:lnTo>
                <a:lnTo>
                  <a:pt x="917339" y="58358"/>
                </a:lnTo>
                <a:lnTo>
                  <a:pt x="908685" y="38905"/>
                </a:lnTo>
                <a:lnTo>
                  <a:pt x="900030" y="24316"/>
                </a:lnTo>
                <a:lnTo>
                  <a:pt x="887049" y="14589"/>
                </a:lnTo>
                <a:lnTo>
                  <a:pt x="874068" y="4863"/>
                </a:lnTo>
                <a:lnTo>
                  <a:pt x="861087" y="0"/>
                </a:lnTo>
                <a:lnTo>
                  <a:pt x="843778" y="0"/>
                </a:lnTo>
                <a:lnTo>
                  <a:pt x="77887" y="0"/>
                </a:lnTo>
                <a:lnTo>
                  <a:pt x="60579" y="0"/>
                </a:lnTo>
                <a:lnTo>
                  <a:pt x="47597" y="4863"/>
                </a:lnTo>
                <a:lnTo>
                  <a:pt x="34616" y="14589"/>
                </a:lnTo>
                <a:lnTo>
                  <a:pt x="21635" y="24316"/>
                </a:lnTo>
                <a:lnTo>
                  <a:pt x="12981" y="38905"/>
                </a:lnTo>
                <a:lnTo>
                  <a:pt x="4327" y="58358"/>
                </a:lnTo>
                <a:lnTo>
                  <a:pt x="0" y="77811"/>
                </a:lnTo>
                <a:lnTo>
                  <a:pt x="0" y="97264"/>
                </a:lnTo>
              </a:path>
            </a:pathLst>
          </a:custGeom>
          <a:ln w="194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3131005" y="1197130"/>
            <a:ext cx="516890" cy="490220"/>
            <a:chOff x="3131005" y="1197130"/>
            <a:chExt cx="516890" cy="490220"/>
          </a:xfrm>
        </p:grpSpPr>
        <p:sp>
          <p:nvSpPr>
            <p:cNvPr id="20" name="object 20"/>
            <p:cNvSpPr/>
            <p:nvPr/>
          </p:nvSpPr>
          <p:spPr>
            <a:xfrm>
              <a:off x="3400099" y="1468679"/>
              <a:ext cx="238125" cy="209550"/>
            </a:xfrm>
            <a:custGeom>
              <a:avLst/>
              <a:gdLst/>
              <a:ahLst/>
              <a:cxnLst/>
              <a:rect l="l" t="t" r="r" b="b"/>
              <a:pathLst>
                <a:path w="238125" h="209550">
                  <a:moveTo>
                    <a:pt x="237988" y="209119"/>
                  </a:moveTo>
                  <a:lnTo>
                    <a:pt x="0" y="0"/>
                  </a:lnTo>
                </a:path>
              </a:pathLst>
            </a:custGeom>
            <a:ln w="18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144800" y="1210931"/>
              <a:ext cx="299085" cy="330835"/>
            </a:xfrm>
            <a:custGeom>
              <a:avLst/>
              <a:gdLst/>
              <a:ahLst/>
              <a:cxnLst/>
              <a:rect l="l" t="t" r="r" b="b"/>
              <a:pathLst>
                <a:path w="299085" h="330834">
                  <a:moveTo>
                    <a:pt x="177414" y="330695"/>
                  </a:moveTo>
                  <a:lnTo>
                    <a:pt x="164428" y="330695"/>
                  </a:lnTo>
                  <a:lnTo>
                    <a:pt x="116830" y="330695"/>
                  </a:lnTo>
                  <a:lnTo>
                    <a:pt x="90872" y="320968"/>
                  </a:lnTo>
                  <a:lnTo>
                    <a:pt x="77887" y="311242"/>
                  </a:lnTo>
                  <a:lnTo>
                    <a:pt x="64906" y="306383"/>
                  </a:lnTo>
                  <a:lnTo>
                    <a:pt x="51929" y="296657"/>
                  </a:lnTo>
                  <a:lnTo>
                    <a:pt x="43270" y="282062"/>
                  </a:lnTo>
                  <a:lnTo>
                    <a:pt x="34616" y="272336"/>
                  </a:lnTo>
                  <a:lnTo>
                    <a:pt x="17312" y="243156"/>
                  </a:lnTo>
                  <a:lnTo>
                    <a:pt x="12985" y="228567"/>
                  </a:lnTo>
                  <a:lnTo>
                    <a:pt x="4327" y="213982"/>
                  </a:lnTo>
                  <a:lnTo>
                    <a:pt x="4327" y="199387"/>
                  </a:lnTo>
                  <a:lnTo>
                    <a:pt x="0" y="184798"/>
                  </a:lnTo>
                  <a:lnTo>
                    <a:pt x="0" y="150755"/>
                  </a:lnTo>
                  <a:lnTo>
                    <a:pt x="4327" y="131307"/>
                  </a:lnTo>
                  <a:lnTo>
                    <a:pt x="4327" y="116717"/>
                  </a:lnTo>
                  <a:lnTo>
                    <a:pt x="12985" y="102123"/>
                  </a:lnTo>
                  <a:lnTo>
                    <a:pt x="17312" y="87538"/>
                  </a:lnTo>
                  <a:lnTo>
                    <a:pt x="34616" y="58353"/>
                  </a:lnTo>
                  <a:lnTo>
                    <a:pt x="51929" y="38905"/>
                  </a:lnTo>
                  <a:lnTo>
                    <a:pt x="90872" y="9721"/>
                  </a:lnTo>
                  <a:lnTo>
                    <a:pt x="116830" y="0"/>
                  </a:lnTo>
                  <a:lnTo>
                    <a:pt x="177414" y="0"/>
                  </a:lnTo>
                  <a:lnTo>
                    <a:pt x="190391" y="4858"/>
                  </a:lnTo>
                  <a:lnTo>
                    <a:pt x="207703" y="9721"/>
                  </a:lnTo>
                  <a:lnTo>
                    <a:pt x="220680" y="19448"/>
                  </a:lnTo>
                  <a:lnTo>
                    <a:pt x="229334" y="29179"/>
                  </a:lnTo>
                  <a:lnTo>
                    <a:pt x="255301" y="48627"/>
                  </a:lnTo>
                  <a:lnTo>
                    <a:pt x="263951" y="58353"/>
                  </a:lnTo>
                  <a:lnTo>
                    <a:pt x="272605" y="72948"/>
                  </a:lnTo>
                  <a:lnTo>
                    <a:pt x="276932" y="87538"/>
                  </a:lnTo>
                  <a:lnTo>
                    <a:pt x="285591" y="102123"/>
                  </a:lnTo>
                  <a:lnTo>
                    <a:pt x="294245" y="131307"/>
                  </a:lnTo>
                  <a:lnTo>
                    <a:pt x="294245" y="150755"/>
                  </a:lnTo>
                  <a:lnTo>
                    <a:pt x="298567" y="165349"/>
                  </a:lnTo>
                  <a:lnTo>
                    <a:pt x="294245" y="184798"/>
                  </a:lnTo>
                  <a:lnTo>
                    <a:pt x="294245" y="199387"/>
                  </a:lnTo>
                  <a:lnTo>
                    <a:pt x="285591" y="228567"/>
                  </a:lnTo>
                  <a:lnTo>
                    <a:pt x="276932" y="243156"/>
                  </a:lnTo>
                  <a:lnTo>
                    <a:pt x="272605" y="257751"/>
                  </a:lnTo>
                  <a:lnTo>
                    <a:pt x="263951" y="272336"/>
                  </a:lnTo>
                  <a:lnTo>
                    <a:pt x="242316" y="296657"/>
                  </a:lnTo>
                  <a:lnTo>
                    <a:pt x="229334" y="306383"/>
                  </a:lnTo>
                  <a:lnTo>
                    <a:pt x="220680" y="311242"/>
                  </a:lnTo>
                  <a:lnTo>
                    <a:pt x="207703" y="320968"/>
                  </a:lnTo>
                  <a:lnTo>
                    <a:pt x="190391" y="325831"/>
                  </a:lnTo>
                  <a:lnTo>
                    <a:pt x="177414" y="3306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144802" y="1210927"/>
              <a:ext cx="299085" cy="330835"/>
            </a:xfrm>
            <a:custGeom>
              <a:avLst/>
              <a:gdLst/>
              <a:ahLst/>
              <a:cxnLst/>
              <a:rect l="l" t="t" r="r" b="b"/>
              <a:pathLst>
                <a:path w="299085" h="330834">
                  <a:moveTo>
                    <a:pt x="147120" y="0"/>
                  </a:moveTo>
                  <a:lnTo>
                    <a:pt x="134139" y="0"/>
                  </a:lnTo>
                  <a:lnTo>
                    <a:pt x="116830" y="0"/>
                  </a:lnTo>
                  <a:lnTo>
                    <a:pt x="103849" y="4863"/>
                  </a:lnTo>
                  <a:lnTo>
                    <a:pt x="90868" y="9726"/>
                  </a:lnTo>
                  <a:lnTo>
                    <a:pt x="77887" y="19452"/>
                  </a:lnTo>
                  <a:lnTo>
                    <a:pt x="64906" y="29179"/>
                  </a:lnTo>
                  <a:lnTo>
                    <a:pt x="51924" y="38905"/>
                  </a:lnTo>
                  <a:lnTo>
                    <a:pt x="43270" y="48632"/>
                  </a:lnTo>
                  <a:lnTo>
                    <a:pt x="34616" y="58358"/>
                  </a:lnTo>
                  <a:lnTo>
                    <a:pt x="25962" y="72948"/>
                  </a:lnTo>
                  <a:lnTo>
                    <a:pt x="17308" y="87538"/>
                  </a:lnTo>
                  <a:lnTo>
                    <a:pt x="12981" y="102127"/>
                  </a:lnTo>
                  <a:lnTo>
                    <a:pt x="4327" y="116717"/>
                  </a:lnTo>
                  <a:lnTo>
                    <a:pt x="4327" y="131307"/>
                  </a:lnTo>
                  <a:lnTo>
                    <a:pt x="0" y="150760"/>
                  </a:lnTo>
                  <a:lnTo>
                    <a:pt x="0" y="165349"/>
                  </a:lnTo>
                  <a:lnTo>
                    <a:pt x="0" y="184802"/>
                  </a:lnTo>
                  <a:lnTo>
                    <a:pt x="4327" y="199392"/>
                  </a:lnTo>
                  <a:lnTo>
                    <a:pt x="4327" y="213982"/>
                  </a:lnTo>
                  <a:lnTo>
                    <a:pt x="12981" y="228572"/>
                  </a:lnTo>
                  <a:lnTo>
                    <a:pt x="17308" y="243161"/>
                  </a:lnTo>
                  <a:lnTo>
                    <a:pt x="25962" y="257751"/>
                  </a:lnTo>
                  <a:lnTo>
                    <a:pt x="34616" y="272341"/>
                  </a:lnTo>
                  <a:lnTo>
                    <a:pt x="43270" y="282067"/>
                  </a:lnTo>
                  <a:lnTo>
                    <a:pt x="51924" y="296657"/>
                  </a:lnTo>
                  <a:lnTo>
                    <a:pt x="64906" y="306383"/>
                  </a:lnTo>
                  <a:lnTo>
                    <a:pt x="77887" y="311247"/>
                  </a:lnTo>
                  <a:lnTo>
                    <a:pt x="90868" y="320973"/>
                  </a:lnTo>
                  <a:lnTo>
                    <a:pt x="103849" y="325836"/>
                  </a:lnTo>
                  <a:lnTo>
                    <a:pt x="116830" y="330699"/>
                  </a:lnTo>
                  <a:lnTo>
                    <a:pt x="134139" y="330699"/>
                  </a:lnTo>
                  <a:lnTo>
                    <a:pt x="147120" y="330699"/>
                  </a:lnTo>
                  <a:lnTo>
                    <a:pt x="164428" y="330699"/>
                  </a:lnTo>
                  <a:lnTo>
                    <a:pt x="177409" y="330699"/>
                  </a:lnTo>
                  <a:lnTo>
                    <a:pt x="190391" y="325836"/>
                  </a:lnTo>
                  <a:lnTo>
                    <a:pt x="207699" y="320973"/>
                  </a:lnTo>
                  <a:lnTo>
                    <a:pt x="220680" y="311247"/>
                  </a:lnTo>
                  <a:lnTo>
                    <a:pt x="229334" y="306383"/>
                  </a:lnTo>
                  <a:lnTo>
                    <a:pt x="242316" y="296657"/>
                  </a:lnTo>
                  <a:lnTo>
                    <a:pt x="255297" y="282067"/>
                  </a:lnTo>
                  <a:lnTo>
                    <a:pt x="263951" y="272341"/>
                  </a:lnTo>
                  <a:lnTo>
                    <a:pt x="272605" y="257751"/>
                  </a:lnTo>
                  <a:lnTo>
                    <a:pt x="276932" y="243161"/>
                  </a:lnTo>
                  <a:lnTo>
                    <a:pt x="285586" y="228572"/>
                  </a:lnTo>
                  <a:lnTo>
                    <a:pt x="289913" y="213982"/>
                  </a:lnTo>
                  <a:lnTo>
                    <a:pt x="294240" y="199392"/>
                  </a:lnTo>
                  <a:lnTo>
                    <a:pt x="294240" y="184802"/>
                  </a:lnTo>
                  <a:lnTo>
                    <a:pt x="298567" y="165349"/>
                  </a:lnTo>
                  <a:lnTo>
                    <a:pt x="294240" y="150760"/>
                  </a:lnTo>
                  <a:lnTo>
                    <a:pt x="294240" y="131307"/>
                  </a:lnTo>
                  <a:lnTo>
                    <a:pt x="289913" y="116717"/>
                  </a:lnTo>
                  <a:lnTo>
                    <a:pt x="285586" y="102127"/>
                  </a:lnTo>
                  <a:lnTo>
                    <a:pt x="276932" y="87538"/>
                  </a:lnTo>
                  <a:lnTo>
                    <a:pt x="272605" y="72948"/>
                  </a:lnTo>
                  <a:lnTo>
                    <a:pt x="263951" y="58358"/>
                  </a:lnTo>
                  <a:lnTo>
                    <a:pt x="255297" y="48632"/>
                  </a:lnTo>
                  <a:lnTo>
                    <a:pt x="242316" y="38905"/>
                  </a:lnTo>
                  <a:lnTo>
                    <a:pt x="229334" y="29179"/>
                  </a:lnTo>
                  <a:lnTo>
                    <a:pt x="220680" y="19452"/>
                  </a:lnTo>
                  <a:lnTo>
                    <a:pt x="207699" y="9726"/>
                  </a:lnTo>
                  <a:lnTo>
                    <a:pt x="190391" y="4863"/>
                  </a:lnTo>
                  <a:lnTo>
                    <a:pt x="177409" y="0"/>
                  </a:lnTo>
                  <a:lnTo>
                    <a:pt x="164428" y="0"/>
                  </a:lnTo>
                  <a:lnTo>
                    <a:pt x="147120" y="0"/>
                  </a:lnTo>
                </a:path>
              </a:pathLst>
            </a:custGeom>
            <a:ln w="274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352679" y="152400"/>
            <a:ext cx="5203190" cy="907415"/>
            <a:chOff x="352679" y="152400"/>
            <a:chExt cx="5203190" cy="907415"/>
          </a:xfrm>
        </p:grpSpPr>
        <p:sp>
          <p:nvSpPr>
            <p:cNvPr id="24" name="object 24"/>
            <p:cNvSpPr/>
            <p:nvPr/>
          </p:nvSpPr>
          <p:spPr>
            <a:xfrm>
              <a:off x="357759" y="715137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57759" y="715137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361562" y="549783"/>
              <a:ext cx="2189480" cy="504825"/>
            </a:xfrm>
            <a:custGeom>
              <a:avLst/>
              <a:gdLst/>
              <a:ahLst/>
              <a:cxnLst/>
              <a:rect l="l" t="t" r="r" b="b"/>
              <a:pathLst>
                <a:path w="2189479" h="504825">
                  <a:moveTo>
                    <a:pt x="2189226" y="0"/>
                  </a:moveTo>
                  <a:lnTo>
                    <a:pt x="0" y="0"/>
                  </a:lnTo>
                  <a:lnTo>
                    <a:pt x="0" y="504443"/>
                  </a:lnTo>
                  <a:lnTo>
                    <a:pt x="2189226" y="504443"/>
                  </a:lnTo>
                  <a:lnTo>
                    <a:pt x="218922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361562" y="549783"/>
              <a:ext cx="2189480" cy="504825"/>
            </a:xfrm>
            <a:custGeom>
              <a:avLst/>
              <a:gdLst/>
              <a:ahLst/>
              <a:cxnLst/>
              <a:rect l="l" t="t" r="r" b="b"/>
              <a:pathLst>
                <a:path w="2189479" h="504825">
                  <a:moveTo>
                    <a:pt x="0" y="0"/>
                  </a:moveTo>
                  <a:lnTo>
                    <a:pt x="2189226" y="0"/>
                  </a:lnTo>
                  <a:lnTo>
                    <a:pt x="2189226" y="504443"/>
                  </a:lnTo>
                  <a:lnTo>
                    <a:pt x="0" y="504443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8086" y="152400"/>
              <a:ext cx="2238755" cy="678179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6899147" y="6128765"/>
            <a:ext cx="1321435" cy="441325"/>
            <a:chOff x="6899147" y="6128765"/>
            <a:chExt cx="1321435" cy="441325"/>
          </a:xfrm>
        </p:grpSpPr>
        <p:sp>
          <p:nvSpPr>
            <p:cNvPr id="30" name="object 30"/>
            <p:cNvSpPr/>
            <p:nvPr/>
          </p:nvSpPr>
          <p:spPr>
            <a:xfrm>
              <a:off x="6904100" y="6133718"/>
              <a:ext cx="1311910" cy="431800"/>
            </a:xfrm>
            <a:custGeom>
              <a:avLst/>
              <a:gdLst/>
              <a:ahLst/>
              <a:cxnLst/>
              <a:rect l="l" t="t" r="r" b="b"/>
              <a:pathLst>
                <a:path w="1311909" h="431800">
                  <a:moveTo>
                    <a:pt x="1311402" y="0"/>
                  </a:moveTo>
                  <a:lnTo>
                    <a:pt x="0" y="0"/>
                  </a:lnTo>
                  <a:lnTo>
                    <a:pt x="0" y="431291"/>
                  </a:lnTo>
                  <a:lnTo>
                    <a:pt x="1311402" y="431291"/>
                  </a:lnTo>
                  <a:lnTo>
                    <a:pt x="1311402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904100" y="6133718"/>
              <a:ext cx="1311910" cy="431800"/>
            </a:xfrm>
            <a:custGeom>
              <a:avLst/>
              <a:gdLst/>
              <a:ahLst/>
              <a:cxnLst/>
              <a:rect l="l" t="t" r="r" b="b"/>
              <a:pathLst>
                <a:path w="1311909" h="431800">
                  <a:moveTo>
                    <a:pt x="0" y="0"/>
                  </a:moveTo>
                  <a:lnTo>
                    <a:pt x="1311402" y="0"/>
                  </a:lnTo>
                  <a:lnTo>
                    <a:pt x="1311402" y="431291"/>
                  </a:lnTo>
                  <a:lnTo>
                    <a:pt x="0" y="431291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848261" y="6182359"/>
              <a:ext cx="255904" cy="0"/>
            </a:xfrm>
            <a:custGeom>
              <a:avLst/>
              <a:gdLst/>
              <a:ahLst/>
              <a:cxnLst/>
              <a:rect l="l" t="t" r="r" b="b"/>
              <a:pathLst>
                <a:path w="255904" h="0">
                  <a:moveTo>
                    <a:pt x="0" y="0"/>
                  </a:moveTo>
                  <a:lnTo>
                    <a:pt x="255691" y="0"/>
                  </a:lnTo>
                </a:path>
              </a:pathLst>
            </a:custGeom>
            <a:ln w="155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3209989" y="1222543"/>
            <a:ext cx="12065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80" b="1" i="1">
                <a:latin typeface="Times New Roman"/>
                <a:cs typeface="Times New Roman"/>
              </a:rPr>
              <a:t>J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305185" y="1324672"/>
            <a:ext cx="88265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-60" b="1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82148" y="2764189"/>
            <a:ext cx="15240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5" b="1" i="1">
                <a:latin typeface="Times New Roman"/>
                <a:cs typeface="Times New Roman"/>
              </a:rPr>
              <a:t>A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383072" y="2307045"/>
            <a:ext cx="16319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10" b="1" i="1">
                <a:latin typeface="Times New Roman"/>
                <a:cs typeface="Times New Roman"/>
              </a:rPr>
              <a:t>Q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521538" y="2234097"/>
            <a:ext cx="9969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10"/>
              </a:spcBef>
            </a:pPr>
            <a:r>
              <a:rPr dirty="0" sz="1100" spc="-65" b="1" i="1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100" spc="-60" b="1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897546" y="1300355"/>
            <a:ext cx="16319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10" b="1" i="1">
                <a:latin typeface="Times New Roman"/>
                <a:cs typeface="Times New Roman"/>
              </a:rPr>
              <a:t>Q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036013" y="1202118"/>
            <a:ext cx="99695" cy="39560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229"/>
              </a:spcBef>
            </a:pPr>
            <a:r>
              <a:rPr dirty="0" sz="1100" spc="-65" b="1" i="1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60" b="1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620332" y="1741022"/>
            <a:ext cx="337820" cy="909955"/>
          </a:xfrm>
          <a:custGeom>
            <a:avLst/>
            <a:gdLst/>
            <a:ahLst/>
            <a:cxnLst/>
            <a:rect l="l" t="t" r="r" b="b"/>
            <a:pathLst>
              <a:path w="337820" h="909955">
                <a:moveTo>
                  <a:pt x="272605" y="909424"/>
                </a:moveTo>
                <a:lnTo>
                  <a:pt x="233661" y="909424"/>
                </a:lnTo>
                <a:lnTo>
                  <a:pt x="229334" y="904561"/>
                </a:lnTo>
                <a:lnTo>
                  <a:pt x="225007" y="904561"/>
                </a:lnTo>
                <a:lnTo>
                  <a:pt x="225007" y="894830"/>
                </a:lnTo>
                <a:lnTo>
                  <a:pt x="229334" y="894830"/>
                </a:lnTo>
                <a:lnTo>
                  <a:pt x="233661" y="889971"/>
                </a:lnTo>
                <a:lnTo>
                  <a:pt x="272605" y="889971"/>
                </a:lnTo>
                <a:lnTo>
                  <a:pt x="281259" y="899698"/>
                </a:lnTo>
                <a:lnTo>
                  <a:pt x="272605" y="909424"/>
                </a:lnTo>
                <a:close/>
              </a:path>
              <a:path w="337820" h="909955">
                <a:moveTo>
                  <a:pt x="177409" y="909424"/>
                </a:moveTo>
                <a:lnTo>
                  <a:pt x="138466" y="909424"/>
                </a:lnTo>
                <a:lnTo>
                  <a:pt x="129816" y="899698"/>
                </a:lnTo>
                <a:lnTo>
                  <a:pt x="138466" y="889971"/>
                </a:lnTo>
                <a:lnTo>
                  <a:pt x="177409" y="889971"/>
                </a:lnTo>
                <a:lnTo>
                  <a:pt x="186064" y="899698"/>
                </a:lnTo>
                <a:lnTo>
                  <a:pt x="177409" y="909424"/>
                </a:lnTo>
                <a:close/>
              </a:path>
              <a:path w="337820" h="909955">
                <a:moveTo>
                  <a:pt x="90872" y="904561"/>
                </a:moveTo>
                <a:lnTo>
                  <a:pt x="43270" y="904561"/>
                </a:lnTo>
                <a:lnTo>
                  <a:pt x="38943" y="899698"/>
                </a:lnTo>
                <a:lnTo>
                  <a:pt x="38943" y="889971"/>
                </a:lnTo>
                <a:lnTo>
                  <a:pt x="47597" y="889971"/>
                </a:lnTo>
                <a:lnTo>
                  <a:pt x="60579" y="894830"/>
                </a:lnTo>
                <a:lnTo>
                  <a:pt x="90872" y="894830"/>
                </a:lnTo>
                <a:lnTo>
                  <a:pt x="90872" y="904561"/>
                </a:lnTo>
                <a:close/>
              </a:path>
              <a:path w="337820" h="909955">
                <a:moveTo>
                  <a:pt x="86541" y="894830"/>
                </a:moveTo>
                <a:lnTo>
                  <a:pt x="60579" y="894830"/>
                </a:lnTo>
                <a:lnTo>
                  <a:pt x="82214" y="889971"/>
                </a:lnTo>
                <a:lnTo>
                  <a:pt x="86541" y="894830"/>
                </a:lnTo>
                <a:close/>
              </a:path>
              <a:path w="337820" h="909955">
                <a:moveTo>
                  <a:pt x="82214" y="909424"/>
                </a:moveTo>
                <a:lnTo>
                  <a:pt x="60579" y="909424"/>
                </a:lnTo>
                <a:lnTo>
                  <a:pt x="47597" y="904561"/>
                </a:lnTo>
                <a:lnTo>
                  <a:pt x="86541" y="904561"/>
                </a:lnTo>
                <a:lnTo>
                  <a:pt x="82214" y="909424"/>
                </a:lnTo>
                <a:close/>
              </a:path>
              <a:path w="337820" h="909955">
                <a:moveTo>
                  <a:pt x="324534" y="880245"/>
                </a:moveTo>
                <a:lnTo>
                  <a:pt x="315876" y="880245"/>
                </a:lnTo>
                <a:lnTo>
                  <a:pt x="311549" y="875382"/>
                </a:lnTo>
                <a:lnTo>
                  <a:pt x="315876" y="870519"/>
                </a:lnTo>
                <a:lnTo>
                  <a:pt x="320203" y="860792"/>
                </a:lnTo>
                <a:lnTo>
                  <a:pt x="320203" y="851061"/>
                </a:lnTo>
                <a:lnTo>
                  <a:pt x="324534" y="836476"/>
                </a:lnTo>
                <a:lnTo>
                  <a:pt x="324534" y="826749"/>
                </a:lnTo>
                <a:lnTo>
                  <a:pt x="328857" y="821886"/>
                </a:lnTo>
                <a:lnTo>
                  <a:pt x="333184" y="826749"/>
                </a:lnTo>
                <a:lnTo>
                  <a:pt x="337511" y="826749"/>
                </a:lnTo>
                <a:lnTo>
                  <a:pt x="337511" y="841339"/>
                </a:lnTo>
                <a:lnTo>
                  <a:pt x="333184" y="851061"/>
                </a:lnTo>
                <a:lnTo>
                  <a:pt x="333184" y="865655"/>
                </a:lnTo>
                <a:lnTo>
                  <a:pt x="324534" y="875382"/>
                </a:lnTo>
                <a:lnTo>
                  <a:pt x="324534" y="880245"/>
                </a:lnTo>
                <a:close/>
              </a:path>
              <a:path w="337820" h="909955">
                <a:moveTo>
                  <a:pt x="8654" y="865655"/>
                </a:moveTo>
                <a:lnTo>
                  <a:pt x="0" y="855929"/>
                </a:lnTo>
                <a:lnTo>
                  <a:pt x="0" y="807292"/>
                </a:lnTo>
                <a:lnTo>
                  <a:pt x="4327" y="802433"/>
                </a:lnTo>
                <a:lnTo>
                  <a:pt x="8654" y="802433"/>
                </a:lnTo>
                <a:lnTo>
                  <a:pt x="8654" y="807292"/>
                </a:lnTo>
                <a:lnTo>
                  <a:pt x="12985" y="807292"/>
                </a:lnTo>
                <a:lnTo>
                  <a:pt x="12985" y="860792"/>
                </a:lnTo>
                <a:lnTo>
                  <a:pt x="8654" y="865655"/>
                </a:lnTo>
                <a:close/>
              </a:path>
              <a:path w="337820" h="909955">
                <a:moveTo>
                  <a:pt x="333184" y="778117"/>
                </a:moveTo>
                <a:lnTo>
                  <a:pt x="328857" y="778117"/>
                </a:lnTo>
                <a:lnTo>
                  <a:pt x="324534" y="773254"/>
                </a:lnTo>
                <a:lnTo>
                  <a:pt x="324534" y="719753"/>
                </a:lnTo>
                <a:lnTo>
                  <a:pt x="328857" y="714895"/>
                </a:lnTo>
                <a:lnTo>
                  <a:pt x="333184" y="719753"/>
                </a:lnTo>
                <a:lnTo>
                  <a:pt x="337511" y="719753"/>
                </a:lnTo>
                <a:lnTo>
                  <a:pt x="337511" y="773254"/>
                </a:lnTo>
                <a:lnTo>
                  <a:pt x="333184" y="773254"/>
                </a:lnTo>
                <a:lnTo>
                  <a:pt x="333184" y="778117"/>
                </a:lnTo>
                <a:close/>
              </a:path>
              <a:path w="337820" h="909955">
                <a:moveTo>
                  <a:pt x="4327" y="758664"/>
                </a:moveTo>
                <a:lnTo>
                  <a:pt x="0" y="753801"/>
                </a:lnTo>
                <a:lnTo>
                  <a:pt x="0" y="700305"/>
                </a:lnTo>
                <a:lnTo>
                  <a:pt x="4327" y="695442"/>
                </a:lnTo>
                <a:lnTo>
                  <a:pt x="8654" y="695442"/>
                </a:lnTo>
                <a:lnTo>
                  <a:pt x="8654" y="700305"/>
                </a:lnTo>
                <a:lnTo>
                  <a:pt x="12985" y="700305"/>
                </a:lnTo>
                <a:lnTo>
                  <a:pt x="12985" y="753801"/>
                </a:lnTo>
                <a:lnTo>
                  <a:pt x="8654" y="753801"/>
                </a:lnTo>
                <a:lnTo>
                  <a:pt x="4327" y="758664"/>
                </a:lnTo>
                <a:close/>
              </a:path>
              <a:path w="337820" h="909955">
                <a:moveTo>
                  <a:pt x="333184" y="671126"/>
                </a:moveTo>
                <a:lnTo>
                  <a:pt x="324534" y="671126"/>
                </a:lnTo>
                <a:lnTo>
                  <a:pt x="324534" y="612767"/>
                </a:lnTo>
                <a:lnTo>
                  <a:pt x="328857" y="607904"/>
                </a:lnTo>
                <a:lnTo>
                  <a:pt x="333184" y="612767"/>
                </a:lnTo>
                <a:lnTo>
                  <a:pt x="337511" y="612767"/>
                </a:lnTo>
                <a:lnTo>
                  <a:pt x="337511" y="666263"/>
                </a:lnTo>
                <a:lnTo>
                  <a:pt x="333184" y="671126"/>
                </a:lnTo>
                <a:close/>
              </a:path>
              <a:path w="337820" h="909955">
                <a:moveTo>
                  <a:pt x="8654" y="593314"/>
                </a:moveTo>
                <a:lnTo>
                  <a:pt x="4327" y="593314"/>
                </a:lnTo>
                <a:lnTo>
                  <a:pt x="4327" y="588446"/>
                </a:lnTo>
                <a:lnTo>
                  <a:pt x="8654" y="593314"/>
                </a:lnTo>
                <a:close/>
              </a:path>
              <a:path w="337820" h="909955">
                <a:moveTo>
                  <a:pt x="4327" y="651673"/>
                </a:moveTo>
                <a:lnTo>
                  <a:pt x="0" y="646810"/>
                </a:lnTo>
                <a:lnTo>
                  <a:pt x="0" y="593314"/>
                </a:lnTo>
                <a:lnTo>
                  <a:pt x="12985" y="593314"/>
                </a:lnTo>
                <a:lnTo>
                  <a:pt x="12985" y="646810"/>
                </a:lnTo>
                <a:lnTo>
                  <a:pt x="8654" y="646810"/>
                </a:lnTo>
                <a:lnTo>
                  <a:pt x="4327" y="651673"/>
                </a:lnTo>
                <a:close/>
              </a:path>
              <a:path w="337820" h="909955">
                <a:moveTo>
                  <a:pt x="333184" y="564135"/>
                </a:moveTo>
                <a:lnTo>
                  <a:pt x="324534" y="564135"/>
                </a:lnTo>
                <a:lnTo>
                  <a:pt x="324534" y="505776"/>
                </a:lnTo>
                <a:lnTo>
                  <a:pt x="333184" y="505776"/>
                </a:lnTo>
                <a:lnTo>
                  <a:pt x="337511" y="510639"/>
                </a:lnTo>
                <a:lnTo>
                  <a:pt x="337511" y="559272"/>
                </a:lnTo>
                <a:lnTo>
                  <a:pt x="333184" y="564135"/>
                </a:lnTo>
                <a:close/>
              </a:path>
              <a:path w="337820" h="909955">
                <a:moveTo>
                  <a:pt x="8654" y="544677"/>
                </a:moveTo>
                <a:lnTo>
                  <a:pt x="0" y="544677"/>
                </a:lnTo>
                <a:lnTo>
                  <a:pt x="0" y="486323"/>
                </a:lnTo>
                <a:lnTo>
                  <a:pt x="12985" y="486323"/>
                </a:lnTo>
                <a:lnTo>
                  <a:pt x="12985" y="539819"/>
                </a:lnTo>
                <a:lnTo>
                  <a:pt x="8654" y="544677"/>
                </a:lnTo>
                <a:close/>
              </a:path>
              <a:path w="337820" h="909955">
                <a:moveTo>
                  <a:pt x="333184" y="457139"/>
                </a:moveTo>
                <a:lnTo>
                  <a:pt x="324534" y="457139"/>
                </a:lnTo>
                <a:lnTo>
                  <a:pt x="324534" y="398785"/>
                </a:lnTo>
                <a:lnTo>
                  <a:pt x="333184" y="398785"/>
                </a:lnTo>
                <a:lnTo>
                  <a:pt x="337511" y="403648"/>
                </a:lnTo>
                <a:lnTo>
                  <a:pt x="337511" y="452280"/>
                </a:lnTo>
                <a:lnTo>
                  <a:pt x="333184" y="457139"/>
                </a:lnTo>
                <a:close/>
              </a:path>
              <a:path w="337820" h="909955">
                <a:moveTo>
                  <a:pt x="8654" y="437691"/>
                </a:moveTo>
                <a:lnTo>
                  <a:pt x="0" y="437691"/>
                </a:lnTo>
                <a:lnTo>
                  <a:pt x="0" y="379332"/>
                </a:lnTo>
                <a:lnTo>
                  <a:pt x="8654" y="379332"/>
                </a:lnTo>
                <a:lnTo>
                  <a:pt x="12985" y="384195"/>
                </a:lnTo>
                <a:lnTo>
                  <a:pt x="12985" y="432827"/>
                </a:lnTo>
                <a:lnTo>
                  <a:pt x="8654" y="437691"/>
                </a:lnTo>
                <a:close/>
              </a:path>
              <a:path w="337820" h="909955">
                <a:moveTo>
                  <a:pt x="333184" y="350152"/>
                </a:moveTo>
                <a:lnTo>
                  <a:pt x="324534" y="350152"/>
                </a:lnTo>
                <a:lnTo>
                  <a:pt x="324534" y="291794"/>
                </a:lnTo>
                <a:lnTo>
                  <a:pt x="333184" y="291794"/>
                </a:lnTo>
                <a:lnTo>
                  <a:pt x="337511" y="296657"/>
                </a:lnTo>
                <a:lnTo>
                  <a:pt x="337511" y="345289"/>
                </a:lnTo>
                <a:lnTo>
                  <a:pt x="333184" y="350152"/>
                </a:lnTo>
                <a:close/>
              </a:path>
              <a:path w="337820" h="909955">
                <a:moveTo>
                  <a:pt x="8654" y="330699"/>
                </a:moveTo>
                <a:lnTo>
                  <a:pt x="0" y="330699"/>
                </a:lnTo>
                <a:lnTo>
                  <a:pt x="0" y="272341"/>
                </a:lnTo>
                <a:lnTo>
                  <a:pt x="8654" y="272341"/>
                </a:lnTo>
                <a:lnTo>
                  <a:pt x="12985" y="277204"/>
                </a:lnTo>
                <a:lnTo>
                  <a:pt x="12985" y="325831"/>
                </a:lnTo>
                <a:lnTo>
                  <a:pt x="8654" y="330699"/>
                </a:lnTo>
                <a:close/>
              </a:path>
              <a:path w="337820" h="909955">
                <a:moveTo>
                  <a:pt x="337511" y="243161"/>
                </a:moveTo>
                <a:lnTo>
                  <a:pt x="324534" y="243161"/>
                </a:lnTo>
                <a:lnTo>
                  <a:pt x="324534" y="184802"/>
                </a:lnTo>
                <a:lnTo>
                  <a:pt x="333184" y="184802"/>
                </a:lnTo>
                <a:lnTo>
                  <a:pt x="337511" y="189666"/>
                </a:lnTo>
                <a:lnTo>
                  <a:pt x="337511" y="243161"/>
                </a:lnTo>
                <a:close/>
              </a:path>
              <a:path w="337820" h="909955">
                <a:moveTo>
                  <a:pt x="8654" y="223708"/>
                </a:moveTo>
                <a:lnTo>
                  <a:pt x="0" y="223708"/>
                </a:lnTo>
                <a:lnTo>
                  <a:pt x="0" y="165349"/>
                </a:lnTo>
                <a:lnTo>
                  <a:pt x="8654" y="165349"/>
                </a:lnTo>
                <a:lnTo>
                  <a:pt x="12985" y="170213"/>
                </a:lnTo>
                <a:lnTo>
                  <a:pt x="12985" y="218845"/>
                </a:lnTo>
                <a:lnTo>
                  <a:pt x="8654" y="223708"/>
                </a:lnTo>
                <a:close/>
              </a:path>
              <a:path w="337820" h="909955">
                <a:moveTo>
                  <a:pt x="337511" y="136170"/>
                </a:moveTo>
                <a:lnTo>
                  <a:pt x="324534" y="136170"/>
                </a:lnTo>
                <a:lnTo>
                  <a:pt x="324534" y="82674"/>
                </a:lnTo>
                <a:lnTo>
                  <a:pt x="328857" y="77811"/>
                </a:lnTo>
                <a:lnTo>
                  <a:pt x="333184" y="82674"/>
                </a:lnTo>
                <a:lnTo>
                  <a:pt x="337511" y="82674"/>
                </a:lnTo>
                <a:lnTo>
                  <a:pt x="337511" y="136170"/>
                </a:lnTo>
                <a:close/>
              </a:path>
              <a:path w="337820" h="909955">
                <a:moveTo>
                  <a:pt x="328857" y="141033"/>
                </a:moveTo>
                <a:lnTo>
                  <a:pt x="328857" y="136170"/>
                </a:lnTo>
                <a:lnTo>
                  <a:pt x="333184" y="136170"/>
                </a:lnTo>
                <a:lnTo>
                  <a:pt x="328857" y="141033"/>
                </a:lnTo>
                <a:close/>
              </a:path>
              <a:path w="337820" h="909955">
                <a:moveTo>
                  <a:pt x="4327" y="121580"/>
                </a:moveTo>
                <a:lnTo>
                  <a:pt x="0" y="116717"/>
                </a:lnTo>
                <a:lnTo>
                  <a:pt x="0" y="58353"/>
                </a:lnTo>
                <a:lnTo>
                  <a:pt x="8654" y="58353"/>
                </a:lnTo>
                <a:lnTo>
                  <a:pt x="8654" y="63217"/>
                </a:lnTo>
                <a:lnTo>
                  <a:pt x="12985" y="68085"/>
                </a:lnTo>
                <a:lnTo>
                  <a:pt x="12985" y="116717"/>
                </a:lnTo>
                <a:lnTo>
                  <a:pt x="8654" y="116717"/>
                </a:lnTo>
                <a:lnTo>
                  <a:pt x="4327" y="121580"/>
                </a:lnTo>
                <a:close/>
              </a:path>
              <a:path w="337820" h="909955">
                <a:moveTo>
                  <a:pt x="315876" y="38905"/>
                </a:moveTo>
                <a:lnTo>
                  <a:pt x="302895" y="24316"/>
                </a:lnTo>
                <a:lnTo>
                  <a:pt x="294240" y="19448"/>
                </a:lnTo>
                <a:lnTo>
                  <a:pt x="276932" y="19448"/>
                </a:lnTo>
                <a:lnTo>
                  <a:pt x="272605" y="14584"/>
                </a:lnTo>
                <a:lnTo>
                  <a:pt x="272605" y="9726"/>
                </a:lnTo>
                <a:lnTo>
                  <a:pt x="281259" y="0"/>
                </a:lnTo>
                <a:lnTo>
                  <a:pt x="285591" y="4863"/>
                </a:lnTo>
                <a:lnTo>
                  <a:pt x="298567" y="4863"/>
                </a:lnTo>
                <a:lnTo>
                  <a:pt x="298567" y="9726"/>
                </a:lnTo>
                <a:lnTo>
                  <a:pt x="307222" y="14584"/>
                </a:lnTo>
                <a:lnTo>
                  <a:pt x="311549" y="14584"/>
                </a:lnTo>
                <a:lnTo>
                  <a:pt x="320203" y="19448"/>
                </a:lnTo>
                <a:lnTo>
                  <a:pt x="320203" y="34042"/>
                </a:lnTo>
                <a:lnTo>
                  <a:pt x="315876" y="38905"/>
                </a:lnTo>
                <a:close/>
              </a:path>
              <a:path w="337820" h="909955">
                <a:moveTo>
                  <a:pt x="34616" y="24316"/>
                </a:moveTo>
                <a:lnTo>
                  <a:pt x="30289" y="24316"/>
                </a:lnTo>
                <a:lnTo>
                  <a:pt x="25962" y="19448"/>
                </a:lnTo>
                <a:lnTo>
                  <a:pt x="25962" y="14584"/>
                </a:lnTo>
                <a:lnTo>
                  <a:pt x="30289" y="9726"/>
                </a:lnTo>
                <a:lnTo>
                  <a:pt x="34616" y="9726"/>
                </a:lnTo>
                <a:lnTo>
                  <a:pt x="34616" y="4863"/>
                </a:lnTo>
                <a:lnTo>
                  <a:pt x="47597" y="4863"/>
                </a:lnTo>
                <a:lnTo>
                  <a:pt x="60579" y="0"/>
                </a:lnTo>
                <a:lnTo>
                  <a:pt x="73560" y="0"/>
                </a:lnTo>
                <a:lnTo>
                  <a:pt x="77887" y="4863"/>
                </a:lnTo>
                <a:lnTo>
                  <a:pt x="77887" y="14584"/>
                </a:lnTo>
                <a:lnTo>
                  <a:pt x="60579" y="14584"/>
                </a:lnTo>
                <a:lnTo>
                  <a:pt x="47597" y="19448"/>
                </a:lnTo>
                <a:lnTo>
                  <a:pt x="43270" y="19448"/>
                </a:lnTo>
                <a:lnTo>
                  <a:pt x="34616" y="24316"/>
                </a:lnTo>
                <a:close/>
              </a:path>
              <a:path w="337820" h="909955">
                <a:moveTo>
                  <a:pt x="268278" y="14584"/>
                </a:moveTo>
                <a:lnTo>
                  <a:pt x="216353" y="14584"/>
                </a:lnTo>
                <a:lnTo>
                  <a:pt x="216353" y="4863"/>
                </a:lnTo>
                <a:lnTo>
                  <a:pt x="220680" y="0"/>
                </a:lnTo>
                <a:lnTo>
                  <a:pt x="263951" y="0"/>
                </a:lnTo>
                <a:lnTo>
                  <a:pt x="268278" y="4863"/>
                </a:lnTo>
                <a:lnTo>
                  <a:pt x="268278" y="14584"/>
                </a:lnTo>
                <a:close/>
              </a:path>
              <a:path w="337820" h="909955">
                <a:moveTo>
                  <a:pt x="173082" y="14584"/>
                </a:moveTo>
                <a:lnTo>
                  <a:pt x="121158" y="14584"/>
                </a:lnTo>
                <a:lnTo>
                  <a:pt x="121158" y="4863"/>
                </a:lnTo>
                <a:lnTo>
                  <a:pt x="125485" y="0"/>
                </a:lnTo>
                <a:lnTo>
                  <a:pt x="168760" y="0"/>
                </a:lnTo>
                <a:lnTo>
                  <a:pt x="173082" y="4863"/>
                </a:lnTo>
                <a:lnTo>
                  <a:pt x="173082" y="145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620333" y="1741021"/>
            <a:ext cx="337820" cy="909955"/>
          </a:xfrm>
          <a:custGeom>
            <a:avLst/>
            <a:gdLst/>
            <a:ahLst/>
            <a:cxnLst/>
            <a:rect l="l" t="t" r="r" b="b"/>
            <a:pathLst>
              <a:path w="337820" h="909955">
                <a:moveTo>
                  <a:pt x="263951" y="14589"/>
                </a:moveTo>
                <a:lnTo>
                  <a:pt x="220680" y="14589"/>
                </a:lnTo>
                <a:lnTo>
                  <a:pt x="216353" y="14589"/>
                </a:lnTo>
                <a:lnTo>
                  <a:pt x="216353" y="9726"/>
                </a:lnTo>
                <a:lnTo>
                  <a:pt x="216353" y="4863"/>
                </a:lnTo>
                <a:lnTo>
                  <a:pt x="220680" y="0"/>
                </a:lnTo>
                <a:lnTo>
                  <a:pt x="263951" y="0"/>
                </a:lnTo>
                <a:lnTo>
                  <a:pt x="268278" y="4863"/>
                </a:lnTo>
                <a:lnTo>
                  <a:pt x="268278" y="9726"/>
                </a:lnTo>
                <a:lnTo>
                  <a:pt x="268278" y="14589"/>
                </a:lnTo>
                <a:lnTo>
                  <a:pt x="263951" y="14589"/>
                </a:lnTo>
                <a:close/>
              </a:path>
              <a:path w="337820" h="909955">
                <a:moveTo>
                  <a:pt x="168755" y="14589"/>
                </a:moveTo>
                <a:lnTo>
                  <a:pt x="125485" y="14589"/>
                </a:lnTo>
                <a:lnTo>
                  <a:pt x="121158" y="14589"/>
                </a:lnTo>
                <a:lnTo>
                  <a:pt x="121158" y="9726"/>
                </a:lnTo>
                <a:lnTo>
                  <a:pt x="121158" y="4863"/>
                </a:lnTo>
                <a:lnTo>
                  <a:pt x="125485" y="0"/>
                </a:lnTo>
                <a:lnTo>
                  <a:pt x="168755" y="0"/>
                </a:lnTo>
                <a:lnTo>
                  <a:pt x="173082" y="4863"/>
                </a:lnTo>
                <a:lnTo>
                  <a:pt x="173082" y="9726"/>
                </a:lnTo>
                <a:lnTo>
                  <a:pt x="173082" y="14589"/>
                </a:lnTo>
                <a:lnTo>
                  <a:pt x="168755" y="14589"/>
                </a:lnTo>
                <a:close/>
              </a:path>
              <a:path w="337820" h="909955">
                <a:moveTo>
                  <a:pt x="73560" y="14589"/>
                </a:moveTo>
                <a:lnTo>
                  <a:pt x="60579" y="14589"/>
                </a:lnTo>
                <a:lnTo>
                  <a:pt x="47597" y="19452"/>
                </a:lnTo>
                <a:lnTo>
                  <a:pt x="51924" y="19452"/>
                </a:lnTo>
                <a:lnTo>
                  <a:pt x="38943" y="19452"/>
                </a:lnTo>
                <a:lnTo>
                  <a:pt x="43270" y="19452"/>
                </a:lnTo>
                <a:lnTo>
                  <a:pt x="34616" y="24316"/>
                </a:lnTo>
                <a:lnTo>
                  <a:pt x="30289" y="24316"/>
                </a:lnTo>
                <a:lnTo>
                  <a:pt x="25962" y="19452"/>
                </a:lnTo>
                <a:lnTo>
                  <a:pt x="25962" y="14589"/>
                </a:lnTo>
                <a:lnTo>
                  <a:pt x="30289" y="9726"/>
                </a:lnTo>
                <a:lnTo>
                  <a:pt x="34616" y="9726"/>
                </a:lnTo>
                <a:lnTo>
                  <a:pt x="34616" y="4863"/>
                </a:lnTo>
                <a:lnTo>
                  <a:pt x="47597" y="4863"/>
                </a:lnTo>
                <a:lnTo>
                  <a:pt x="60579" y="0"/>
                </a:lnTo>
                <a:lnTo>
                  <a:pt x="73560" y="0"/>
                </a:lnTo>
                <a:lnTo>
                  <a:pt x="77887" y="4863"/>
                </a:lnTo>
                <a:lnTo>
                  <a:pt x="77887" y="9726"/>
                </a:lnTo>
                <a:lnTo>
                  <a:pt x="77887" y="14589"/>
                </a:lnTo>
                <a:lnTo>
                  <a:pt x="73560" y="14589"/>
                </a:lnTo>
                <a:close/>
              </a:path>
              <a:path w="337820" h="909955">
                <a:moveTo>
                  <a:pt x="12981" y="68085"/>
                </a:moveTo>
                <a:lnTo>
                  <a:pt x="12981" y="72948"/>
                </a:lnTo>
                <a:lnTo>
                  <a:pt x="12981" y="111854"/>
                </a:lnTo>
                <a:lnTo>
                  <a:pt x="12981" y="116717"/>
                </a:lnTo>
                <a:lnTo>
                  <a:pt x="8654" y="116717"/>
                </a:lnTo>
                <a:lnTo>
                  <a:pt x="4327" y="121580"/>
                </a:lnTo>
                <a:lnTo>
                  <a:pt x="0" y="116717"/>
                </a:lnTo>
                <a:lnTo>
                  <a:pt x="0" y="111854"/>
                </a:lnTo>
                <a:lnTo>
                  <a:pt x="0" y="68085"/>
                </a:lnTo>
                <a:lnTo>
                  <a:pt x="0" y="63222"/>
                </a:lnTo>
                <a:lnTo>
                  <a:pt x="0" y="58358"/>
                </a:lnTo>
                <a:lnTo>
                  <a:pt x="4327" y="58358"/>
                </a:lnTo>
                <a:lnTo>
                  <a:pt x="8654" y="58358"/>
                </a:lnTo>
                <a:lnTo>
                  <a:pt x="8654" y="63222"/>
                </a:lnTo>
                <a:lnTo>
                  <a:pt x="12981" y="68085"/>
                </a:lnTo>
                <a:close/>
              </a:path>
              <a:path w="337820" h="909955">
                <a:moveTo>
                  <a:pt x="12981" y="170213"/>
                </a:moveTo>
                <a:lnTo>
                  <a:pt x="12981" y="218845"/>
                </a:lnTo>
                <a:lnTo>
                  <a:pt x="8654" y="223708"/>
                </a:lnTo>
                <a:lnTo>
                  <a:pt x="4327" y="223708"/>
                </a:lnTo>
                <a:lnTo>
                  <a:pt x="0" y="223708"/>
                </a:lnTo>
                <a:lnTo>
                  <a:pt x="0" y="218845"/>
                </a:lnTo>
                <a:lnTo>
                  <a:pt x="0" y="170213"/>
                </a:lnTo>
                <a:lnTo>
                  <a:pt x="0" y="165349"/>
                </a:lnTo>
                <a:lnTo>
                  <a:pt x="4327" y="165349"/>
                </a:lnTo>
                <a:lnTo>
                  <a:pt x="8654" y="165349"/>
                </a:lnTo>
                <a:lnTo>
                  <a:pt x="12981" y="170213"/>
                </a:lnTo>
                <a:close/>
              </a:path>
              <a:path w="337820" h="909955">
                <a:moveTo>
                  <a:pt x="12981" y="277204"/>
                </a:moveTo>
                <a:lnTo>
                  <a:pt x="12981" y="325836"/>
                </a:lnTo>
                <a:lnTo>
                  <a:pt x="8654" y="330699"/>
                </a:lnTo>
                <a:lnTo>
                  <a:pt x="4327" y="330699"/>
                </a:lnTo>
                <a:lnTo>
                  <a:pt x="0" y="330699"/>
                </a:lnTo>
                <a:lnTo>
                  <a:pt x="0" y="325836"/>
                </a:lnTo>
                <a:lnTo>
                  <a:pt x="0" y="277204"/>
                </a:lnTo>
                <a:lnTo>
                  <a:pt x="0" y="272341"/>
                </a:lnTo>
                <a:lnTo>
                  <a:pt x="4327" y="272341"/>
                </a:lnTo>
                <a:lnTo>
                  <a:pt x="8654" y="272341"/>
                </a:lnTo>
                <a:lnTo>
                  <a:pt x="12981" y="277204"/>
                </a:lnTo>
                <a:close/>
              </a:path>
              <a:path w="337820" h="909955">
                <a:moveTo>
                  <a:pt x="12981" y="384195"/>
                </a:moveTo>
                <a:lnTo>
                  <a:pt x="12981" y="432827"/>
                </a:lnTo>
                <a:lnTo>
                  <a:pt x="8654" y="437691"/>
                </a:lnTo>
                <a:lnTo>
                  <a:pt x="4327" y="437691"/>
                </a:lnTo>
                <a:lnTo>
                  <a:pt x="0" y="437691"/>
                </a:lnTo>
                <a:lnTo>
                  <a:pt x="0" y="432827"/>
                </a:lnTo>
                <a:lnTo>
                  <a:pt x="0" y="384195"/>
                </a:lnTo>
                <a:lnTo>
                  <a:pt x="0" y="379332"/>
                </a:lnTo>
                <a:lnTo>
                  <a:pt x="4327" y="379332"/>
                </a:lnTo>
                <a:lnTo>
                  <a:pt x="8654" y="379332"/>
                </a:lnTo>
                <a:lnTo>
                  <a:pt x="12981" y="384195"/>
                </a:lnTo>
                <a:close/>
              </a:path>
              <a:path w="337820" h="909955">
                <a:moveTo>
                  <a:pt x="12981" y="491186"/>
                </a:moveTo>
                <a:lnTo>
                  <a:pt x="12981" y="534955"/>
                </a:lnTo>
                <a:lnTo>
                  <a:pt x="12981" y="539819"/>
                </a:lnTo>
                <a:lnTo>
                  <a:pt x="8654" y="544682"/>
                </a:lnTo>
                <a:lnTo>
                  <a:pt x="4327" y="544682"/>
                </a:lnTo>
                <a:lnTo>
                  <a:pt x="0" y="544682"/>
                </a:lnTo>
                <a:lnTo>
                  <a:pt x="0" y="539819"/>
                </a:lnTo>
                <a:lnTo>
                  <a:pt x="0" y="534955"/>
                </a:lnTo>
                <a:lnTo>
                  <a:pt x="0" y="491186"/>
                </a:lnTo>
                <a:lnTo>
                  <a:pt x="0" y="486323"/>
                </a:lnTo>
                <a:lnTo>
                  <a:pt x="4327" y="486323"/>
                </a:lnTo>
                <a:lnTo>
                  <a:pt x="8654" y="486323"/>
                </a:lnTo>
                <a:lnTo>
                  <a:pt x="12981" y="486323"/>
                </a:lnTo>
                <a:lnTo>
                  <a:pt x="12981" y="491186"/>
                </a:lnTo>
                <a:close/>
              </a:path>
              <a:path w="337820" h="909955">
                <a:moveTo>
                  <a:pt x="12981" y="598177"/>
                </a:moveTo>
                <a:lnTo>
                  <a:pt x="12981" y="641947"/>
                </a:lnTo>
                <a:lnTo>
                  <a:pt x="12981" y="646810"/>
                </a:lnTo>
                <a:lnTo>
                  <a:pt x="8654" y="646810"/>
                </a:lnTo>
                <a:lnTo>
                  <a:pt x="4327" y="651673"/>
                </a:lnTo>
                <a:lnTo>
                  <a:pt x="0" y="646810"/>
                </a:lnTo>
                <a:lnTo>
                  <a:pt x="0" y="641947"/>
                </a:lnTo>
                <a:lnTo>
                  <a:pt x="0" y="598177"/>
                </a:lnTo>
                <a:lnTo>
                  <a:pt x="0" y="593314"/>
                </a:lnTo>
                <a:lnTo>
                  <a:pt x="4327" y="593314"/>
                </a:lnTo>
                <a:lnTo>
                  <a:pt x="4327" y="588451"/>
                </a:lnTo>
                <a:lnTo>
                  <a:pt x="8654" y="593314"/>
                </a:lnTo>
                <a:lnTo>
                  <a:pt x="12981" y="593314"/>
                </a:lnTo>
                <a:lnTo>
                  <a:pt x="12981" y="598177"/>
                </a:lnTo>
                <a:close/>
              </a:path>
              <a:path w="337820" h="909955">
                <a:moveTo>
                  <a:pt x="12981" y="705169"/>
                </a:moveTo>
                <a:lnTo>
                  <a:pt x="12981" y="748938"/>
                </a:lnTo>
                <a:lnTo>
                  <a:pt x="12981" y="753801"/>
                </a:lnTo>
                <a:lnTo>
                  <a:pt x="8654" y="753801"/>
                </a:lnTo>
                <a:lnTo>
                  <a:pt x="4327" y="758664"/>
                </a:lnTo>
                <a:lnTo>
                  <a:pt x="0" y="753801"/>
                </a:lnTo>
                <a:lnTo>
                  <a:pt x="0" y="748938"/>
                </a:lnTo>
                <a:lnTo>
                  <a:pt x="0" y="705169"/>
                </a:lnTo>
                <a:lnTo>
                  <a:pt x="0" y="700305"/>
                </a:lnTo>
                <a:lnTo>
                  <a:pt x="4327" y="695442"/>
                </a:lnTo>
                <a:lnTo>
                  <a:pt x="8654" y="695442"/>
                </a:lnTo>
                <a:lnTo>
                  <a:pt x="8654" y="700305"/>
                </a:lnTo>
                <a:lnTo>
                  <a:pt x="12981" y="700305"/>
                </a:lnTo>
                <a:lnTo>
                  <a:pt x="12981" y="705169"/>
                </a:lnTo>
                <a:close/>
              </a:path>
              <a:path w="337820" h="909955">
                <a:moveTo>
                  <a:pt x="12981" y="812160"/>
                </a:moveTo>
                <a:lnTo>
                  <a:pt x="12981" y="841339"/>
                </a:lnTo>
                <a:lnTo>
                  <a:pt x="12981" y="851066"/>
                </a:lnTo>
                <a:lnTo>
                  <a:pt x="12981" y="855929"/>
                </a:lnTo>
                <a:lnTo>
                  <a:pt x="12981" y="860792"/>
                </a:lnTo>
                <a:lnTo>
                  <a:pt x="8654" y="865655"/>
                </a:lnTo>
                <a:lnTo>
                  <a:pt x="4327" y="860792"/>
                </a:lnTo>
                <a:lnTo>
                  <a:pt x="0" y="855929"/>
                </a:lnTo>
                <a:lnTo>
                  <a:pt x="0" y="851066"/>
                </a:lnTo>
                <a:lnTo>
                  <a:pt x="0" y="841339"/>
                </a:lnTo>
                <a:lnTo>
                  <a:pt x="0" y="812160"/>
                </a:lnTo>
                <a:lnTo>
                  <a:pt x="0" y="807297"/>
                </a:lnTo>
                <a:lnTo>
                  <a:pt x="4327" y="802433"/>
                </a:lnTo>
                <a:lnTo>
                  <a:pt x="8654" y="802433"/>
                </a:lnTo>
                <a:lnTo>
                  <a:pt x="8654" y="807297"/>
                </a:lnTo>
                <a:lnTo>
                  <a:pt x="12981" y="807297"/>
                </a:lnTo>
                <a:lnTo>
                  <a:pt x="12981" y="812160"/>
                </a:lnTo>
                <a:close/>
              </a:path>
              <a:path w="337820" h="909955">
                <a:moveTo>
                  <a:pt x="47597" y="889972"/>
                </a:moveTo>
                <a:lnTo>
                  <a:pt x="51924" y="889972"/>
                </a:lnTo>
                <a:lnTo>
                  <a:pt x="47597" y="889972"/>
                </a:lnTo>
                <a:lnTo>
                  <a:pt x="60579" y="894835"/>
                </a:lnTo>
                <a:lnTo>
                  <a:pt x="82214" y="889972"/>
                </a:lnTo>
                <a:lnTo>
                  <a:pt x="86541" y="894835"/>
                </a:lnTo>
                <a:lnTo>
                  <a:pt x="90868" y="894835"/>
                </a:lnTo>
                <a:lnTo>
                  <a:pt x="90868" y="899698"/>
                </a:lnTo>
                <a:lnTo>
                  <a:pt x="90868" y="904561"/>
                </a:lnTo>
                <a:lnTo>
                  <a:pt x="86541" y="904561"/>
                </a:lnTo>
                <a:lnTo>
                  <a:pt x="82214" y="909424"/>
                </a:lnTo>
                <a:lnTo>
                  <a:pt x="60579" y="909424"/>
                </a:lnTo>
                <a:lnTo>
                  <a:pt x="47597" y="904561"/>
                </a:lnTo>
                <a:lnTo>
                  <a:pt x="43270" y="904561"/>
                </a:lnTo>
                <a:lnTo>
                  <a:pt x="38943" y="899698"/>
                </a:lnTo>
                <a:lnTo>
                  <a:pt x="38943" y="894835"/>
                </a:lnTo>
                <a:lnTo>
                  <a:pt x="38943" y="889972"/>
                </a:lnTo>
                <a:lnTo>
                  <a:pt x="43270" y="889972"/>
                </a:lnTo>
                <a:lnTo>
                  <a:pt x="47597" y="889972"/>
                </a:lnTo>
                <a:close/>
              </a:path>
              <a:path w="337820" h="909955">
                <a:moveTo>
                  <a:pt x="138466" y="889972"/>
                </a:moveTo>
                <a:lnTo>
                  <a:pt x="177409" y="889972"/>
                </a:lnTo>
                <a:lnTo>
                  <a:pt x="181737" y="894835"/>
                </a:lnTo>
                <a:lnTo>
                  <a:pt x="186064" y="899698"/>
                </a:lnTo>
                <a:lnTo>
                  <a:pt x="181737" y="904561"/>
                </a:lnTo>
                <a:lnTo>
                  <a:pt x="177409" y="909424"/>
                </a:lnTo>
                <a:lnTo>
                  <a:pt x="138466" y="909424"/>
                </a:lnTo>
                <a:lnTo>
                  <a:pt x="134139" y="904561"/>
                </a:lnTo>
                <a:lnTo>
                  <a:pt x="129812" y="899698"/>
                </a:lnTo>
                <a:lnTo>
                  <a:pt x="134139" y="894835"/>
                </a:lnTo>
                <a:lnTo>
                  <a:pt x="138466" y="889972"/>
                </a:lnTo>
                <a:close/>
              </a:path>
              <a:path w="337820" h="909955">
                <a:moveTo>
                  <a:pt x="233661" y="889972"/>
                </a:moveTo>
                <a:lnTo>
                  <a:pt x="272605" y="889972"/>
                </a:lnTo>
                <a:lnTo>
                  <a:pt x="276932" y="894835"/>
                </a:lnTo>
                <a:lnTo>
                  <a:pt x="281259" y="899698"/>
                </a:lnTo>
                <a:lnTo>
                  <a:pt x="276932" y="904561"/>
                </a:lnTo>
                <a:lnTo>
                  <a:pt x="272605" y="909424"/>
                </a:lnTo>
                <a:lnTo>
                  <a:pt x="233661" y="909424"/>
                </a:lnTo>
                <a:lnTo>
                  <a:pt x="229334" y="904561"/>
                </a:lnTo>
                <a:lnTo>
                  <a:pt x="225007" y="904561"/>
                </a:lnTo>
                <a:lnTo>
                  <a:pt x="225007" y="899698"/>
                </a:lnTo>
                <a:lnTo>
                  <a:pt x="225007" y="894835"/>
                </a:lnTo>
                <a:lnTo>
                  <a:pt x="229334" y="894835"/>
                </a:lnTo>
                <a:lnTo>
                  <a:pt x="233661" y="889972"/>
                </a:lnTo>
                <a:close/>
              </a:path>
              <a:path w="337820" h="909955">
                <a:moveTo>
                  <a:pt x="315876" y="870519"/>
                </a:moveTo>
                <a:lnTo>
                  <a:pt x="320203" y="860792"/>
                </a:lnTo>
                <a:lnTo>
                  <a:pt x="320203" y="851066"/>
                </a:lnTo>
                <a:lnTo>
                  <a:pt x="324530" y="836476"/>
                </a:lnTo>
                <a:lnTo>
                  <a:pt x="324530" y="831613"/>
                </a:lnTo>
                <a:lnTo>
                  <a:pt x="324530" y="826749"/>
                </a:lnTo>
                <a:lnTo>
                  <a:pt x="328857" y="821886"/>
                </a:lnTo>
                <a:lnTo>
                  <a:pt x="333184" y="826749"/>
                </a:lnTo>
                <a:lnTo>
                  <a:pt x="337511" y="826749"/>
                </a:lnTo>
                <a:lnTo>
                  <a:pt x="337511" y="831613"/>
                </a:lnTo>
                <a:lnTo>
                  <a:pt x="337511" y="841339"/>
                </a:lnTo>
                <a:lnTo>
                  <a:pt x="333184" y="851066"/>
                </a:lnTo>
                <a:lnTo>
                  <a:pt x="333184" y="855929"/>
                </a:lnTo>
                <a:lnTo>
                  <a:pt x="333184" y="865655"/>
                </a:lnTo>
                <a:lnTo>
                  <a:pt x="324530" y="875382"/>
                </a:lnTo>
                <a:lnTo>
                  <a:pt x="324530" y="880245"/>
                </a:lnTo>
                <a:lnTo>
                  <a:pt x="320203" y="880245"/>
                </a:lnTo>
                <a:lnTo>
                  <a:pt x="315876" y="880245"/>
                </a:lnTo>
                <a:lnTo>
                  <a:pt x="311549" y="875382"/>
                </a:lnTo>
                <a:lnTo>
                  <a:pt x="315876" y="870519"/>
                </a:lnTo>
                <a:close/>
              </a:path>
              <a:path w="337820" h="909955">
                <a:moveTo>
                  <a:pt x="324530" y="768391"/>
                </a:moveTo>
                <a:lnTo>
                  <a:pt x="324530" y="724622"/>
                </a:lnTo>
                <a:lnTo>
                  <a:pt x="324530" y="719758"/>
                </a:lnTo>
                <a:lnTo>
                  <a:pt x="328857" y="714895"/>
                </a:lnTo>
                <a:lnTo>
                  <a:pt x="333184" y="719758"/>
                </a:lnTo>
                <a:lnTo>
                  <a:pt x="337511" y="719758"/>
                </a:lnTo>
                <a:lnTo>
                  <a:pt x="337511" y="724622"/>
                </a:lnTo>
                <a:lnTo>
                  <a:pt x="337511" y="768391"/>
                </a:lnTo>
                <a:lnTo>
                  <a:pt x="337511" y="773254"/>
                </a:lnTo>
                <a:lnTo>
                  <a:pt x="333184" y="773254"/>
                </a:lnTo>
                <a:lnTo>
                  <a:pt x="333184" y="778117"/>
                </a:lnTo>
                <a:lnTo>
                  <a:pt x="328857" y="778117"/>
                </a:lnTo>
                <a:lnTo>
                  <a:pt x="324530" y="773254"/>
                </a:lnTo>
                <a:lnTo>
                  <a:pt x="324530" y="768391"/>
                </a:lnTo>
                <a:close/>
              </a:path>
              <a:path w="337820" h="909955">
                <a:moveTo>
                  <a:pt x="324530" y="661399"/>
                </a:moveTo>
                <a:lnTo>
                  <a:pt x="324530" y="617630"/>
                </a:lnTo>
                <a:lnTo>
                  <a:pt x="324530" y="612767"/>
                </a:lnTo>
                <a:lnTo>
                  <a:pt x="328857" y="607904"/>
                </a:lnTo>
                <a:lnTo>
                  <a:pt x="333184" y="612767"/>
                </a:lnTo>
                <a:lnTo>
                  <a:pt x="337511" y="612767"/>
                </a:lnTo>
                <a:lnTo>
                  <a:pt x="337511" y="617630"/>
                </a:lnTo>
                <a:lnTo>
                  <a:pt x="337511" y="661399"/>
                </a:lnTo>
                <a:lnTo>
                  <a:pt x="337511" y="666263"/>
                </a:lnTo>
                <a:lnTo>
                  <a:pt x="333184" y="671126"/>
                </a:lnTo>
                <a:lnTo>
                  <a:pt x="328857" y="671126"/>
                </a:lnTo>
                <a:lnTo>
                  <a:pt x="324530" y="671126"/>
                </a:lnTo>
                <a:lnTo>
                  <a:pt x="324530" y="666263"/>
                </a:lnTo>
                <a:lnTo>
                  <a:pt x="324530" y="661399"/>
                </a:lnTo>
                <a:close/>
              </a:path>
              <a:path w="337820" h="909955">
                <a:moveTo>
                  <a:pt x="324530" y="559272"/>
                </a:moveTo>
                <a:lnTo>
                  <a:pt x="324530" y="510639"/>
                </a:lnTo>
                <a:lnTo>
                  <a:pt x="324530" y="505776"/>
                </a:lnTo>
                <a:lnTo>
                  <a:pt x="328857" y="505776"/>
                </a:lnTo>
                <a:lnTo>
                  <a:pt x="333184" y="505776"/>
                </a:lnTo>
                <a:lnTo>
                  <a:pt x="337511" y="510639"/>
                </a:lnTo>
                <a:lnTo>
                  <a:pt x="337511" y="559272"/>
                </a:lnTo>
                <a:lnTo>
                  <a:pt x="333184" y="564135"/>
                </a:lnTo>
                <a:lnTo>
                  <a:pt x="328857" y="564135"/>
                </a:lnTo>
                <a:lnTo>
                  <a:pt x="324530" y="564135"/>
                </a:lnTo>
                <a:lnTo>
                  <a:pt x="324530" y="559272"/>
                </a:lnTo>
                <a:close/>
              </a:path>
              <a:path w="337820" h="909955">
                <a:moveTo>
                  <a:pt x="324530" y="452280"/>
                </a:moveTo>
                <a:lnTo>
                  <a:pt x="324530" y="403648"/>
                </a:lnTo>
                <a:lnTo>
                  <a:pt x="324530" y="398785"/>
                </a:lnTo>
                <a:lnTo>
                  <a:pt x="328857" y="398785"/>
                </a:lnTo>
                <a:lnTo>
                  <a:pt x="333184" y="398785"/>
                </a:lnTo>
                <a:lnTo>
                  <a:pt x="337511" y="403648"/>
                </a:lnTo>
                <a:lnTo>
                  <a:pt x="337511" y="452280"/>
                </a:lnTo>
                <a:lnTo>
                  <a:pt x="333184" y="457144"/>
                </a:lnTo>
                <a:lnTo>
                  <a:pt x="328857" y="457144"/>
                </a:lnTo>
                <a:lnTo>
                  <a:pt x="324530" y="457144"/>
                </a:lnTo>
                <a:lnTo>
                  <a:pt x="324530" y="452280"/>
                </a:lnTo>
                <a:close/>
              </a:path>
              <a:path w="337820" h="909955">
                <a:moveTo>
                  <a:pt x="324530" y="345289"/>
                </a:moveTo>
                <a:lnTo>
                  <a:pt x="324530" y="296657"/>
                </a:lnTo>
                <a:lnTo>
                  <a:pt x="324530" y="291794"/>
                </a:lnTo>
                <a:lnTo>
                  <a:pt x="328857" y="291794"/>
                </a:lnTo>
                <a:lnTo>
                  <a:pt x="333184" y="291794"/>
                </a:lnTo>
                <a:lnTo>
                  <a:pt x="337511" y="296657"/>
                </a:lnTo>
                <a:lnTo>
                  <a:pt x="337511" y="345289"/>
                </a:lnTo>
                <a:lnTo>
                  <a:pt x="333184" y="350152"/>
                </a:lnTo>
                <a:lnTo>
                  <a:pt x="328857" y="350152"/>
                </a:lnTo>
                <a:lnTo>
                  <a:pt x="324530" y="350152"/>
                </a:lnTo>
                <a:lnTo>
                  <a:pt x="324530" y="345289"/>
                </a:lnTo>
                <a:close/>
              </a:path>
              <a:path w="337820" h="909955">
                <a:moveTo>
                  <a:pt x="324530" y="238298"/>
                </a:moveTo>
                <a:lnTo>
                  <a:pt x="324530" y="194529"/>
                </a:lnTo>
                <a:lnTo>
                  <a:pt x="324530" y="189666"/>
                </a:lnTo>
                <a:lnTo>
                  <a:pt x="324530" y="184802"/>
                </a:lnTo>
                <a:lnTo>
                  <a:pt x="328857" y="184802"/>
                </a:lnTo>
                <a:lnTo>
                  <a:pt x="333184" y="184802"/>
                </a:lnTo>
                <a:lnTo>
                  <a:pt x="337511" y="189666"/>
                </a:lnTo>
                <a:lnTo>
                  <a:pt x="337511" y="194529"/>
                </a:lnTo>
                <a:lnTo>
                  <a:pt x="337511" y="238298"/>
                </a:lnTo>
                <a:lnTo>
                  <a:pt x="337511" y="243161"/>
                </a:lnTo>
                <a:lnTo>
                  <a:pt x="333184" y="243161"/>
                </a:lnTo>
                <a:lnTo>
                  <a:pt x="328857" y="243161"/>
                </a:lnTo>
                <a:lnTo>
                  <a:pt x="324530" y="243161"/>
                </a:lnTo>
                <a:lnTo>
                  <a:pt x="324530" y="238298"/>
                </a:lnTo>
                <a:close/>
              </a:path>
              <a:path w="337820" h="909955">
                <a:moveTo>
                  <a:pt x="324530" y="131307"/>
                </a:moveTo>
                <a:lnTo>
                  <a:pt x="324530" y="87538"/>
                </a:lnTo>
                <a:lnTo>
                  <a:pt x="324530" y="82674"/>
                </a:lnTo>
                <a:lnTo>
                  <a:pt x="328857" y="77811"/>
                </a:lnTo>
                <a:lnTo>
                  <a:pt x="333184" y="82674"/>
                </a:lnTo>
                <a:lnTo>
                  <a:pt x="337511" y="82674"/>
                </a:lnTo>
                <a:lnTo>
                  <a:pt x="337511" y="87538"/>
                </a:lnTo>
                <a:lnTo>
                  <a:pt x="337511" y="131307"/>
                </a:lnTo>
                <a:lnTo>
                  <a:pt x="337511" y="136170"/>
                </a:lnTo>
                <a:lnTo>
                  <a:pt x="333184" y="136170"/>
                </a:lnTo>
                <a:lnTo>
                  <a:pt x="328857" y="141033"/>
                </a:lnTo>
                <a:lnTo>
                  <a:pt x="328857" y="136170"/>
                </a:lnTo>
                <a:lnTo>
                  <a:pt x="324530" y="136170"/>
                </a:lnTo>
                <a:lnTo>
                  <a:pt x="324530" y="131307"/>
                </a:lnTo>
                <a:close/>
              </a:path>
              <a:path w="337820" h="909955">
                <a:moveTo>
                  <a:pt x="311549" y="34042"/>
                </a:moveTo>
                <a:lnTo>
                  <a:pt x="307222" y="34042"/>
                </a:lnTo>
                <a:lnTo>
                  <a:pt x="311549" y="34042"/>
                </a:lnTo>
                <a:lnTo>
                  <a:pt x="302895" y="24316"/>
                </a:lnTo>
                <a:lnTo>
                  <a:pt x="294240" y="19452"/>
                </a:lnTo>
                <a:lnTo>
                  <a:pt x="285586" y="19452"/>
                </a:lnTo>
                <a:lnTo>
                  <a:pt x="276932" y="19452"/>
                </a:lnTo>
                <a:lnTo>
                  <a:pt x="272605" y="14589"/>
                </a:lnTo>
                <a:lnTo>
                  <a:pt x="272605" y="9726"/>
                </a:lnTo>
                <a:lnTo>
                  <a:pt x="276932" y="4863"/>
                </a:lnTo>
                <a:lnTo>
                  <a:pt x="281259" y="0"/>
                </a:lnTo>
                <a:lnTo>
                  <a:pt x="285586" y="4863"/>
                </a:lnTo>
                <a:lnTo>
                  <a:pt x="289913" y="4863"/>
                </a:lnTo>
                <a:lnTo>
                  <a:pt x="298567" y="4863"/>
                </a:lnTo>
                <a:lnTo>
                  <a:pt x="298567" y="9726"/>
                </a:lnTo>
                <a:lnTo>
                  <a:pt x="307222" y="14589"/>
                </a:lnTo>
                <a:lnTo>
                  <a:pt x="311549" y="14589"/>
                </a:lnTo>
                <a:lnTo>
                  <a:pt x="320203" y="19452"/>
                </a:lnTo>
                <a:lnTo>
                  <a:pt x="320203" y="24316"/>
                </a:lnTo>
                <a:lnTo>
                  <a:pt x="320203" y="29179"/>
                </a:lnTo>
                <a:lnTo>
                  <a:pt x="320203" y="34042"/>
                </a:lnTo>
                <a:lnTo>
                  <a:pt x="315876" y="38905"/>
                </a:lnTo>
                <a:lnTo>
                  <a:pt x="311549" y="34042"/>
                </a:lnTo>
                <a:close/>
              </a:path>
            </a:pathLst>
          </a:custGeom>
          <a:ln w="45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864525" y="247309"/>
            <a:ext cx="18592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卡诺图化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简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得</a:t>
            </a:r>
            <a:endParaRPr sz="2400">
              <a:latin typeface="新宋体"/>
              <a:cs typeface="新宋体"/>
            </a:endParaRPr>
          </a:p>
        </p:txBody>
      </p:sp>
      <p:pic>
        <p:nvPicPr>
          <p:cNvPr id="43" name="object 4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0086" y="1527047"/>
            <a:ext cx="1626107" cy="678179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1548002" y="1589150"/>
            <a:ext cx="1419860" cy="467359"/>
          </a:xfrm>
          <a:prstGeom prst="rect">
            <a:avLst/>
          </a:prstGeom>
          <a:solidFill>
            <a:srgbClr val="CCFFCC"/>
          </a:solidFill>
          <a:ln w="9905">
            <a:solidFill>
              <a:srgbClr val="FF0066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55"/>
              </a:spcBef>
            </a:pP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激励方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程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999201" y="712648"/>
            <a:ext cx="238125" cy="0"/>
          </a:xfrm>
          <a:custGeom>
            <a:avLst/>
            <a:gdLst/>
            <a:ahLst/>
            <a:cxnLst/>
            <a:rect l="l" t="t" r="r" b="b"/>
            <a:pathLst>
              <a:path w="238125" h="0">
                <a:moveTo>
                  <a:pt x="0" y="0"/>
                </a:moveTo>
                <a:lnTo>
                  <a:pt x="237955" y="0"/>
                </a:lnTo>
              </a:path>
            </a:pathLst>
          </a:custGeom>
          <a:ln w="110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3341115" y="684345"/>
            <a:ext cx="223012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4675">
              <a:lnSpc>
                <a:spcPct val="100000"/>
              </a:lnSpc>
              <a:spcBef>
                <a:spcPts val="100"/>
              </a:spcBef>
              <a:tabLst>
                <a:tab pos="928369" algn="l"/>
              </a:tabLst>
            </a:pPr>
            <a:r>
              <a:rPr dirty="0" sz="1750" spc="735" i="1">
                <a:latin typeface="Times New Roman"/>
                <a:cs typeface="Times New Roman"/>
              </a:rPr>
              <a:t>Y</a:t>
            </a:r>
            <a:r>
              <a:rPr dirty="0" sz="1750" spc="735" i="1">
                <a:latin typeface="Times New Roman"/>
                <a:cs typeface="Times New Roman"/>
              </a:rPr>
              <a:t>	</a:t>
            </a:r>
            <a:r>
              <a:rPr dirty="0" sz="1750" spc="725">
                <a:latin typeface="Symbol"/>
                <a:cs typeface="Symbol"/>
              </a:rPr>
              <a:t></a:t>
            </a:r>
            <a:r>
              <a:rPr dirty="0" sz="1750" spc="180">
                <a:latin typeface="Times New Roman"/>
                <a:cs typeface="Times New Roman"/>
              </a:rPr>
              <a:t> </a:t>
            </a:r>
            <a:r>
              <a:rPr dirty="0" sz="1750" spc="484" i="1">
                <a:latin typeface="Times New Roman"/>
                <a:cs typeface="Times New Roman"/>
              </a:rPr>
              <a:t>Q</a:t>
            </a:r>
            <a:r>
              <a:rPr dirty="0" baseline="-28571" sz="2625" spc="989">
                <a:latin typeface="Times New Roman"/>
                <a:cs typeface="Times New Roman"/>
              </a:rPr>
              <a:t>1</a:t>
            </a:r>
            <a:r>
              <a:rPr dirty="0" baseline="-28571" sz="2625" spc="-157">
                <a:latin typeface="Times New Roman"/>
                <a:cs typeface="Times New Roman"/>
              </a:rPr>
              <a:t> </a:t>
            </a:r>
            <a:r>
              <a:rPr dirty="0" sz="1750" spc="805" i="1">
                <a:latin typeface="Times New Roman"/>
                <a:cs typeface="Times New Roman"/>
              </a:rPr>
              <a:t>A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330702" y="9906"/>
            <a:ext cx="1626235" cy="678180"/>
            <a:chOff x="3330702" y="9906"/>
            <a:chExt cx="1626235" cy="678180"/>
          </a:xfrm>
        </p:grpSpPr>
        <p:sp>
          <p:nvSpPr>
            <p:cNvPr id="48" name="object 48"/>
            <p:cNvSpPr/>
            <p:nvPr/>
          </p:nvSpPr>
          <p:spPr>
            <a:xfrm>
              <a:off x="3429381" y="72009"/>
              <a:ext cx="1419225" cy="467359"/>
            </a:xfrm>
            <a:custGeom>
              <a:avLst/>
              <a:gdLst/>
              <a:ahLst/>
              <a:cxnLst/>
              <a:rect l="l" t="t" r="r" b="b"/>
              <a:pathLst>
                <a:path w="1419225" h="467359">
                  <a:moveTo>
                    <a:pt x="0" y="0"/>
                  </a:moveTo>
                  <a:lnTo>
                    <a:pt x="1418844" y="0"/>
                  </a:lnTo>
                  <a:lnTo>
                    <a:pt x="1418844" y="467105"/>
                  </a:lnTo>
                  <a:lnTo>
                    <a:pt x="0" y="467105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006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30702" y="9906"/>
              <a:ext cx="1626107" cy="678179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3434334" y="76961"/>
            <a:ext cx="1409065" cy="4572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4064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320"/>
              </a:spcBef>
            </a:pP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输出方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程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668065" y="2430033"/>
            <a:ext cx="43688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35"/>
              </a:spcBef>
            </a:pPr>
            <a:r>
              <a:rPr dirty="0" sz="1650" spc="-160" b="1">
                <a:latin typeface="宋体"/>
                <a:cs typeface="宋体"/>
              </a:rPr>
              <a:t>×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117819" y="2340644"/>
            <a:ext cx="450215" cy="501015"/>
          </a:xfrm>
          <a:prstGeom prst="rect">
            <a:avLst/>
          </a:prstGeom>
          <a:solidFill>
            <a:srgbClr val="CCFFCC"/>
          </a:solidFill>
        </p:spPr>
        <p:txBody>
          <a:bodyPr wrap="square" lIns="0" tIns="106045" rIns="0" bIns="0" rtlCol="0" vert="horz">
            <a:spAutoFit/>
          </a:bodyPr>
          <a:lstStyle/>
          <a:p>
            <a:pPr marL="129539">
              <a:lnSpc>
                <a:spcPct val="100000"/>
              </a:lnSpc>
              <a:spcBef>
                <a:spcPts val="835"/>
              </a:spcBef>
            </a:pPr>
            <a:r>
              <a:rPr dirty="0" sz="1650" spc="-160" b="1">
                <a:latin typeface="宋体"/>
                <a:cs typeface="宋体"/>
              </a:rPr>
              <a:t>×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580554" y="2340644"/>
            <a:ext cx="445770" cy="501015"/>
          </a:xfrm>
          <a:prstGeom prst="rect">
            <a:avLst/>
          </a:prstGeom>
          <a:solidFill>
            <a:srgbClr val="CCFFCC"/>
          </a:solidFill>
        </p:spPr>
        <p:txBody>
          <a:bodyPr wrap="square" lIns="0" tIns="106045" rIns="0" bIns="0" rtlCol="0" vert="horz">
            <a:spAutoFit/>
          </a:bodyPr>
          <a:lstStyle/>
          <a:p>
            <a:pPr marL="125095">
              <a:lnSpc>
                <a:spcPct val="100000"/>
              </a:lnSpc>
              <a:spcBef>
                <a:spcPts val="835"/>
              </a:spcBef>
            </a:pPr>
            <a:r>
              <a:rPr dirty="0" sz="1650" spc="-160" b="1">
                <a:latin typeface="宋体"/>
                <a:cs typeface="宋体"/>
              </a:rPr>
              <a:t>×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038968" y="2430033"/>
            <a:ext cx="44132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5095">
              <a:lnSpc>
                <a:spcPct val="100000"/>
              </a:lnSpc>
              <a:spcBef>
                <a:spcPts val="135"/>
              </a:spcBef>
            </a:pPr>
            <a:r>
              <a:rPr dirty="0" sz="1650" spc="-160" b="1">
                <a:latin typeface="宋体"/>
                <a:cs typeface="宋体"/>
              </a:rPr>
              <a:t>×</a:t>
            </a:r>
            <a:endParaRPr sz="1650">
              <a:latin typeface="宋体"/>
              <a:cs typeface="宋体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6642078" y="2311469"/>
            <a:ext cx="1864360" cy="525145"/>
            <a:chOff x="6642078" y="2311469"/>
            <a:chExt cx="1864360" cy="525145"/>
          </a:xfrm>
        </p:grpSpPr>
        <p:sp>
          <p:nvSpPr>
            <p:cNvPr id="56" name="object 56"/>
            <p:cNvSpPr/>
            <p:nvPr/>
          </p:nvSpPr>
          <p:spPr>
            <a:xfrm>
              <a:off x="6642078" y="231147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947" y="29167"/>
                  </a:moveTo>
                  <a:lnTo>
                    <a:pt x="0" y="29167"/>
                  </a:lnTo>
                  <a:lnTo>
                    <a:pt x="0" y="0"/>
                  </a:lnTo>
                  <a:lnTo>
                    <a:pt x="25947" y="0"/>
                  </a:lnTo>
                  <a:lnTo>
                    <a:pt x="25947" y="29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6642081" y="231147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947" y="0"/>
                  </a:lnTo>
                </a:path>
                <a:path w="26034" h="29210">
                  <a:moveTo>
                    <a:pt x="0" y="0"/>
                  </a:moveTo>
                  <a:lnTo>
                    <a:pt x="0" y="29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6642081" y="2311478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947" y="29167"/>
                  </a:moveTo>
                  <a:lnTo>
                    <a:pt x="0" y="29167"/>
                  </a:lnTo>
                  <a:lnTo>
                    <a:pt x="0" y="0"/>
                  </a:lnTo>
                  <a:lnTo>
                    <a:pt x="25947" y="0"/>
                  </a:lnTo>
                  <a:lnTo>
                    <a:pt x="25947" y="29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6642084" y="2311478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947" y="0"/>
                  </a:lnTo>
                </a:path>
                <a:path w="26034" h="29210">
                  <a:moveTo>
                    <a:pt x="0" y="0"/>
                  </a:moveTo>
                  <a:lnTo>
                    <a:pt x="0" y="29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6668037" y="2311477"/>
              <a:ext cx="436880" cy="29209"/>
            </a:xfrm>
            <a:custGeom>
              <a:avLst/>
              <a:gdLst/>
              <a:ahLst/>
              <a:cxnLst/>
              <a:rect l="l" t="t" r="r" b="b"/>
              <a:pathLst>
                <a:path w="436879" h="29210">
                  <a:moveTo>
                    <a:pt x="436784" y="29167"/>
                  </a:moveTo>
                  <a:lnTo>
                    <a:pt x="0" y="29167"/>
                  </a:lnTo>
                  <a:lnTo>
                    <a:pt x="0" y="0"/>
                  </a:lnTo>
                  <a:lnTo>
                    <a:pt x="436784" y="0"/>
                  </a:lnTo>
                  <a:lnTo>
                    <a:pt x="436784" y="29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6668035" y="2311477"/>
              <a:ext cx="436880" cy="0"/>
            </a:xfrm>
            <a:custGeom>
              <a:avLst/>
              <a:gdLst/>
              <a:ahLst/>
              <a:cxnLst/>
              <a:rect l="l" t="t" r="r" b="b"/>
              <a:pathLst>
                <a:path w="436879" h="0">
                  <a:moveTo>
                    <a:pt x="0" y="0"/>
                  </a:moveTo>
                  <a:lnTo>
                    <a:pt x="43678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7104819" y="2311476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947" y="29167"/>
                  </a:moveTo>
                  <a:lnTo>
                    <a:pt x="0" y="29167"/>
                  </a:lnTo>
                  <a:lnTo>
                    <a:pt x="0" y="0"/>
                  </a:lnTo>
                  <a:lnTo>
                    <a:pt x="25947" y="0"/>
                  </a:lnTo>
                  <a:lnTo>
                    <a:pt x="25947" y="29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7104822" y="2311476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947" y="0"/>
                  </a:lnTo>
                </a:path>
                <a:path w="26034" h="29210">
                  <a:moveTo>
                    <a:pt x="0" y="0"/>
                  </a:moveTo>
                  <a:lnTo>
                    <a:pt x="0" y="29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7130774" y="2311480"/>
              <a:ext cx="436880" cy="29209"/>
            </a:xfrm>
            <a:custGeom>
              <a:avLst/>
              <a:gdLst/>
              <a:ahLst/>
              <a:cxnLst/>
              <a:rect l="l" t="t" r="r" b="b"/>
              <a:pathLst>
                <a:path w="436879" h="29210">
                  <a:moveTo>
                    <a:pt x="436784" y="29162"/>
                  </a:moveTo>
                  <a:lnTo>
                    <a:pt x="0" y="29162"/>
                  </a:lnTo>
                  <a:lnTo>
                    <a:pt x="0" y="0"/>
                  </a:lnTo>
                  <a:lnTo>
                    <a:pt x="436784" y="0"/>
                  </a:lnTo>
                  <a:lnTo>
                    <a:pt x="436784" y="29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7130773" y="2311475"/>
              <a:ext cx="436880" cy="0"/>
            </a:xfrm>
            <a:custGeom>
              <a:avLst/>
              <a:gdLst/>
              <a:ahLst/>
              <a:cxnLst/>
              <a:rect l="l" t="t" r="r" b="b"/>
              <a:pathLst>
                <a:path w="436879" h="0">
                  <a:moveTo>
                    <a:pt x="0" y="0"/>
                  </a:moveTo>
                  <a:lnTo>
                    <a:pt x="43678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7567557" y="231147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947" y="29162"/>
                  </a:moveTo>
                  <a:lnTo>
                    <a:pt x="0" y="29162"/>
                  </a:lnTo>
                  <a:lnTo>
                    <a:pt x="0" y="0"/>
                  </a:lnTo>
                  <a:lnTo>
                    <a:pt x="25947" y="0"/>
                  </a:lnTo>
                  <a:lnTo>
                    <a:pt x="25947" y="29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7567560" y="2311474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947" y="0"/>
                  </a:lnTo>
                </a:path>
                <a:path w="26034" h="29210">
                  <a:moveTo>
                    <a:pt x="0" y="0"/>
                  </a:moveTo>
                  <a:lnTo>
                    <a:pt x="0" y="29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7593512" y="2311478"/>
              <a:ext cx="433070" cy="29209"/>
            </a:xfrm>
            <a:custGeom>
              <a:avLst/>
              <a:gdLst/>
              <a:ahLst/>
              <a:cxnLst/>
              <a:rect l="l" t="t" r="r" b="b"/>
              <a:pathLst>
                <a:path w="433070" h="29210">
                  <a:moveTo>
                    <a:pt x="432459" y="29162"/>
                  </a:moveTo>
                  <a:lnTo>
                    <a:pt x="0" y="29162"/>
                  </a:lnTo>
                  <a:lnTo>
                    <a:pt x="0" y="0"/>
                  </a:lnTo>
                  <a:lnTo>
                    <a:pt x="432459" y="0"/>
                  </a:lnTo>
                  <a:lnTo>
                    <a:pt x="432459" y="29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7593511" y="2311473"/>
              <a:ext cx="433070" cy="0"/>
            </a:xfrm>
            <a:custGeom>
              <a:avLst/>
              <a:gdLst/>
              <a:ahLst/>
              <a:cxnLst/>
              <a:rect l="l" t="t" r="r" b="b"/>
              <a:pathLst>
                <a:path w="433070" h="0">
                  <a:moveTo>
                    <a:pt x="0" y="0"/>
                  </a:moveTo>
                  <a:lnTo>
                    <a:pt x="43245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8025974" y="2311477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943" y="29162"/>
                  </a:moveTo>
                  <a:lnTo>
                    <a:pt x="0" y="29162"/>
                  </a:lnTo>
                  <a:lnTo>
                    <a:pt x="0" y="0"/>
                  </a:lnTo>
                  <a:lnTo>
                    <a:pt x="25943" y="0"/>
                  </a:lnTo>
                  <a:lnTo>
                    <a:pt x="25943" y="29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8025973" y="2311472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947" y="0"/>
                  </a:lnTo>
                </a:path>
                <a:path w="26034" h="29210">
                  <a:moveTo>
                    <a:pt x="0" y="0"/>
                  </a:moveTo>
                  <a:lnTo>
                    <a:pt x="0" y="29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8051921" y="2311476"/>
              <a:ext cx="428625" cy="29209"/>
            </a:xfrm>
            <a:custGeom>
              <a:avLst/>
              <a:gdLst/>
              <a:ahLst/>
              <a:cxnLst/>
              <a:rect l="l" t="t" r="r" b="b"/>
              <a:pathLst>
                <a:path w="428625" h="29210">
                  <a:moveTo>
                    <a:pt x="428135" y="29162"/>
                  </a:moveTo>
                  <a:lnTo>
                    <a:pt x="0" y="29162"/>
                  </a:lnTo>
                  <a:lnTo>
                    <a:pt x="0" y="0"/>
                  </a:lnTo>
                  <a:lnTo>
                    <a:pt x="428135" y="0"/>
                  </a:lnTo>
                  <a:lnTo>
                    <a:pt x="428135" y="29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8051924" y="2311471"/>
              <a:ext cx="428625" cy="0"/>
            </a:xfrm>
            <a:custGeom>
              <a:avLst/>
              <a:gdLst/>
              <a:ahLst/>
              <a:cxnLst/>
              <a:rect l="l" t="t" r="r" b="b"/>
              <a:pathLst>
                <a:path w="428625" h="0">
                  <a:moveTo>
                    <a:pt x="0" y="0"/>
                  </a:moveTo>
                  <a:lnTo>
                    <a:pt x="4281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8480058" y="2311475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947" y="29162"/>
                  </a:moveTo>
                  <a:lnTo>
                    <a:pt x="0" y="29162"/>
                  </a:lnTo>
                  <a:lnTo>
                    <a:pt x="0" y="0"/>
                  </a:lnTo>
                  <a:lnTo>
                    <a:pt x="25947" y="0"/>
                  </a:lnTo>
                  <a:lnTo>
                    <a:pt x="25947" y="29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8480062" y="2311470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947" y="0"/>
                  </a:lnTo>
                </a:path>
                <a:path w="26034" h="29210">
                  <a:moveTo>
                    <a:pt x="0" y="0"/>
                  </a:moveTo>
                  <a:lnTo>
                    <a:pt x="0" y="29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8480062" y="2311474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947" y="29162"/>
                  </a:moveTo>
                  <a:lnTo>
                    <a:pt x="0" y="29162"/>
                  </a:lnTo>
                  <a:lnTo>
                    <a:pt x="0" y="0"/>
                  </a:lnTo>
                  <a:lnTo>
                    <a:pt x="25947" y="0"/>
                  </a:lnTo>
                  <a:lnTo>
                    <a:pt x="25947" y="29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8480065" y="231146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947" y="0"/>
                  </a:lnTo>
                </a:path>
                <a:path w="26034" h="29210">
                  <a:moveTo>
                    <a:pt x="0" y="0"/>
                  </a:moveTo>
                  <a:lnTo>
                    <a:pt x="0" y="29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642112" y="2340635"/>
              <a:ext cx="26034" cy="495934"/>
            </a:xfrm>
            <a:custGeom>
              <a:avLst/>
              <a:gdLst/>
              <a:ahLst/>
              <a:cxnLst/>
              <a:rect l="l" t="t" r="r" b="b"/>
              <a:pathLst>
                <a:path w="26034" h="495935">
                  <a:moveTo>
                    <a:pt x="25947" y="495846"/>
                  </a:moveTo>
                  <a:lnTo>
                    <a:pt x="0" y="495846"/>
                  </a:lnTo>
                  <a:lnTo>
                    <a:pt x="0" y="0"/>
                  </a:lnTo>
                  <a:lnTo>
                    <a:pt x="25947" y="0"/>
                  </a:lnTo>
                  <a:lnTo>
                    <a:pt x="25947" y="4958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642115" y="2340635"/>
              <a:ext cx="0" cy="495934"/>
            </a:xfrm>
            <a:custGeom>
              <a:avLst/>
              <a:gdLst/>
              <a:ahLst/>
              <a:cxnLst/>
              <a:rect l="l" t="t" r="r" b="b"/>
              <a:pathLst>
                <a:path w="0" h="495935">
                  <a:moveTo>
                    <a:pt x="0" y="0"/>
                  </a:moveTo>
                  <a:lnTo>
                    <a:pt x="0" y="4958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7104846" y="2340635"/>
              <a:ext cx="13335" cy="495934"/>
            </a:xfrm>
            <a:custGeom>
              <a:avLst/>
              <a:gdLst/>
              <a:ahLst/>
              <a:cxnLst/>
              <a:rect l="l" t="t" r="r" b="b"/>
              <a:pathLst>
                <a:path w="13334" h="495935">
                  <a:moveTo>
                    <a:pt x="12973" y="495846"/>
                  </a:moveTo>
                  <a:lnTo>
                    <a:pt x="0" y="495846"/>
                  </a:lnTo>
                  <a:lnTo>
                    <a:pt x="0" y="0"/>
                  </a:lnTo>
                  <a:lnTo>
                    <a:pt x="12973" y="0"/>
                  </a:lnTo>
                  <a:lnTo>
                    <a:pt x="12973" y="4958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7104849" y="2340635"/>
              <a:ext cx="0" cy="495934"/>
            </a:xfrm>
            <a:custGeom>
              <a:avLst/>
              <a:gdLst/>
              <a:ahLst/>
              <a:cxnLst/>
              <a:rect l="l" t="t" r="r" b="b"/>
              <a:pathLst>
                <a:path w="0" h="495935">
                  <a:moveTo>
                    <a:pt x="0" y="0"/>
                  </a:moveTo>
                  <a:lnTo>
                    <a:pt x="0" y="4958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7567580" y="2340634"/>
              <a:ext cx="13335" cy="495934"/>
            </a:xfrm>
            <a:custGeom>
              <a:avLst/>
              <a:gdLst/>
              <a:ahLst/>
              <a:cxnLst/>
              <a:rect l="l" t="t" r="r" b="b"/>
              <a:pathLst>
                <a:path w="13334" h="495935">
                  <a:moveTo>
                    <a:pt x="12973" y="495846"/>
                  </a:moveTo>
                  <a:lnTo>
                    <a:pt x="0" y="495846"/>
                  </a:lnTo>
                  <a:lnTo>
                    <a:pt x="0" y="0"/>
                  </a:lnTo>
                  <a:lnTo>
                    <a:pt x="12973" y="0"/>
                  </a:lnTo>
                  <a:lnTo>
                    <a:pt x="12973" y="4958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7567583" y="2340634"/>
              <a:ext cx="0" cy="495934"/>
            </a:xfrm>
            <a:custGeom>
              <a:avLst/>
              <a:gdLst/>
              <a:ahLst/>
              <a:cxnLst/>
              <a:rect l="l" t="t" r="r" b="b"/>
              <a:pathLst>
                <a:path w="0" h="495935">
                  <a:moveTo>
                    <a:pt x="0" y="0"/>
                  </a:moveTo>
                  <a:lnTo>
                    <a:pt x="0" y="4958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8025994" y="2340633"/>
              <a:ext cx="13335" cy="495934"/>
            </a:xfrm>
            <a:custGeom>
              <a:avLst/>
              <a:gdLst/>
              <a:ahLst/>
              <a:cxnLst/>
              <a:rect l="l" t="t" r="r" b="b"/>
              <a:pathLst>
                <a:path w="13334" h="495935">
                  <a:moveTo>
                    <a:pt x="12973" y="495846"/>
                  </a:moveTo>
                  <a:lnTo>
                    <a:pt x="0" y="495846"/>
                  </a:lnTo>
                  <a:lnTo>
                    <a:pt x="0" y="0"/>
                  </a:lnTo>
                  <a:lnTo>
                    <a:pt x="12973" y="0"/>
                  </a:lnTo>
                  <a:lnTo>
                    <a:pt x="12973" y="4958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8025993" y="2340633"/>
              <a:ext cx="0" cy="495934"/>
            </a:xfrm>
            <a:custGeom>
              <a:avLst/>
              <a:gdLst/>
              <a:ahLst/>
              <a:cxnLst/>
              <a:rect l="l" t="t" r="r" b="b"/>
              <a:pathLst>
                <a:path w="0" h="495935">
                  <a:moveTo>
                    <a:pt x="0" y="0"/>
                  </a:moveTo>
                  <a:lnTo>
                    <a:pt x="0" y="4958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8480075" y="2340632"/>
              <a:ext cx="26034" cy="495934"/>
            </a:xfrm>
            <a:custGeom>
              <a:avLst/>
              <a:gdLst/>
              <a:ahLst/>
              <a:cxnLst/>
              <a:rect l="l" t="t" r="r" b="b"/>
              <a:pathLst>
                <a:path w="26034" h="495935">
                  <a:moveTo>
                    <a:pt x="25947" y="495846"/>
                  </a:moveTo>
                  <a:lnTo>
                    <a:pt x="0" y="495846"/>
                  </a:lnTo>
                  <a:lnTo>
                    <a:pt x="0" y="0"/>
                  </a:lnTo>
                  <a:lnTo>
                    <a:pt x="25947" y="0"/>
                  </a:lnTo>
                  <a:lnTo>
                    <a:pt x="25947" y="4958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8480078" y="2340632"/>
              <a:ext cx="0" cy="495934"/>
            </a:xfrm>
            <a:custGeom>
              <a:avLst/>
              <a:gdLst/>
              <a:ahLst/>
              <a:cxnLst/>
              <a:rect l="l" t="t" r="r" b="b"/>
              <a:pathLst>
                <a:path w="0" h="495935">
                  <a:moveTo>
                    <a:pt x="0" y="0"/>
                  </a:moveTo>
                  <a:lnTo>
                    <a:pt x="0" y="4958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/>
          <p:nvPr/>
        </p:nvSpPr>
        <p:spPr>
          <a:xfrm>
            <a:off x="6668065" y="2945310"/>
            <a:ext cx="43688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35"/>
              </a:spcBef>
            </a:pPr>
            <a:r>
              <a:rPr dirty="0" sz="1650" spc="-160" b="1">
                <a:latin typeface="宋体"/>
                <a:cs typeface="宋体"/>
              </a:rPr>
              <a:t>×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117819" y="2855921"/>
            <a:ext cx="450215" cy="495934"/>
          </a:xfrm>
          <a:prstGeom prst="rect">
            <a:avLst/>
          </a:prstGeom>
          <a:solidFill>
            <a:srgbClr val="CCFFCC"/>
          </a:solidFill>
        </p:spPr>
        <p:txBody>
          <a:bodyPr wrap="square" lIns="0" tIns="106045" rIns="0" bIns="0" rtlCol="0" vert="horz">
            <a:spAutoFit/>
          </a:bodyPr>
          <a:lstStyle/>
          <a:p>
            <a:pPr marL="129539">
              <a:lnSpc>
                <a:spcPct val="100000"/>
              </a:lnSpc>
              <a:spcBef>
                <a:spcPts val="835"/>
              </a:spcBef>
            </a:pPr>
            <a:r>
              <a:rPr dirty="0" sz="1650" spc="-160" b="1">
                <a:latin typeface="宋体"/>
                <a:cs typeface="宋体"/>
              </a:rPr>
              <a:t>×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7580554" y="2855921"/>
            <a:ext cx="445770" cy="495934"/>
          </a:xfrm>
          <a:prstGeom prst="rect">
            <a:avLst/>
          </a:prstGeom>
          <a:solidFill>
            <a:srgbClr val="CCFFCC"/>
          </a:solidFill>
        </p:spPr>
        <p:txBody>
          <a:bodyPr wrap="square" lIns="0" tIns="1111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75"/>
              </a:spcBef>
            </a:pPr>
            <a:r>
              <a:rPr dirty="0" sz="1650" spc="-80" b="1">
                <a:latin typeface="Times New Roman"/>
                <a:cs typeface="Times New Roman"/>
              </a:rPr>
              <a:t>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038968" y="2950171"/>
            <a:ext cx="44132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650" spc="-80" b="1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6152404" y="1845414"/>
            <a:ext cx="2355215" cy="1613535"/>
            <a:chOff x="6152404" y="1845414"/>
            <a:chExt cx="2355215" cy="1613535"/>
          </a:xfrm>
        </p:grpSpPr>
        <p:sp>
          <p:nvSpPr>
            <p:cNvPr id="93" name="object 93"/>
            <p:cNvSpPr/>
            <p:nvPr/>
          </p:nvSpPr>
          <p:spPr>
            <a:xfrm>
              <a:off x="6642123" y="2841339"/>
              <a:ext cx="26034" cy="14604"/>
            </a:xfrm>
            <a:custGeom>
              <a:avLst/>
              <a:gdLst/>
              <a:ahLst/>
              <a:cxnLst/>
              <a:rect l="l" t="t" r="r" b="b"/>
              <a:pathLst>
                <a:path w="26034" h="14605">
                  <a:moveTo>
                    <a:pt x="25947" y="14583"/>
                  </a:moveTo>
                  <a:lnTo>
                    <a:pt x="0" y="14583"/>
                  </a:lnTo>
                  <a:lnTo>
                    <a:pt x="0" y="0"/>
                  </a:lnTo>
                  <a:lnTo>
                    <a:pt x="25947" y="0"/>
                  </a:lnTo>
                  <a:lnTo>
                    <a:pt x="25947" y="145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642126" y="284133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 h="0">
                  <a:moveTo>
                    <a:pt x="0" y="0"/>
                  </a:moveTo>
                  <a:lnTo>
                    <a:pt x="25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6668077" y="2841339"/>
              <a:ext cx="436880" cy="14604"/>
            </a:xfrm>
            <a:custGeom>
              <a:avLst/>
              <a:gdLst/>
              <a:ahLst/>
              <a:cxnLst/>
              <a:rect l="l" t="t" r="r" b="b"/>
              <a:pathLst>
                <a:path w="436879" h="14605">
                  <a:moveTo>
                    <a:pt x="436784" y="14583"/>
                  </a:moveTo>
                  <a:lnTo>
                    <a:pt x="0" y="14583"/>
                  </a:lnTo>
                  <a:lnTo>
                    <a:pt x="0" y="0"/>
                  </a:lnTo>
                  <a:lnTo>
                    <a:pt x="436784" y="0"/>
                  </a:lnTo>
                  <a:lnTo>
                    <a:pt x="436784" y="145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6668076" y="2841339"/>
              <a:ext cx="436880" cy="0"/>
            </a:xfrm>
            <a:custGeom>
              <a:avLst/>
              <a:gdLst/>
              <a:ahLst/>
              <a:cxnLst/>
              <a:rect l="l" t="t" r="r" b="b"/>
              <a:pathLst>
                <a:path w="436879" h="0">
                  <a:moveTo>
                    <a:pt x="0" y="0"/>
                  </a:moveTo>
                  <a:lnTo>
                    <a:pt x="43678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104860" y="2841338"/>
              <a:ext cx="13335" cy="14604"/>
            </a:xfrm>
            <a:custGeom>
              <a:avLst/>
              <a:gdLst/>
              <a:ahLst/>
              <a:cxnLst/>
              <a:rect l="l" t="t" r="r" b="b"/>
              <a:pathLst>
                <a:path w="13334" h="14605">
                  <a:moveTo>
                    <a:pt x="12973" y="14583"/>
                  </a:moveTo>
                  <a:lnTo>
                    <a:pt x="0" y="14583"/>
                  </a:lnTo>
                  <a:lnTo>
                    <a:pt x="0" y="0"/>
                  </a:lnTo>
                  <a:lnTo>
                    <a:pt x="12973" y="0"/>
                  </a:lnTo>
                  <a:lnTo>
                    <a:pt x="12973" y="145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104863" y="2841338"/>
              <a:ext cx="13335" cy="14604"/>
            </a:xfrm>
            <a:custGeom>
              <a:avLst/>
              <a:gdLst/>
              <a:ahLst/>
              <a:cxnLst/>
              <a:rect l="l" t="t" r="r" b="b"/>
              <a:pathLst>
                <a:path w="13334" h="14605">
                  <a:moveTo>
                    <a:pt x="0" y="0"/>
                  </a:moveTo>
                  <a:lnTo>
                    <a:pt x="12973" y="0"/>
                  </a:lnTo>
                </a:path>
                <a:path w="13334" h="14605">
                  <a:moveTo>
                    <a:pt x="0" y="0"/>
                  </a:moveTo>
                  <a:lnTo>
                    <a:pt x="0" y="145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7117837" y="2841337"/>
              <a:ext cx="450215" cy="14604"/>
            </a:xfrm>
            <a:custGeom>
              <a:avLst/>
              <a:gdLst/>
              <a:ahLst/>
              <a:cxnLst/>
              <a:rect l="l" t="t" r="r" b="b"/>
              <a:pathLst>
                <a:path w="450215" h="14605">
                  <a:moveTo>
                    <a:pt x="449758" y="14583"/>
                  </a:moveTo>
                  <a:lnTo>
                    <a:pt x="0" y="14583"/>
                  </a:lnTo>
                  <a:lnTo>
                    <a:pt x="0" y="0"/>
                  </a:lnTo>
                  <a:lnTo>
                    <a:pt x="449758" y="0"/>
                  </a:lnTo>
                  <a:lnTo>
                    <a:pt x="449758" y="145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7117840" y="2841337"/>
              <a:ext cx="450215" cy="0"/>
            </a:xfrm>
            <a:custGeom>
              <a:avLst/>
              <a:gdLst/>
              <a:ahLst/>
              <a:cxnLst/>
              <a:rect l="l" t="t" r="r" b="b"/>
              <a:pathLst>
                <a:path w="450215" h="0">
                  <a:moveTo>
                    <a:pt x="0" y="0"/>
                  </a:moveTo>
                  <a:lnTo>
                    <a:pt x="4497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7567597" y="2841336"/>
              <a:ext cx="13335" cy="14604"/>
            </a:xfrm>
            <a:custGeom>
              <a:avLst/>
              <a:gdLst/>
              <a:ahLst/>
              <a:cxnLst/>
              <a:rect l="l" t="t" r="r" b="b"/>
              <a:pathLst>
                <a:path w="13334" h="14605">
                  <a:moveTo>
                    <a:pt x="12973" y="14583"/>
                  </a:moveTo>
                  <a:lnTo>
                    <a:pt x="0" y="14583"/>
                  </a:lnTo>
                  <a:lnTo>
                    <a:pt x="0" y="0"/>
                  </a:lnTo>
                  <a:lnTo>
                    <a:pt x="12973" y="0"/>
                  </a:lnTo>
                  <a:lnTo>
                    <a:pt x="12973" y="145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7567600" y="2841336"/>
              <a:ext cx="13335" cy="14604"/>
            </a:xfrm>
            <a:custGeom>
              <a:avLst/>
              <a:gdLst/>
              <a:ahLst/>
              <a:cxnLst/>
              <a:rect l="l" t="t" r="r" b="b"/>
              <a:pathLst>
                <a:path w="13334" h="14605">
                  <a:moveTo>
                    <a:pt x="0" y="0"/>
                  </a:moveTo>
                  <a:lnTo>
                    <a:pt x="12973" y="0"/>
                  </a:lnTo>
                </a:path>
                <a:path w="13334" h="14605">
                  <a:moveTo>
                    <a:pt x="0" y="0"/>
                  </a:moveTo>
                  <a:lnTo>
                    <a:pt x="0" y="145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7580575" y="2841335"/>
              <a:ext cx="445770" cy="14604"/>
            </a:xfrm>
            <a:custGeom>
              <a:avLst/>
              <a:gdLst/>
              <a:ahLst/>
              <a:cxnLst/>
              <a:rect l="l" t="t" r="r" b="b"/>
              <a:pathLst>
                <a:path w="445770" h="14605">
                  <a:moveTo>
                    <a:pt x="445433" y="14583"/>
                  </a:moveTo>
                  <a:lnTo>
                    <a:pt x="0" y="14583"/>
                  </a:lnTo>
                  <a:lnTo>
                    <a:pt x="0" y="0"/>
                  </a:lnTo>
                  <a:lnTo>
                    <a:pt x="445433" y="0"/>
                  </a:lnTo>
                  <a:lnTo>
                    <a:pt x="445433" y="145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7580578" y="2841335"/>
              <a:ext cx="445770" cy="0"/>
            </a:xfrm>
            <a:custGeom>
              <a:avLst/>
              <a:gdLst/>
              <a:ahLst/>
              <a:cxnLst/>
              <a:rect l="l" t="t" r="r" b="b"/>
              <a:pathLst>
                <a:path w="445770" h="0">
                  <a:moveTo>
                    <a:pt x="0" y="0"/>
                  </a:moveTo>
                  <a:lnTo>
                    <a:pt x="4454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8026015" y="2841334"/>
              <a:ext cx="13335" cy="14604"/>
            </a:xfrm>
            <a:custGeom>
              <a:avLst/>
              <a:gdLst/>
              <a:ahLst/>
              <a:cxnLst/>
              <a:rect l="l" t="t" r="r" b="b"/>
              <a:pathLst>
                <a:path w="13334" h="14605">
                  <a:moveTo>
                    <a:pt x="12973" y="14583"/>
                  </a:moveTo>
                  <a:lnTo>
                    <a:pt x="0" y="14583"/>
                  </a:lnTo>
                  <a:lnTo>
                    <a:pt x="0" y="0"/>
                  </a:lnTo>
                  <a:lnTo>
                    <a:pt x="12973" y="0"/>
                  </a:lnTo>
                  <a:lnTo>
                    <a:pt x="12973" y="145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8026014" y="2841334"/>
              <a:ext cx="13335" cy="14604"/>
            </a:xfrm>
            <a:custGeom>
              <a:avLst/>
              <a:gdLst/>
              <a:ahLst/>
              <a:cxnLst/>
              <a:rect l="l" t="t" r="r" b="b"/>
              <a:pathLst>
                <a:path w="13334" h="14605">
                  <a:moveTo>
                    <a:pt x="0" y="0"/>
                  </a:moveTo>
                  <a:lnTo>
                    <a:pt x="12973" y="0"/>
                  </a:lnTo>
                </a:path>
                <a:path w="13334" h="14605">
                  <a:moveTo>
                    <a:pt x="0" y="0"/>
                  </a:moveTo>
                  <a:lnTo>
                    <a:pt x="0" y="145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8038988" y="2841333"/>
              <a:ext cx="441325" cy="14604"/>
            </a:xfrm>
            <a:custGeom>
              <a:avLst/>
              <a:gdLst/>
              <a:ahLst/>
              <a:cxnLst/>
              <a:rect l="l" t="t" r="r" b="b"/>
              <a:pathLst>
                <a:path w="441325" h="14605">
                  <a:moveTo>
                    <a:pt x="441108" y="14583"/>
                  </a:moveTo>
                  <a:lnTo>
                    <a:pt x="0" y="14583"/>
                  </a:lnTo>
                  <a:lnTo>
                    <a:pt x="0" y="0"/>
                  </a:lnTo>
                  <a:lnTo>
                    <a:pt x="441108" y="0"/>
                  </a:lnTo>
                  <a:lnTo>
                    <a:pt x="441108" y="145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8038991" y="2841333"/>
              <a:ext cx="441325" cy="0"/>
            </a:xfrm>
            <a:custGeom>
              <a:avLst/>
              <a:gdLst/>
              <a:ahLst/>
              <a:cxnLst/>
              <a:rect l="l" t="t" r="r" b="b"/>
              <a:pathLst>
                <a:path w="441325" h="0">
                  <a:moveTo>
                    <a:pt x="0" y="0"/>
                  </a:moveTo>
                  <a:lnTo>
                    <a:pt x="441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8480099" y="2841332"/>
              <a:ext cx="26034" cy="14604"/>
            </a:xfrm>
            <a:custGeom>
              <a:avLst/>
              <a:gdLst/>
              <a:ahLst/>
              <a:cxnLst/>
              <a:rect l="l" t="t" r="r" b="b"/>
              <a:pathLst>
                <a:path w="26034" h="14605">
                  <a:moveTo>
                    <a:pt x="25947" y="14583"/>
                  </a:moveTo>
                  <a:lnTo>
                    <a:pt x="0" y="14583"/>
                  </a:lnTo>
                  <a:lnTo>
                    <a:pt x="0" y="0"/>
                  </a:lnTo>
                  <a:lnTo>
                    <a:pt x="25947" y="0"/>
                  </a:lnTo>
                  <a:lnTo>
                    <a:pt x="25947" y="145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8480102" y="2841332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 h="0">
                  <a:moveTo>
                    <a:pt x="0" y="0"/>
                  </a:moveTo>
                  <a:lnTo>
                    <a:pt x="25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6642147" y="2855915"/>
              <a:ext cx="26034" cy="495934"/>
            </a:xfrm>
            <a:custGeom>
              <a:avLst/>
              <a:gdLst/>
              <a:ahLst/>
              <a:cxnLst/>
              <a:rect l="l" t="t" r="r" b="b"/>
              <a:pathLst>
                <a:path w="26034" h="495935">
                  <a:moveTo>
                    <a:pt x="25947" y="495846"/>
                  </a:moveTo>
                  <a:lnTo>
                    <a:pt x="0" y="495846"/>
                  </a:lnTo>
                  <a:lnTo>
                    <a:pt x="0" y="0"/>
                  </a:lnTo>
                  <a:lnTo>
                    <a:pt x="25947" y="0"/>
                  </a:lnTo>
                  <a:lnTo>
                    <a:pt x="25947" y="4958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6642150" y="2855915"/>
              <a:ext cx="0" cy="495934"/>
            </a:xfrm>
            <a:custGeom>
              <a:avLst/>
              <a:gdLst/>
              <a:ahLst/>
              <a:cxnLst/>
              <a:rect l="l" t="t" r="r" b="b"/>
              <a:pathLst>
                <a:path w="0" h="495935">
                  <a:moveTo>
                    <a:pt x="0" y="0"/>
                  </a:moveTo>
                  <a:lnTo>
                    <a:pt x="0" y="4958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6642150" y="3351761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947" y="29167"/>
                  </a:moveTo>
                  <a:lnTo>
                    <a:pt x="0" y="29167"/>
                  </a:lnTo>
                  <a:lnTo>
                    <a:pt x="0" y="0"/>
                  </a:lnTo>
                  <a:lnTo>
                    <a:pt x="25947" y="0"/>
                  </a:lnTo>
                  <a:lnTo>
                    <a:pt x="25947" y="29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6642153" y="3351761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947" y="0"/>
                  </a:lnTo>
                </a:path>
                <a:path w="26034" h="29210">
                  <a:moveTo>
                    <a:pt x="0" y="0"/>
                  </a:moveTo>
                  <a:lnTo>
                    <a:pt x="0" y="29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6642153" y="3351760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947" y="29167"/>
                  </a:moveTo>
                  <a:lnTo>
                    <a:pt x="0" y="29167"/>
                  </a:lnTo>
                  <a:lnTo>
                    <a:pt x="0" y="0"/>
                  </a:lnTo>
                  <a:lnTo>
                    <a:pt x="25947" y="0"/>
                  </a:lnTo>
                  <a:lnTo>
                    <a:pt x="25947" y="29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6642156" y="3351760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947" y="0"/>
                  </a:lnTo>
                </a:path>
                <a:path w="26034" h="29210">
                  <a:moveTo>
                    <a:pt x="0" y="0"/>
                  </a:moveTo>
                  <a:lnTo>
                    <a:pt x="0" y="29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6668109" y="3351758"/>
              <a:ext cx="436880" cy="29209"/>
            </a:xfrm>
            <a:custGeom>
              <a:avLst/>
              <a:gdLst/>
              <a:ahLst/>
              <a:cxnLst/>
              <a:rect l="l" t="t" r="r" b="b"/>
              <a:pathLst>
                <a:path w="436879" h="29210">
                  <a:moveTo>
                    <a:pt x="436784" y="29167"/>
                  </a:moveTo>
                  <a:lnTo>
                    <a:pt x="0" y="29167"/>
                  </a:lnTo>
                  <a:lnTo>
                    <a:pt x="0" y="0"/>
                  </a:lnTo>
                  <a:lnTo>
                    <a:pt x="436784" y="0"/>
                  </a:lnTo>
                  <a:lnTo>
                    <a:pt x="436784" y="29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6668107" y="3351758"/>
              <a:ext cx="436880" cy="0"/>
            </a:xfrm>
            <a:custGeom>
              <a:avLst/>
              <a:gdLst/>
              <a:ahLst/>
              <a:cxnLst/>
              <a:rect l="l" t="t" r="r" b="b"/>
              <a:pathLst>
                <a:path w="436879" h="0">
                  <a:moveTo>
                    <a:pt x="0" y="0"/>
                  </a:moveTo>
                  <a:lnTo>
                    <a:pt x="43678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7104891" y="2855911"/>
              <a:ext cx="13335" cy="495934"/>
            </a:xfrm>
            <a:custGeom>
              <a:avLst/>
              <a:gdLst/>
              <a:ahLst/>
              <a:cxnLst/>
              <a:rect l="l" t="t" r="r" b="b"/>
              <a:pathLst>
                <a:path w="13334" h="495935">
                  <a:moveTo>
                    <a:pt x="12973" y="495846"/>
                  </a:moveTo>
                  <a:lnTo>
                    <a:pt x="0" y="495846"/>
                  </a:lnTo>
                  <a:lnTo>
                    <a:pt x="0" y="0"/>
                  </a:lnTo>
                  <a:lnTo>
                    <a:pt x="12973" y="0"/>
                  </a:lnTo>
                  <a:lnTo>
                    <a:pt x="12973" y="4958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7104894" y="2855911"/>
              <a:ext cx="0" cy="495934"/>
            </a:xfrm>
            <a:custGeom>
              <a:avLst/>
              <a:gdLst/>
              <a:ahLst/>
              <a:cxnLst/>
              <a:rect l="l" t="t" r="r" b="b"/>
              <a:pathLst>
                <a:path w="0" h="495935">
                  <a:moveTo>
                    <a:pt x="0" y="0"/>
                  </a:moveTo>
                  <a:lnTo>
                    <a:pt x="0" y="4958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7104893" y="3351757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947" y="29167"/>
                  </a:moveTo>
                  <a:lnTo>
                    <a:pt x="0" y="29167"/>
                  </a:lnTo>
                  <a:lnTo>
                    <a:pt x="0" y="0"/>
                  </a:lnTo>
                  <a:lnTo>
                    <a:pt x="25947" y="0"/>
                  </a:lnTo>
                  <a:lnTo>
                    <a:pt x="25947" y="29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7104896" y="3351757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947" y="0"/>
                  </a:lnTo>
                </a:path>
                <a:path w="26034" h="29210">
                  <a:moveTo>
                    <a:pt x="0" y="0"/>
                  </a:moveTo>
                  <a:lnTo>
                    <a:pt x="0" y="29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7130849" y="3351756"/>
              <a:ext cx="436880" cy="29209"/>
            </a:xfrm>
            <a:custGeom>
              <a:avLst/>
              <a:gdLst/>
              <a:ahLst/>
              <a:cxnLst/>
              <a:rect l="l" t="t" r="r" b="b"/>
              <a:pathLst>
                <a:path w="436879" h="29210">
                  <a:moveTo>
                    <a:pt x="436784" y="29167"/>
                  </a:moveTo>
                  <a:lnTo>
                    <a:pt x="0" y="29167"/>
                  </a:lnTo>
                  <a:lnTo>
                    <a:pt x="0" y="0"/>
                  </a:lnTo>
                  <a:lnTo>
                    <a:pt x="436784" y="0"/>
                  </a:lnTo>
                  <a:lnTo>
                    <a:pt x="436784" y="29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7130847" y="3351756"/>
              <a:ext cx="436880" cy="0"/>
            </a:xfrm>
            <a:custGeom>
              <a:avLst/>
              <a:gdLst/>
              <a:ahLst/>
              <a:cxnLst/>
              <a:rect l="l" t="t" r="r" b="b"/>
              <a:pathLst>
                <a:path w="436879" h="0">
                  <a:moveTo>
                    <a:pt x="0" y="0"/>
                  </a:moveTo>
                  <a:lnTo>
                    <a:pt x="43678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7567631" y="2855908"/>
              <a:ext cx="13335" cy="495934"/>
            </a:xfrm>
            <a:custGeom>
              <a:avLst/>
              <a:gdLst/>
              <a:ahLst/>
              <a:cxnLst/>
              <a:rect l="l" t="t" r="r" b="b"/>
              <a:pathLst>
                <a:path w="13334" h="495935">
                  <a:moveTo>
                    <a:pt x="12973" y="495846"/>
                  </a:moveTo>
                  <a:lnTo>
                    <a:pt x="0" y="495846"/>
                  </a:lnTo>
                  <a:lnTo>
                    <a:pt x="0" y="0"/>
                  </a:lnTo>
                  <a:lnTo>
                    <a:pt x="12973" y="0"/>
                  </a:lnTo>
                  <a:lnTo>
                    <a:pt x="12973" y="4958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7567634" y="2855908"/>
              <a:ext cx="0" cy="495934"/>
            </a:xfrm>
            <a:custGeom>
              <a:avLst/>
              <a:gdLst/>
              <a:ahLst/>
              <a:cxnLst/>
              <a:rect l="l" t="t" r="r" b="b"/>
              <a:pathLst>
                <a:path w="0" h="495935">
                  <a:moveTo>
                    <a:pt x="0" y="0"/>
                  </a:moveTo>
                  <a:lnTo>
                    <a:pt x="0" y="4958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7567633" y="3351754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947" y="29167"/>
                  </a:moveTo>
                  <a:lnTo>
                    <a:pt x="0" y="29167"/>
                  </a:lnTo>
                  <a:lnTo>
                    <a:pt x="0" y="0"/>
                  </a:lnTo>
                  <a:lnTo>
                    <a:pt x="25947" y="0"/>
                  </a:lnTo>
                  <a:lnTo>
                    <a:pt x="25947" y="29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7567636" y="3351754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947" y="0"/>
                  </a:lnTo>
                </a:path>
                <a:path w="26034" h="29210">
                  <a:moveTo>
                    <a:pt x="0" y="0"/>
                  </a:moveTo>
                  <a:lnTo>
                    <a:pt x="0" y="29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7593589" y="3351753"/>
              <a:ext cx="433070" cy="29209"/>
            </a:xfrm>
            <a:custGeom>
              <a:avLst/>
              <a:gdLst/>
              <a:ahLst/>
              <a:cxnLst/>
              <a:rect l="l" t="t" r="r" b="b"/>
              <a:pathLst>
                <a:path w="433070" h="29210">
                  <a:moveTo>
                    <a:pt x="432459" y="29167"/>
                  </a:moveTo>
                  <a:lnTo>
                    <a:pt x="0" y="29167"/>
                  </a:lnTo>
                  <a:lnTo>
                    <a:pt x="0" y="0"/>
                  </a:lnTo>
                  <a:lnTo>
                    <a:pt x="432459" y="0"/>
                  </a:lnTo>
                  <a:lnTo>
                    <a:pt x="432459" y="29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7593588" y="3351753"/>
              <a:ext cx="433070" cy="0"/>
            </a:xfrm>
            <a:custGeom>
              <a:avLst/>
              <a:gdLst/>
              <a:ahLst/>
              <a:cxnLst/>
              <a:rect l="l" t="t" r="r" b="b"/>
              <a:pathLst>
                <a:path w="433070" h="0">
                  <a:moveTo>
                    <a:pt x="0" y="0"/>
                  </a:moveTo>
                  <a:lnTo>
                    <a:pt x="43245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8026051" y="2855906"/>
              <a:ext cx="13335" cy="495934"/>
            </a:xfrm>
            <a:custGeom>
              <a:avLst/>
              <a:gdLst/>
              <a:ahLst/>
              <a:cxnLst/>
              <a:rect l="l" t="t" r="r" b="b"/>
              <a:pathLst>
                <a:path w="13334" h="495935">
                  <a:moveTo>
                    <a:pt x="12973" y="495846"/>
                  </a:moveTo>
                  <a:lnTo>
                    <a:pt x="0" y="495846"/>
                  </a:lnTo>
                  <a:lnTo>
                    <a:pt x="0" y="0"/>
                  </a:lnTo>
                  <a:lnTo>
                    <a:pt x="12973" y="0"/>
                  </a:lnTo>
                  <a:lnTo>
                    <a:pt x="12973" y="4958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8026050" y="2855906"/>
              <a:ext cx="0" cy="495934"/>
            </a:xfrm>
            <a:custGeom>
              <a:avLst/>
              <a:gdLst/>
              <a:ahLst/>
              <a:cxnLst/>
              <a:rect l="l" t="t" r="r" b="b"/>
              <a:pathLst>
                <a:path w="0" h="495935">
                  <a:moveTo>
                    <a:pt x="0" y="0"/>
                  </a:moveTo>
                  <a:lnTo>
                    <a:pt x="0" y="4958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8026053" y="3351752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943" y="29167"/>
                  </a:moveTo>
                  <a:lnTo>
                    <a:pt x="0" y="29167"/>
                  </a:lnTo>
                  <a:lnTo>
                    <a:pt x="0" y="0"/>
                  </a:lnTo>
                  <a:lnTo>
                    <a:pt x="25943" y="0"/>
                  </a:lnTo>
                  <a:lnTo>
                    <a:pt x="25943" y="29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8026052" y="3351752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947" y="0"/>
                  </a:lnTo>
                </a:path>
                <a:path w="26034" h="29210">
                  <a:moveTo>
                    <a:pt x="0" y="0"/>
                  </a:moveTo>
                  <a:lnTo>
                    <a:pt x="0" y="29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8052000" y="3351750"/>
              <a:ext cx="428625" cy="29209"/>
            </a:xfrm>
            <a:custGeom>
              <a:avLst/>
              <a:gdLst/>
              <a:ahLst/>
              <a:cxnLst/>
              <a:rect l="l" t="t" r="r" b="b"/>
              <a:pathLst>
                <a:path w="428625" h="29210">
                  <a:moveTo>
                    <a:pt x="428135" y="29167"/>
                  </a:moveTo>
                  <a:lnTo>
                    <a:pt x="0" y="29167"/>
                  </a:lnTo>
                  <a:lnTo>
                    <a:pt x="0" y="0"/>
                  </a:lnTo>
                  <a:lnTo>
                    <a:pt x="428135" y="0"/>
                  </a:lnTo>
                  <a:lnTo>
                    <a:pt x="428135" y="29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8052003" y="3351750"/>
              <a:ext cx="428625" cy="0"/>
            </a:xfrm>
            <a:custGeom>
              <a:avLst/>
              <a:gdLst/>
              <a:ahLst/>
              <a:cxnLst/>
              <a:rect l="l" t="t" r="r" b="b"/>
              <a:pathLst>
                <a:path w="428625" h="0">
                  <a:moveTo>
                    <a:pt x="0" y="0"/>
                  </a:moveTo>
                  <a:lnTo>
                    <a:pt x="4281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8480137" y="2855903"/>
              <a:ext cx="26034" cy="495934"/>
            </a:xfrm>
            <a:custGeom>
              <a:avLst/>
              <a:gdLst/>
              <a:ahLst/>
              <a:cxnLst/>
              <a:rect l="l" t="t" r="r" b="b"/>
              <a:pathLst>
                <a:path w="26034" h="495935">
                  <a:moveTo>
                    <a:pt x="25947" y="495846"/>
                  </a:moveTo>
                  <a:lnTo>
                    <a:pt x="0" y="495846"/>
                  </a:lnTo>
                  <a:lnTo>
                    <a:pt x="0" y="0"/>
                  </a:lnTo>
                  <a:lnTo>
                    <a:pt x="25947" y="0"/>
                  </a:lnTo>
                  <a:lnTo>
                    <a:pt x="25947" y="4958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8480141" y="2855903"/>
              <a:ext cx="0" cy="495934"/>
            </a:xfrm>
            <a:custGeom>
              <a:avLst/>
              <a:gdLst/>
              <a:ahLst/>
              <a:cxnLst/>
              <a:rect l="l" t="t" r="r" b="b"/>
              <a:pathLst>
                <a:path w="0" h="495935">
                  <a:moveTo>
                    <a:pt x="0" y="0"/>
                  </a:moveTo>
                  <a:lnTo>
                    <a:pt x="0" y="4958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8480140" y="335174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947" y="29167"/>
                  </a:moveTo>
                  <a:lnTo>
                    <a:pt x="0" y="29167"/>
                  </a:lnTo>
                  <a:lnTo>
                    <a:pt x="0" y="0"/>
                  </a:lnTo>
                  <a:lnTo>
                    <a:pt x="25947" y="0"/>
                  </a:lnTo>
                  <a:lnTo>
                    <a:pt x="25947" y="29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8480143" y="335174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947" y="0"/>
                  </a:lnTo>
                </a:path>
                <a:path w="26034" h="29210">
                  <a:moveTo>
                    <a:pt x="0" y="0"/>
                  </a:moveTo>
                  <a:lnTo>
                    <a:pt x="0" y="29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8480143" y="3351748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947" y="29167"/>
                  </a:moveTo>
                  <a:lnTo>
                    <a:pt x="0" y="29167"/>
                  </a:lnTo>
                  <a:lnTo>
                    <a:pt x="0" y="0"/>
                  </a:lnTo>
                  <a:lnTo>
                    <a:pt x="25947" y="0"/>
                  </a:lnTo>
                  <a:lnTo>
                    <a:pt x="25947" y="29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8480146" y="3351748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947" y="0"/>
                  </a:lnTo>
                </a:path>
                <a:path w="26034" h="29210">
                  <a:moveTo>
                    <a:pt x="0" y="0"/>
                  </a:moveTo>
                  <a:lnTo>
                    <a:pt x="0" y="29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6425849" y="2117030"/>
              <a:ext cx="225425" cy="199390"/>
            </a:xfrm>
            <a:custGeom>
              <a:avLst/>
              <a:gdLst/>
              <a:ahLst/>
              <a:cxnLst/>
              <a:rect l="l" t="t" r="r" b="b"/>
              <a:pathLst>
                <a:path w="225425" h="199389">
                  <a:moveTo>
                    <a:pt x="224879" y="199310"/>
                  </a:moveTo>
                  <a:lnTo>
                    <a:pt x="0" y="0"/>
                  </a:lnTo>
                </a:path>
              </a:pathLst>
            </a:custGeom>
            <a:ln w="185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7109135" y="3351786"/>
              <a:ext cx="916940" cy="97790"/>
            </a:xfrm>
            <a:custGeom>
              <a:avLst/>
              <a:gdLst/>
              <a:ahLst/>
              <a:cxnLst/>
              <a:rect l="l" t="t" r="r" b="b"/>
              <a:pathLst>
                <a:path w="916940" h="97789">
                  <a:moveTo>
                    <a:pt x="916814" y="0"/>
                  </a:moveTo>
                  <a:lnTo>
                    <a:pt x="916814" y="19444"/>
                  </a:lnTo>
                  <a:lnTo>
                    <a:pt x="912490" y="34028"/>
                  </a:lnTo>
                  <a:lnTo>
                    <a:pt x="903840" y="53473"/>
                  </a:lnTo>
                  <a:lnTo>
                    <a:pt x="895191" y="68057"/>
                  </a:lnTo>
                  <a:lnTo>
                    <a:pt x="882217" y="77779"/>
                  </a:lnTo>
                  <a:lnTo>
                    <a:pt x="869244" y="87502"/>
                  </a:lnTo>
                  <a:lnTo>
                    <a:pt x="856270" y="92363"/>
                  </a:lnTo>
                  <a:lnTo>
                    <a:pt x="843296" y="97224"/>
                  </a:lnTo>
                  <a:lnTo>
                    <a:pt x="77842" y="97224"/>
                  </a:lnTo>
                  <a:lnTo>
                    <a:pt x="60544" y="92363"/>
                  </a:lnTo>
                  <a:lnTo>
                    <a:pt x="47570" y="87502"/>
                  </a:lnTo>
                  <a:lnTo>
                    <a:pt x="34596" y="77779"/>
                  </a:lnTo>
                  <a:lnTo>
                    <a:pt x="25947" y="68057"/>
                  </a:lnTo>
                  <a:lnTo>
                    <a:pt x="12973" y="53473"/>
                  </a:lnTo>
                  <a:lnTo>
                    <a:pt x="8649" y="34028"/>
                  </a:lnTo>
                  <a:lnTo>
                    <a:pt x="4324" y="19444"/>
                  </a:lnTo>
                  <a:lnTo>
                    <a:pt x="0" y="0"/>
                  </a:lnTo>
                </a:path>
              </a:pathLst>
            </a:custGeom>
            <a:ln w="194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7571867" y="2238561"/>
              <a:ext cx="925830" cy="97790"/>
            </a:xfrm>
            <a:custGeom>
              <a:avLst/>
              <a:gdLst/>
              <a:ahLst/>
              <a:cxnLst/>
              <a:rect l="l" t="t" r="r" b="b"/>
              <a:pathLst>
                <a:path w="925829" h="97789">
                  <a:moveTo>
                    <a:pt x="925463" y="97224"/>
                  </a:moveTo>
                  <a:lnTo>
                    <a:pt x="925463" y="77779"/>
                  </a:lnTo>
                  <a:lnTo>
                    <a:pt x="921139" y="58334"/>
                  </a:lnTo>
                  <a:lnTo>
                    <a:pt x="912490" y="38889"/>
                  </a:lnTo>
                  <a:lnTo>
                    <a:pt x="903840" y="24306"/>
                  </a:lnTo>
                  <a:lnTo>
                    <a:pt x="890867" y="14583"/>
                  </a:lnTo>
                  <a:lnTo>
                    <a:pt x="877893" y="4861"/>
                  </a:lnTo>
                  <a:lnTo>
                    <a:pt x="864919" y="0"/>
                  </a:lnTo>
                  <a:lnTo>
                    <a:pt x="847621" y="0"/>
                  </a:lnTo>
                  <a:lnTo>
                    <a:pt x="77842" y="0"/>
                  </a:lnTo>
                  <a:lnTo>
                    <a:pt x="60544" y="0"/>
                  </a:lnTo>
                  <a:lnTo>
                    <a:pt x="47570" y="4861"/>
                  </a:lnTo>
                  <a:lnTo>
                    <a:pt x="34596" y="14583"/>
                  </a:lnTo>
                  <a:lnTo>
                    <a:pt x="21622" y="24306"/>
                  </a:lnTo>
                  <a:lnTo>
                    <a:pt x="12973" y="38889"/>
                  </a:lnTo>
                  <a:lnTo>
                    <a:pt x="4324" y="58334"/>
                  </a:lnTo>
                  <a:lnTo>
                    <a:pt x="0" y="77779"/>
                  </a:lnTo>
                  <a:lnTo>
                    <a:pt x="0" y="97224"/>
                  </a:lnTo>
                </a:path>
              </a:pathLst>
            </a:custGeom>
            <a:ln w="194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6166372" y="1859386"/>
              <a:ext cx="298450" cy="330835"/>
            </a:xfrm>
            <a:custGeom>
              <a:avLst/>
              <a:gdLst/>
              <a:ahLst/>
              <a:cxnLst/>
              <a:rect l="l" t="t" r="r" b="b"/>
              <a:pathLst>
                <a:path w="298450" h="330835">
                  <a:moveTo>
                    <a:pt x="181633" y="330564"/>
                  </a:moveTo>
                  <a:lnTo>
                    <a:pt x="164334" y="330564"/>
                  </a:lnTo>
                  <a:lnTo>
                    <a:pt x="121088" y="330564"/>
                  </a:lnTo>
                  <a:lnTo>
                    <a:pt x="108114" y="325703"/>
                  </a:lnTo>
                  <a:lnTo>
                    <a:pt x="90816" y="320837"/>
                  </a:lnTo>
                  <a:lnTo>
                    <a:pt x="77842" y="311119"/>
                  </a:lnTo>
                  <a:lnTo>
                    <a:pt x="69193" y="306258"/>
                  </a:lnTo>
                  <a:lnTo>
                    <a:pt x="56219" y="296535"/>
                  </a:lnTo>
                  <a:lnTo>
                    <a:pt x="47570" y="281951"/>
                  </a:lnTo>
                  <a:lnTo>
                    <a:pt x="34596" y="272224"/>
                  </a:lnTo>
                  <a:lnTo>
                    <a:pt x="25947" y="257645"/>
                  </a:lnTo>
                  <a:lnTo>
                    <a:pt x="21622" y="243062"/>
                  </a:lnTo>
                  <a:lnTo>
                    <a:pt x="12973" y="228473"/>
                  </a:lnTo>
                  <a:lnTo>
                    <a:pt x="4324" y="199310"/>
                  </a:lnTo>
                  <a:lnTo>
                    <a:pt x="4324" y="184722"/>
                  </a:lnTo>
                  <a:lnTo>
                    <a:pt x="0" y="165282"/>
                  </a:lnTo>
                  <a:lnTo>
                    <a:pt x="4324" y="150698"/>
                  </a:lnTo>
                  <a:lnTo>
                    <a:pt x="4324" y="131253"/>
                  </a:lnTo>
                  <a:lnTo>
                    <a:pt x="12973" y="102081"/>
                  </a:lnTo>
                  <a:lnTo>
                    <a:pt x="21622" y="87502"/>
                  </a:lnTo>
                  <a:lnTo>
                    <a:pt x="25947" y="72918"/>
                  </a:lnTo>
                  <a:lnTo>
                    <a:pt x="34596" y="58330"/>
                  </a:lnTo>
                  <a:lnTo>
                    <a:pt x="47570" y="48612"/>
                  </a:lnTo>
                  <a:lnTo>
                    <a:pt x="56219" y="38889"/>
                  </a:lnTo>
                  <a:lnTo>
                    <a:pt x="69193" y="29167"/>
                  </a:lnTo>
                  <a:lnTo>
                    <a:pt x="77842" y="19444"/>
                  </a:lnTo>
                  <a:lnTo>
                    <a:pt x="90816" y="9717"/>
                  </a:lnTo>
                  <a:lnTo>
                    <a:pt x="108114" y="4861"/>
                  </a:lnTo>
                  <a:lnTo>
                    <a:pt x="121088" y="0"/>
                  </a:lnTo>
                  <a:lnTo>
                    <a:pt x="181633" y="0"/>
                  </a:lnTo>
                  <a:lnTo>
                    <a:pt x="207580" y="9717"/>
                  </a:lnTo>
                  <a:lnTo>
                    <a:pt x="246502" y="38889"/>
                  </a:lnTo>
                  <a:lnTo>
                    <a:pt x="263800" y="58330"/>
                  </a:lnTo>
                  <a:lnTo>
                    <a:pt x="289748" y="102081"/>
                  </a:lnTo>
                  <a:lnTo>
                    <a:pt x="298397" y="131253"/>
                  </a:lnTo>
                  <a:lnTo>
                    <a:pt x="298397" y="199310"/>
                  </a:lnTo>
                  <a:lnTo>
                    <a:pt x="289748" y="228473"/>
                  </a:lnTo>
                  <a:lnTo>
                    <a:pt x="263800" y="272224"/>
                  </a:lnTo>
                  <a:lnTo>
                    <a:pt x="255151" y="281951"/>
                  </a:lnTo>
                  <a:lnTo>
                    <a:pt x="246502" y="296535"/>
                  </a:lnTo>
                  <a:lnTo>
                    <a:pt x="233528" y="306258"/>
                  </a:lnTo>
                  <a:lnTo>
                    <a:pt x="220554" y="311119"/>
                  </a:lnTo>
                  <a:lnTo>
                    <a:pt x="207580" y="320837"/>
                  </a:lnTo>
                  <a:lnTo>
                    <a:pt x="181633" y="3305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6166374" y="1859384"/>
              <a:ext cx="298450" cy="330835"/>
            </a:xfrm>
            <a:custGeom>
              <a:avLst/>
              <a:gdLst/>
              <a:ahLst/>
              <a:cxnLst/>
              <a:rect l="l" t="t" r="r" b="b"/>
              <a:pathLst>
                <a:path w="298450" h="330835">
                  <a:moveTo>
                    <a:pt x="151360" y="0"/>
                  </a:moveTo>
                  <a:lnTo>
                    <a:pt x="134062" y="0"/>
                  </a:lnTo>
                  <a:lnTo>
                    <a:pt x="121088" y="0"/>
                  </a:lnTo>
                  <a:lnTo>
                    <a:pt x="108114" y="4861"/>
                  </a:lnTo>
                  <a:lnTo>
                    <a:pt x="90816" y="9722"/>
                  </a:lnTo>
                  <a:lnTo>
                    <a:pt x="77842" y="19444"/>
                  </a:lnTo>
                  <a:lnTo>
                    <a:pt x="69193" y="29167"/>
                  </a:lnTo>
                  <a:lnTo>
                    <a:pt x="56219" y="38889"/>
                  </a:lnTo>
                  <a:lnTo>
                    <a:pt x="47570" y="48612"/>
                  </a:lnTo>
                  <a:lnTo>
                    <a:pt x="34596" y="58334"/>
                  </a:lnTo>
                  <a:lnTo>
                    <a:pt x="25947" y="72918"/>
                  </a:lnTo>
                  <a:lnTo>
                    <a:pt x="21622" y="87502"/>
                  </a:lnTo>
                  <a:lnTo>
                    <a:pt x="12973" y="102086"/>
                  </a:lnTo>
                  <a:lnTo>
                    <a:pt x="8649" y="116669"/>
                  </a:lnTo>
                  <a:lnTo>
                    <a:pt x="4324" y="131253"/>
                  </a:lnTo>
                  <a:lnTo>
                    <a:pt x="4324" y="150698"/>
                  </a:lnTo>
                  <a:lnTo>
                    <a:pt x="0" y="165282"/>
                  </a:lnTo>
                  <a:lnTo>
                    <a:pt x="4324" y="184727"/>
                  </a:lnTo>
                  <a:lnTo>
                    <a:pt x="4324" y="199310"/>
                  </a:lnTo>
                  <a:lnTo>
                    <a:pt x="8649" y="213894"/>
                  </a:lnTo>
                  <a:lnTo>
                    <a:pt x="12973" y="228478"/>
                  </a:lnTo>
                  <a:lnTo>
                    <a:pt x="21622" y="243062"/>
                  </a:lnTo>
                  <a:lnTo>
                    <a:pt x="25947" y="257645"/>
                  </a:lnTo>
                  <a:lnTo>
                    <a:pt x="34596" y="272229"/>
                  </a:lnTo>
                  <a:lnTo>
                    <a:pt x="47570" y="281951"/>
                  </a:lnTo>
                  <a:lnTo>
                    <a:pt x="56219" y="296535"/>
                  </a:lnTo>
                  <a:lnTo>
                    <a:pt x="69193" y="306258"/>
                  </a:lnTo>
                  <a:lnTo>
                    <a:pt x="77842" y="311119"/>
                  </a:lnTo>
                  <a:lnTo>
                    <a:pt x="90816" y="320841"/>
                  </a:lnTo>
                  <a:lnTo>
                    <a:pt x="108114" y="325703"/>
                  </a:lnTo>
                  <a:lnTo>
                    <a:pt x="121088" y="330564"/>
                  </a:lnTo>
                  <a:lnTo>
                    <a:pt x="134062" y="330564"/>
                  </a:lnTo>
                  <a:lnTo>
                    <a:pt x="151360" y="330564"/>
                  </a:lnTo>
                  <a:lnTo>
                    <a:pt x="164334" y="330564"/>
                  </a:lnTo>
                  <a:lnTo>
                    <a:pt x="181633" y="330564"/>
                  </a:lnTo>
                  <a:lnTo>
                    <a:pt x="194606" y="325703"/>
                  </a:lnTo>
                  <a:lnTo>
                    <a:pt x="207580" y="320841"/>
                  </a:lnTo>
                  <a:lnTo>
                    <a:pt x="220554" y="311119"/>
                  </a:lnTo>
                  <a:lnTo>
                    <a:pt x="233528" y="306258"/>
                  </a:lnTo>
                  <a:lnTo>
                    <a:pt x="246502" y="296535"/>
                  </a:lnTo>
                  <a:lnTo>
                    <a:pt x="255151" y="281951"/>
                  </a:lnTo>
                  <a:lnTo>
                    <a:pt x="263800" y="272229"/>
                  </a:lnTo>
                  <a:lnTo>
                    <a:pt x="272449" y="257645"/>
                  </a:lnTo>
                  <a:lnTo>
                    <a:pt x="281098" y="243062"/>
                  </a:lnTo>
                  <a:lnTo>
                    <a:pt x="289748" y="228478"/>
                  </a:lnTo>
                  <a:lnTo>
                    <a:pt x="294072" y="213894"/>
                  </a:lnTo>
                  <a:lnTo>
                    <a:pt x="298397" y="199310"/>
                  </a:lnTo>
                  <a:lnTo>
                    <a:pt x="298397" y="184727"/>
                  </a:lnTo>
                  <a:lnTo>
                    <a:pt x="298397" y="165282"/>
                  </a:lnTo>
                  <a:lnTo>
                    <a:pt x="298397" y="150698"/>
                  </a:lnTo>
                  <a:lnTo>
                    <a:pt x="298397" y="131253"/>
                  </a:lnTo>
                  <a:lnTo>
                    <a:pt x="294072" y="116669"/>
                  </a:lnTo>
                  <a:lnTo>
                    <a:pt x="289748" y="102086"/>
                  </a:lnTo>
                  <a:lnTo>
                    <a:pt x="281098" y="87502"/>
                  </a:lnTo>
                  <a:lnTo>
                    <a:pt x="272449" y="72918"/>
                  </a:lnTo>
                  <a:lnTo>
                    <a:pt x="263800" y="58334"/>
                  </a:lnTo>
                  <a:lnTo>
                    <a:pt x="255151" y="48612"/>
                  </a:lnTo>
                  <a:lnTo>
                    <a:pt x="246502" y="38889"/>
                  </a:lnTo>
                  <a:lnTo>
                    <a:pt x="233528" y="29167"/>
                  </a:lnTo>
                  <a:lnTo>
                    <a:pt x="220554" y="19444"/>
                  </a:lnTo>
                  <a:lnTo>
                    <a:pt x="207580" y="9722"/>
                  </a:lnTo>
                  <a:lnTo>
                    <a:pt x="194606" y="4861"/>
                  </a:lnTo>
                  <a:lnTo>
                    <a:pt x="181633" y="0"/>
                  </a:lnTo>
                  <a:lnTo>
                    <a:pt x="164334" y="0"/>
                  </a:lnTo>
                  <a:lnTo>
                    <a:pt x="151360" y="0"/>
                  </a:lnTo>
                </a:path>
              </a:pathLst>
            </a:custGeom>
            <a:ln w="273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8" name="object 148"/>
          <p:cNvSpPr txBox="1"/>
          <p:nvPr/>
        </p:nvSpPr>
        <p:spPr>
          <a:xfrm>
            <a:off x="6201792" y="1870990"/>
            <a:ext cx="26479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1650" spc="-90" b="1" i="1">
                <a:latin typeface="Times New Roman"/>
                <a:cs typeface="Times New Roman"/>
              </a:rPr>
              <a:t>K</a:t>
            </a:r>
            <a:r>
              <a:rPr dirty="0" baseline="-12626" sz="1650" spc="-135" b="1">
                <a:latin typeface="Times New Roman"/>
                <a:cs typeface="Times New Roman"/>
              </a:rPr>
              <a:t>1</a:t>
            </a:r>
            <a:endParaRPr baseline="-12626" sz="1650">
              <a:latin typeface="Times New Roman"/>
              <a:cs typeface="Times New Roman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6674136" y="2376997"/>
            <a:ext cx="1808480" cy="934085"/>
            <a:chOff x="6674136" y="2376997"/>
            <a:chExt cx="1808480" cy="934085"/>
          </a:xfrm>
        </p:grpSpPr>
        <p:sp>
          <p:nvSpPr>
            <p:cNvPr id="150" name="object 150"/>
            <p:cNvSpPr/>
            <p:nvPr/>
          </p:nvSpPr>
          <p:spPr>
            <a:xfrm>
              <a:off x="8125417" y="2379537"/>
              <a:ext cx="354965" cy="918844"/>
            </a:xfrm>
            <a:custGeom>
              <a:avLst/>
              <a:gdLst/>
              <a:ahLst/>
              <a:cxnLst/>
              <a:rect l="l" t="t" r="r" b="b"/>
              <a:pathLst>
                <a:path w="354965" h="918845">
                  <a:moveTo>
                    <a:pt x="332993" y="918774"/>
                  </a:moveTo>
                  <a:lnTo>
                    <a:pt x="285423" y="918774"/>
                  </a:lnTo>
                  <a:lnTo>
                    <a:pt x="281094" y="913913"/>
                  </a:lnTo>
                  <a:lnTo>
                    <a:pt x="281094" y="904190"/>
                  </a:lnTo>
                  <a:lnTo>
                    <a:pt x="332993" y="904190"/>
                  </a:lnTo>
                  <a:lnTo>
                    <a:pt x="332993" y="918774"/>
                  </a:lnTo>
                  <a:close/>
                </a:path>
                <a:path w="354965" h="918845">
                  <a:moveTo>
                    <a:pt x="237848" y="913913"/>
                  </a:moveTo>
                  <a:lnTo>
                    <a:pt x="194606" y="913913"/>
                  </a:lnTo>
                  <a:lnTo>
                    <a:pt x="185957" y="909052"/>
                  </a:lnTo>
                  <a:lnTo>
                    <a:pt x="185957" y="904190"/>
                  </a:lnTo>
                  <a:lnTo>
                    <a:pt x="194606" y="894468"/>
                  </a:lnTo>
                  <a:lnTo>
                    <a:pt x="216229" y="899329"/>
                  </a:lnTo>
                  <a:lnTo>
                    <a:pt x="233528" y="899329"/>
                  </a:lnTo>
                  <a:lnTo>
                    <a:pt x="237848" y="904190"/>
                  </a:lnTo>
                  <a:lnTo>
                    <a:pt x="242173" y="904190"/>
                  </a:lnTo>
                  <a:lnTo>
                    <a:pt x="242173" y="909052"/>
                  </a:lnTo>
                  <a:lnTo>
                    <a:pt x="237848" y="913913"/>
                  </a:lnTo>
                  <a:close/>
                </a:path>
                <a:path w="354965" h="918845">
                  <a:moveTo>
                    <a:pt x="142711" y="904190"/>
                  </a:moveTo>
                  <a:lnTo>
                    <a:pt x="129737" y="904190"/>
                  </a:lnTo>
                  <a:lnTo>
                    <a:pt x="108114" y="899329"/>
                  </a:lnTo>
                  <a:lnTo>
                    <a:pt x="99465" y="894468"/>
                  </a:lnTo>
                  <a:lnTo>
                    <a:pt x="95141" y="894468"/>
                  </a:lnTo>
                  <a:lnTo>
                    <a:pt x="95141" y="879884"/>
                  </a:lnTo>
                  <a:lnTo>
                    <a:pt x="99465" y="879884"/>
                  </a:lnTo>
                  <a:lnTo>
                    <a:pt x="108114" y="884745"/>
                  </a:lnTo>
                  <a:lnTo>
                    <a:pt x="134062" y="889607"/>
                  </a:lnTo>
                  <a:lnTo>
                    <a:pt x="147036" y="889607"/>
                  </a:lnTo>
                  <a:lnTo>
                    <a:pt x="147036" y="899329"/>
                  </a:lnTo>
                  <a:lnTo>
                    <a:pt x="142711" y="904190"/>
                  </a:lnTo>
                  <a:close/>
                </a:path>
                <a:path w="354965" h="918845">
                  <a:moveTo>
                    <a:pt x="51895" y="879884"/>
                  </a:moveTo>
                  <a:lnTo>
                    <a:pt x="43241" y="879884"/>
                  </a:lnTo>
                  <a:lnTo>
                    <a:pt x="30272" y="875023"/>
                  </a:lnTo>
                  <a:lnTo>
                    <a:pt x="21622" y="865300"/>
                  </a:lnTo>
                  <a:lnTo>
                    <a:pt x="17298" y="865300"/>
                  </a:lnTo>
                  <a:lnTo>
                    <a:pt x="8644" y="860439"/>
                  </a:lnTo>
                  <a:lnTo>
                    <a:pt x="8644" y="855578"/>
                  </a:lnTo>
                  <a:lnTo>
                    <a:pt x="4320" y="850717"/>
                  </a:lnTo>
                  <a:lnTo>
                    <a:pt x="12973" y="840994"/>
                  </a:lnTo>
                  <a:lnTo>
                    <a:pt x="25947" y="855578"/>
                  </a:lnTo>
                  <a:lnTo>
                    <a:pt x="32434" y="855578"/>
                  </a:lnTo>
                  <a:lnTo>
                    <a:pt x="38921" y="860439"/>
                  </a:lnTo>
                  <a:lnTo>
                    <a:pt x="51895" y="865300"/>
                  </a:lnTo>
                  <a:lnTo>
                    <a:pt x="51895" y="870162"/>
                  </a:lnTo>
                  <a:lnTo>
                    <a:pt x="56219" y="875023"/>
                  </a:lnTo>
                  <a:lnTo>
                    <a:pt x="51895" y="875023"/>
                  </a:lnTo>
                  <a:lnTo>
                    <a:pt x="51895" y="879884"/>
                  </a:lnTo>
                  <a:close/>
                </a:path>
                <a:path w="354965" h="918845">
                  <a:moveTo>
                    <a:pt x="32434" y="855578"/>
                  </a:moveTo>
                  <a:lnTo>
                    <a:pt x="25947" y="855578"/>
                  </a:lnTo>
                  <a:lnTo>
                    <a:pt x="25947" y="850717"/>
                  </a:lnTo>
                  <a:lnTo>
                    <a:pt x="32434" y="855578"/>
                  </a:lnTo>
                  <a:close/>
                </a:path>
                <a:path w="354965" h="918845">
                  <a:moveTo>
                    <a:pt x="12973" y="797243"/>
                  </a:moveTo>
                  <a:lnTo>
                    <a:pt x="4320" y="797243"/>
                  </a:lnTo>
                  <a:lnTo>
                    <a:pt x="0" y="792382"/>
                  </a:lnTo>
                  <a:lnTo>
                    <a:pt x="0" y="743769"/>
                  </a:lnTo>
                  <a:lnTo>
                    <a:pt x="4320" y="738908"/>
                  </a:lnTo>
                  <a:lnTo>
                    <a:pt x="12973" y="738908"/>
                  </a:lnTo>
                  <a:lnTo>
                    <a:pt x="12973" y="797243"/>
                  </a:lnTo>
                  <a:close/>
                </a:path>
                <a:path w="354965" h="918845">
                  <a:moveTo>
                    <a:pt x="12973" y="690296"/>
                  </a:moveTo>
                  <a:lnTo>
                    <a:pt x="4320" y="690296"/>
                  </a:lnTo>
                  <a:lnTo>
                    <a:pt x="0" y="685435"/>
                  </a:lnTo>
                  <a:lnTo>
                    <a:pt x="0" y="636822"/>
                  </a:lnTo>
                  <a:lnTo>
                    <a:pt x="4320" y="631961"/>
                  </a:lnTo>
                  <a:lnTo>
                    <a:pt x="12973" y="631961"/>
                  </a:lnTo>
                  <a:lnTo>
                    <a:pt x="12973" y="690296"/>
                  </a:lnTo>
                  <a:close/>
                </a:path>
                <a:path w="354965" h="918845">
                  <a:moveTo>
                    <a:pt x="8644" y="588210"/>
                  </a:moveTo>
                  <a:lnTo>
                    <a:pt x="4320" y="583348"/>
                  </a:lnTo>
                  <a:lnTo>
                    <a:pt x="0" y="583348"/>
                  </a:lnTo>
                  <a:lnTo>
                    <a:pt x="0" y="529875"/>
                  </a:lnTo>
                  <a:lnTo>
                    <a:pt x="4320" y="525014"/>
                  </a:lnTo>
                  <a:lnTo>
                    <a:pt x="12973" y="525014"/>
                  </a:lnTo>
                  <a:lnTo>
                    <a:pt x="12973" y="583348"/>
                  </a:lnTo>
                  <a:lnTo>
                    <a:pt x="8644" y="588210"/>
                  </a:lnTo>
                  <a:close/>
                </a:path>
                <a:path w="354965" h="918845">
                  <a:moveTo>
                    <a:pt x="8644" y="481262"/>
                  </a:moveTo>
                  <a:lnTo>
                    <a:pt x="4320" y="476401"/>
                  </a:lnTo>
                  <a:lnTo>
                    <a:pt x="0" y="476401"/>
                  </a:lnTo>
                  <a:lnTo>
                    <a:pt x="0" y="422927"/>
                  </a:lnTo>
                  <a:lnTo>
                    <a:pt x="4320" y="422927"/>
                  </a:lnTo>
                  <a:lnTo>
                    <a:pt x="4320" y="418066"/>
                  </a:lnTo>
                  <a:lnTo>
                    <a:pt x="8644" y="418066"/>
                  </a:lnTo>
                  <a:lnTo>
                    <a:pt x="12973" y="422927"/>
                  </a:lnTo>
                  <a:lnTo>
                    <a:pt x="12973" y="476401"/>
                  </a:lnTo>
                  <a:lnTo>
                    <a:pt x="8644" y="481262"/>
                  </a:lnTo>
                  <a:close/>
                </a:path>
                <a:path w="354965" h="918845">
                  <a:moveTo>
                    <a:pt x="8644" y="374315"/>
                  </a:moveTo>
                  <a:lnTo>
                    <a:pt x="4320" y="369454"/>
                  </a:lnTo>
                  <a:lnTo>
                    <a:pt x="0" y="369454"/>
                  </a:lnTo>
                  <a:lnTo>
                    <a:pt x="0" y="315980"/>
                  </a:lnTo>
                  <a:lnTo>
                    <a:pt x="4320" y="315980"/>
                  </a:lnTo>
                  <a:lnTo>
                    <a:pt x="4320" y="311119"/>
                  </a:lnTo>
                  <a:lnTo>
                    <a:pt x="8644" y="311119"/>
                  </a:lnTo>
                  <a:lnTo>
                    <a:pt x="12973" y="315980"/>
                  </a:lnTo>
                  <a:lnTo>
                    <a:pt x="12973" y="369454"/>
                  </a:lnTo>
                  <a:lnTo>
                    <a:pt x="8644" y="374315"/>
                  </a:lnTo>
                  <a:close/>
                </a:path>
                <a:path w="354965" h="918845">
                  <a:moveTo>
                    <a:pt x="8644" y="209033"/>
                  </a:moveTo>
                  <a:lnTo>
                    <a:pt x="4320" y="209033"/>
                  </a:lnTo>
                  <a:lnTo>
                    <a:pt x="8644" y="204172"/>
                  </a:lnTo>
                  <a:lnTo>
                    <a:pt x="8644" y="209033"/>
                  </a:lnTo>
                  <a:close/>
                </a:path>
                <a:path w="354965" h="918845">
                  <a:moveTo>
                    <a:pt x="8644" y="267368"/>
                  </a:moveTo>
                  <a:lnTo>
                    <a:pt x="4320" y="262507"/>
                  </a:lnTo>
                  <a:lnTo>
                    <a:pt x="0" y="262507"/>
                  </a:lnTo>
                  <a:lnTo>
                    <a:pt x="0" y="209033"/>
                  </a:lnTo>
                  <a:lnTo>
                    <a:pt x="12973" y="209033"/>
                  </a:lnTo>
                  <a:lnTo>
                    <a:pt x="12973" y="262507"/>
                  </a:lnTo>
                  <a:lnTo>
                    <a:pt x="8644" y="267368"/>
                  </a:lnTo>
                  <a:close/>
                </a:path>
                <a:path w="354965" h="918845">
                  <a:moveTo>
                    <a:pt x="12973" y="160420"/>
                  </a:moveTo>
                  <a:lnTo>
                    <a:pt x="4320" y="160420"/>
                  </a:lnTo>
                  <a:lnTo>
                    <a:pt x="0" y="155559"/>
                  </a:lnTo>
                  <a:lnTo>
                    <a:pt x="0" y="102086"/>
                  </a:lnTo>
                  <a:lnTo>
                    <a:pt x="12973" y="102086"/>
                  </a:lnTo>
                  <a:lnTo>
                    <a:pt x="12973" y="160420"/>
                  </a:lnTo>
                  <a:close/>
                </a:path>
                <a:path w="354965" h="918845">
                  <a:moveTo>
                    <a:pt x="30272" y="68057"/>
                  </a:moveTo>
                  <a:lnTo>
                    <a:pt x="25947" y="68057"/>
                  </a:lnTo>
                  <a:lnTo>
                    <a:pt x="25947" y="63196"/>
                  </a:lnTo>
                  <a:lnTo>
                    <a:pt x="21622" y="58334"/>
                  </a:lnTo>
                  <a:lnTo>
                    <a:pt x="30272" y="48612"/>
                  </a:lnTo>
                  <a:lnTo>
                    <a:pt x="47566" y="43751"/>
                  </a:lnTo>
                  <a:lnTo>
                    <a:pt x="64868" y="34028"/>
                  </a:lnTo>
                  <a:lnTo>
                    <a:pt x="69193" y="34028"/>
                  </a:lnTo>
                  <a:lnTo>
                    <a:pt x="73518" y="38889"/>
                  </a:lnTo>
                  <a:lnTo>
                    <a:pt x="73518" y="48612"/>
                  </a:lnTo>
                  <a:lnTo>
                    <a:pt x="69193" y="48612"/>
                  </a:lnTo>
                  <a:lnTo>
                    <a:pt x="51895" y="58334"/>
                  </a:lnTo>
                  <a:lnTo>
                    <a:pt x="38921" y="63196"/>
                  </a:lnTo>
                  <a:lnTo>
                    <a:pt x="34596" y="63196"/>
                  </a:lnTo>
                  <a:lnTo>
                    <a:pt x="30272" y="68057"/>
                  </a:lnTo>
                  <a:close/>
                </a:path>
                <a:path w="354965" h="918845">
                  <a:moveTo>
                    <a:pt x="121084" y="38889"/>
                  </a:moveTo>
                  <a:lnTo>
                    <a:pt x="112439" y="29167"/>
                  </a:lnTo>
                  <a:lnTo>
                    <a:pt x="116764" y="24306"/>
                  </a:lnTo>
                  <a:lnTo>
                    <a:pt x="121084" y="24306"/>
                  </a:lnTo>
                  <a:lnTo>
                    <a:pt x="129737" y="19444"/>
                  </a:lnTo>
                  <a:lnTo>
                    <a:pt x="155685" y="14583"/>
                  </a:lnTo>
                  <a:lnTo>
                    <a:pt x="164330" y="14583"/>
                  </a:lnTo>
                  <a:lnTo>
                    <a:pt x="168659" y="19444"/>
                  </a:lnTo>
                  <a:lnTo>
                    <a:pt x="168659" y="24306"/>
                  </a:lnTo>
                  <a:lnTo>
                    <a:pt x="164330" y="29167"/>
                  </a:lnTo>
                  <a:lnTo>
                    <a:pt x="160005" y="29167"/>
                  </a:lnTo>
                  <a:lnTo>
                    <a:pt x="134062" y="34028"/>
                  </a:lnTo>
                  <a:lnTo>
                    <a:pt x="121084" y="38889"/>
                  </a:lnTo>
                  <a:close/>
                </a:path>
                <a:path w="354965" h="918845">
                  <a:moveTo>
                    <a:pt x="259475" y="19444"/>
                  </a:moveTo>
                  <a:lnTo>
                    <a:pt x="207580" y="19444"/>
                  </a:lnTo>
                  <a:lnTo>
                    <a:pt x="207580" y="9722"/>
                  </a:lnTo>
                  <a:lnTo>
                    <a:pt x="216229" y="9722"/>
                  </a:lnTo>
                  <a:lnTo>
                    <a:pt x="255151" y="4861"/>
                  </a:lnTo>
                  <a:lnTo>
                    <a:pt x="263800" y="14583"/>
                  </a:lnTo>
                  <a:lnTo>
                    <a:pt x="259475" y="19444"/>
                  </a:lnTo>
                  <a:close/>
                </a:path>
                <a:path w="354965" h="918845">
                  <a:moveTo>
                    <a:pt x="216229" y="24306"/>
                  </a:moveTo>
                  <a:lnTo>
                    <a:pt x="211905" y="19444"/>
                  </a:lnTo>
                  <a:lnTo>
                    <a:pt x="255151" y="19444"/>
                  </a:lnTo>
                  <a:lnTo>
                    <a:pt x="216229" y="24306"/>
                  </a:lnTo>
                  <a:close/>
                </a:path>
                <a:path w="354965" h="918845">
                  <a:moveTo>
                    <a:pt x="350292" y="19444"/>
                  </a:moveTo>
                  <a:lnTo>
                    <a:pt x="307046" y="19444"/>
                  </a:lnTo>
                  <a:lnTo>
                    <a:pt x="302721" y="14583"/>
                  </a:lnTo>
                  <a:lnTo>
                    <a:pt x="302721" y="4861"/>
                  </a:lnTo>
                  <a:lnTo>
                    <a:pt x="307046" y="4861"/>
                  </a:lnTo>
                  <a:lnTo>
                    <a:pt x="350292" y="0"/>
                  </a:lnTo>
                  <a:lnTo>
                    <a:pt x="354612" y="4861"/>
                  </a:lnTo>
                  <a:lnTo>
                    <a:pt x="354612" y="14583"/>
                  </a:lnTo>
                  <a:lnTo>
                    <a:pt x="350292" y="14583"/>
                  </a:lnTo>
                  <a:lnTo>
                    <a:pt x="350292" y="194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8125416" y="2379537"/>
              <a:ext cx="354965" cy="918844"/>
            </a:xfrm>
            <a:custGeom>
              <a:avLst/>
              <a:gdLst/>
              <a:ahLst/>
              <a:cxnLst/>
              <a:rect l="l" t="t" r="r" b="b"/>
              <a:pathLst>
                <a:path w="354965" h="918845">
                  <a:moveTo>
                    <a:pt x="350292" y="19444"/>
                  </a:moveTo>
                  <a:lnTo>
                    <a:pt x="307046" y="19444"/>
                  </a:lnTo>
                  <a:lnTo>
                    <a:pt x="302721" y="14583"/>
                  </a:lnTo>
                  <a:lnTo>
                    <a:pt x="302721" y="9722"/>
                  </a:lnTo>
                  <a:lnTo>
                    <a:pt x="302721" y="4861"/>
                  </a:lnTo>
                  <a:lnTo>
                    <a:pt x="307046" y="4861"/>
                  </a:lnTo>
                  <a:lnTo>
                    <a:pt x="350292" y="0"/>
                  </a:lnTo>
                  <a:lnTo>
                    <a:pt x="354616" y="4861"/>
                  </a:lnTo>
                  <a:lnTo>
                    <a:pt x="354616" y="9722"/>
                  </a:lnTo>
                  <a:lnTo>
                    <a:pt x="354616" y="14583"/>
                  </a:lnTo>
                  <a:lnTo>
                    <a:pt x="350292" y="14583"/>
                  </a:lnTo>
                  <a:lnTo>
                    <a:pt x="350292" y="19444"/>
                  </a:lnTo>
                  <a:close/>
                </a:path>
                <a:path w="354965" h="918845">
                  <a:moveTo>
                    <a:pt x="255151" y="19444"/>
                  </a:moveTo>
                  <a:lnTo>
                    <a:pt x="216229" y="24306"/>
                  </a:lnTo>
                  <a:lnTo>
                    <a:pt x="211905" y="19444"/>
                  </a:lnTo>
                  <a:lnTo>
                    <a:pt x="207580" y="19444"/>
                  </a:lnTo>
                  <a:lnTo>
                    <a:pt x="207580" y="14583"/>
                  </a:lnTo>
                  <a:lnTo>
                    <a:pt x="207580" y="9722"/>
                  </a:lnTo>
                  <a:lnTo>
                    <a:pt x="211905" y="9722"/>
                  </a:lnTo>
                  <a:lnTo>
                    <a:pt x="216229" y="9722"/>
                  </a:lnTo>
                  <a:lnTo>
                    <a:pt x="255151" y="4861"/>
                  </a:lnTo>
                  <a:lnTo>
                    <a:pt x="259475" y="9722"/>
                  </a:lnTo>
                  <a:lnTo>
                    <a:pt x="263800" y="14583"/>
                  </a:lnTo>
                  <a:lnTo>
                    <a:pt x="259475" y="19444"/>
                  </a:lnTo>
                  <a:lnTo>
                    <a:pt x="255151" y="19444"/>
                  </a:lnTo>
                  <a:close/>
                </a:path>
                <a:path w="354965" h="918845">
                  <a:moveTo>
                    <a:pt x="160010" y="29167"/>
                  </a:moveTo>
                  <a:lnTo>
                    <a:pt x="134062" y="34028"/>
                  </a:lnTo>
                  <a:lnTo>
                    <a:pt x="121088" y="38889"/>
                  </a:lnTo>
                  <a:lnTo>
                    <a:pt x="116764" y="34028"/>
                  </a:lnTo>
                  <a:lnTo>
                    <a:pt x="112439" y="29167"/>
                  </a:lnTo>
                  <a:lnTo>
                    <a:pt x="116764" y="24306"/>
                  </a:lnTo>
                  <a:lnTo>
                    <a:pt x="121088" y="24306"/>
                  </a:lnTo>
                  <a:lnTo>
                    <a:pt x="129737" y="19444"/>
                  </a:lnTo>
                  <a:lnTo>
                    <a:pt x="155685" y="14583"/>
                  </a:lnTo>
                  <a:lnTo>
                    <a:pt x="160010" y="14583"/>
                  </a:lnTo>
                  <a:lnTo>
                    <a:pt x="164334" y="14583"/>
                  </a:lnTo>
                  <a:lnTo>
                    <a:pt x="168659" y="19444"/>
                  </a:lnTo>
                  <a:lnTo>
                    <a:pt x="168659" y="24306"/>
                  </a:lnTo>
                  <a:lnTo>
                    <a:pt x="164334" y="29167"/>
                  </a:lnTo>
                  <a:lnTo>
                    <a:pt x="160010" y="29167"/>
                  </a:lnTo>
                  <a:close/>
                </a:path>
                <a:path w="354965" h="918845">
                  <a:moveTo>
                    <a:pt x="69193" y="48612"/>
                  </a:moveTo>
                  <a:lnTo>
                    <a:pt x="51895" y="58334"/>
                  </a:lnTo>
                  <a:lnTo>
                    <a:pt x="38921" y="63196"/>
                  </a:lnTo>
                  <a:lnTo>
                    <a:pt x="34596" y="63196"/>
                  </a:lnTo>
                  <a:lnTo>
                    <a:pt x="30272" y="68057"/>
                  </a:lnTo>
                  <a:lnTo>
                    <a:pt x="25947" y="68057"/>
                  </a:lnTo>
                  <a:lnTo>
                    <a:pt x="25947" y="63196"/>
                  </a:lnTo>
                  <a:lnTo>
                    <a:pt x="21622" y="58334"/>
                  </a:lnTo>
                  <a:lnTo>
                    <a:pt x="25947" y="53473"/>
                  </a:lnTo>
                  <a:lnTo>
                    <a:pt x="30272" y="48612"/>
                  </a:lnTo>
                  <a:lnTo>
                    <a:pt x="47570" y="43751"/>
                  </a:lnTo>
                  <a:lnTo>
                    <a:pt x="64868" y="34028"/>
                  </a:lnTo>
                  <a:lnTo>
                    <a:pt x="69193" y="34028"/>
                  </a:lnTo>
                  <a:lnTo>
                    <a:pt x="73518" y="38889"/>
                  </a:lnTo>
                  <a:lnTo>
                    <a:pt x="73518" y="48612"/>
                  </a:lnTo>
                  <a:lnTo>
                    <a:pt x="69193" y="48612"/>
                  </a:lnTo>
                  <a:close/>
                </a:path>
                <a:path w="354965" h="918845">
                  <a:moveTo>
                    <a:pt x="12973" y="106947"/>
                  </a:moveTo>
                  <a:lnTo>
                    <a:pt x="12973" y="150698"/>
                  </a:lnTo>
                  <a:lnTo>
                    <a:pt x="12973" y="155559"/>
                  </a:lnTo>
                  <a:lnTo>
                    <a:pt x="12973" y="160420"/>
                  </a:lnTo>
                  <a:lnTo>
                    <a:pt x="8649" y="160420"/>
                  </a:lnTo>
                  <a:lnTo>
                    <a:pt x="4324" y="160420"/>
                  </a:lnTo>
                  <a:lnTo>
                    <a:pt x="0" y="155559"/>
                  </a:lnTo>
                  <a:lnTo>
                    <a:pt x="0" y="150698"/>
                  </a:lnTo>
                  <a:lnTo>
                    <a:pt x="0" y="106947"/>
                  </a:lnTo>
                  <a:lnTo>
                    <a:pt x="0" y="102086"/>
                  </a:lnTo>
                  <a:lnTo>
                    <a:pt x="4324" y="102086"/>
                  </a:lnTo>
                  <a:lnTo>
                    <a:pt x="8649" y="102086"/>
                  </a:lnTo>
                  <a:lnTo>
                    <a:pt x="12973" y="102086"/>
                  </a:lnTo>
                  <a:lnTo>
                    <a:pt x="12973" y="106947"/>
                  </a:lnTo>
                  <a:close/>
                </a:path>
                <a:path w="354965" h="918845">
                  <a:moveTo>
                    <a:pt x="12973" y="213894"/>
                  </a:moveTo>
                  <a:lnTo>
                    <a:pt x="12973" y="257645"/>
                  </a:lnTo>
                  <a:lnTo>
                    <a:pt x="12973" y="262507"/>
                  </a:lnTo>
                  <a:lnTo>
                    <a:pt x="8649" y="267368"/>
                  </a:lnTo>
                  <a:lnTo>
                    <a:pt x="4324" y="262507"/>
                  </a:lnTo>
                  <a:lnTo>
                    <a:pt x="0" y="262507"/>
                  </a:lnTo>
                  <a:lnTo>
                    <a:pt x="0" y="257645"/>
                  </a:lnTo>
                  <a:lnTo>
                    <a:pt x="0" y="213894"/>
                  </a:lnTo>
                  <a:lnTo>
                    <a:pt x="0" y="209033"/>
                  </a:lnTo>
                  <a:lnTo>
                    <a:pt x="4324" y="209033"/>
                  </a:lnTo>
                  <a:lnTo>
                    <a:pt x="8649" y="204172"/>
                  </a:lnTo>
                  <a:lnTo>
                    <a:pt x="8649" y="209033"/>
                  </a:lnTo>
                  <a:lnTo>
                    <a:pt x="12973" y="209033"/>
                  </a:lnTo>
                  <a:lnTo>
                    <a:pt x="12973" y="213894"/>
                  </a:lnTo>
                  <a:close/>
                </a:path>
                <a:path w="354965" h="918845">
                  <a:moveTo>
                    <a:pt x="12973" y="320841"/>
                  </a:moveTo>
                  <a:lnTo>
                    <a:pt x="12973" y="364593"/>
                  </a:lnTo>
                  <a:lnTo>
                    <a:pt x="12973" y="369454"/>
                  </a:lnTo>
                  <a:lnTo>
                    <a:pt x="8649" y="374315"/>
                  </a:lnTo>
                  <a:lnTo>
                    <a:pt x="4324" y="369454"/>
                  </a:lnTo>
                  <a:lnTo>
                    <a:pt x="0" y="369454"/>
                  </a:lnTo>
                  <a:lnTo>
                    <a:pt x="0" y="364593"/>
                  </a:lnTo>
                  <a:lnTo>
                    <a:pt x="0" y="320841"/>
                  </a:lnTo>
                  <a:lnTo>
                    <a:pt x="0" y="315980"/>
                  </a:lnTo>
                  <a:lnTo>
                    <a:pt x="4324" y="315980"/>
                  </a:lnTo>
                  <a:lnTo>
                    <a:pt x="4324" y="311119"/>
                  </a:lnTo>
                  <a:lnTo>
                    <a:pt x="8649" y="311119"/>
                  </a:lnTo>
                  <a:lnTo>
                    <a:pt x="12973" y="315980"/>
                  </a:lnTo>
                  <a:lnTo>
                    <a:pt x="12973" y="320841"/>
                  </a:lnTo>
                  <a:close/>
                </a:path>
                <a:path w="354965" h="918845">
                  <a:moveTo>
                    <a:pt x="12973" y="427789"/>
                  </a:moveTo>
                  <a:lnTo>
                    <a:pt x="12973" y="471540"/>
                  </a:lnTo>
                  <a:lnTo>
                    <a:pt x="12973" y="476401"/>
                  </a:lnTo>
                  <a:lnTo>
                    <a:pt x="8649" y="481262"/>
                  </a:lnTo>
                  <a:lnTo>
                    <a:pt x="4324" y="476401"/>
                  </a:lnTo>
                  <a:lnTo>
                    <a:pt x="0" y="476401"/>
                  </a:lnTo>
                  <a:lnTo>
                    <a:pt x="0" y="471540"/>
                  </a:lnTo>
                  <a:lnTo>
                    <a:pt x="0" y="427789"/>
                  </a:lnTo>
                  <a:lnTo>
                    <a:pt x="0" y="422927"/>
                  </a:lnTo>
                  <a:lnTo>
                    <a:pt x="4324" y="422927"/>
                  </a:lnTo>
                  <a:lnTo>
                    <a:pt x="4324" y="418066"/>
                  </a:lnTo>
                  <a:lnTo>
                    <a:pt x="8649" y="418066"/>
                  </a:lnTo>
                  <a:lnTo>
                    <a:pt x="12973" y="422927"/>
                  </a:lnTo>
                  <a:lnTo>
                    <a:pt x="12973" y="427789"/>
                  </a:lnTo>
                  <a:close/>
                </a:path>
                <a:path w="354965" h="918845">
                  <a:moveTo>
                    <a:pt x="12973" y="534736"/>
                  </a:moveTo>
                  <a:lnTo>
                    <a:pt x="12973" y="578487"/>
                  </a:lnTo>
                  <a:lnTo>
                    <a:pt x="12973" y="583348"/>
                  </a:lnTo>
                  <a:lnTo>
                    <a:pt x="8649" y="588210"/>
                  </a:lnTo>
                  <a:lnTo>
                    <a:pt x="4324" y="583348"/>
                  </a:lnTo>
                  <a:lnTo>
                    <a:pt x="0" y="583348"/>
                  </a:lnTo>
                  <a:lnTo>
                    <a:pt x="0" y="578487"/>
                  </a:lnTo>
                  <a:lnTo>
                    <a:pt x="0" y="534736"/>
                  </a:lnTo>
                  <a:lnTo>
                    <a:pt x="0" y="529875"/>
                  </a:lnTo>
                  <a:lnTo>
                    <a:pt x="4324" y="525014"/>
                  </a:lnTo>
                  <a:lnTo>
                    <a:pt x="8649" y="525014"/>
                  </a:lnTo>
                  <a:lnTo>
                    <a:pt x="12973" y="525014"/>
                  </a:lnTo>
                  <a:lnTo>
                    <a:pt x="12973" y="529875"/>
                  </a:lnTo>
                  <a:lnTo>
                    <a:pt x="12973" y="534736"/>
                  </a:lnTo>
                  <a:close/>
                </a:path>
                <a:path w="354965" h="918845">
                  <a:moveTo>
                    <a:pt x="12973" y="636822"/>
                  </a:moveTo>
                  <a:lnTo>
                    <a:pt x="12973" y="685434"/>
                  </a:lnTo>
                  <a:lnTo>
                    <a:pt x="12973" y="690296"/>
                  </a:lnTo>
                  <a:lnTo>
                    <a:pt x="8649" y="690296"/>
                  </a:lnTo>
                  <a:lnTo>
                    <a:pt x="4324" y="690296"/>
                  </a:lnTo>
                  <a:lnTo>
                    <a:pt x="0" y="685434"/>
                  </a:lnTo>
                  <a:lnTo>
                    <a:pt x="0" y="636822"/>
                  </a:lnTo>
                  <a:lnTo>
                    <a:pt x="4324" y="631961"/>
                  </a:lnTo>
                  <a:lnTo>
                    <a:pt x="8649" y="631961"/>
                  </a:lnTo>
                  <a:lnTo>
                    <a:pt x="12973" y="631961"/>
                  </a:lnTo>
                  <a:lnTo>
                    <a:pt x="12973" y="636822"/>
                  </a:lnTo>
                  <a:close/>
                </a:path>
                <a:path w="354965" h="918845">
                  <a:moveTo>
                    <a:pt x="12973" y="743769"/>
                  </a:moveTo>
                  <a:lnTo>
                    <a:pt x="12973" y="792382"/>
                  </a:lnTo>
                  <a:lnTo>
                    <a:pt x="12973" y="797243"/>
                  </a:lnTo>
                  <a:lnTo>
                    <a:pt x="8649" y="797243"/>
                  </a:lnTo>
                  <a:lnTo>
                    <a:pt x="4324" y="797243"/>
                  </a:lnTo>
                  <a:lnTo>
                    <a:pt x="0" y="792382"/>
                  </a:lnTo>
                  <a:lnTo>
                    <a:pt x="0" y="743769"/>
                  </a:lnTo>
                  <a:lnTo>
                    <a:pt x="4324" y="738908"/>
                  </a:lnTo>
                  <a:lnTo>
                    <a:pt x="8649" y="738908"/>
                  </a:lnTo>
                  <a:lnTo>
                    <a:pt x="12973" y="738908"/>
                  </a:lnTo>
                  <a:lnTo>
                    <a:pt x="12973" y="743769"/>
                  </a:lnTo>
                  <a:close/>
                </a:path>
                <a:path w="354965" h="918845">
                  <a:moveTo>
                    <a:pt x="17298" y="845855"/>
                  </a:moveTo>
                  <a:lnTo>
                    <a:pt x="21622" y="845855"/>
                  </a:lnTo>
                  <a:lnTo>
                    <a:pt x="17298" y="845855"/>
                  </a:lnTo>
                  <a:lnTo>
                    <a:pt x="25947" y="855578"/>
                  </a:lnTo>
                  <a:lnTo>
                    <a:pt x="25947" y="850717"/>
                  </a:lnTo>
                  <a:lnTo>
                    <a:pt x="38921" y="860439"/>
                  </a:lnTo>
                  <a:lnTo>
                    <a:pt x="51895" y="865300"/>
                  </a:lnTo>
                  <a:lnTo>
                    <a:pt x="51895" y="870162"/>
                  </a:lnTo>
                  <a:lnTo>
                    <a:pt x="56219" y="875023"/>
                  </a:lnTo>
                  <a:lnTo>
                    <a:pt x="51895" y="875023"/>
                  </a:lnTo>
                  <a:lnTo>
                    <a:pt x="51895" y="879884"/>
                  </a:lnTo>
                  <a:lnTo>
                    <a:pt x="43245" y="879884"/>
                  </a:lnTo>
                  <a:lnTo>
                    <a:pt x="30272" y="875023"/>
                  </a:lnTo>
                  <a:lnTo>
                    <a:pt x="21622" y="865300"/>
                  </a:lnTo>
                  <a:lnTo>
                    <a:pt x="17298" y="865300"/>
                  </a:lnTo>
                  <a:lnTo>
                    <a:pt x="8649" y="860439"/>
                  </a:lnTo>
                  <a:lnTo>
                    <a:pt x="8649" y="855578"/>
                  </a:lnTo>
                  <a:lnTo>
                    <a:pt x="4324" y="850717"/>
                  </a:lnTo>
                  <a:lnTo>
                    <a:pt x="8649" y="845855"/>
                  </a:lnTo>
                  <a:lnTo>
                    <a:pt x="12973" y="840994"/>
                  </a:lnTo>
                  <a:lnTo>
                    <a:pt x="17298" y="845855"/>
                  </a:lnTo>
                  <a:close/>
                </a:path>
                <a:path w="354965" h="918845">
                  <a:moveTo>
                    <a:pt x="99465" y="879884"/>
                  </a:moveTo>
                  <a:lnTo>
                    <a:pt x="108114" y="884745"/>
                  </a:lnTo>
                  <a:lnTo>
                    <a:pt x="134062" y="889607"/>
                  </a:lnTo>
                  <a:lnTo>
                    <a:pt x="138387" y="889607"/>
                  </a:lnTo>
                  <a:lnTo>
                    <a:pt x="147036" y="889607"/>
                  </a:lnTo>
                  <a:lnTo>
                    <a:pt x="147036" y="894468"/>
                  </a:lnTo>
                  <a:lnTo>
                    <a:pt x="147036" y="899329"/>
                  </a:lnTo>
                  <a:lnTo>
                    <a:pt x="142711" y="904190"/>
                  </a:lnTo>
                  <a:lnTo>
                    <a:pt x="138387" y="904190"/>
                  </a:lnTo>
                  <a:lnTo>
                    <a:pt x="129737" y="904190"/>
                  </a:lnTo>
                  <a:lnTo>
                    <a:pt x="108114" y="899329"/>
                  </a:lnTo>
                  <a:lnTo>
                    <a:pt x="99465" y="894468"/>
                  </a:lnTo>
                  <a:lnTo>
                    <a:pt x="95141" y="894468"/>
                  </a:lnTo>
                  <a:lnTo>
                    <a:pt x="95141" y="884745"/>
                  </a:lnTo>
                  <a:lnTo>
                    <a:pt x="95141" y="879884"/>
                  </a:lnTo>
                  <a:lnTo>
                    <a:pt x="99465" y="879884"/>
                  </a:lnTo>
                  <a:close/>
                </a:path>
                <a:path w="354965" h="918845">
                  <a:moveTo>
                    <a:pt x="194606" y="894468"/>
                  </a:moveTo>
                  <a:lnTo>
                    <a:pt x="216229" y="899329"/>
                  </a:lnTo>
                  <a:lnTo>
                    <a:pt x="233528" y="899329"/>
                  </a:lnTo>
                  <a:lnTo>
                    <a:pt x="237852" y="904190"/>
                  </a:lnTo>
                  <a:lnTo>
                    <a:pt x="242177" y="904190"/>
                  </a:lnTo>
                  <a:lnTo>
                    <a:pt x="242177" y="909052"/>
                  </a:lnTo>
                  <a:lnTo>
                    <a:pt x="237852" y="913913"/>
                  </a:lnTo>
                  <a:lnTo>
                    <a:pt x="233528" y="913913"/>
                  </a:lnTo>
                  <a:lnTo>
                    <a:pt x="216229" y="913913"/>
                  </a:lnTo>
                  <a:lnTo>
                    <a:pt x="194606" y="913913"/>
                  </a:lnTo>
                  <a:lnTo>
                    <a:pt x="185957" y="909052"/>
                  </a:lnTo>
                  <a:lnTo>
                    <a:pt x="185957" y="904190"/>
                  </a:lnTo>
                  <a:lnTo>
                    <a:pt x="190282" y="899329"/>
                  </a:lnTo>
                  <a:lnTo>
                    <a:pt x="194606" y="894468"/>
                  </a:lnTo>
                  <a:close/>
                </a:path>
                <a:path w="354965" h="918845">
                  <a:moveTo>
                    <a:pt x="289748" y="904190"/>
                  </a:moveTo>
                  <a:lnTo>
                    <a:pt x="328669" y="904190"/>
                  </a:lnTo>
                  <a:lnTo>
                    <a:pt x="332994" y="904190"/>
                  </a:lnTo>
                  <a:lnTo>
                    <a:pt x="332994" y="909052"/>
                  </a:lnTo>
                  <a:lnTo>
                    <a:pt x="332994" y="913913"/>
                  </a:lnTo>
                  <a:lnTo>
                    <a:pt x="332994" y="918774"/>
                  </a:lnTo>
                  <a:lnTo>
                    <a:pt x="328669" y="918774"/>
                  </a:lnTo>
                  <a:lnTo>
                    <a:pt x="285423" y="918774"/>
                  </a:lnTo>
                  <a:lnTo>
                    <a:pt x="281098" y="913913"/>
                  </a:lnTo>
                  <a:lnTo>
                    <a:pt x="281098" y="909052"/>
                  </a:lnTo>
                  <a:lnTo>
                    <a:pt x="281098" y="904190"/>
                  </a:lnTo>
                  <a:lnTo>
                    <a:pt x="289748" y="904190"/>
                  </a:lnTo>
                  <a:close/>
                </a:path>
              </a:pathLst>
            </a:custGeom>
            <a:ln w="4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6676676" y="2389258"/>
              <a:ext cx="359410" cy="918844"/>
            </a:xfrm>
            <a:custGeom>
              <a:avLst/>
              <a:gdLst/>
              <a:ahLst/>
              <a:cxnLst/>
              <a:rect l="l" t="t" r="r" b="b"/>
              <a:pathLst>
                <a:path w="359409" h="918845">
                  <a:moveTo>
                    <a:pt x="73518" y="918774"/>
                  </a:moveTo>
                  <a:lnTo>
                    <a:pt x="25947" y="918774"/>
                  </a:lnTo>
                  <a:lnTo>
                    <a:pt x="25947" y="904190"/>
                  </a:lnTo>
                  <a:lnTo>
                    <a:pt x="77842" y="904190"/>
                  </a:lnTo>
                  <a:lnTo>
                    <a:pt x="77842" y="913913"/>
                  </a:lnTo>
                  <a:lnTo>
                    <a:pt x="73518" y="918774"/>
                  </a:lnTo>
                  <a:close/>
                </a:path>
                <a:path w="359409" h="918845">
                  <a:moveTo>
                    <a:pt x="142711" y="913913"/>
                  </a:moveTo>
                  <a:lnTo>
                    <a:pt x="121088" y="913913"/>
                  </a:lnTo>
                  <a:lnTo>
                    <a:pt x="116764" y="909052"/>
                  </a:lnTo>
                  <a:lnTo>
                    <a:pt x="116764" y="904190"/>
                  </a:lnTo>
                  <a:lnTo>
                    <a:pt x="121088" y="904190"/>
                  </a:lnTo>
                  <a:lnTo>
                    <a:pt x="125413" y="899329"/>
                  </a:lnTo>
                  <a:lnTo>
                    <a:pt x="142711" y="899329"/>
                  </a:lnTo>
                  <a:lnTo>
                    <a:pt x="164334" y="894468"/>
                  </a:lnTo>
                  <a:lnTo>
                    <a:pt x="172979" y="904190"/>
                  </a:lnTo>
                  <a:lnTo>
                    <a:pt x="172979" y="909052"/>
                  </a:lnTo>
                  <a:lnTo>
                    <a:pt x="164334" y="909052"/>
                  </a:lnTo>
                  <a:lnTo>
                    <a:pt x="142711" y="913913"/>
                  </a:lnTo>
                  <a:close/>
                </a:path>
                <a:path w="359409" h="918845">
                  <a:moveTo>
                    <a:pt x="229203" y="904190"/>
                  </a:moveTo>
                  <a:lnTo>
                    <a:pt x="216229" y="904190"/>
                  </a:lnTo>
                  <a:lnTo>
                    <a:pt x="211900" y="899329"/>
                  </a:lnTo>
                  <a:lnTo>
                    <a:pt x="211900" y="889611"/>
                  </a:lnTo>
                  <a:lnTo>
                    <a:pt x="224879" y="889611"/>
                  </a:lnTo>
                  <a:lnTo>
                    <a:pt x="250822" y="884745"/>
                  </a:lnTo>
                  <a:lnTo>
                    <a:pt x="259475" y="879884"/>
                  </a:lnTo>
                  <a:lnTo>
                    <a:pt x="263800" y="879884"/>
                  </a:lnTo>
                  <a:lnTo>
                    <a:pt x="263800" y="889611"/>
                  </a:lnTo>
                  <a:lnTo>
                    <a:pt x="259475" y="894468"/>
                  </a:lnTo>
                  <a:lnTo>
                    <a:pt x="250822" y="899329"/>
                  </a:lnTo>
                  <a:lnTo>
                    <a:pt x="229203" y="904190"/>
                  </a:lnTo>
                  <a:close/>
                </a:path>
                <a:path w="359409" h="918845">
                  <a:moveTo>
                    <a:pt x="350292" y="855578"/>
                  </a:moveTo>
                  <a:lnTo>
                    <a:pt x="332993" y="855578"/>
                  </a:lnTo>
                  <a:lnTo>
                    <a:pt x="345967" y="840994"/>
                  </a:lnTo>
                  <a:lnTo>
                    <a:pt x="350292" y="840994"/>
                  </a:lnTo>
                  <a:lnTo>
                    <a:pt x="354616" y="850717"/>
                  </a:lnTo>
                  <a:lnTo>
                    <a:pt x="350292" y="855578"/>
                  </a:lnTo>
                  <a:close/>
                </a:path>
                <a:path w="359409" h="918845">
                  <a:moveTo>
                    <a:pt x="315695" y="879884"/>
                  </a:moveTo>
                  <a:lnTo>
                    <a:pt x="307046" y="879884"/>
                  </a:lnTo>
                  <a:lnTo>
                    <a:pt x="307046" y="865300"/>
                  </a:lnTo>
                  <a:lnTo>
                    <a:pt x="320020" y="860439"/>
                  </a:lnTo>
                  <a:lnTo>
                    <a:pt x="332993" y="850717"/>
                  </a:lnTo>
                  <a:lnTo>
                    <a:pt x="332993" y="855578"/>
                  </a:lnTo>
                  <a:lnTo>
                    <a:pt x="350292" y="855578"/>
                  </a:lnTo>
                  <a:lnTo>
                    <a:pt x="341643" y="865300"/>
                  </a:lnTo>
                  <a:lnTo>
                    <a:pt x="337318" y="865300"/>
                  </a:lnTo>
                  <a:lnTo>
                    <a:pt x="328665" y="875023"/>
                  </a:lnTo>
                  <a:lnTo>
                    <a:pt x="315695" y="879884"/>
                  </a:lnTo>
                  <a:close/>
                </a:path>
                <a:path w="359409" h="918845">
                  <a:moveTo>
                    <a:pt x="354616" y="797243"/>
                  </a:moveTo>
                  <a:lnTo>
                    <a:pt x="345967" y="797243"/>
                  </a:lnTo>
                  <a:lnTo>
                    <a:pt x="345967" y="738908"/>
                  </a:lnTo>
                  <a:lnTo>
                    <a:pt x="354616" y="738908"/>
                  </a:lnTo>
                  <a:lnTo>
                    <a:pt x="358941" y="743769"/>
                  </a:lnTo>
                  <a:lnTo>
                    <a:pt x="358941" y="792382"/>
                  </a:lnTo>
                  <a:lnTo>
                    <a:pt x="354616" y="797243"/>
                  </a:lnTo>
                  <a:close/>
                </a:path>
                <a:path w="359409" h="918845">
                  <a:moveTo>
                    <a:pt x="354616" y="690296"/>
                  </a:moveTo>
                  <a:lnTo>
                    <a:pt x="345967" y="690296"/>
                  </a:lnTo>
                  <a:lnTo>
                    <a:pt x="345967" y="631961"/>
                  </a:lnTo>
                  <a:lnTo>
                    <a:pt x="354616" y="631961"/>
                  </a:lnTo>
                  <a:lnTo>
                    <a:pt x="358941" y="636822"/>
                  </a:lnTo>
                  <a:lnTo>
                    <a:pt x="358941" y="685435"/>
                  </a:lnTo>
                  <a:lnTo>
                    <a:pt x="354616" y="690296"/>
                  </a:lnTo>
                  <a:close/>
                </a:path>
                <a:path w="359409" h="918845">
                  <a:moveTo>
                    <a:pt x="354616" y="583353"/>
                  </a:moveTo>
                  <a:lnTo>
                    <a:pt x="345967" y="583353"/>
                  </a:lnTo>
                  <a:lnTo>
                    <a:pt x="345967" y="525014"/>
                  </a:lnTo>
                  <a:lnTo>
                    <a:pt x="354616" y="525014"/>
                  </a:lnTo>
                  <a:lnTo>
                    <a:pt x="358941" y="529875"/>
                  </a:lnTo>
                  <a:lnTo>
                    <a:pt x="358941" y="578487"/>
                  </a:lnTo>
                  <a:lnTo>
                    <a:pt x="354616" y="583353"/>
                  </a:lnTo>
                  <a:close/>
                </a:path>
                <a:path w="359409" h="918845">
                  <a:moveTo>
                    <a:pt x="354616" y="476401"/>
                  </a:moveTo>
                  <a:lnTo>
                    <a:pt x="345967" y="476401"/>
                  </a:lnTo>
                  <a:lnTo>
                    <a:pt x="345967" y="418066"/>
                  </a:lnTo>
                  <a:lnTo>
                    <a:pt x="354616" y="418066"/>
                  </a:lnTo>
                  <a:lnTo>
                    <a:pt x="358941" y="427789"/>
                  </a:lnTo>
                  <a:lnTo>
                    <a:pt x="358941" y="471540"/>
                  </a:lnTo>
                  <a:lnTo>
                    <a:pt x="354616" y="476401"/>
                  </a:lnTo>
                  <a:close/>
                </a:path>
                <a:path w="359409" h="918845">
                  <a:moveTo>
                    <a:pt x="350292" y="374315"/>
                  </a:moveTo>
                  <a:lnTo>
                    <a:pt x="350292" y="369454"/>
                  </a:lnTo>
                  <a:lnTo>
                    <a:pt x="345967" y="369454"/>
                  </a:lnTo>
                  <a:lnTo>
                    <a:pt x="345967" y="315980"/>
                  </a:lnTo>
                  <a:lnTo>
                    <a:pt x="350292" y="311119"/>
                  </a:lnTo>
                  <a:lnTo>
                    <a:pt x="358941" y="320846"/>
                  </a:lnTo>
                  <a:lnTo>
                    <a:pt x="358941" y="364597"/>
                  </a:lnTo>
                  <a:lnTo>
                    <a:pt x="350292" y="374315"/>
                  </a:lnTo>
                  <a:close/>
                </a:path>
                <a:path w="359409" h="918845">
                  <a:moveTo>
                    <a:pt x="354616" y="267368"/>
                  </a:moveTo>
                  <a:lnTo>
                    <a:pt x="350292" y="267368"/>
                  </a:lnTo>
                  <a:lnTo>
                    <a:pt x="345967" y="262507"/>
                  </a:lnTo>
                  <a:lnTo>
                    <a:pt x="345967" y="209033"/>
                  </a:lnTo>
                  <a:lnTo>
                    <a:pt x="350292" y="204172"/>
                  </a:lnTo>
                  <a:lnTo>
                    <a:pt x="358941" y="213894"/>
                  </a:lnTo>
                  <a:lnTo>
                    <a:pt x="358941" y="257645"/>
                  </a:lnTo>
                  <a:lnTo>
                    <a:pt x="354616" y="262507"/>
                  </a:lnTo>
                  <a:lnTo>
                    <a:pt x="354616" y="267368"/>
                  </a:lnTo>
                  <a:close/>
                </a:path>
                <a:path w="359409" h="918845">
                  <a:moveTo>
                    <a:pt x="354616" y="160420"/>
                  </a:moveTo>
                  <a:lnTo>
                    <a:pt x="350292" y="160420"/>
                  </a:lnTo>
                  <a:lnTo>
                    <a:pt x="345967" y="155559"/>
                  </a:lnTo>
                  <a:lnTo>
                    <a:pt x="345967" y="102090"/>
                  </a:lnTo>
                  <a:lnTo>
                    <a:pt x="350292" y="97224"/>
                  </a:lnTo>
                  <a:lnTo>
                    <a:pt x="358941" y="106947"/>
                  </a:lnTo>
                  <a:lnTo>
                    <a:pt x="358941" y="150698"/>
                  </a:lnTo>
                  <a:lnTo>
                    <a:pt x="354616" y="155559"/>
                  </a:lnTo>
                  <a:lnTo>
                    <a:pt x="354616" y="160420"/>
                  </a:lnTo>
                  <a:close/>
                </a:path>
                <a:path w="359409" h="918845">
                  <a:moveTo>
                    <a:pt x="332993" y="63196"/>
                  </a:moveTo>
                  <a:lnTo>
                    <a:pt x="320020" y="63196"/>
                  </a:lnTo>
                  <a:lnTo>
                    <a:pt x="307046" y="58339"/>
                  </a:lnTo>
                  <a:lnTo>
                    <a:pt x="289743" y="48612"/>
                  </a:lnTo>
                  <a:lnTo>
                    <a:pt x="285423" y="43751"/>
                  </a:lnTo>
                  <a:lnTo>
                    <a:pt x="285423" y="34028"/>
                  </a:lnTo>
                  <a:lnTo>
                    <a:pt x="294072" y="34028"/>
                  </a:lnTo>
                  <a:lnTo>
                    <a:pt x="311371" y="43751"/>
                  </a:lnTo>
                  <a:lnTo>
                    <a:pt x="328665" y="48612"/>
                  </a:lnTo>
                  <a:lnTo>
                    <a:pt x="332993" y="53473"/>
                  </a:lnTo>
                  <a:lnTo>
                    <a:pt x="332993" y="63196"/>
                  </a:lnTo>
                  <a:close/>
                </a:path>
                <a:path w="359409" h="918845">
                  <a:moveTo>
                    <a:pt x="242177" y="34028"/>
                  </a:moveTo>
                  <a:lnTo>
                    <a:pt x="224879" y="34028"/>
                  </a:lnTo>
                  <a:lnTo>
                    <a:pt x="198931" y="29167"/>
                  </a:lnTo>
                  <a:lnTo>
                    <a:pt x="194606" y="29167"/>
                  </a:lnTo>
                  <a:lnTo>
                    <a:pt x="190282" y="24306"/>
                  </a:lnTo>
                  <a:lnTo>
                    <a:pt x="190282" y="19444"/>
                  </a:lnTo>
                  <a:lnTo>
                    <a:pt x="194606" y="14588"/>
                  </a:lnTo>
                  <a:lnTo>
                    <a:pt x="203256" y="14588"/>
                  </a:lnTo>
                  <a:lnTo>
                    <a:pt x="229203" y="19444"/>
                  </a:lnTo>
                  <a:lnTo>
                    <a:pt x="237852" y="19444"/>
                  </a:lnTo>
                  <a:lnTo>
                    <a:pt x="246502" y="29167"/>
                  </a:lnTo>
                  <a:lnTo>
                    <a:pt x="242177" y="34028"/>
                  </a:lnTo>
                  <a:close/>
                </a:path>
                <a:path w="359409" h="918845">
                  <a:moveTo>
                    <a:pt x="142711" y="24306"/>
                  </a:moveTo>
                  <a:lnTo>
                    <a:pt x="103790" y="19444"/>
                  </a:lnTo>
                  <a:lnTo>
                    <a:pt x="99465" y="19444"/>
                  </a:lnTo>
                  <a:lnTo>
                    <a:pt x="95136" y="14588"/>
                  </a:lnTo>
                  <a:lnTo>
                    <a:pt x="99465" y="9722"/>
                  </a:lnTo>
                  <a:lnTo>
                    <a:pt x="99465" y="4861"/>
                  </a:lnTo>
                  <a:lnTo>
                    <a:pt x="103790" y="4861"/>
                  </a:lnTo>
                  <a:lnTo>
                    <a:pt x="142711" y="9722"/>
                  </a:lnTo>
                  <a:lnTo>
                    <a:pt x="147036" y="9722"/>
                  </a:lnTo>
                  <a:lnTo>
                    <a:pt x="151360" y="14588"/>
                  </a:lnTo>
                  <a:lnTo>
                    <a:pt x="142711" y="24306"/>
                  </a:lnTo>
                  <a:close/>
                </a:path>
                <a:path w="359409" h="918845">
                  <a:moveTo>
                    <a:pt x="51895" y="19444"/>
                  </a:moveTo>
                  <a:lnTo>
                    <a:pt x="47570" y="19444"/>
                  </a:lnTo>
                  <a:lnTo>
                    <a:pt x="8649" y="14588"/>
                  </a:lnTo>
                  <a:lnTo>
                    <a:pt x="4324" y="14588"/>
                  </a:lnTo>
                  <a:lnTo>
                    <a:pt x="0" y="9722"/>
                  </a:lnTo>
                  <a:lnTo>
                    <a:pt x="8649" y="0"/>
                  </a:lnTo>
                  <a:lnTo>
                    <a:pt x="47570" y="4861"/>
                  </a:lnTo>
                  <a:lnTo>
                    <a:pt x="56215" y="4861"/>
                  </a:lnTo>
                  <a:lnTo>
                    <a:pt x="56215" y="14588"/>
                  </a:lnTo>
                  <a:lnTo>
                    <a:pt x="51895" y="194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6676676" y="2389260"/>
              <a:ext cx="359410" cy="918844"/>
            </a:xfrm>
            <a:custGeom>
              <a:avLst/>
              <a:gdLst/>
              <a:ahLst/>
              <a:cxnLst/>
              <a:rect l="l" t="t" r="r" b="b"/>
              <a:pathLst>
                <a:path w="359409" h="918845">
                  <a:moveTo>
                    <a:pt x="8649" y="0"/>
                  </a:moveTo>
                  <a:lnTo>
                    <a:pt x="47570" y="4861"/>
                  </a:lnTo>
                  <a:lnTo>
                    <a:pt x="56219" y="4861"/>
                  </a:lnTo>
                  <a:lnTo>
                    <a:pt x="56219" y="9722"/>
                  </a:lnTo>
                  <a:lnTo>
                    <a:pt x="56219" y="14583"/>
                  </a:lnTo>
                  <a:lnTo>
                    <a:pt x="51895" y="19444"/>
                  </a:lnTo>
                  <a:lnTo>
                    <a:pt x="47570" y="19444"/>
                  </a:lnTo>
                  <a:lnTo>
                    <a:pt x="8649" y="14583"/>
                  </a:lnTo>
                  <a:lnTo>
                    <a:pt x="4324" y="14583"/>
                  </a:lnTo>
                  <a:lnTo>
                    <a:pt x="0" y="9722"/>
                  </a:lnTo>
                  <a:lnTo>
                    <a:pt x="4324" y="4861"/>
                  </a:lnTo>
                  <a:lnTo>
                    <a:pt x="8649" y="0"/>
                  </a:lnTo>
                  <a:close/>
                </a:path>
                <a:path w="359409" h="918845">
                  <a:moveTo>
                    <a:pt x="103790" y="4861"/>
                  </a:moveTo>
                  <a:lnTo>
                    <a:pt x="142711" y="9722"/>
                  </a:lnTo>
                  <a:lnTo>
                    <a:pt x="147036" y="9722"/>
                  </a:lnTo>
                  <a:lnTo>
                    <a:pt x="151360" y="14583"/>
                  </a:lnTo>
                  <a:lnTo>
                    <a:pt x="147036" y="19444"/>
                  </a:lnTo>
                  <a:lnTo>
                    <a:pt x="142711" y="24306"/>
                  </a:lnTo>
                  <a:lnTo>
                    <a:pt x="103790" y="19444"/>
                  </a:lnTo>
                  <a:lnTo>
                    <a:pt x="99465" y="19444"/>
                  </a:lnTo>
                  <a:lnTo>
                    <a:pt x="95141" y="14583"/>
                  </a:lnTo>
                  <a:lnTo>
                    <a:pt x="99465" y="9722"/>
                  </a:lnTo>
                  <a:lnTo>
                    <a:pt x="99465" y="4861"/>
                  </a:lnTo>
                  <a:lnTo>
                    <a:pt x="103790" y="4861"/>
                  </a:lnTo>
                  <a:close/>
                </a:path>
                <a:path w="359409" h="918845">
                  <a:moveTo>
                    <a:pt x="198931" y="14583"/>
                  </a:moveTo>
                  <a:lnTo>
                    <a:pt x="203256" y="14583"/>
                  </a:lnTo>
                  <a:lnTo>
                    <a:pt x="229203" y="19444"/>
                  </a:lnTo>
                  <a:lnTo>
                    <a:pt x="237852" y="19444"/>
                  </a:lnTo>
                  <a:lnTo>
                    <a:pt x="242177" y="24306"/>
                  </a:lnTo>
                  <a:lnTo>
                    <a:pt x="246502" y="29167"/>
                  </a:lnTo>
                  <a:lnTo>
                    <a:pt x="242177" y="34028"/>
                  </a:lnTo>
                  <a:lnTo>
                    <a:pt x="237852" y="34028"/>
                  </a:lnTo>
                  <a:lnTo>
                    <a:pt x="224879" y="34028"/>
                  </a:lnTo>
                  <a:lnTo>
                    <a:pt x="198931" y="29167"/>
                  </a:lnTo>
                  <a:lnTo>
                    <a:pt x="194606" y="29167"/>
                  </a:lnTo>
                  <a:lnTo>
                    <a:pt x="190282" y="24306"/>
                  </a:lnTo>
                  <a:lnTo>
                    <a:pt x="190282" y="19444"/>
                  </a:lnTo>
                  <a:lnTo>
                    <a:pt x="194606" y="14583"/>
                  </a:lnTo>
                  <a:lnTo>
                    <a:pt x="198931" y="14583"/>
                  </a:lnTo>
                  <a:close/>
                </a:path>
                <a:path w="359409" h="918845">
                  <a:moveTo>
                    <a:pt x="294072" y="34028"/>
                  </a:moveTo>
                  <a:lnTo>
                    <a:pt x="311371" y="43751"/>
                  </a:lnTo>
                  <a:lnTo>
                    <a:pt x="328669" y="48612"/>
                  </a:lnTo>
                  <a:lnTo>
                    <a:pt x="332994" y="53473"/>
                  </a:lnTo>
                  <a:lnTo>
                    <a:pt x="332994" y="63196"/>
                  </a:lnTo>
                  <a:lnTo>
                    <a:pt x="328669" y="63196"/>
                  </a:lnTo>
                  <a:lnTo>
                    <a:pt x="324344" y="63196"/>
                  </a:lnTo>
                  <a:lnTo>
                    <a:pt x="320020" y="63196"/>
                  </a:lnTo>
                  <a:lnTo>
                    <a:pt x="307046" y="58334"/>
                  </a:lnTo>
                  <a:lnTo>
                    <a:pt x="289748" y="48612"/>
                  </a:lnTo>
                  <a:lnTo>
                    <a:pt x="285423" y="43751"/>
                  </a:lnTo>
                  <a:lnTo>
                    <a:pt x="285423" y="38889"/>
                  </a:lnTo>
                  <a:lnTo>
                    <a:pt x="285423" y="34028"/>
                  </a:lnTo>
                  <a:lnTo>
                    <a:pt x="289748" y="34028"/>
                  </a:lnTo>
                  <a:lnTo>
                    <a:pt x="294072" y="34028"/>
                  </a:lnTo>
                  <a:close/>
                </a:path>
                <a:path w="359409" h="918845">
                  <a:moveTo>
                    <a:pt x="358941" y="106947"/>
                  </a:moveTo>
                  <a:lnTo>
                    <a:pt x="358941" y="150698"/>
                  </a:lnTo>
                  <a:lnTo>
                    <a:pt x="354616" y="155559"/>
                  </a:lnTo>
                  <a:lnTo>
                    <a:pt x="354616" y="160420"/>
                  </a:lnTo>
                  <a:lnTo>
                    <a:pt x="350292" y="160420"/>
                  </a:lnTo>
                  <a:lnTo>
                    <a:pt x="345967" y="155559"/>
                  </a:lnTo>
                  <a:lnTo>
                    <a:pt x="345967" y="150698"/>
                  </a:lnTo>
                  <a:lnTo>
                    <a:pt x="345967" y="106947"/>
                  </a:lnTo>
                  <a:lnTo>
                    <a:pt x="345967" y="102086"/>
                  </a:lnTo>
                  <a:lnTo>
                    <a:pt x="350292" y="97224"/>
                  </a:lnTo>
                  <a:lnTo>
                    <a:pt x="354616" y="102086"/>
                  </a:lnTo>
                  <a:lnTo>
                    <a:pt x="358941" y="106947"/>
                  </a:lnTo>
                  <a:close/>
                </a:path>
                <a:path w="359409" h="918845">
                  <a:moveTo>
                    <a:pt x="358941" y="213894"/>
                  </a:moveTo>
                  <a:lnTo>
                    <a:pt x="358941" y="257645"/>
                  </a:lnTo>
                  <a:lnTo>
                    <a:pt x="354616" y="262507"/>
                  </a:lnTo>
                  <a:lnTo>
                    <a:pt x="354616" y="267368"/>
                  </a:lnTo>
                  <a:lnTo>
                    <a:pt x="350292" y="267368"/>
                  </a:lnTo>
                  <a:lnTo>
                    <a:pt x="345967" y="262507"/>
                  </a:lnTo>
                  <a:lnTo>
                    <a:pt x="345967" y="257645"/>
                  </a:lnTo>
                  <a:lnTo>
                    <a:pt x="345967" y="213894"/>
                  </a:lnTo>
                  <a:lnTo>
                    <a:pt x="345967" y="209033"/>
                  </a:lnTo>
                  <a:lnTo>
                    <a:pt x="350292" y="204172"/>
                  </a:lnTo>
                  <a:lnTo>
                    <a:pt x="354616" y="209033"/>
                  </a:lnTo>
                  <a:lnTo>
                    <a:pt x="358941" y="213894"/>
                  </a:lnTo>
                  <a:close/>
                </a:path>
                <a:path w="359409" h="918845">
                  <a:moveTo>
                    <a:pt x="358941" y="320841"/>
                  </a:moveTo>
                  <a:lnTo>
                    <a:pt x="358941" y="364593"/>
                  </a:lnTo>
                  <a:lnTo>
                    <a:pt x="354616" y="369454"/>
                  </a:lnTo>
                  <a:lnTo>
                    <a:pt x="350292" y="374315"/>
                  </a:lnTo>
                  <a:lnTo>
                    <a:pt x="350292" y="369454"/>
                  </a:lnTo>
                  <a:lnTo>
                    <a:pt x="345967" y="369454"/>
                  </a:lnTo>
                  <a:lnTo>
                    <a:pt x="345967" y="364593"/>
                  </a:lnTo>
                  <a:lnTo>
                    <a:pt x="345967" y="320841"/>
                  </a:lnTo>
                  <a:lnTo>
                    <a:pt x="345967" y="315980"/>
                  </a:lnTo>
                  <a:lnTo>
                    <a:pt x="350292" y="311119"/>
                  </a:lnTo>
                  <a:lnTo>
                    <a:pt x="354616" y="315980"/>
                  </a:lnTo>
                  <a:lnTo>
                    <a:pt x="358941" y="320841"/>
                  </a:lnTo>
                  <a:close/>
                </a:path>
                <a:path w="359409" h="918845">
                  <a:moveTo>
                    <a:pt x="358941" y="427789"/>
                  </a:moveTo>
                  <a:lnTo>
                    <a:pt x="358941" y="471540"/>
                  </a:lnTo>
                  <a:lnTo>
                    <a:pt x="354616" y="476401"/>
                  </a:lnTo>
                  <a:lnTo>
                    <a:pt x="350292" y="476401"/>
                  </a:lnTo>
                  <a:lnTo>
                    <a:pt x="345967" y="476401"/>
                  </a:lnTo>
                  <a:lnTo>
                    <a:pt x="345967" y="471540"/>
                  </a:lnTo>
                  <a:lnTo>
                    <a:pt x="345967" y="427789"/>
                  </a:lnTo>
                  <a:lnTo>
                    <a:pt x="345967" y="422927"/>
                  </a:lnTo>
                  <a:lnTo>
                    <a:pt x="345967" y="418066"/>
                  </a:lnTo>
                  <a:lnTo>
                    <a:pt x="350292" y="418066"/>
                  </a:lnTo>
                  <a:lnTo>
                    <a:pt x="354616" y="418066"/>
                  </a:lnTo>
                  <a:lnTo>
                    <a:pt x="358941" y="427789"/>
                  </a:lnTo>
                  <a:close/>
                </a:path>
                <a:path w="359409" h="918845">
                  <a:moveTo>
                    <a:pt x="358941" y="529875"/>
                  </a:moveTo>
                  <a:lnTo>
                    <a:pt x="358941" y="578487"/>
                  </a:lnTo>
                  <a:lnTo>
                    <a:pt x="354616" y="583348"/>
                  </a:lnTo>
                  <a:lnTo>
                    <a:pt x="350292" y="583348"/>
                  </a:lnTo>
                  <a:lnTo>
                    <a:pt x="345967" y="583348"/>
                  </a:lnTo>
                  <a:lnTo>
                    <a:pt x="345967" y="578487"/>
                  </a:lnTo>
                  <a:lnTo>
                    <a:pt x="345967" y="529875"/>
                  </a:lnTo>
                  <a:lnTo>
                    <a:pt x="345967" y="525014"/>
                  </a:lnTo>
                  <a:lnTo>
                    <a:pt x="350292" y="525014"/>
                  </a:lnTo>
                  <a:lnTo>
                    <a:pt x="354616" y="525014"/>
                  </a:lnTo>
                  <a:lnTo>
                    <a:pt x="358941" y="529875"/>
                  </a:lnTo>
                  <a:close/>
                </a:path>
                <a:path w="359409" h="918845">
                  <a:moveTo>
                    <a:pt x="358941" y="636822"/>
                  </a:moveTo>
                  <a:lnTo>
                    <a:pt x="358941" y="685434"/>
                  </a:lnTo>
                  <a:lnTo>
                    <a:pt x="354616" y="690296"/>
                  </a:lnTo>
                  <a:lnTo>
                    <a:pt x="350292" y="690296"/>
                  </a:lnTo>
                  <a:lnTo>
                    <a:pt x="345967" y="690296"/>
                  </a:lnTo>
                  <a:lnTo>
                    <a:pt x="345967" y="685434"/>
                  </a:lnTo>
                  <a:lnTo>
                    <a:pt x="345967" y="636822"/>
                  </a:lnTo>
                  <a:lnTo>
                    <a:pt x="345967" y="631961"/>
                  </a:lnTo>
                  <a:lnTo>
                    <a:pt x="350292" y="631961"/>
                  </a:lnTo>
                  <a:lnTo>
                    <a:pt x="354616" y="631961"/>
                  </a:lnTo>
                  <a:lnTo>
                    <a:pt x="358941" y="636822"/>
                  </a:lnTo>
                  <a:close/>
                </a:path>
                <a:path w="359409" h="918845">
                  <a:moveTo>
                    <a:pt x="358941" y="743769"/>
                  </a:moveTo>
                  <a:lnTo>
                    <a:pt x="358941" y="792382"/>
                  </a:lnTo>
                  <a:lnTo>
                    <a:pt x="354616" y="797243"/>
                  </a:lnTo>
                  <a:lnTo>
                    <a:pt x="350292" y="797243"/>
                  </a:lnTo>
                  <a:lnTo>
                    <a:pt x="345967" y="797243"/>
                  </a:lnTo>
                  <a:lnTo>
                    <a:pt x="345967" y="792382"/>
                  </a:lnTo>
                  <a:lnTo>
                    <a:pt x="345967" y="743769"/>
                  </a:lnTo>
                  <a:lnTo>
                    <a:pt x="345967" y="738908"/>
                  </a:lnTo>
                  <a:lnTo>
                    <a:pt x="350292" y="738908"/>
                  </a:lnTo>
                  <a:lnTo>
                    <a:pt x="354616" y="738908"/>
                  </a:lnTo>
                  <a:lnTo>
                    <a:pt x="358941" y="743769"/>
                  </a:lnTo>
                  <a:close/>
                </a:path>
                <a:path w="359409" h="918845">
                  <a:moveTo>
                    <a:pt x="350292" y="855578"/>
                  </a:moveTo>
                  <a:lnTo>
                    <a:pt x="341643" y="865300"/>
                  </a:lnTo>
                  <a:lnTo>
                    <a:pt x="337318" y="865300"/>
                  </a:lnTo>
                  <a:lnTo>
                    <a:pt x="328669" y="875023"/>
                  </a:lnTo>
                  <a:lnTo>
                    <a:pt x="315695" y="879884"/>
                  </a:lnTo>
                  <a:lnTo>
                    <a:pt x="311371" y="879884"/>
                  </a:lnTo>
                  <a:lnTo>
                    <a:pt x="307046" y="879884"/>
                  </a:lnTo>
                  <a:lnTo>
                    <a:pt x="307046" y="875023"/>
                  </a:lnTo>
                  <a:lnTo>
                    <a:pt x="307046" y="870162"/>
                  </a:lnTo>
                  <a:lnTo>
                    <a:pt x="307046" y="865300"/>
                  </a:lnTo>
                  <a:lnTo>
                    <a:pt x="320020" y="860439"/>
                  </a:lnTo>
                  <a:lnTo>
                    <a:pt x="332994" y="850717"/>
                  </a:lnTo>
                  <a:lnTo>
                    <a:pt x="332994" y="855578"/>
                  </a:lnTo>
                  <a:lnTo>
                    <a:pt x="341643" y="845855"/>
                  </a:lnTo>
                  <a:lnTo>
                    <a:pt x="337318" y="845855"/>
                  </a:lnTo>
                  <a:lnTo>
                    <a:pt x="341643" y="845855"/>
                  </a:lnTo>
                  <a:lnTo>
                    <a:pt x="345967" y="840994"/>
                  </a:lnTo>
                  <a:lnTo>
                    <a:pt x="350292" y="840994"/>
                  </a:lnTo>
                  <a:lnTo>
                    <a:pt x="354616" y="850717"/>
                  </a:lnTo>
                  <a:lnTo>
                    <a:pt x="350292" y="855578"/>
                  </a:lnTo>
                  <a:close/>
                </a:path>
                <a:path w="359409" h="918845">
                  <a:moveTo>
                    <a:pt x="259475" y="894468"/>
                  </a:moveTo>
                  <a:lnTo>
                    <a:pt x="250826" y="899329"/>
                  </a:lnTo>
                  <a:lnTo>
                    <a:pt x="229203" y="904190"/>
                  </a:lnTo>
                  <a:lnTo>
                    <a:pt x="220554" y="904190"/>
                  </a:lnTo>
                  <a:lnTo>
                    <a:pt x="216229" y="904190"/>
                  </a:lnTo>
                  <a:lnTo>
                    <a:pt x="211905" y="899329"/>
                  </a:lnTo>
                  <a:lnTo>
                    <a:pt x="211905" y="894468"/>
                  </a:lnTo>
                  <a:lnTo>
                    <a:pt x="211905" y="889607"/>
                  </a:lnTo>
                  <a:lnTo>
                    <a:pt x="220554" y="889607"/>
                  </a:lnTo>
                  <a:lnTo>
                    <a:pt x="224879" y="889607"/>
                  </a:lnTo>
                  <a:lnTo>
                    <a:pt x="250826" y="884745"/>
                  </a:lnTo>
                  <a:lnTo>
                    <a:pt x="259475" y="879884"/>
                  </a:lnTo>
                  <a:lnTo>
                    <a:pt x="263800" y="879884"/>
                  </a:lnTo>
                  <a:lnTo>
                    <a:pt x="263800" y="884745"/>
                  </a:lnTo>
                  <a:lnTo>
                    <a:pt x="263800" y="889607"/>
                  </a:lnTo>
                  <a:lnTo>
                    <a:pt x="259475" y="894468"/>
                  </a:lnTo>
                  <a:close/>
                </a:path>
                <a:path w="359409" h="918845">
                  <a:moveTo>
                    <a:pt x="164334" y="909052"/>
                  </a:moveTo>
                  <a:lnTo>
                    <a:pt x="142711" y="913913"/>
                  </a:lnTo>
                  <a:lnTo>
                    <a:pt x="125413" y="913913"/>
                  </a:lnTo>
                  <a:lnTo>
                    <a:pt x="121088" y="913913"/>
                  </a:lnTo>
                  <a:lnTo>
                    <a:pt x="116764" y="909052"/>
                  </a:lnTo>
                  <a:lnTo>
                    <a:pt x="116764" y="904190"/>
                  </a:lnTo>
                  <a:lnTo>
                    <a:pt x="121088" y="904190"/>
                  </a:lnTo>
                  <a:lnTo>
                    <a:pt x="125413" y="899329"/>
                  </a:lnTo>
                  <a:lnTo>
                    <a:pt x="142711" y="899329"/>
                  </a:lnTo>
                  <a:lnTo>
                    <a:pt x="164334" y="894468"/>
                  </a:lnTo>
                  <a:lnTo>
                    <a:pt x="168659" y="899329"/>
                  </a:lnTo>
                  <a:lnTo>
                    <a:pt x="172983" y="904190"/>
                  </a:lnTo>
                  <a:lnTo>
                    <a:pt x="172983" y="909052"/>
                  </a:lnTo>
                  <a:lnTo>
                    <a:pt x="164334" y="909052"/>
                  </a:lnTo>
                  <a:close/>
                </a:path>
                <a:path w="359409" h="918845">
                  <a:moveTo>
                    <a:pt x="73518" y="918774"/>
                  </a:moveTo>
                  <a:lnTo>
                    <a:pt x="30272" y="918774"/>
                  </a:lnTo>
                  <a:lnTo>
                    <a:pt x="25947" y="918774"/>
                  </a:lnTo>
                  <a:lnTo>
                    <a:pt x="25947" y="909052"/>
                  </a:lnTo>
                  <a:lnTo>
                    <a:pt x="25947" y="904190"/>
                  </a:lnTo>
                  <a:lnTo>
                    <a:pt x="30272" y="904190"/>
                  </a:lnTo>
                  <a:lnTo>
                    <a:pt x="69193" y="904190"/>
                  </a:lnTo>
                  <a:lnTo>
                    <a:pt x="77842" y="904190"/>
                  </a:lnTo>
                  <a:lnTo>
                    <a:pt x="77842" y="909052"/>
                  </a:lnTo>
                  <a:lnTo>
                    <a:pt x="77842" y="913913"/>
                  </a:lnTo>
                  <a:lnTo>
                    <a:pt x="73518" y="918774"/>
                  </a:lnTo>
                  <a:close/>
                </a:path>
              </a:pathLst>
            </a:custGeom>
            <a:ln w="4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4" name="object 154"/>
          <p:cNvSpPr txBox="1"/>
          <p:nvPr/>
        </p:nvSpPr>
        <p:spPr>
          <a:xfrm>
            <a:off x="7502948" y="3412004"/>
            <a:ext cx="15240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5" b="1" i="1">
                <a:latin typeface="Times New Roman"/>
                <a:cs typeface="Times New Roman"/>
              </a:rPr>
              <a:t>A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6383425" y="2955047"/>
            <a:ext cx="27749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1650" spc="-85" b="1" i="1">
                <a:latin typeface="Times New Roman"/>
                <a:cs typeface="Times New Roman"/>
              </a:rPr>
              <a:t>Q</a:t>
            </a:r>
            <a:r>
              <a:rPr dirty="0" baseline="-12626" sz="1650" spc="-127" b="1">
                <a:latin typeface="Times New Roman"/>
                <a:cs typeface="Times New Roman"/>
              </a:rPr>
              <a:t>1</a:t>
            </a:r>
            <a:endParaRPr baseline="-12626" sz="1650">
              <a:latin typeface="Times New Roman"/>
              <a:cs typeface="Times New Roman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6547211" y="2882129"/>
            <a:ext cx="95250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-65" b="1" i="1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7922434" y="1948770"/>
            <a:ext cx="16319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10" b="1" i="1">
                <a:latin typeface="Times New Roman"/>
                <a:cs typeface="Times New Roman"/>
              </a:rPr>
              <a:t>Q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8060821" y="2050856"/>
            <a:ext cx="88265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-60" b="1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8060821" y="1866130"/>
            <a:ext cx="95250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-65" b="1" i="1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60" name="object 160"/>
          <p:cNvGraphicFramePr>
            <a:graphicFrameLocks noGrp="1"/>
          </p:cNvGraphicFramePr>
          <p:nvPr/>
        </p:nvGraphicFramePr>
        <p:xfrm>
          <a:off x="6455649" y="633000"/>
          <a:ext cx="1978660" cy="885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0695"/>
                <a:gridCol w="487680"/>
                <a:gridCol w="483234"/>
                <a:gridCol w="485775"/>
              </a:tblGrid>
              <a:tr h="44259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287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287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287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796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287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259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450" b="1">
                          <a:latin typeface="宋体"/>
                          <a:cs typeface="宋体"/>
                        </a:rPr>
                        <a:t>×</a:t>
                      </a:r>
                      <a:endParaRPr sz="145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450" b="1">
                          <a:latin typeface="宋体"/>
                          <a:cs typeface="宋体"/>
                        </a:rPr>
                        <a:t>×</a:t>
                      </a:r>
                      <a:endParaRPr sz="145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652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796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652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61" name="object 161"/>
          <p:cNvGrpSpPr/>
          <p:nvPr/>
        </p:nvGrpSpPr>
        <p:grpSpPr>
          <a:xfrm>
            <a:off x="5941147" y="228769"/>
            <a:ext cx="2473960" cy="1382395"/>
            <a:chOff x="5941147" y="228769"/>
            <a:chExt cx="2473960" cy="1382395"/>
          </a:xfrm>
        </p:grpSpPr>
        <p:sp>
          <p:nvSpPr>
            <p:cNvPr id="162" name="object 162"/>
            <p:cNvSpPr/>
            <p:nvPr/>
          </p:nvSpPr>
          <p:spPr>
            <a:xfrm>
              <a:off x="6223171" y="462383"/>
              <a:ext cx="260350" cy="187325"/>
            </a:xfrm>
            <a:custGeom>
              <a:avLst/>
              <a:gdLst/>
              <a:ahLst/>
              <a:cxnLst/>
              <a:rect l="l" t="t" r="r" b="b"/>
              <a:pathLst>
                <a:path w="260350" h="187325">
                  <a:moveTo>
                    <a:pt x="259828" y="187248"/>
                  </a:moveTo>
                  <a:lnTo>
                    <a:pt x="0" y="0"/>
                  </a:lnTo>
                </a:path>
              </a:pathLst>
            </a:custGeom>
            <a:ln w="171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6952514" y="1519297"/>
              <a:ext cx="966469" cy="83820"/>
            </a:xfrm>
            <a:custGeom>
              <a:avLst/>
              <a:gdLst/>
              <a:ahLst/>
              <a:cxnLst/>
              <a:rect l="l" t="t" r="r" b="b"/>
              <a:pathLst>
                <a:path w="966470" h="83819">
                  <a:moveTo>
                    <a:pt x="966379" y="0"/>
                  </a:moveTo>
                  <a:lnTo>
                    <a:pt x="961820" y="16644"/>
                  </a:lnTo>
                  <a:lnTo>
                    <a:pt x="957262" y="33288"/>
                  </a:lnTo>
                  <a:lnTo>
                    <a:pt x="952703" y="45771"/>
                  </a:lnTo>
                  <a:lnTo>
                    <a:pt x="943587" y="58255"/>
                  </a:lnTo>
                  <a:lnTo>
                    <a:pt x="929911" y="70738"/>
                  </a:lnTo>
                  <a:lnTo>
                    <a:pt x="916236" y="79060"/>
                  </a:lnTo>
                  <a:lnTo>
                    <a:pt x="902561" y="83221"/>
                  </a:lnTo>
                  <a:lnTo>
                    <a:pt x="884328" y="83221"/>
                  </a:lnTo>
                  <a:lnTo>
                    <a:pt x="82051" y="83221"/>
                  </a:lnTo>
                  <a:lnTo>
                    <a:pt x="63817" y="83221"/>
                  </a:lnTo>
                  <a:lnTo>
                    <a:pt x="50142" y="79060"/>
                  </a:lnTo>
                  <a:lnTo>
                    <a:pt x="36467" y="70738"/>
                  </a:lnTo>
                  <a:lnTo>
                    <a:pt x="22791" y="58255"/>
                  </a:lnTo>
                  <a:lnTo>
                    <a:pt x="13675" y="45771"/>
                  </a:lnTo>
                  <a:lnTo>
                    <a:pt x="4558" y="33288"/>
                  </a:lnTo>
                  <a:lnTo>
                    <a:pt x="0" y="16644"/>
                  </a:lnTo>
                  <a:lnTo>
                    <a:pt x="0" y="0"/>
                  </a:lnTo>
                </a:path>
              </a:pathLst>
            </a:custGeom>
            <a:ln w="166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7440262" y="566410"/>
              <a:ext cx="966469" cy="83820"/>
            </a:xfrm>
            <a:custGeom>
              <a:avLst/>
              <a:gdLst/>
              <a:ahLst/>
              <a:cxnLst/>
              <a:rect l="l" t="t" r="r" b="b"/>
              <a:pathLst>
                <a:path w="966470" h="83820">
                  <a:moveTo>
                    <a:pt x="966379" y="83221"/>
                  </a:moveTo>
                  <a:lnTo>
                    <a:pt x="966379" y="66577"/>
                  </a:lnTo>
                  <a:lnTo>
                    <a:pt x="961820" y="49932"/>
                  </a:lnTo>
                  <a:lnTo>
                    <a:pt x="952703" y="37449"/>
                  </a:lnTo>
                  <a:lnTo>
                    <a:pt x="943587" y="24966"/>
                  </a:lnTo>
                  <a:lnTo>
                    <a:pt x="934470" y="12483"/>
                  </a:lnTo>
                  <a:lnTo>
                    <a:pt x="920795" y="4161"/>
                  </a:lnTo>
                  <a:lnTo>
                    <a:pt x="902561" y="0"/>
                  </a:lnTo>
                  <a:lnTo>
                    <a:pt x="888886" y="0"/>
                  </a:lnTo>
                  <a:lnTo>
                    <a:pt x="82051" y="0"/>
                  </a:lnTo>
                  <a:lnTo>
                    <a:pt x="63817" y="0"/>
                  </a:lnTo>
                  <a:lnTo>
                    <a:pt x="50142" y="4161"/>
                  </a:lnTo>
                  <a:lnTo>
                    <a:pt x="36467" y="12483"/>
                  </a:lnTo>
                  <a:lnTo>
                    <a:pt x="22791" y="24966"/>
                  </a:lnTo>
                  <a:lnTo>
                    <a:pt x="13675" y="37449"/>
                  </a:lnTo>
                  <a:lnTo>
                    <a:pt x="4558" y="49932"/>
                  </a:lnTo>
                  <a:lnTo>
                    <a:pt x="0" y="66577"/>
                  </a:lnTo>
                  <a:lnTo>
                    <a:pt x="0" y="83221"/>
                  </a:lnTo>
                </a:path>
              </a:pathLst>
            </a:custGeom>
            <a:ln w="166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5954225" y="241845"/>
              <a:ext cx="314960" cy="287655"/>
            </a:xfrm>
            <a:custGeom>
              <a:avLst/>
              <a:gdLst/>
              <a:ahLst/>
              <a:cxnLst/>
              <a:rect l="l" t="t" r="r" b="b"/>
              <a:pathLst>
                <a:path w="314960" h="287655">
                  <a:moveTo>
                    <a:pt x="154985" y="287114"/>
                  </a:moveTo>
                  <a:lnTo>
                    <a:pt x="141310" y="282953"/>
                  </a:lnTo>
                  <a:lnTo>
                    <a:pt x="127634" y="282953"/>
                  </a:lnTo>
                  <a:lnTo>
                    <a:pt x="109401" y="278792"/>
                  </a:lnTo>
                  <a:lnTo>
                    <a:pt x="95726" y="274631"/>
                  </a:lnTo>
                  <a:lnTo>
                    <a:pt x="82051" y="266309"/>
                  </a:lnTo>
                  <a:lnTo>
                    <a:pt x="68375" y="262147"/>
                  </a:lnTo>
                  <a:lnTo>
                    <a:pt x="59259" y="253829"/>
                  </a:lnTo>
                  <a:lnTo>
                    <a:pt x="45583" y="245503"/>
                  </a:lnTo>
                  <a:lnTo>
                    <a:pt x="27350" y="220541"/>
                  </a:lnTo>
                  <a:lnTo>
                    <a:pt x="18233" y="212215"/>
                  </a:lnTo>
                  <a:lnTo>
                    <a:pt x="13675" y="199731"/>
                  </a:lnTo>
                  <a:lnTo>
                    <a:pt x="9116" y="183091"/>
                  </a:lnTo>
                  <a:lnTo>
                    <a:pt x="0" y="158120"/>
                  </a:lnTo>
                  <a:lnTo>
                    <a:pt x="0" y="128993"/>
                  </a:lnTo>
                  <a:lnTo>
                    <a:pt x="4558" y="112349"/>
                  </a:lnTo>
                  <a:lnTo>
                    <a:pt x="18233" y="74899"/>
                  </a:lnTo>
                  <a:lnTo>
                    <a:pt x="36467" y="49932"/>
                  </a:lnTo>
                  <a:lnTo>
                    <a:pt x="45583" y="41610"/>
                  </a:lnTo>
                  <a:lnTo>
                    <a:pt x="59259" y="33292"/>
                  </a:lnTo>
                  <a:lnTo>
                    <a:pt x="68375" y="24966"/>
                  </a:lnTo>
                  <a:lnTo>
                    <a:pt x="82051" y="16644"/>
                  </a:lnTo>
                  <a:lnTo>
                    <a:pt x="95726" y="12483"/>
                  </a:lnTo>
                  <a:lnTo>
                    <a:pt x="109401" y="4161"/>
                  </a:lnTo>
                  <a:lnTo>
                    <a:pt x="127634" y="4161"/>
                  </a:lnTo>
                  <a:lnTo>
                    <a:pt x="141310" y="0"/>
                  </a:lnTo>
                  <a:lnTo>
                    <a:pt x="173218" y="0"/>
                  </a:lnTo>
                  <a:lnTo>
                    <a:pt x="186894" y="4161"/>
                  </a:lnTo>
                  <a:lnTo>
                    <a:pt x="205127" y="4161"/>
                  </a:lnTo>
                  <a:lnTo>
                    <a:pt x="218802" y="12483"/>
                  </a:lnTo>
                  <a:lnTo>
                    <a:pt x="232477" y="16644"/>
                  </a:lnTo>
                  <a:lnTo>
                    <a:pt x="246153" y="24966"/>
                  </a:lnTo>
                  <a:lnTo>
                    <a:pt x="255269" y="33292"/>
                  </a:lnTo>
                  <a:lnTo>
                    <a:pt x="268945" y="41610"/>
                  </a:lnTo>
                  <a:lnTo>
                    <a:pt x="278061" y="49932"/>
                  </a:lnTo>
                  <a:lnTo>
                    <a:pt x="296295" y="74899"/>
                  </a:lnTo>
                  <a:lnTo>
                    <a:pt x="309970" y="112349"/>
                  </a:lnTo>
                  <a:lnTo>
                    <a:pt x="314529" y="128993"/>
                  </a:lnTo>
                  <a:lnTo>
                    <a:pt x="314529" y="158120"/>
                  </a:lnTo>
                  <a:lnTo>
                    <a:pt x="305412" y="183091"/>
                  </a:lnTo>
                  <a:lnTo>
                    <a:pt x="300853" y="199731"/>
                  </a:lnTo>
                  <a:lnTo>
                    <a:pt x="296295" y="212215"/>
                  </a:lnTo>
                  <a:lnTo>
                    <a:pt x="287178" y="220541"/>
                  </a:lnTo>
                  <a:lnTo>
                    <a:pt x="268945" y="245503"/>
                  </a:lnTo>
                  <a:lnTo>
                    <a:pt x="255269" y="253829"/>
                  </a:lnTo>
                  <a:lnTo>
                    <a:pt x="246153" y="262147"/>
                  </a:lnTo>
                  <a:lnTo>
                    <a:pt x="232477" y="266309"/>
                  </a:lnTo>
                  <a:lnTo>
                    <a:pt x="218802" y="274631"/>
                  </a:lnTo>
                  <a:lnTo>
                    <a:pt x="205127" y="278792"/>
                  </a:lnTo>
                  <a:lnTo>
                    <a:pt x="186894" y="282953"/>
                  </a:lnTo>
                  <a:lnTo>
                    <a:pt x="173218" y="282953"/>
                  </a:lnTo>
                  <a:lnTo>
                    <a:pt x="154985" y="2871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5954226" y="241848"/>
              <a:ext cx="314960" cy="287655"/>
            </a:xfrm>
            <a:custGeom>
              <a:avLst/>
              <a:gdLst/>
              <a:ahLst/>
              <a:cxnLst/>
              <a:rect l="l" t="t" r="r" b="b"/>
              <a:pathLst>
                <a:path w="314960" h="287655">
                  <a:moveTo>
                    <a:pt x="154985" y="0"/>
                  </a:moveTo>
                  <a:lnTo>
                    <a:pt x="141310" y="0"/>
                  </a:lnTo>
                  <a:lnTo>
                    <a:pt x="127634" y="4161"/>
                  </a:lnTo>
                  <a:lnTo>
                    <a:pt x="109401" y="4161"/>
                  </a:lnTo>
                  <a:lnTo>
                    <a:pt x="95726" y="12483"/>
                  </a:lnTo>
                  <a:lnTo>
                    <a:pt x="82051" y="16644"/>
                  </a:lnTo>
                  <a:lnTo>
                    <a:pt x="68375" y="24966"/>
                  </a:lnTo>
                  <a:lnTo>
                    <a:pt x="59259" y="33288"/>
                  </a:lnTo>
                  <a:lnTo>
                    <a:pt x="45583" y="41610"/>
                  </a:lnTo>
                  <a:lnTo>
                    <a:pt x="36467" y="49932"/>
                  </a:lnTo>
                  <a:lnTo>
                    <a:pt x="27350" y="62416"/>
                  </a:lnTo>
                  <a:lnTo>
                    <a:pt x="18233" y="74899"/>
                  </a:lnTo>
                  <a:lnTo>
                    <a:pt x="13675" y="87382"/>
                  </a:lnTo>
                  <a:lnTo>
                    <a:pt x="9116" y="99865"/>
                  </a:lnTo>
                  <a:lnTo>
                    <a:pt x="4558" y="112349"/>
                  </a:lnTo>
                  <a:lnTo>
                    <a:pt x="0" y="128993"/>
                  </a:lnTo>
                  <a:lnTo>
                    <a:pt x="0" y="141476"/>
                  </a:lnTo>
                  <a:lnTo>
                    <a:pt x="0" y="158120"/>
                  </a:lnTo>
                  <a:lnTo>
                    <a:pt x="4558" y="170604"/>
                  </a:lnTo>
                  <a:lnTo>
                    <a:pt x="9116" y="183087"/>
                  </a:lnTo>
                  <a:lnTo>
                    <a:pt x="13675" y="199731"/>
                  </a:lnTo>
                  <a:lnTo>
                    <a:pt x="18233" y="212215"/>
                  </a:lnTo>
                  <a:lnTo>
                    <a:pt x="27350" y="220537"/>
                  </a:lnTo>
                  <a:lnTo>
                    <a:pt x="36467" y="233020"/>
                  </a:lnTo>
                  <a:lnTo>
                    <a:pt x="45583" y="245503"/>
                  </a:lnTo>
                  <a:lnTo>
                    <a:pt x="59259" y="253825"/>
                  </a:lnTo>
                  <a:lnTo>
                    <a:pt x="68375" y="262147"/>
                  </a:lnTo>
                  <a:lnTo>
                    <a:pt x="82051" y="266309"/>
                  </a:lnTo>
                  <a:lnTo>
                    <a:pt x="95726" y="274631"/>
                  </a:lnTo>
                  <a:lnTo>
                    <a:pt x="109401" y="278792"/>
                  </a:lnTo>
                  <a:lnTo>
                    <a:pt x="127634" y="282953"/>
                  </a:lnTo>
                  <a:lnTo>
                    <a:pt x="141310" y="282953"/>
                  </a:lnTo>
                  <a:lnTo>
                    <a:pt x="154985" y="287114"/>
                  </a:lnTo>
                  <a:lnTo>
                    <a:pt x="173218" y="282953"/>
                  </a:lnTo>
                  <a:lnTo>
                    <a:pt x="186894" y="282953"/>
                  </a:lnTo>
                  <a:lnTo>
                    <a:pt x="205127" y="278792"/>
                  </a:lnTo>
                  <a:lnTo>
                    <a:pt x="218802" y="274631"/>
                  </a:lnTo>
                  <a:lnTo>
                    <a:pt x="232477" y="266309"/>
                  </a:lnTo>
                  <a:lnTo>
                    <a:pt x="246153" y="262147"/>
                  </a:lnTo>
                  <a:lnTo>
                    <a:pt x="255269" y="253825"/>
                  </a:lnTo>
                  <a:lnTo>
                    <a:pt x="268945" y="245503"/>
                  </a:lnTo>
                  <a:lnTo>
                    <a:pt x="278061" y="233020"/>
                  </a:lnTo>
                  <a:lnTo>
                    <a:pt x="287178" y="220537"/>
                  </a:lnTo>
                  <a:lnTo>
                    <a:pt x="296295" y="212215"/>
                  </a:lnTo>
                  <a:lnTo>
                    <a:pt x="300853" y="199731"/>
                  </a:lnTo>
                  <a:lnTo>
                    <a:pt x="305412" y="183087"/>
                  </a:lnTo>
                  <a:lnTo>
                    <a:pt x="309970" y="170604"/>
                  </a:lnTo>
                  <a:lnTo>
                    <a:pt x="314529" y="158120"/>
                  </a:lnTo>
                  <a:lnTo>
                    <a:pt x="314529" y="141476"/>
                  </a:lnTo>
                  <a:lnTo>
                    <a:pt x="314529" y="128993"/>
                  </a:lnTo>
                  <a:lnTo>
                    <a:pt x="309970" y="112349"/>
                  </a:lnTo>
                  <a:lnTo>
                    <a:pt x="305412" y="99865"/>
                  </a:lnTo>
                  <a:lnTo>
                    <a:pt x="300853" y="87382"/>
                  </a:lnTo>
                  <a:lnTo>
                    <a:pt x="296295" y="74899"/>
                  </a:lnTo>
                  <a:lnTo>
                    <a:pt x="287178" y="62416"/>
                  </a:lnTo>
                  <a:lnTo>
                    <a:pt x="278061" y="49932"/>
                  </a:lnTo>
                  <a:lnTo>
                    <a:pt x="268945" y="41610"/>
                  </a:lnTo>
                  <a:lnTo>
                    <a:pt x="255269" y="33288"/>
                  </a:lnTo>
                  <a:lnTo>
                    <a:pt x="246153" y="24966"/>
                  </a:lnTo>
                  <a:lnTo>
                    <a:pt x="232477" y="16644"/>
                  </a:lnTo>
                  <a:lnTo>
                    <a:pt x="218802" y="12483"/>
                  </a:lnTo>
                  <a:lnTo>
                    <a:pt x="205127" y="4161"/>
                  </a:lnTo>
                  <a:lnTo>
                    <a:pt x="186894" y="4161"/>
                  </a:lnTo>
                  <a:lnTo>
                    <a:pt x="173218" y="0"/>
                  </a:lnTo>
                  <a:lnTo>
                    <a:pt x="154985" y="0"/>
                  </a:lnTo>
                </a:path>
              </a:pathLst>
            </a:custGeom>
            <a:ln w="26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7" name="object 167"/>
          <p:cNvSpPr txBox="1"/>
          <p:nvPr/>
        </p:nvSpPr>
        <p:spPr>
          <a:xfrm>
            <a:off x="6032694" y="274920"/>
            <a:ext cx="14795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75" b="1" i="1">
                <a:latin typeface="Times New Roman"/>
                <a:cs typeface="Times New Roman"/>
              </a:rPr>
              <a:t>Y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7359184" y="1573178"/>
            <a:ext cx="15938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85" b="1" i="1">
                <a:latin typeface="Times New Roman"/>
                <a:cs typeface="Times New Roman"/>
              </a:rPr>
              <a:t>A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6201354" y="1182037"/>
            <a:ext cx="17081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90" b="1" i="1">
                <a:latin typeface="Times New Roman"/>
                <a:cs typeface="Times New Roman"/>
              </a:rPr>
              <a:t>Q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6347223" y="1269418"/>
            <a:ext cx="9207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45" b="1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6351781" y="1119619"/>
            <a:ext cx="9906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50" b="1" i="1">
                <a:latin typeface="Times New Roman"/>
                <a:cs typeface="Times New Roman"/>
              </a:rPr>
              <a:t>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7796791" y="312371"/>
            <a:ext cx="17081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90" b="1" i="1">
                <a:latin typeface="Times New Roman"/>
                <a:cs typeface="Times New Roman"/>
              </a:rPr>
              <a:t>Q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7942660" y="249953"/>
            <a:ext cx="103505" cy="320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dirty="0" sz="950" spc="50" b="1" i="1">
                <a:latin typeface="Times New Roman"/>
                <a:cs typeface="Times New Roman"/>
              </a:rPr>
              <a:t>n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950" spc="45" b="1">
                <a:latin typeface="Times New Roman"/>
                <a:cs typeface="Times New Roman"/>
              </a:rPr>
              <a:t>0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74" name="object 174"/>
          <p:cNvGrpSpPr/>
          <p:nvPr/>
        </p:nvGrpSpPr>
        <p:grpSpPr>
          <a:xfrm>
            <a:off x="8007791" y="1126058"/>
            <a:ext cx="378460" cy="358140"/>
            <a:chOff x="8007791" y="1126058"/>
            <a:chExt cx="378460" cy="358140"/>
          </a:xfrm>
        </p:grpSpPr>
        <p:sp>
          <p:nvSpPr>
            <p:cNvPr id="175" name="object 175"/>
            <p:cNvSpPr/>
            <p:nvPr/>
          </p:nvSpPr>
          <p:spPr>
            <a:xfrm>
              <a:off x="8010062" y="1128156"/>
              <a:ext cx="374015" cy="353695"/>
            </a:xfrm>
            <a:custGeom>
              <a:avLst/>
              <a:gdLst/>
              <a:ahLst/>
              <a:cxnLst/>
              <a:rect l="l" t="t" r="r" b="b"/>
              <a:pathLst>
                <a:path w="374015" h="353694">
                  <a:moveTo>
                    <a:pt x="369229" y="353691"/>
                  </a:moveTo>
                  <a:lnTo>
                    <a:pt x="323645" y="353691"/>
                  </a:lnTo>
                  <a:lnTo>
                    <a:pt x="319087" y="349530"/>
                  </a:lnTo>
                  <a:lnTo>
                    <a:pt x="319087" y="341208"/>
                  </a:lnTo>
                  <a:lnTo>
                    <a:pt x="369229" y="341208"/>
                  </a:lnTo>
                  <a:lnTo>
                    <a:pt x="373788" y="345369"/>
                  </a:lnTo>
                  <a:lnTo>
                    <a:pt x="369229" y="349530"/>
                  </a:lnTo>
                  <a:lnTo>
                    <a:pt x="369229" y="353691"/>
                  </a:lnTo>
                  <a:close/>
                </a:path>
                <a:path w="374015" h="353694">
                  <a:moveTo>
                    <a:pt x="273498" y="349530"/>
                  </a:moveTo>
                  <a:lnTo>
                    <a:pt x="218802" y="349530"/>
                  </a:lnTo>
                  <a:lnTo>
                    <a:pt x="218802" y="337047"/>
                  </a:lnTo>
                  <a:lnTo>
                    <a:pt x="268940" y="337047"/>
                  </a:lnTo>
                  <a:lnTo>
                    <a:pt x="273498" y="341208"/>
                  </a:lnTo>
                  <a:lnTo>
                    <a:pt x="273498" y="349530"/>
                  </a:lnTo>
                  <a:close/>
                </a:path>
                <a:path w="374015" h="353694">
                  <a:moveTo>
                    <a:pt x="168660" y="349530"/>
                  </a:moveTo>
                  <a:lnTo>
                    <a:pt x="164102" y="349530"/>
                  </a:lnTo>
                  <a:lnTo>
                    <a:pt x="136751" y="345369"/>
                  </a:lnTo>
                  <a:lnTo>
                    <a:pt x="123076" y="345369"/>
                  </a:lnTo>
                  <a:lnTo>
                    <a:pt x="118518" y="341208"/>
                  </a:lnTo>
                  <a:lnTo>
                    <a:pt x="118518" y="332886"/>
                  </a:lnTo>
                  <a:lnTo>
                    <a:pt x="168660" y="332886"/>
                  </a:lnTo>
                  <a:lnTo>
                    <a:pt x="173218" y="337047"/>
                  </a:lnTo>
                  <a:lnTo>
                    <a:pt x="173218" y="345369"/>
                  </a:lnTo>
                  <a:lnTo>
                    <a:pt x="168660" y="349530"/>
                  </a:lnTo>
                  <a:close/>
                </a:path>
                <a:path w="374015" h="353694">
                  <a:moveTo>
                    <a:pt x="72934" y="341208"/>
                  </a:moveTo>
                  <a:lnTo>
                    <a:pt x="68371" y="341208"/>
                  </a:lnTo>
                  <a:lnTo>
                    <a:pt x="45583" y="337047"/>
                  </a:lnTo>
                  <a:lnTo>
                    <a:pt x="31908" y="337047"/>
                  </a:lnTo>
                  <a:lnTo>
                    <a:pt x="22787" y="332886"/>
                  </a:lnTo>
                  <a:lnTo>
                    <a:pt x="18233" y="328725"/>
                  </a:lnTo>
                  <a:lnTo>
                    <a:pt x="18233" y="324564"/>
                  </a:lnTo>
                  <a:lnTo>
                    <a:pt x="22787" y="320403"/>
                  </a:lnTo>
                  <a:lnTo>
                    <a:pt x="36467" y="320403"/>
                  </a:lnTo>
                  <a:lnTo>
                    <a:pt x="50142" y="324564"/>
                  </a:lnTo>
                  <a:lnTo>
                    <a:pt x="68371" y="328725"/>
                  </a:lnTo>
                  <a:lnTo>
                    <a:pt x="72934" y="328725"/>
                  </a:lnTo>
                  <a:lnTo>
                    <a:pt x="77492" y="332886"/>
                  </a:lnTo>
                  <a:lnTo>
                    <a:pt x="72934" y="337047"/>
                  </a:lnTo>
                  <a:lnTo>
                    <a:pt x="72934" y="341208"/>
                  </a:lnTo>
                  <a:close/>
                </a:path>
                <a:path w="374015" h="353694">
                  <a:moveTo>
                    <a:pt x="9116" y="295436"/>
                  </a:moveTo>
                  <a:lnTo>
                    <a:pt x="4558" y="295436"/>
                  </a:lnTo>
                  <a:lnTo>
                    <a:pt x="0" y="291275"/>
                  </a:lnTo>
                  <a:lnTo>
                    <a:pt x="0" y="245503"/>
                  </a:lnTo>
                  <a:lnTo>
                    <a:pt x="4558" y="241342"/>
                  </a:lnTo>
                  <a:lnTo>
                    <a:pt x="9116" y="241342"/>
                  </a:lnTo>
                  <a:lnTo>
                    <a:pt x="9116" y="245503"/>
                  </a:lnTo>
                  <a:lnTo>
                    <a:pt x="13675" y="245503"/>
                  </a:lnTo>
                  <a:lnTo>
                    <a:pt x="13675" y="291275"/>
                  </a:lnTo>
                  <a:lnTo>
                    <a:pt x="9116" y="291275"/>
                  </a:lnTo>
                  <a:lnTo>
                    <a:pt x="9116" y="295436"/>
                  </a:lnTo>
                  <a:close/>
                </a:path>
                <a:path w="374015" h="353694">
                  <a:moveTo>
                    <a:pt x="9116" y="153959"/>
                  </a:moveTo>
                  <a:lnTo>
                    <a:pt x="4558" y="153959"/>
                  </a:lnTo>
                  <a:lnTo>
                    <a:pt x="4558" y="149798"/>
                  </a:lnTo>
                  <a:lnTo>
                    <a:pt x="9116" y="153959"/>
                  </a:lnTo>
                  <a:close/>
                </a:path>
                <a:path w="374015" h="353694">
                  <a:moveTo>
                    <a:pt x="9116" y="203892"/>
                  </a:moveTo>
                  <a:lnTo>
                    <a:pt x="4558" y="203892"/>
                  </a:lnTo>
                  <a:lnTo>
                    <a:pt x="0" y="199731"/>
                  </a:lnTo>
                  <a:lnTo>
                    <a:pt x="0" y="153959"/>
                  </a:lnTo>
                  <a:lnTo>
                    <a:pt x="13675" y="153959"/>
                  </a:lnTo>
                  <a:lnTo>
                    <a:pt x="13675" y="199731"/>
                  </a:lnTo>
                  <a:lnTo>
                    <a:pt x="9116" y="199731"/>
                  </a:lnTo>
                  <a:lnTo>
                    <a:pt x="9116" y="203892"/>
                  </a:lnTo>
                  <a:close/>
                </a:path>
                <a:path w="374015" h="353694">
                  <a:moveTo>
                    <a:pt x="9116" y="112349"/>
                  </a:moveTo>
                  <a:lnTo>
                    <a:pt x="0" y="112349"/>
                  </a:lnTo>
                  <a:lnTo>
                    <a:pt x="0" y="62416"/>
                  </a:lnTo>
                  <a:lnTo>
                    <a:pt x="13675" y="62416"/>
                  </a:lnTo>
                  <a:lnTo>
                    <a:pt x="13675" y="108188"/>
                  </a:lnTo>
                  <a:lnTo>
                    <a:pt x="9116" y="112349"/>
                  </a:lnTo>
                  <a:close/>
                </a:path>
                <a:path w="374015" h="353694">
                  <a:moveTo>
                    <a:pt x="36467" y="33288"/>
                  </a:moveTo>
                  <a:lnTo>
                    <a:pt x="22787" y="33288"/>
                  </a:lnTo>
                  <a:lnTo>
                    <a:pt x="18233" y="29127"/>
                  </a:lnTo>
                  <a:lnTo>
                    <a:pt x="18233" y="24966"/>
                  </a:lnTo>
                  <a:lnTo>
                    <a:pt x="22787" y="20805"/>
                  </a:lnTo>
                  <a:lnTo>
                    <a:pt x="31908" y="20805"/>
                  </a:lnTo>
                  <a:lnTo>
                    <a:pt x="68371" y="12483"/>
                  </a:lnTo>
                  <a:lnTo>
                    <a:pt x="72934" y="16644"/>
                  </a:lnTo>
                  <a:lnTo>
                    <a:pt x="72934" y="24966"/>
                  </a:lnTo>
                  <a:lnTo>
                    <a:pt x="68371" y="24966"/>
                  </a:lnTo>
                  <a:lnTo>
                    <a:pt x="50142" y="29127"/>
                  </a:lnTo>
                  <a:lnTo>
                    <a:pt x="36467" y="33288"/>
                  </a:lnTo>
                  <a:close/>
                </a:path>
                <a:path w="374015" h="353694">
                  <a:moveTo>
                    <a:pt x="168660" y="8322"/>
                  </a:moveTo>
                  <a:lnTo>
                    <a:pt x="136751" y="8322"/>
                  </a:lnTo>
                  <a:lnTo>
                    <a:pt x="164102" y="4161"/>
                  </a:lnTo>
                  <a:lnTo>
                    <a:pt x="168660" y="4161"/>
                  </a:lnTo>
                  <a:lnTo>
                    <a:pt x="168660" y="8322"/>
                  </a:lnTo>
                  <a:close/>
                </a:path>
                <a:path w="374015" h="353694">
                  <a:moveTo>
                    <a:pt x="168660" y="20805"/>
                  </a:moveTo>
                  <a:lnTo>
                    <a:pt x="118518" y="20805"/>
                  </a:lnTo>
                  <a:lnTo>
                    <a:pt x="118518" y="12483"/>
                  </a:lnTo>
                  <a:lnTo>
                    <a:pt x="123076" y="8322"/>
                  </a:lnTo>
                  <a:lnTo>
                    <a:pt x="173218" y="8322"/>
                  </a:lnTo>
                  <a:lnTo>
                    <a:pt x="173218" y="16644"/>
                  </a:lnTo>
                  <a:lnTo>
                    <a:pt x="168660" y="20805"/>
                  </a:lnTo>
                  <a:close/>
                </a:path>
                <a:path w="374015" h="353694">
                  <a:moveTo>
                    <a:pt x="323645" y="16644"/>
                  </a:moveTo>
                  <a:lnTo>
                    <a:pt x="314524" y="8322"/>
                  </a:lnTo>
                  <a:lnTo>
                    <a:pt x="323645" y="0"/>
                  </a:lnTo>
                  <a:lnTo>
                    <a:pt x="364671" y="0"/>
                  </a:lnTo>
                  <a:lnTo>
                    <a:pt x="373788" y="8322"/>
                  </a:lnTo>
                  <a:lnTo>
                    <a:pt x="373788" y="12483"/>
                  </a:lnTo>
                  <a:lnTo>
                    <a:pt x="364671" y="12483"/>
                  </a:lnTo>
                  <a:lnTo>
                    <a:pt x="323645" y="16644"/>
                  </a:lnTo>
                  <a:close/>
                </a:path>
                <a:path w="374015" h="353694">
                  <a:moveTo>
                    <a:pt x="268940" y="16644"/>
                  </a:moveTo>
                  <a:lnTo>
                    <a:pt x="218802" y="16644"/>
                  </a:lnTo>
                  <a:lnTo>
                    <a:pt x="218802" y="4161"/>
                  </a:lnTo>
                  <a:lnTo>
                    <a:pt x="273498" y="4161"/>
                  </a:lnTo>
                  <a:lnTo>
                    <a:pt x="273498" y="12483"/>
                  </a:lnTo>
                  <a:lnTo>
                    <a:pt x="268940" y="166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8010060" y="1128156"/>
              <a:ext cx="374015" cy="353695"/>
            </a:xfrm>
            <a:custGeom>
              <a:avLst/>
              <a:gdLst/>
              <a:ahLst/>
              <a:cxnLst/>
              <a:rect l="l" t="t" r="r" b="b"/>
              <a:pathLst>
                <a:path w="374015" h="353694">
                  <a:moveTo>
                    <a:pt x="364671" y="12483"/>
                  </a:moveTo>
                  <a:lnTo>
                    <a:pt x="323645" y="16644"/>
                  </a:lnTo>
                  <a:lnTo>
                    <a:pt x="319087" y="12483"/>
                  </a:lnTo>
                  <a:lnTo>
                    <a:pt x="314529" y="8322"/>
                  </a:lnTo>
                  <a:lnTo>
                    <a:pt x="319087" y="4161"/>
                  </a:lnTo>
                  <a:lnTo>
                    <a:pt x="323645" y="0"/>
                  </a:lnTo>
                  <a:lnTo>
                    <a:pt x="364671" y="0"/>
                  </a:lnTo>
                  <a:lnTo>
                    <a:pt x="369229" y="4161"/>
                  </a:lnTo>
                  <a:lnTo>
                    <a:pt x="373788" y="8322"/>
                  </a:lnTo>
                  <a:lnTo>
                    <a:pt x="373788" y="12483"/>
                  </a:lnTo>
                  <a:lnTo>
                    <a:pt x="369229" y="12483"/>
                  </a:lnTo>
                  <a:lnTo>
                    <a:pt x="364671" y="12483"/>
                  </a:lnTo>
                  <a:close/>
                </a:path>
                <a:path w="374015" h="353694">
                  <a:moveTo>
                    <a:pt x="268945" y="16644"/>
                  </a:moveTo>
                  <a:lnTo>
                    <a:pt x="227919" y="16644"/>
                  </a:lnTo>
                  <a:lnTo>
                    <a:pt x="223361" y="16644"/>
                  </a:lnTo>
                  <a:lnTo>
                    <a:pt x="218802" y="16644"/>
                  </a:lnTo>
                  <a:lnTo>
                    <a:pt x="218802" y="12483"/>
                  </a:lnTo>
                  <a:lnTo>
                    <a:pt x="218802" y="8322"/>
                  </a:lnTo>
                  <a:lnTo>
                    <a:pt x="218802" y="4161"/>
                  </a:lnTo>
                  <a:lnTo>
                    <a:pt x="223361" y="4161"/>
                  </a:lnTo>
                  <a:lnTo>
                    <a:pt x="227919" y="4161"/>
                  </a:lnTo>
                  <a:lnTo>
                    <a:pt x="264386" y="4161"/>
                  </a:lnTo>
                  <a:lnTo>
                    <a:pt x="273503" y="4161"/>
                  </a:lnTo>
                  <a:lnTo>
                    <a:pt x="273503" y="8322"/>
                  </a:lnTo>
                  <a:lnTo>
                    <a:pt x="273503" y="12483"/>
                  </a:lnTo>
                  <a:lnTo>
                    <a:pt x="268945" y="16644"/>
                  </a:lnTo>
                  <a:close/>
                </a:path>
                <a:path w="374015" h="353694">
                  <a:moveTo>
                    <a:pt x="168660" y="20805"/>
                  </a:moveTo>
                  <a:lnTo>
                    <a:pt x="164102" y="20805"/>
                  </a:lnTo>
                  <a:lnTo>
                    <a:pt x="136751" y="20805"/>
                  </a:lnTo>
                  <a:lnTo>
                    <a:pt x="123076" y="20805"/>
                  </a:lnTo>
                  <a:lnTo>
                    <a:pt x="118518" y="20805"/>
                  </a:lnTo>
                  <a:lnTo>
                    <a:pt x="118518" y="16644"/>
                  </a:lnTo>
                  <a:lnTo>
                    <a:pt x="118518" y="12483"/>
                  </a:lnTo>
                  <a:lnTo>
                    <a:pt x="123076" y="8322"/>
                  </a:lnTo>
                  <a:lnTo>
                    <a:pt x="136751" y="8322"/>
                  </a:lnTo>
                  <a:lnTo>
                    <a:pt x="164102" y="4161"/>
                  </a:lnTo>
                  <a:lnTo>
                    <a:pt x="168660" y="4161"/>
                  </a:lnTo>
                  <a:lnTo>
                    <a:pt x="168660" y="8322"/>
                  </a:lnTo>
                  <a:lnTo>
                    <a:pt x="173218" y="8322"/>
                  </a:lnTo>
                  <a:lnTo>
                    <a:pt x="173218" y="12483"/>
                  </a:lnTo>
                  <a:lnTo>
                    <a:pt x="173218" y="16644"/>
                  </a:lnTo>
                  <a:lnTo>
                    <a:pt x="168660" y="20805"/>
                  </a:lnTo>
                  <a:close/>
                </a:path>
                <a:path w="374015" h="353694">
                  <a:moveTo>
                    <a:pt x="68375" y="24966"/>
                  </a:moveTo>
                  <a:lnTo>
                    <a:pt x="50142" y="29127"/>
                  </a:lnTo>
                  <a:lnTo>
                    <a:pt x="36467" y="33288"/>
                  </a:lnTo>
                  <a:lnTo>
                    <a:pt x="27350" y="33288"/>
                  </a:lnTo>
                  <a:lnTo>
                    <a:pt x="22791" y="33288"/>
                  </a:lnTo>
                  <a:lnTo>
                    <a:pt x="18233" y="29127"/>
                  </a:lnTo>
                  <a:lnTo>
                    <a:pt x="18233" y="24966"/>
                  </a:lnTo>
                  <a:lnTo>
                    <a:pt x="22791" y="20805"/>
                  </a:lnTo>
                  <a:lnTo>
                    <a:pt x="31908" y="20805"/>
                  </a:lnTo>
                  <a:lnTo>
                    <a:pt x="50142" y="16644"/>
                  </a:lnTo>
                  <a:lnTo>
                    <a:pt x="68375" y="12483"/>
                  </a:lnTo>
                  <a:lnTo>
                    <a:pt x="72934" y="16644"/>
                  </a:lnTo>
                  <a:lnTo>
                    <a:pt x="72934" y="20805"/>
                  </a:lnTo>
                  <a:lnTo>
                    <a:pt x="72934" y="24966"/>
                  </a:lnTo>
                  <a:lnTo>
                    <a:pt x="68375" y="24966"/>
                  </a:lnTo>
                  <a:close/>
                </a:path>
                <a:path w="374015" h="353694">
                  <a:moveTo>
                    <a:pt x="13675" y="66577"/>
                  </a:moveTo>
                  <a:lnTo>
                    <a:pt x="13675" y="104026"/>
                  </a:lnTo>
                  <a:lnTo>
                    <a:pt x="13675" y="108188"/>
                  </a:lnTo>
                  <a:lnTo>
                    <a:pt x="9116" y="112349"/>
                  </a:lnTo>
                  <a:lnTo>
                    <a:pt x="4558" y="112349"/>
                  </a:lnTo>
                  <a:lnTo>
                    <a:pt x="0" y="112349"/>
                  </a:lnTo>
                  <a:lnTo>
                    <a:pt x="0" y="108188"/>
                  </a:lnTo>
                  <a:lnTo>
                    <a:pt x="0" y="104026"/>
                  </a:lnTo>
                  <a:lnTo>
                    <a:pt x="0" y="66577"/>
                  </a:lnTo>
                  <a:lnTo>
                    <a:pt x="0" y="62416"/>
                  </a:lnTo>
                  <a:lnTo>
                    <a:pt x="4558" y="62416"/>
                  </a:lnTo>
                  <a:lnTo>
                    <a:pt x="9116" y="62416"/>
                  </a:lnTo>
                  <a:lnTo>
                    <a:pt x="13675" y="62416"/>
                  </a:lnTo>
                  <a:lnTo>
                    <a:pt x="13675" y="66577"/>
                  </a:lnTo>
                  <a:close/>
                </a:path>
                <a:path w="374015" h="353694">
                  <a:moveTo>
                    <a:pt x="13675" y="158120"/>
                  </a:moveTo>
                  <a:lnTo>
                    <a:pt x="13675" y="195570"/>
                  </a:lnTo>
                  <a:lnTo>
                    <a:pt x="13675" y="199731"/>
                  </a:lnTo>
                  <a:lnTo>
                    <a:pt x="9116" y="199731"/>
                  </a:lnTo>
                  <a:lnTo>
                    <a:pt x="9116" y="203892"/>
                  </a:lnTo>
                  <a:lnTo>
                    <a:pt x="4558" y="203892"/>
                  </a:lnTo>
                  <a:lnTo>
                    <a:pt x="0" y="199731"/>
                  </a:lnTo>
                  <a:lnTo>
                    <a:pt x="0" y="195570"/>
                  </a:lnTo>
                  <a:lnTo>
                    <a:pt x="0" y="158120"/>
                  </a:lnTo>
                  <a:lnTo>
                    <a:pt x="0" y="153959"/>
                  </a:lnTo>
                  <a:lnTo>
                    <a:pt x="4558" y="153959"/>
                  </a:lnTo>
                  <a:lnTo>
                    <a:pt x="4558" y="149798"/>
                  </a:lnTo>
                  <a:lnTo>
                    <a:pt x="9116" y="153959"/>
                  </a:lnTo>
                  <a:lnTo>
                    <a:pt x="13675" y="153959"/>
                  </a:lnTo>
                  <a:lnTo>
                    <a:pt x="13675" y="158120"/>
                  </a:lnTo>
                  <a:close/>
                </a:path>
                <a:path w="374015" h="353694">
                  <a:moveTo>
                    <a:pt x="13675" y="249664"/>
                  </a:moveTo>
                  <a:lnTo>
                    <a:pt x="13675" y="287114"/>
                  </a:lnTo>
                  <a:lnTo>
                    <a:pt x="13675" y="291275"/>
                  </a:lnTo>
                  <a:lnTo>
                    <a:pt x="9116" y="291275"/>
                  </a:lnTo>
                  <a:lnTo>
                    <a:pt x="9116" y="295436"/>
                  </a:lnTo>
                  <a:lnTo>
                    <a:pt x="4558" y="295436"/>
                  </a:lnTo>
                  <a:lnTo>
                    <a:pt x="0" y="291275"/>
                  </a:lnTo>
                  <a:lnTo>
                    <a:pt x="0" y="287114"/>
                  </a:lnTo>
                  <a:lnTo>
                    <a:pt x="0" y="249664"/>
                  </a:lnTo>
                  <a:lnTo>
                    <a:pt x="0" y="245503"/>
                  </a:lnTo>
                  <a:lnTo>
                    <a:pt x="4558" y="241342"/>
                  </a:lnTo>
                  <a:lnTo>
                    <a:pt x="9116" y="241342"/>
                  </a:lnTo>
                  <a:lnTo>
                    <a:pt x="9116" y="245503"/>
                  </a:lnTo>
                  <a:lnTo>
                    <a:pt x="13675" y="245503"/>
                  </a:lnTo>
                  <a:lnTo>
                    <a:pt x="13675" y="249664"/>
                  </a:lnTo>
                  <a:close/>
                </a:path>
                <a:path w="374015" h="353694">
                  <a:moveTo>
                    <a:pt x="27350" y="320403"/>
                  </a:moveTo>
                  <a:lnTo>
                    <a:pt x="36467" y="320403"/>
                  </a:lnTo>
                  <a:lnTo>
                    <a:pt x="50142" y="324564"/>
                  </a:lnTo>
                  <a:lnTo>
                    <a:pt x="68375" y="328725"/>
                  </a:lnTo>
                  <a:lnTo>
                    <a:pt x="72934" y="328725"/>
                  </a:lnTo>
                  <a:lnTo>
                    <a:pt x="77492" y="332886"/>
                  </a:lnTo>
                  <a:lnTo>
                    <a:pt x="72934" y="337047"/>
                  </a:lnTo>
                  <a:lnTo>
                    <a:pt x="72934" y="341208"/>
                  </a:lnTo>
                  <a:lnTo>
                    <a:pt x="68375" y="341208"/>
                  </a:lnTo>
                  <a:lnTo>
                    <a:pt x="45583" y="337047"/>
                  </a:lnTo>
                  <a:lnTo>
                    <a:pt x="31908" y="337047"/>
                  </a:lnTo>
                  <a:lnTo>
                    <a:pt x="22791" y="332886"/>
                  </a:lnTo>
                  <a:lnTo>
                    <a:pt x="18233" y="328725"/>
                  </a:lnTo>
                  <a:lnTo>
                    <a:pt x="18233" y="324564"/>
                  </a:lnTo>
                  <a:lnTo>
                    <a:pt x="22791" y="320403"/>
                  </a:lnTo>
                  <a:lnTo>
                    <a:pt x="27350" y="320403"/>
                  </a:lnTo>
                  <a:close/>
                </a:path>
                <a:path w="374015" h="353694">
                  <a:moveTo>
                    <a:pt x="127634" y="332886"/>
                  </a:moveTo>
                  <a:lnTo>
                    <a:pt x="136751" y="332886"/>
                  </a:lnTo>
                  <a:lnTo>
                    <a:pt x="164102" y="332886"/>
                  </a:lnTo>
                  <a:lnTo>
                    <a:pt x="168660" y="332886"/>
                  </a:lnTo>
                  <a:lnTo>
                    <a:pt x="173218" y="337047"/>
                  </a:lnTo>
                  <a:lnTo>
                    <a:pt x="173218" y="341208"/>
                  </a:lnTo>
                  <a:lnTo>
                    <a:pt x="173218" y="345369"/>
                  </a:lnTo>
                  <a:lnTo>
                    <a:pt x="168660" y="349530"/>
                  </a:lnTo>
                  <a:lnTo>
                    <a:pt x="164102" y="349530"/>
                  </a:lnTo>
                  <a:lnTo>
                    <a:pt x="136751" y="345369"/>
                  </a:lnTo>
                  <a:lnTo>
                    <a:pt x="123076" y="345369"/>
                  </a:lnTo>
                  <a:lnTo>
                    <a:pt x="118518" y="341208"/>
                  </a:lnTo>
                  <a:lnTo>
                    <a:pt x="118518" y="337047"/>
                  </a:lnTo>
                  <a:lnTo>
                    <a:pt x="118518" y="332886"/>
                  </a:lnTo>
                  <a:lnTo>
                    <a:pt x="123076" y="332886"/>
                  </a:lnTo>
                  <a:lnTo>
                    <a:pt x="127634" y="332886"/>
                  </a:lnTo>
                  <a:close/>
                </a:path>
                <a:path w="374015" h="353694">
                  <a:moveTo>
                    <a:pt x="223361" y="337047"/>
                  </a:moveTo>
                  <a:lnTo>
                    <a:pt x="227919" y="337047"/>
                  </a:lnTo>
                  <a:lnTo>
                    <a:pt x="268945" y="337047"/>
                  </a:lnTo>
                  <a:lnTo>
                    <a:pt x="273503" y="341208"/>
                  </a:lnTo>
                  <a:lnTo>
                    <a:pt x="273503" y="345369"/>
                  </a:lnTo>
                  <a:lnTo>
                    <a:pt x="273503" y="349530"/>
                  </a:lnTo>
                  <a:lnTo>
                    <a:pt x="268945" y="349530"/>
                  </a:lnTo>
                  <a:lnTo>
                    <a:pt x="227919" y="349530"/>
                  </a:lnTo>
                  <a:lnTo>
                    <a:pt x="223361" y="349530"/>
                  </a:lnTo>
                  <a:lnTo>
                    <a:pt x="218802" y="349530"/>
                  </a:lnTo>
                  <a:lnTo>
                    <a:pt x="218802" y="345369"/>
                  </a:lnTo>
                  <a:lnTo>
                    <a:pt x="218802" y="341208"/>
                  </a:lnTo>
                  <a:lnTo>
                    <a:pt x="218802" y="337047"/>
                  </a:lnTo>
                  <a:lnTo>
                    <a:pt x="223361" y="337047"/>
                  </a:lnTo>
                  <a:close/>
                </a:path>
                <a:path w="374015" h="353694">
                  <a:moveTo>
                    <a:pt x="323645" y="341208"/>
                  </a:moveTo>
                  <a:lnTo>
                    <a:pt x="364671" y="341208"/>
                  </a:lnTo>
                  <a:lnTo>
                    <a:pt x="369229" y="341208"/>
                  </a:lnTo>
                  <a:lnTo>
                    <a:pt x="373788" y="345369"/>
                  </a:lnTo>
                  <a:lnTo>
                    <a:pt x="369229" y="349530"/>
                  </a:lnTo>
                  <a:lnTo>
                    <a:pt x="369229" y="353691"/>
                  </a:lnTo>
                  <a:lnTo>
                    <a:pt x="364671" y="353691"/>
                  </a:lnTo>
                  <a:lnTo>
                    <a:pt x="323645" y="353691"/>
                  </a:lnTo>
                  <a:lnTo>
                    <a:pt x="319087" y="349530"/>
                  </a:lnTo>
                  <a:lnTo>
                    <a:pt x="319087" y="345369"/>
                  </a:lnTo>
                  <a:lnTo>
                    <a:pt x="319087" y="341208"/>
                  </a:lnTo>
                  <a:lnTo>
                    <a:pt x="323645" y="341208"/>
                  </a:lnTo>
                  <a:close/>
                </a:path>
              </a:pathLst>
            </a:custGeom>
            <a:ln w="4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7" name="object 177"/>
          <p:cNvGrpSpPr/>
          <p:nvPr/>
        </p:nvGrpSpPr>
        <p:grpSpPr>
          <a:xfrm>
            <a:off x="6494574" y="1126056"/>
            <a:ext cx="378460" cy="358140"/>
            <a:chOff x="6494574" y="1126056"/>
            <a:chExt cx="378460" cy="358140"/>
          </a:xfrm>
        </p:grpSpPr>
        <p:sp>
          <p:nvSpPr>
            <p:cNvPr id="178" name="object 178"/>
            <p:cNvSpPr/>
            <p:nvPr/>
          </p:nvSpPr>
          <p:spPr>
            <a:xfrm>
              <a:off x="6496674" y="1128156"/>
              <a:ext cx="374015" cy="353695"/>
            </a:xfrm>
            <a:custGeom>
              <a:avLst/>
              <a:gdLst/>
              <a:ahLst/>
              <a:cxnLst/>
              <a:rect l="l" t="t" r="r" b="b"/>
              <a:pathLst>
                <a:path w="374015" h="353694">
                  <a:moveTo>
                    <a:pt x="45583" y="353691"/>
                  </a:moveTo>
                  <a:lnTo>
                    <a:pt x="4558" y="353691"/>
                  </a:lnTo>
                  <a:lnTo>
                    <a:pt x="0" y="349530"/>
                  </a:lnTo>
                  <a:lnTo>
                    <a:pt x="0" y="341208"/>
                  </a:lnTo>
                  <a:lnTo>
                    <a:pt x="54700" y="341208"/>
                  </a:lnTo>
                  <a:lnTo>
                    <a:pt x="54700" y="349530"/>
                  </a:lnTo>
                  <a:lnTo>
                    <a:pt x="50142" y="349530"/>
                  </a:lnTo>
                  <a:lnTo>
                    <a:pt x="45583" y="353691"/>
                  </a:lnTo>
                  <a:close/>
                </a:path>
                <a:path w="374015" h="353694">
                  <a:moveTo>
                    <a:pt x="246153" y="345369"/>
                  </a:moveTo>
                  <a:lnTo>
                    <a:pt x="196010" y="345369"/>
                  </a:lnTo>
                  <a:lnTo>
                    <a:pt x="196010" y="337047"/>
                  </a:lnTo>
                  <a:lnTo>
                    <a:pt x="200569" y="337047"/>
                  </a:lnTo>
                  <a:lnTo>
                    <a:pt x="205127" y="332886"/>
                  </a:lnTo>
                  <a:lnTo>
                    <a:pt x="250711" y="332886"/>
                  </a:lnTo>
                  <a:lnTo>
                    <a:pt x="255269" y="337047"/>
                  </a:lnTo>
                  <a:lnTo>
                    <a:pt x="255269" y="341208"/>
                  </a:lnTo>
                  <a:lnTo>
                    <a:pt x="250711" y="341208"/>
                  </a:lnTo>
                  <a:lnTo>
                    <a:pt x="246153" y="345369"/>
                  </a:lnTo>
                  <a:close/>
                </a:path>
                <a:path w="374015" h="353694">
                  <a:moveTo>
                    <a:pt x="205127" y="349530"/>
                  </a:moveTo>
                  <a:lnTo>
                    <a:pt x="200569" y="349530"/>
                  </a:lnTo>
                  <a:lnTo>
                    <a:pt x="200569" y="345369"/>
                  </a:lnTo>
                  <a:lnTo>
                    <a:pt x="237036" y="345369"/>
                  </a:lnTo>
                  <a:lnTo>
                    <a:pt x="205127" y="349530"/>
                  </a:lnTo>
                  <a:close/>
                </a:path>
                <a:path w="374015" h="353694">
                  <a:moveTo>
                    <a:pt x="150426" y="349530"/>
                  </a:moveTo>
                  <a:lnTo>
                    <a:pt x="100284" y="349530"/>
                  </a:lnTo>
                  <a:lnTo>
                    <a:pt x="95726" y="345369"/>
                  </a:lnTo>
                  <a:lnTo>
                    <a:pt x="100284" y="341208"/>
                  </a:lnTo>
                  <a:lnTo>
                    <a:pt x="100284" y="337047"/>
                  </a:lnTo>
                  <a:lnTo>
                    <a:pt x="150426" y="337047"/>
                  </a:lnTo>
                  <a:lnTo>
                    <a:pt x="154985" y="341208"/>
                  </a:lnTo>
                  <a:lnTo>
                    <a:pt x="154985" y="345369"/>
                  </a:lnTo>
                  <a:lnTo>
                    <a:pt x="150426" y="349530"/>
                  </a:lnTo>
                  <a:close/>
                </a:path>
                <a:path w="374015" h="353694">
                  <a:moveTo>
                    <a:pt x="305412" y="341208"/>
                  </a:moveTo>
                  <a:lnTo>
                    <a:pt x="296295" y="337047"/>
                  </a:lnTo>
                  <a:lnTo>
                    <a:pt x="296295" y="328725"/>
                  </a:lnTo>
                  <a:lnTo>
                    <a:pt x="305412" y="328725"/>
                  </a:lnTo>
                  <a:lnTo>
                    <a:pt x="319087" y="324564"/>
                  </a:lnTo>
                  <a:lnTo>
                    <a:pt x="337320" y="320403"/>
                  </a:lnTo>
                  <a:lnTo>
                    <a:pt x="350996" y="320403"/>
                  </a:lnTo>
                  <a:lnTo>
                    <a:pt x="350996" y="332886"/>
                  </a:lnTo>
                  <a:lnTo>
                    <a:pt x="346437" y="332886"/>
                  </a:lnTo>
                  <a:lnTo>
                    <a:pt x="337320" y="337047"/>
                  </a:lnTo>
                  <a:lnTo>
                    <a:pt x="323645" y="337047"/>
                  </a:lnTo>
                  <a:lnTo>
                    <a:pt x="305412" y="341208"/>
                  </a:lnTo>
                  <a:close/>
                </a:path>
                <a:path w="374015" h="353694">
                  <a:moveTo>
                    <a:pt x="369229" y="295436"/>
                  </a:moveTo>
                  <a:lnTo>
                    <a:pt x="364671" y="295436"/>
                  </a:lnTo>
                  <a:lnTo>
                    <a:pt x="360112" y="291275"/>
                  </a:lnTo>
                  <a:lnTo>
                    <a:pt x="360112" y="245503"/>
                  </a:lnTo>
                  <a:lnTo>
                    <a:pt x="364671" y="241342"/>
                  </a:lnTo>
                  <a:lnTo>
                    <a:pt x="369229" y="241342"/>
                  </a:lnTo>
                  <a:lnTo>
                    <a:pt x="369229" y="245503"/>
                  </a:lnTo>
                  <a:lnTo>
                    <a:pt x="373788" y="245503"/>
                  </a:lnTo>
                  <a:lnTo>
                    <a:pt x="373788" y="291275"/>
                  </a:lnTo>
                  <a:lnTo>
                    <a:pt x="369229" y="291275"/>
                  </a:lnTo>
                  <a:lnTo>
                    <a:pt x="369229" y="295436"/>
                  </a:lnTo>
                  <a:close/>
                </a:path>
                <a:path w="374015" h="353694">
                  <a:moveTo>
                    <a:pt x="369229" y="153959"/>
                  </a:moveTo>
                  <a:lnTo>
                    <a:pt x="364671" y="153959"/>
                  </a:lnTo>
                  <a:lnTo>
                    <a:pt x="364671" y="149798"/>
                  </a:lnTo>
                  <a:lnTo>
                    <a:pt x="369229" y="153959"/>
                  </a:lnTo>
                  <a:close/>
                </a:path>
                <a:path w="374015" h="353694">
                  <a:moveTo>
                    <a:pt x="369229" y="203892"/>
                  </a:moveTo>
                  <a:lnTo>
                    <a:pt x="364671" y="203892"/>
                  </a:lnTo>
                  <a:lnTo>
                    <a:pt x="360112" y="199731"/>
                  </a:lnTo>
                  <a:lnTo>
                    <a:pt x="360112" y="153959"/>
                  </a:lnTo>
                  <a:lnTo>
                    <a:pt x="373788" y="153959"/>
                  </a:lnTo>
                  <a:lnTo>
                    <a:pt x="373788" y="199731"/>
                  </a:lnTo>
                  <a:lnTo>
                    <a:pt x="369229" y="199731"/>
                  </a:lnTo>
                  <a:lnTo>
                    <a:pt x="369229" y="203892"/>
                  </a:lnTo>
                  <a:close/>
                </a:path>
                <a:path w="374015" h="353694">
                  <a:moveTo>
                    <a:pt x="369229" y="112349"/>
                  </a:moveTo>
                  <a:lnTo>
                    <a:pt x="360112" y="112349"/>
                  </a:lnTo>
                  <a:lnTo>
                    <a:pt x="360112" y="62416"/>
                  </a:lnTo>
                  <a:lnTo>
                    <a:pt x="373788" y="62416"/>
                  </a:lnTo>
                  <a:lnTo>
                    <a:pt x="373788" y="108188"/>
                  </a:lnTo>
                  <a:lnTo>
                    <a:pt x="369229" y="112349"/>
                  </a:lnTo>
                  <a:close/>
                </a:path>
                <a:path w="374015" h="353694">
                  <a:moveTo>
                    <a:pt x="350996" y="33288"/>
                  </a:moveTo>
                  <a:lnTo>
                    <a:pt x="337320" y="33288"/>
                  </a:lnTo>
                  <a:lnTo>
                    <a:pt x="323645" y="29127"/>
                  </a:lnTo>
                  <a:lnTo>
                    <a:pt x="305412" y="24966"/>
                  </a:lnTo>
                  <a:lnTo>
                    <a:pt x="296295" y="24966"/>
                  </a:lnTo>
                  <a:lnTo>
                    <a:pt x="296295" y="20805"/>
                  </a:lnTo>
                  <a:lnTo>
                    <a:pt x="305412" y="12483"/>
                  </a:lnTo>
                  <a:lnTo>
                    <a:pt x="323645" y="16644"/>
                  </a:lnTo>
                  <a:lnTo>
                    <a:pt x="337320" y="20805"/>
                  </a:lnTo>
                  <a:lnTo>
                    <a:pt x="346437" y="20805"/>
                  </a:lnTo>
                  <a:lnTo>
                    <a:pt x="350996" y="24966"/>
                  </a:lnTo>
                  <a:lnTo>
                    <a:pt x="350996" y="33288"/>
                  </a:lnTo>
                  <a:close/>
                </a:path>
                <a:path w="374015" h="353694">
                  <a:moveTo>
                    <a:pt x="250711" y="20805"/>
                  </a:moveTo>
                  <a:lnTo>
                    <a:pt x="205127" y="20805"/>
                  </a:lnTo>
                  <a:lnTo>
                    <a:pt x="196010" y="12483"/>
                  </a:lnTo>
                  <a:lnTo>
                    <a:pt x="205127" y="4161"/>
                  </a:lnTo>
                  <a:lnTo>
                    <a:pt x="209686" y="4161"/>
                  </a:lnTo>
                  <a:lnTo>
                    <a:pt x="237036" y="8322"/>
                  </a:lnTo>
                  <a:lnTo>
                    <a:pt x="246153" y="8322"/>
                  </a:lnTo>
                  <a:lnTo>
                    <a:pt x="250711" y="12483"/>
                  </a:lnTo>
                  <a:lnTo>
                    <a:pt x="255269" y="12483"/>
                  </a:lnTo>
                  <a:lnTo>
                    <a:pt x="255269" y="16644"/>
                  </a:lnTo>
                  <a:lnTo>
                    <a:pt x="250711" y="20805"/>
                  </a:lnTo>
                  <a:close/>
                </a:path>
                <a:path w="374015" h="353694">
                  <a:moveTo>
                    <a:pt x="150426" y="16644"/>
                  </a:moveTo>
                  <a:lnTo>
                    <a:pt x="100284" y="16644"/>
                  </a:lnTo>
                  <a:lnTo>
                    <a:pt x="100284" y="12483"/>
                  </a:lnTo>
                  <a:lnTo>
                    <a:pt x="95726" y="8322"/>
                  </a:lnTo>
                  <a:lnTo>
                    <a:pt x="100284" y="4161"/>
                  </a:lnTo>
                  <a:lnTo>
                    <a:pt x="154985" y="4161"/>
                  </a:lnTo>
                  <a:lnTo>
                    <a:pt x="154985" y="12483"/>
                  </a:lnTo>
                  <a:lnTo>
                    <a:pt x="150426" y="16644"/>
                  </a:lnTo>
                  <a:close/>
                </a:path>
                <a:path w="374015" h="353694">
                  <a:moveTo>
                    <a:pt x="54700" y="12483"/>
                  </a:moveTo>
                  <a:lnTo>
                    <a:pt x="0" y="12483"/>
                  </a:lnTo>
                  <a:lnTo>
                    <a:pt x="0" y="4161"/>
                  </a:lnTo>
                  <a:lnTo>
                    <a:pt x="4558" y="0"/>
                  </a:lnTo>
                  <a:lnTo>
                    <a:pt x="50142" y="0"/>
                  </a:lnTo>
                  <a:lnTo>
                    <a:pt x="54700" y="4161"/>
                  </a:lnTo>
                  <a:lnTo>
                    <a:pt x="54700" y="12483"/>
                  </a:lnTo>
                  <a:close/>
                </a:path>
                <a:path w="374015" h="353694">
                  <a:moveTo>
                    <a:pt x="45583" y="16644"/>
                  </a:moveTo>
                  <a:lnTo>
                    <a:pt x="4558" y="12483"/>
                  </a:lnTo>
                  <a:lnTo>
                    <a:pt x="50142" y="12483"/>
                  </a:lnTo>
                  <a:lnTo>
                    <a:pt x="45583" y="166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6496674" y="1128156"/>
              <a:ext cx="374015" cy="353695"/>
            </a:xfrm>
            <a:custGeom>
              <a:avLst/>
              <a:gdLst/>
              <a:ahLst/>
              <a:cxnLst/>
              <a:rect l="l" t="t" r="r" b="b"/>
              <a:pathLst>
                <a:path w="374015" h="353694">
                  <a:moveTo>
                    <a:pt x="4558" y="0"/>
                  </a:moveTo>
                  <a:lnTo>
                    <a:pt x="50142" y="0"/>
                  </a:lnTo>
                  <a:lnTo>
                    <a:pt x="54700" y="4161"/>
                  </a:lnTo>
                  <a:lnTo>
                    <a:pt x="54700" y="8322"/>
                  </a:lnTo>
                  <a:lnTo>
                    <a:pt x="54700" y="12483"/>
                  </a:lnTo>
                  <a:lnTo>
                    <a:pt x="50142" y="12483"/>
                  </a:lnTo>
                  <a:lnTo>
                    <a:pt x="45583" y="16644"/>
                  </a:lnTo>
                  <a:lnTo>
                    <a:pt x="4558" y="12483"/>
                  </a:lnTo>
                  <a:lnTo>
                    <a:pt x="0" y="12483"/>
                  </a:lnTo>
                  <a:lnTo>
                    <a:pt x="0" y="8322"/>
                  </a:lnTo>
                  <a:lnTo>
                    <a:pt x="0" y="4161"/>
                  </a:lnTo>
                  <a:lnTo>
                    <a:pt x="4558" y="0"/>
                  </a:lnTo>
                  <a:close/>
                </a:path>
                <a:path w="374015" h="353694">
                  <a:moveTo>
                    <a:pt x="104843" y="4161"/>
                  </a:moveTo>
                  <a:lnTo>
                    <a:pt x="145868" y="4161"/>
                  </a:lnTo>
                  <a:lnTo>
                    <a:pt x="150426" y="4161"/>
                  </a:lnTo>
                  <a:lnTo>
                    <a:pt x="154985" y="4161"/>
                  </a:lnTo>
                  <a:lnTo>
                    <a:pt x="154985" y="8322"/>
                  </a:lnTo>
                  <a:lnTo>
                    <a:pt x="154985" y="12483"/>
                  </a:lnTo>
                  <a:lnTo>
                    <a:pt x="150426" y="16644"/>
                  </a:lnTo>
                  <a:lnTo>
                    <a:pt x="145868" y="16644"/>
                  </a:lnTo>
                  <a:lnTo>
                    <a:pt x="104843" y="16644"/>
                  </a:lnTo>
                  <a:lnTo>
                    <a:pt x="100284" y="16644"/>
                  </a:lnTo>
                  <a:lnTo>
                    <a:pt x="100284" y="12483"/>
                  </a:lnTo>
                  <a:lnTo>
                    <a:pt x="95726" y="8322"/>
                  </a:lnTo>
                  <a:lnTo>
                    <a:pt x="100284" y="4161"/>
                  </a:lnTo>
                  <a:lnTo>
                    <a:pt x="104843" y="4161"/>
                  </a:lnTo>
                  <a:close/>
                </a:path>
                <a:path w="374015" h="353694">
                  <a:moveTo>
                    <a:pt x="205127" y="4161"/>
                  </a:moveTo>
                  <a:lnTo>
                    <a:pt x="209686" y="4161"/>
                  </a:lnTo>
                  <a:lnTo>
                    <a:pt x="237036" y="8322"/>
                  </a:lnTo>
                  <a:lnTo>
                    <a:pt x="246153" y="8322"/>
                  </a:lnTo>
                  <a:lnTo>
                    <a:pt x="250711" y="12483"/>
                  </a:lnTo>
                  <a:lnTo>
                    <a:pt x="255269" y="12483"/>
                  </a:lnTo>
                  <a:lnTo>
                    <a:pt x="255269" y="16644"/>
                  </a:lnTo>
                  <a:lnTo>
                    <a:pt x="250711" y="20805"/>
                  </a:lnTo>
                  <a:lnTo>
                    <a:pt x="246153" y="20805"/>
                  </a:lnTo>
                  <a:lnTo>
                    <a:pt x="232477" y="20805"/>
                  </a:lnTo>
                  <a:lnTo>
                    <a:pt x="205127" y="20805"/>
                  </a:lnTo>
                  <a:lnTo>
                    <a:pt x="200569" y="16644"/>
                  </a:lnTo>
                  <a:lnTo>
                    <a:pt x="196010" y="12483"/>
                  </a:lnTo>
                  <a:lnTo>
                    <a:pt x="200569" y="8322"/>
                  </a:lnTo>
                  <a:lnTo>
                    <a:pt x="205127" y="4161"/>
                  </a:lnTo>
                  <a:close/>
                </a:path>
                <a:path w="374015" h="353694">
                  <a:moveTo>
                    <a:pt x="305412" y="12483"/>
                  </a:moveTo>
                  <a:lnTo>
                    <a:pt x="323645" y="16644"/>
                  </a:lnTo>
                  <a:lnTo>
                    <a:pt x="337321" y="20805"/>
                  </a:lnTo>
                  <a:lnTo>
                    <a:pt x="346437" y="20805"/>
                  </a:lnTo>
                  <a:lnTo>
                    <a:pt x="350996" y="24966"/>
                  </a:lnTo>
                  <a:lnTo>
                    <a:pt x="350996" y="29127"/>
                  </a:lnTo>
                  <a:lnTo>
                    <a:pt x="350996" y="33288"/>
                  </a:lnTo>
                  <a:lnTo>
                    <a:pt x="346437" y="33288"/>
                  </a:lnTo>
                  <a:lnTo>
                    <a:pt x="337321" y="33288"/>
                  </a:lnTo>
                  <a:lnTo>
                    <a:pt x="323645" y="29127"/>
                  </a:lnTo>
                  <a:lnTo>
                    <a:pt x="305412" y="24966"/>
                  </a:lnTo>
                  <a:lnTo>
                    <a:pt x="300853" y="24966"/>
                  </a:lnTo>
                  <a:lnTo>
                    <a:pt x="296295" y="24966"/>
                  </a:lnTo>
                  <a:lnTo>
                    <a:pt x="296295" y="20805"/>
                  </a:lnTo>
                  <a:lnTo>
                    <a:pt x="300853" y="16644"/>
                  </a:lnTo>
                  <a:lnTo>
                    <a:pt x="305412" y="12483"/>
                  </a:lnTo>
                  <a:close/>
                </a:path>
                <a:path w="374015" h="353694">
                  <a:moveTo>
                    <a:pt x="373788" y="66577"/>
                  </a:moveTo>
                  <a:lnTo>
                    <a:pt x="373788" y="104026"/>
                  </a:lnTo>
                  <a:lnTo>
                    <a:pt x="373788" y="108188"/>
                  </a:lnTo>
                  <a:lnTo>
                    <a:pt x="369229" y="112349"/>
                  </a:lnTo>
                  <a:lnTo>
                    <a:pt x="364671" y="112349"/>
                  </a:lnTo>
                  <a:lnTo>
                    <a:pt x="360112" y="112349"/>
                  </a:lnTo>
                  <a:lnTo>
                    <a:pt x="360112" y="108188"/>
                  </a:lnTo>
                  <a:lnTo>
                    <a:pt x="360112" y="104026"/>
                  </a:lnTo>
                  <a:lnTo>
                    <a:pt x="360112" y="66577"/>
                  </a:lnTo>
                  <a:lnTo>
                    <a:pt x="360112" y="62416"/>
                  </a:lnTo>
                  <a:lnTo>
                    <a:pt x="364671" y="62416"/>
                  </a:lnTo>
                  <a:lnTo>
                    <a:pt x="369229" y="62416"/>
                  </a:lnTo>
                  <a:lnTo>
                    <a:pt x="373788" y="62416"/>
                  </a:lnTo>
                  <a:lnTo>
                    <a:pt x="373788" y="66577"/>
                  </a:lnTo>
                  <a:close/>
                </a:path>
                <a:path w="374015" h="353694">
                  <a:moveTo>
                    <a:pt x="373788" y="158120"/>
                  </a:moveTo>
                  <a:lnTo>
                    <a:pt x="373788" y="195570"/>
                  </a:lnTo>
                  <a:lnTo>
                    <a:pt x="373788" y="199731"/>
                  </a:lnTo>
                  <a:lnTo>
                    <a:pt x="369229" y="199731"/>
                  </a:lnTo>
                  <a:lnTo>
                    <a:pt x="369229" y="203892"/>
                  </a:lnTo>
                  <a:lnTo>
                    <a:pt x="364671" y="203892"/>
                  </a:lnTo>
                  <a:lnTo>
                    <a:pt x="360112" y="199731"/>
                  </a:lnTo>
                  <a:lnTo>
                    <a:pt x="360112" y="195570"/>
                  </a:lnTo>
                  <a:lnTo>
                    <a:pt x="360112" y="158120"/>
                  </a:lnTo>
                  <a:lnTo>
                    <a:pt x="360112" y="153959"/>
                  </a:lnTo>
                  <a:lnTo>
                    <a:pt x="364671" y="153959"/>
                  </a:lnTo>
                  <a:lnTo>
                    <a:pt x="364671" y="149798"/>
                  </a:lnTo>
                  <a:lnTo>
                    <a:pt x="369229" y="153959"/>
                  </a:lnTo>
                  <a:lnTo>
                    <a:pt x="373788" y="153959"/>
                  </a:lnTo>
                  <a:lnTo>
                    <a:pt x="373788" y="158120"/>
                  </a:lnTo>
                  <a:close/>
                </a:path>
                <a:path w="374015" h="353694">
                  <a:moveTo>
                    <a:pt x="373788" y="249664"/>
                  </a:moveTo>
                  <a:lnTo>
                    <a:pt x="373788" y="287114"/>
                  </a:lnTo>
                  <a:lnTo>
                    <a:pt x="373788" y="291275"/>
                  </a:lnTo>
                  <a:lnTo>
                    <a:pt x="369229" y="291275"/>
                  </a:lnTo>
                  <a:lnTo>
                    <a:pt x="369229" y="295436"/>
                  </a:lnTo>
                  <a:lnTo>
                    <a:pt x="364671" y="295436"/>
                  </a:lnTo>
                  <a:lnTo>
                    <a:pt x="360112" y="291275"/>
                  </a:lnTo>
                  <a:lnTo>
                    <a:pt x="360112" y="287114"/>
                  </a:lnTo>
                  <a:lnTo>
                    <a:pt x="360112" y="249664"/>
                  </a:lnTo>
                  <a:lnTo>
                    <a:pt x="360112" y="245503"/>
                  </a:lnTo>
                  <a:lnTo>
                    <a:pt x="364671" y="241342"/>
                  </a:lnTo>
                  <a:lnTo>
                    <a:pt x="369229" y="241342"/>
                  </a:lnTo>
                  <a:lnTo>
                    <a:pt x="369229" y="245503"/>
                  </a:lnTo>
                  <a:lnTo>
                    <a:pt x="373788" y="245503"/>
                  </a:lnTo>
                  <a:lnTo>
                    <a:pt x="373788" y="249664"/>
                  </a:lnTo>
                  <a:close/>
                </a:path>
                <a:path w="374015" h="353694">
                  <a:moveTo>
                    <a:pt x="346437" y="332886"/>
                  </a:moveTo>
                  <a:lnTo>
                    <a:pt x="337321" y="337047"/>
                  </a:lnTo>
                  <a:lnTo>
                    <a:pt x="323645" y="337047"/>
                  </a:lnTo>
                  <a:lnTo>
                    <a:pt x="305412" y="341208"/>
                  </a:lnTo>
                  <a:lnTo>
                    <a:pt x="296295" y="337047"/>
                  </a:lnTo>
                  <a:lnTo>
                    <a:pt x="296295" y="332886"/>
                  </a:lnTo>
                  <a:lnTo>
                    <a:pt x="296295" y="328725"/>
                  </a:lnTo>
                  <a:lnTo>
                    <a:pt x="300853" y="328725"/>
                  </a:lnTo>
                  <a:lnTo>
                    <a:pt x="305412" y="328725"/>
                  </a:lnTo>
                  <a:lnTo>
                    <a:pt x="319087" y="324564"/>
                  </a:lnTo>
                  <a:lnTo>
                    <a:pt x="337321" y="320403"/>
                  </a:lnTo>
                  <a:lnTo>
                    <a:pt x="341879" y="320403"/>
                  </a:lnTo>
                  <a:lnTo>
                    <a:pt x="346437" y="320403"/>
                  </a:lnTo>
                  <a:lnTo>
                    <a:pt x="350996" y="320403"/>
                  </a:lnTo>
                  <a:lnTo>
                    <a:pt x="350996" y="324564"/>
                  </a:lnTo>
                  <a:lnTo>
                    <a:pt x="350996" y="328725"/>
                  </a:lnTo>
                  <a:lnTo>
                    <a:pt x="350996" y="332886"/>
                  </a:lnTo>
                  <a:lnTo>
                    <a:pt x="346437" y="332886"/>
                  </a:lnTo>
                  <a:close/>
                </a:path>
                <a:path w="374015" h="353694">
                  <a:moveTo>
                    <a:pt x="246153" y="345369"/>
                  </a:moveTo>
                  <a:lnTo>
                    <a:pt x="237036" y="345369"/>
                  </a:lnTo>
                  <a:lnTo>
                    <a:pt x="205127" y="349530"/>
                  </a:lnTo>
                  <a:lnTo>
                    <a:pt x="200569" y="349530"/>
                  </a:lnTo>
                  <a:lnTo>
                    <a:pt x="200569" y="345369"/>
                  </a:lnTo>
                  <a:lnTo>
                    <a:pt x="196010" y="345369"/>
                  </a:lnTo>
                  <a:lnTo>
                    <a:pt x="196010" y="341208"/>
                  </a:lnTo>
                  <a:lnTo>
                    <a:pt x="196010" y="337047"/>
                  </a:lnTo>
                  <a:lnTo>
                    <a:pt x="200569" y="337047"/>
                  </a:lnTo>
                  <a:lnTo>
                    <a:pt x="205127" y="332886"/>
                  </a:lnTo>
                  <a:lnTo>
                    <a:pt x="232477" y="332886"/>
                  </a:lnTo>
                  <a:lnTo>
                    <a:pt x="246153" y="332886"/>
                  </a:lnTo>
                  <a:lnTo>
                    <a:pt x="250711" y="332886"/>
                  </a:lnTo>
                  <a:lnTo>
                    <a:pt x="255269" y="337047"/>
                  </a:lnTo>
                  <a:lnTo>
                    <a:pt x="255269" y="341208"/>
                  </a:lnTo>
                  <a:lnTo>
                    <a:pt x="250711" y="341208"/>
                  </a:lnTo>
                  <a:lnTo>
                    <a:pt x="246153" y="345369"/>
                  </a:lnTo>
                  <a:close/>
                </a:path>
                <a:path w="374015" h="353694">
                  <a:moveTo>
                    <a:pt x="145868" y="349530"/>
                  </a:moveTo>
                  <a:lnTo>
                    <a:pt x="104843" y="349530"/>
                  </a:lnTo>
                  <a:lnTo>
                    <a:pt x="100284" y="349530"/>
                  </a:lnTo>
                  <a:lnTo>
                    <a:pt x="95726" y="345369"/>
                  </a:lnTo>
                  <a:lnTo>
                    <a:pt x="100284" y="341208"/>
                  </a:lnTo>
                  <a:lnTo>
                    <a:pt x="100284" y="337047"/>
                  </a:lnTo>
                  <a:lnTo>
                    <a:pt x="104843" y="337047"/>
                  </a:lnTo>
                  <a:lnTo>
                    <a:pt x="145868" y="337047"/>
                  </a:lnTo>
                  <a:lnTo>
                    <a:pt x="150426" y="337047"/>
                  </a:lnTo>
                  <a:lnTo>
                    <a:pt x="154985" y="341208"/>
                  </a:lnTo>
                  <a:lnTo>
                    <a:pt x="154985" y="345369"/>
                  </a:lnTo>
                  <a:lnTo>
                    <a:pt x="150426" y="349530"/>
                  </a:lnTo>
                  <a:lnTo>
                    <a:pt x="145868" y="349530"/>
                  </a:lnTo>
                  <a:close/>
                </a:path>
                <a:path w="374015" h="353694">
                  <a:moveTo>
                    <a:pt x="45583" y="353691"/>
                  </a:moveTo>
                  <a:lnTo>
                    <a:pt x="4558" y="353691"/>
                  </a:lnTo>
                  <a:lnTo>
                    <a:pt x="0" y="349530"/>
                  </a:lnTo>
                  <a:lnTo>
                    <a:pt x="0" y="345369"/>
                  </a:lnTo>
                  <a:lnTo>
                    <a:pt x="0" y="341208"/>
                  </a:lnTo>
                  <a:lnTo>
                    <a:pt x="4558" y="341208"/>
                  </a:lnTo>
                  <a:lnTo>
                    <a:pt x="45583" y="341208"/>
                  </a:lnTo>
                  <a:lnTo>
                    <a:pt x="50142" y="341208"/>
                  </a:lnTo>
                  <a:lnTo>
                    <a:pt x="54700" y="341208"/>
                  </a:lnTo>
                  <a:lnTo>
                    <a:pt x="54700" y="345369"/>
                  </a:lnTo>
                  <a:lnTo>
                    <a:pt x="54700" y="349530"/>
                  </a:lnTo>
                  <a:lnTo>
                    <a:pt x="50142" y="349530"/>
                  </a:lnTo>
                  <a:lnTo>
                    <a:pt x="45583" y="353691"/>
                  </a:lnTo>
                  <a:close/>
                </a:path>
              </a:pathLst>
            </a:custGeom>
            <a:ln w="4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0" name="object 180"/>
          <p:cNvSpPr txBox="1"/>
          <p:nvPr/>
        </p:nvSpPr>
        <p:spPr>
          <a:xfrm>
            <a:off x="3673451" y="4801913"/>
            <a:ext cx="1783714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5"/>
              </a:spcBef>
              <a:tabLst>
                <a:tab pos="616585" algn="l"/>
                <a:tab pos="1021080" algn="l"/>
                <a:tab pos="1472565" algn="l"/>
              </a:tabLst>
            </a:pPr>
            <a:r>
              <a:rPr dirty="0" sz="1650" spc="-90" b="1">
                <a:latin typeface="Times New Roman"/>
                <a:cs typeface="Times New Roman"/>
              </a:rPr>
              <a:t>0	1	</a:t>
            </a:r>
            <a:r>
              <a:rPr dirty="0" baseline="1683" sz="2475" spc="-277" b="1">
                <a:latin typeface="宋体"/>
                <a:cs typeface="宋体"/>
              </a:rPr>
              <a:t>×	×</a:t>
            </a:r>
            <a:endParaRPr baseline="1683" sz="2475">
              <a:latin typeface="宋体"/>
              <a:cs typeface="宋体"/>
            </a:endParaRPr>
          </a:p>
        </p:txBody>
      </p:sp>
      <p:grpSp>
        <p:nvGrpSpPr>
          <p:cNvPr id="181" name="object 181"/>
          <p:cNvGrpSpPr/>
          <p:nvPr/>
        </p:nvGrpSpPr>
        <p:grpSpPr>
          <a:xfrm>
            <a:off x="3647908" y="4680555"/>
            <a:ext cx="1835150" cy="517525"/>
            <a:chOff x="3647908" y="4680555"/>
            <a:chExt cx="1835150" cy="517525"/>
          </a:xfrm>
        </p:grpSpPr>
        <p:sp>
          <p:nvSpPr>
            <p:cNvPr id="182" name="object 182"/>
            <p:cNvSpPr/>
            <p:nvPr/>
          </p:nvSpPr>
          <p:spPr>
            <a:xfrm>
              <a:off x="3647908" y="4680557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25541" y="28721"/>
                  </a:moveTo>
                  <a:lnTo>
                    <a:pt x="0" y="28721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3647910" y="4680555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0" y="0"/>
                  </a:moveTo>
                  <a:lnTo>
                    <a:pt x="25541" y="0"/>
                  </a:lnTo>
                </a:path>
                <a:path w="26035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3647908" y="4680557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25541" y="28721"/>
                  </a:moveTo>
                  <a:lnTo>
                    <a:pt x="0" y="28721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3647910" y="4680555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0" y="0"/>
                  </a:moveTo>
                  <a:lnTo>
                    <a:pt x="25541" y="0"/>
                  </a:lnTo>
                </a:path>
                <a:path w="26035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3673454" y="4680557"/>
              <a:ext cx="430530" cy="29209"/>
            </a:xfrm>
            <a:custGeom>
              <a:avLst/>
              <a:gdLst/>
              <a:ahLst/>
              <a:cxnLst/>
              <a:rect l="l" t="t" r="r" b="b"/>
              <a:pathLst>
                <a:path w="430529" h="29210">
                  <a:moveTo>
                    <a:pt x="429955" y="28721"/>
                  </a:moveTo>
                  <a:lnTo>
                    <a:pt x="0" y="28721"/>
                  </a:lnTo>
                  <a:lnTo>
                    <a:pt x="0" y="0"/>
                  </a:lnTo>
                  <a:lnTo>
                    <a:pt x="429955" y="0"/>
                  </a:lnTo>
                  <a:lnTo>
                    <a:pt x="429955" y="28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3673452" y="4680555"/>
              <a:ext cx="430530" cy="0"/>
            </a:xfrm>
            <a:custGeom>
              <a:avLst/>
              <a:gdLst/>
              <a:ahLst/>
              <a:cxnLst/>
              <a:rect l="l" t="t" r="r" b="b"/>
              <a:pathLst>
                <a:path w="430529" h="0">
                  <a:moveTo>
                    <a:pt x="0" y="0"/>
                  </a:moveTo>
                  <a:lnTo>
                    <a:pt x="4299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4103406" y="4680557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25541" y="28721"/>
                  </a:moveTo>
                  <a:lnTo>
                    <a:pt x="0" y="28721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4103408" y="4680555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0" y="0"/>
                  </a:moveTo>
                  <a:lnTo>
                    <a:pt x="25541" y="0"/>
                  </a:lnTo>
                </a:path>
                <a:path w="26035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4128952" y="4680557"/>
              <a:ext cx="430530" cy="29209"/>
            </a:xfrm>
            <a:custGeom>
              <a:avLst/>
              <a:gdLst/>
              <a:ahLst/>
              <a:cxnLst/>
              <a:rect l="l" t="t" r="r" b="b"/>
              <a:pathLst>
                <a:path w="430529" h="29210">
                  <a:moveTo>
                    <a:pt x="429955" y="28721"/>
                  </a:moveTo>
                  <a:lnTo>
                    <a:pt x="0" y="28721"/>
                  </a:lnTo>
                  <a:lnTo>
                    <a:pt x="0" y="0"/>
                  </a:lnTo>
                  <a:lnTo>
                    <a:pt x="429955" y="0"/>
                  </a:lnTo>
                  <a:lnTo>
                    <a:pt x="429955" y="28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4128950" y="4680555"/>
              <a:ext cx="430530" cy="0"/>
            </a:xfrm>
            <a:custGeom>
              <a:avLst/>
              <a:gdLst/>
              <a:ahLst/>
              <a:cxnLst/>
              <a:rect l="l" t="t" r="r" b="b"/>
              <a:pathLst>
                <a:path w="430529" h="0">
                  <a:moveTo>
                    <a:pt x="0" y="0"/>
                  </a:moveTo>
                  <a:lnTo>
                    <a:pt x="4299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4558903" y="4680557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25541" y="28721"/>
                  </a:moveTo>
                  <a:lnTo>
                    <a:pt x="0" y="28721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4558906" y="4680555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0" y="0"/>
                  </a:moveTo>
                  <a:lnTo>
                    <a:pt x="25541" y="0"/>
                  </a:lnTo>
                </a:path>
                <a:path w="26035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4584449" y="4680557"/>
              <a:ext cx="426084" cy="29209"/>
            </a:xfrm>
            <a:custGeom>
              <a:avLst/>
              <a:gdLst/>
              <a:ahLst/>
              <a:cxnLst/>
              <a:rect l="l" t="t" r="r" b="b"/>
              <a:pathLst>
                <a:path w="426085" h="29210">
                  <a:moveTo>
                    <a:pt x="425698" y="28721"/>
                  </a:moveTo>
                  <a:lnTo>
                    <a:pt x="0" y="28721"/>
                  </a:lnTo>
                  <a:lnTo>
                    <a:pt x="0" y="0"/>
                  </a:lnTo>
                  <a:lnTo>
                    <a:pt x="425698" y="0"/>
                  </a:lnTo>
                  <a:lnTo>
                    <a:pt x="425698" y="28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4584448" y="4680555"/>
              <a:ext cx="426084" cy="0"/>
            </a:xfrm>
            <a:custGeom>
              <a:avLst/>
              <a:gdLst/>
              <a:ahLst/>
              <a:cxnLst/>
              <a:rect l="l" t="t" r="r" b="b"/>
              <a:pathLst>
                <a:path w="426085" h="0">
                  <a:moveTo>
                    <a:pt x="0" y="0"/>
                  </a:moveTo>
                  <a:lnTo>
                    <a:pt x="4256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5010148" y="4680557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25541" y="28721"/>
                  </a:moveTo>
                  <a:lnTo>
                    <a:pt x="0" y="28721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5010146" y="4680555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0" y="0"/>
                  </a:moveTo>
                  <a:lnTo>
                    <a:pt x="25541" y="0"/>
                  </a:lnTo>
                </a:path>
                <a:path w="26035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5035690" y="4680557"/>
              <a:ext cx="421640" cy="29209"/>
            </a:xfrm>
            <a:custGeom>
              <a:avLst/>
              <a:gdLst/>
              <a:ahLst/>
              <a:cxnLst/>
              <a:rect l="l" t="t" r="r" b="b"/>
              <a:pathLst>
                <a:path w="421639" h="29210">
                  <a:moveTo>
                    <a:pt x="421441" y="28721"/>
                  </a:moveTo>
                  <a:lnTo>
                    <a:pt x="0" y="28721"/>
                  </a:lnTo>
                  <a:lnTo>
                    <a:pt x="0" y="0"/>
                  </a:lnTo>
                  <a:lnTo>
                    <a:pt x="421441" y="0"/>
                  </a:lnTo>
                  <a:lnTo>
                    <a:pt x="421441" y="28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5035688" y="4680555"/>
              <a:ext cx="421640" cy="0"/>
            </a:xfrm>
            <a:custGeom>
              <a:avLst/>
              <a:gdLst/>
              <a:ahLst/>
              <a:cxnLst/>
              <a:rect l="l" t="t" r="r" b="b"/>
              <a:pathLst>
                <a:path w="421639" h="0">
                  <a:moveTo>
                    <a:pt x="0" y="0"/>
                  </a:moveTo>
                  <a:lnTo>
                    <a:pt x="42144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5457131" y="4680557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25537" y="28721"/>
                  </a:moveTo>
                  <a:lnTo>
                    <a:pt x="0" y="28721"/>
                  </a:lnTo>
                  <a:lnTo>
                    <a:pt x="0" y="0"/>
                  </a:lnTo>
                  <a:lnTo>
                    <a:pt x="25537" y="0"/>
                  </a:lnTo>
                  <a:lnTo>
                    <a:pt x="25537" y="28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5457130" y="4680555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0" y="0"/>
                  </a:moveTo>
                  <a:lnTo>
                    <a:pt x="25541" y="0"/>
                  </a:lnTo>
                </a:path>
                <a:path w="26035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5457131" y="4680557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25537" y="28721"/>
                  </a:moveTo>
                  <a:lnTo>
                    <a:pt x="0" y="28721"/>
                  </a:lnTo>
                  <a:lnTo>
                    <a:pt x="0" y="0"/>
                  </a:lnTo>
                  <a:lnTo>
                    <a:pt x="25537" y="0"/>
                  </a:lnTo>
                  <a:lnTo>
                    <a:pt x="25537" y="28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5457130" y="4680555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0" y="0"/>
                  </a:moveTo>
                  <a:lnTo>
                    <a:pt x="25541" y="0"/>
                  </a:lnTo>
                </a:path>
                <a:path w="26035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3647908" y="4709278"/>
              <a:ext cx="26034" cy="488950"/>
            </a:xfrm>
            <a:custGeom>
              <a:avLst/>
              <a:gdLst/>
              <a:ahLst/>
              <a:cxnLst/>
              <a:rect l="l" t="t" r="r" b="b"/>
              <a:pathLst>
                <a:path w="26035" h="488950">
                  <a:moveTo>
                    <a:pt x="25541" y="488353"/>
                  </a:moveTo>
                  <a:lnTo>
                    <a:pt x="0" y="488353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4883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3647910" y="4709282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w="0" h="488950">
                  <a:moveTo>
                    <a:pt x="0" y="0"/>
                  </a:moveTo>
                  <a:lnTo>
                    <a:pt x="0" y="4883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4103406" y="4709278"/>
              <a:ext cx="13335" cy="488950"/>
            </a:xfrm>
            <a:custGeom>
              <a:avLst/>
              <a:gdLst/>
              <a:ahLst/>
              <a:cxnLst/>
              <a:rect l="l" t="t" r="r" b="b"/>
              <a:pathLst>
                <a:path w="13335" h="488950">
                  <a:moveTo>
                    <a:pt x="12770" y="488353"/>
                  </a:moveTo>
                  <a:lnTo>
                    <a:pt x="0" y="488353"/>
                  </a:lnTo>
                  <a:lnTo>
                    <a:pt x="0" y="0"/>
                  </a:lnTo>
                  <a:lnTo>
                    <a:pt x="12770" y="0"/>
                  </a:lnTo>
                  <a:lnTo>
                    <a:pt x="12770" y="4883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4103408" y="4709282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w="0" h="488950">
                  <a:moveTo>
                    <a:pt x="0" y="0"/>
                  </a:moveTo>
                  <a:lnTo>
                    <a:pt x="0" y="4883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4558903" y="4709278"/>
              <a:ext cx="13335" cy="488950"/>
            </a:xfrm>
            <a:custGeom>
              <a:avLst/>
              <a:gdLst/>
              <a:ahLst/>
              <a:cxnLst/>
              <a:rect l="l" t="t" r="r" b="b"/>
              <a:pathLst>
                <a:path w="13335" h="488950">
                  <a:moveTo>
                    <a:pt x="12770" y="488353"/>
                  </a:moveTo>
                  <a:lnTo>
                    <a:pt x="0" y="488353"/>
                  </a:lnTo>
                  <a:lnTo>
                    <a:pt x="0" y="0"/>
                  </a:lnTo>
                  <a:lnTo>
                    <a:pt x="12770" y="0"/>
                  </a:lnTo>
                  <a:lnTo>
                    <a:pt x="12770" y="4883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4558906" y="4709282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w="0" h="488950">
                  <a:moveTo>
                    <a:pt x="0" y="0"/>
                  </a:moveTo>
                  <a:lnTo>
                    <a:pt x="0" y="4883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5010148" y="4709278"/>
              <a:ext cx="13335" cy="488950"/>
            </a:xfrm>
            <a:custGeom>
              <a:avLst/>
              <a:gdLst/>
              <a:ahLst/>
              <a:cxnLst/>
              <a:rect l="l" t="t" r="r" b="b"/>
              <a:pathLst>
                <a:path w="13335" h="488950">
                  <a:moveTo>
                    <a:pt x="12770" y="488353"/>
                  </a:moveTo>
                  <a:lnTo>
                    <a:pt x="0" y="488353"/>
                  </a:lnTo>
                  <a:lnTo>
                    <a:pt x="0" y="0"/>
                  </a:lnTo>
                  <a:lnTo>
                    <a:pt x="12770" y="0"/>
                  </a:lnTo>
                  <a:lnTo>
                    <a:pt x="12770" y="4883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5010146" y="4709282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w="0" h="488950">
                  <a:moveTo>
                    <a:pt x="0" y="0"/>
                  </a:moveTo>
                  <a:lnTo>
                    <a:pt x="0" y="4883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5457131" y="4709278"/>
              <a:ext cx="26034" cy="488950"/>
            </a:xfrm>
            <a:custGeom>
              <a:avLst/>
              <a:gdLst/>
              <a:ahLst/>
              <a:cxnLst/>
              <a:rect l="l" t="t" r="r" b="b"/>
              <a:pathLst>
                <a:path w="26035" h="488950">
                  <a:moveTo>
                    <a:pt x="25537" y="488353"/>
                  </a:moveTo>
                  <a:lnTo>
                    <a:pt x="0" y="488353"/>
                  </a:lnTo>
                  <a:lnTo>
                    <a:pt x="0" y="0"/>
                  </a:lnTo>
                  <a:lnTo>
                    <a:pt x="25537" y="0"/>
                  </a:lnTo>
                  <a:lnTo>
                    <a:pt x="25537" y="4883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5457130" y="4709282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w="0" h="488950">
                  <a:moveTo>
                    <a:pt x="0" y="0"/>
                  </a:moveTo>
                  <a:lnTo>
                    <a:pt x="0" y="4883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4" name="object 214"/>
          <p:cNvSpPr txBox="1"/>
          <p:nvPr/>
        </p:nvSpPr>
        <p:spPr>
          <a:xfrm>
            <a:off x="3673451" y="5299836"/>
            <a:ext cx="1783714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8745">
              <a:lnSpc>
                <a:spcPct val="100000"/>
              </a:lnSpc>
              <a:spcBef>
                <a:spcPts val="105"/>
              </a:spcBef>
              <a:tabLst>
                <a:tab pos="570230" algn="l"/>
                <a:tab pos="1021080" algn="l"/>
                <a:tab pos="1472565" algn="l"/>
              </a:tabLst>
            </a:pPr>
            <a:r>
              <a:rPr dirty="0" sz="1650" spc="-185" b="1">
                <a:latin typeface="宋体"/>
                <a:cs typeface="宋体"/>
              </a:rPr>
              <a:t>×	×	×	×</a:t>
            </a:r>
            <a:endParaRPr sz="1650">
              <a:latin typeface="宋体"/>
              <a:cs typeface="宋体"/>
            </a:endParaRPr>
          </a:p>
        </p:txBody>
      </p:sp>
      <p:grpSp>
        <p:nvGrpSpPr>
          <p:cNvPr id="215" name="object 215"/>
          <p:cNvGrpSpPr/>
          <p:nvPr/>
        </p:nvGrpSpPr>
        <p:grpSpPr>
          <a:xfrm>
            <a:off x="3165989" y="4216856"/>
            <a:ext cx="2318385" cy="1604010"/>
            <a:chOff x="3165989" y="4216856"/>
            <a:chExt cx="2318385" cy="1604010"/>
          </a:xfrm>
        </p:grpSpPr>
        <p:sp>
          <p:nvSpPr>
            <p:cNvPr id="216" name="object 216"/>
            <p:cNvSpPr/>
            <p:nvPr/>
          </p:nvSpPr>
          <p:spPr>
            <a:xfrm>
              <a:off x="3647908" y="5197632"/>
              <a:ext cx="26034" cy="14604"/>
            </a:xfrm>
            <a:custGeom>
              <a:avLst/>
              <a:gdLst/>
              <a:ahLst/>
              <a:cxnLst/>
              <a:rect l="l" t="t" r="r" b="b"/>
              <a:pathLst>
                <a:path w="26035" h="14604">
                  <a:moveTo>
                    <a:pt x="25541" y="14363"/>
                  </a:moveTo>
                  <a:lnTo>
                    <a:pt x="0" y="14363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143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3647910" y="5197631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54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3673454" y="5197632"/>
              <a:ext cx="430530" cy="14604"/>
            </a:xfrm>
            <a:custGeom>
              <a:avLst/>
              <a:gdLst/>
              <a:ahLst/>
              <a:cxnLst/>
              <a:rect l="l" t="t" r="r" b="b"/>
              <a:pathLst>
                <a:path w="430529" h="14604">
                  <a:moveTo>
                    <a:pt x="429955" y="14363"/>
                  </a:moveTo>
                  <a:lnTo>
                    <a:pt x="0" y="14363"/>
                  </a:lnTo>
                  <a:lnTo>
                    <a:pt x="0" y="0"/>
                  </a:lnTo>
                  <a:lnTo>
                    <a:pt x="429955" y="0"/>
                  </a:lnTo>
                  <a:lnTo>
                    <a:pt x="429955" y="143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3673452" y="5197631"/>
              <a:ext cx="430530" cy="0"/>
            </a:xfrm>
            <a:custGeom>
              <a:avLst/>
              <a:gdLst/>
              <a:ahLst/>
              <a:cxnLst/>
              <a:rect l="l" t="t" r="r" b="b"/>
              <a:pathLst>
                <a:path w="430529" h="0">
                  <a:moveTo>
                    <a:pt x="0" y="0"/>
                  </a:moveTo>
                  <a:lnTo>
                    <a:pt x="4299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4103405" y="5197632"/>
              <a:ext cx="13335" cy="14604"/>
            </a:xfrm>
            <a:custGeom>
              <a:avLst/>
              <a:gdLst/>
              <a:ahLst/>
              <a:cxnLst/>
              <a:rect l="l" t="t" r="r" b="b"/>
              <a:pathLst>
                <a:path w="13335" h="14604">
                  <a:moveTo>
                    <a:pt x="12770" y="14363"/>
                  </a:moveTo>
                  <a:lnTo>
                    <a:pt x="0" y="14363"/>
                  </a:lnTo>
                  <a:lnTo>
                    <a:pt x="0" y="0"/>
                  </a:lnTo>
                  <a:lnTo>
                    <a:pt x="12770" y="0"/>
                  </a:lnTo>
                  <a:lnTo>
                    <a:pt x="12770" y="143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4103408" y="5197631"/>
              <a:ext cx="13335" cy="14604"/>
            </a:xfrm>
            <a:custGeom>
              <a:avLst/>
              <a:gdLst/>
              <a:ahLst/>
              <a:cxnLst/>
              <a:rect l="l" t="t" r="r" b="b"/>
              <a:pathLst>
                <a:path w="13335" h="14604">
                  <a:moveTo>
                    <a:pt x="0" y="0"/>
                  </a:moveTo>
                  <a:lnTo>
                    <a:pt x="12770" y="0"/>
                  </a:lnTo>
                </a:path>
                <a:path w="13335" h="14604">
                  <a:moveTo>
                    <a:pt x="0" y="0"/>
                  </a:moveTo>
                  <a:lnTo>
                    <a:pt x="0" y="143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4116176" y="5197632"/>
              <a:ext cx="443230" cy="14604"/>
            </a:xfrm>
            <a:custGeom>
              <a:avLst/>
              <a:gdLst/>
              <a:ahLst/>
              <a:cxnLst/>
              <a:rect l="l" t="t" r="r" b="b"/>
              <a:pathLst>
                <a:path w="443229" h="14604">
                  <a:moveTo>
                    <a:pt x="442726" y="14363"/>
                  </a:moveTo>
                  <a:lnTo>
                    <a:pt x="0" y="14363"/>
                  </a:lnTo>
                  <a:lnTo>
                    <a:pt x="0" y="0"/>
                  </a:lnTo>
                  <a:lnTo>
                    <a:pt x="442726" y="0"/>
                  </a:lnTo>
                  <a:lnTo>
                    <a:pt x="442726" y="143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4116179" y="5197631"/>
              <a:ext cx="443230" cy="0"/>
            </a:xfrm>
            <a:custGeom>
              <a:avLst/>
              <a:gdLst/>
              <a:ahLst/>
              <a:cxnLst/>
              <a:rect l="l" t="t" r="r" b="b"/>
              <a:pathLst>
                <a:path w="443229" h="0">
                  <a:moveTo>
                    <a:pt x="0" y="0"/>
                  </a:moveTo>
                  <a:lnTo>
                    <a:pt x="442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4558903" y="5197632"/>
              <a:ext cx="13335" cy="14604"/>
            </a:xfrm>
            <a:custGeom>
              <a:avLst/>
              <a:gdLst/>
              <a:ahLst/>
              <a:cxnLst/>
              <a:rect l="l" t="t" r="r" b="b"/>
              <a:pathLst>
                <a:path w="13335" h="14604">
                  <a:moveTo>
                    <a:pt x="12770" y="14363"/>
                  </a:moveTo>
                  <a:lnTo>
                    <a:pt x="0" y="14363"/>
                  </a:lnTo>
                  <a:lnTo>
                    <a:pt x="0" y="0"/>
                  </a:lnTo>
                  <a:lnTo>
                    <a:pt x="12770" y="0"/>
                  </a:lnTo>
                  <a:lnTo>
                    <a:pt x="12770" y="143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4558906" y="5197631"/>
              <a:ext cx="13335" cy="14604"/>
            </a:xfrm>
            <a:custGeom>
              <a:avLst/>
              <a:gdLst/>
              <a:ahLst/>
              <a:cxnLst/>
              <a:rect l="l" t="t" r="r" b="b"/>
              <a:pathLst>
                <a:path w="13335" h="14604">
                  <a:moveTo>
                    <a:pt x="0" y="0"/>
                  </a:moveTo>
                  <a:lnTo>
                    <a:pt x="12770" y="0"/>
                  </a:lnTo>
                </a:path>
                <a:path w="13335" h="14604">
                  <a:moveTo>
                    <a:pt x="0" y="0"/>
                  </a:moveTo>
                  <a:lnTo>
                    <a:pt x="0" y="143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4571674" y="5197632"/>
              <a:ext cx="438784" cy="14604"/>
            </a:xfrm>
            <a:custGeom>
              <a:avLst/>
              <a:gdLst/>
              <a:ahLst/>
              <a:cxnLst/>
              <a:rect l="l" t="t" r="r" b="b"/>
              <a:pathLst>
                <a:path w="438785" h="14604">
                  <a:moveTo>
                    <a:pt x="438469" y="14363"/>
                  </a:moveTo>
                  <a:lnTo>
                    <a:pt x="0" y="14363"/>
                  </a:lnTo>
                  <a:lnTo>
                    <a:pt x="0" y="0"/>
                  </a:lnTo>
                  <a:lnTo>
                    <a:pt x="438469" y="0"/>
                  </a:lnTo>
                  <a:lnTo>
                    <a:pt x="438469" y="143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4571677" y="5197631"/>
              <a:ext cx="438784" cy="0"/>
            </a:xfrm>
            <a:custGeom>
              <a:avLst/>
              <a:gdLst/>
              <a:ahLst/>
              <a:cxnLst/>
              <a:rect l="l" t="t" r="r" b="b"/>
              <a:pathLst>
                <a:path w="438785" h="0">
                  <a:moveTo>
                    <a:pt x="0" y="0"/>
                  </a:moveTo>
                  <a:lnTo>
                    <a:pt x="4384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5010148" y="5197632"/>
              <a:ext cx="13335" cy="14604"/>
            </a:xfrm>
            <a:custGeom>
              <a:avLst/>
              <a:gdLst/>
              <a:ahLst/>
              <a:cxnLst/>
              <a:rect l="l" t="t" r="r" b="b"/>
              <a:pathLst>
                <a:path w="13335" h="14604">
                  <a:moveTo>
                    <a:pt x="12770" y="14363"/>
                  </a:moveTo>
                  <a:lnTo>
                    <a:pt x="0" y="14363"/>
                  </a:lnTo>
                  <a:lnTo>
                    <a:pt x="0" y="0"/>
                  </a:lnTo>
                  <a:lnTo>
                    <a:pt x="12770" y="0"/>
                  </a:lnTo>
                  <a:lnTo>
                    <a:pt x="12770" y="143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5010146" y="5197631"/>
              <a:ext cx="13335" cy="14604"/>
            </a:xfrm>
            <a:custGeom>
              <a:avLst/>
              <a:gdLst/>
              <a:ahLst/>
              <a:cxnLst/>
              <a:rect l="l" t="t" r="r" b="b"/>
              <a:pathLst>
                <a:path w="13335" h="14604">
                  <a:moveTo>
                    <a:pt x="0" y="0"/>
                  </a:moveTo>
                  <a:lnTo>
                    <a:pt x="12770" y="0"/>
                  </a:lnTo>
                </a:path>
                <a:path w="13335" h="14604">
                  <a:moveTo>
                    <a:pt x="0" y="0"/>
                  </a:moveTo>
                  <a:lnTo>
                    <a:pt x="0" y="143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5022914" y="5197632"/>
              <a:ext cx="434340" cy="14604"/>
            </a:xfrm>
            <a:custGeom>
              <a:avLst/>
              <a:gdLst/>
              <a:ahLst/>
              <a:cxnLst/>
              <a:rect l="l" t="t" r="r" b="b"/>
              <a:pathLst>
                <a:path w="434339" h="14604">
                  <a:moveTo>
                    <a:pt x="434216" y="14363"/>
                  </a:moveTo>
                  <a:lnTo>
                    <a:pt x="0" y="14363"/>
                  </a:lnTo>
                  <a:lnTo>
                    <a:pt x="0" y="0"/>
                  </a:lnTo>
                  <a:lnTo>
                    <a:pt x="434216" y="0"/>
                  </a:lnTo>
                  <a:lnTo>
                    <a:pt x="434216" y="143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5022917" y="5197631"/>
              <a:ext cx="434340" cy="0"/>
            </a:xfrm>
            <a:custGeom>
              <a:avLst/>
              <a:gdLst/>
              <a:ahLst/>
              <a:cxnLst/>
              <a:rect l="l" t="t" r="r" b="b"/>
              <a:pathLst>
                <a:path w="434339" h="0">
                  <a:moveTo>
                    <a:pt x="0" y="0"/>
                  </a:moveTo>
                  <a:lnTo>
                    <a:pt x="4342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5457131" y="5197632"/>
              <a:ext cx="26034" cy="14604"/>
            </a:xfrm>
            <a:custGeom>
              <a:avLst/>
              <a:gdLst/>
              <a:ahLst/>
              <a:cxnLst/>
              <a:rect l="l" t="t" r="r" b="b"/>
              <a:pathLst>
                <a:path w="26035" h="14604">
                  <a:moveTo>
                    <a:pt x="25537" y="14363"/>
                  </a:moveTo>
                  <a:lnTo>
                    <a:pt x="0" y="14363"/>
                  </a:lnTo>
                  <a:lnTo>
                    <a:pt x="0" y="0"/>
                  </a:lnTo>
                  <a:lnTo>
                    <a:pt x="25537" y="0"/>
                  </a:lnTo>
                  <a:lnTo>
                    <a:pt x="25537" y="143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5457130" y="5197631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54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3647908" y="5211995"/>
              <a:ext cx="26034" cy="488950"/>
            </a:xfrm>
            <a:custGeom>
              <a:avLst/>
              <a:gdLst/>
              <a:ahLst/>
              <a:cxnLst/>
              <a:rect l="l" t="t" r="r" b="b"/>
              <a:pathLst>
                <a:path w="26035" h="488950">
                  <a:moveTo>
                    <a:pt x="25541" y="488348"/>
                  </a:moveTo>
                  <a:lnTo>
                    <a:pt x="0" y="488348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4883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3647910" y="5211994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w="0" h="488950">
                  <a:moveTo>
                    <a:pt x="0" y="0"/>
                  </a:moveTo>
                  <a:lnTo>
                    <a:pt x="0" y="4883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3647908" y="570033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25541" y="28726"/>
                  </a:moveTo>
                  <a:lnTo>
                    <a:pt x="0" y="28726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3647910" y="5700343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0" y="0"/>
                  </a:moveTo>
                  <a:lnTo>
                    <a:pt x="25541" y="0"/>
                  </a:lnTo>
                </a:path>
                <a:path w="26035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3647908" y="570033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25541" y="28726"/>
                  </a:moveTo>
                  <a:lnTo>
                    <a:pt x="0" y="28726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3647910" y="5700343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0" y="0"/>
                  </a:moveTo>
                  <a:lnTo>
                    <a:pt x="25541" y="0"/>
                  </a:lnTo>
                </a:path>
                <a:path w="26035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3673454" y="5700339"/>
              <a:ext cx="430530" cy="29209"/>
            </a:xfrm>
            <a:custGeom>
              <a:avLst/>
              <a:gdLst/>
              <a:ahLst/>
              <a:cxnLst/>
              <a:rect l="l" t="t" r="r" b="b"/>
              <a:pathLst>
                <a:path w="430529" h="29210">
                  <a:moveTo>
                    <a:pt x="429955" y="28726"/>
                  </a:moveTo>
                  <a:lnTo>
                    <a:pt x="0" y="28726"/>
                  </a:lnTo>
                  <a:lnTo>
                    <a:pt x="0" y="0"/>
                  </a:lnTo>
                  <a:lnTo>
                    <a:pt x="429955" y="0"/>
                  </a:lnTo>
                  <a:lnTo>
                    <a:pt x="429955" y="28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3673452" y="5700343"/>
              <a:ext cx="430530" cy="0"/>
            </a:xfrm>
            <a:custGeom>
              <a:avLst/>
              <a:gdLst/>
              <a:ahLst/>
              <a:cxnLst/>
              <a:rect l="l" t="t" r="r" b="b"/>
              <a:pathLst>
                <a:path w="430529" h="0">
                  <a:moveTo>
                    <a:pt x="0" y="0"/>
                  </a:moveTo>
                  <a:lnTo>
                    <a:pt x="4299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4103405" y="5211995"/>
              <a:ext cx="13335" cy="488950"/>
            </a:xfrm>
            <a:custGeom>
              <a:avLst/>
              <a:gdLst/>
              <a:ahLst/>
              <a:cxnLst/>
              <a:rect l="l" t="t" r="r" b="b"/>
              <a:pathLst>
                <a:path w="13335" h="488950">
                  <a:moveTo>
                    <a:pt x="12770" y="488348"/>
                  </a:moveTo>
                  <a:lnTo>
                    <a:pt x="0" y="488348"/>
                  </a:lnTo>
                  <a:lnTo>
                    <a:pt x="0" y="0"/>
                  </a:lnTo>
                  <a:lnTo>
                    <a:pt x="12770" y="0"/>
                  </a:lnTo>
                  <a:lnTo>
                    <a:pt x="12770" y="4883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4103408" y="5211994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w="0" h="488950">
                  <a:moveTo>
                    <a:pt x="0" y="0"/>
                  </a:moveTo>
                  <a:lnTo>
                    <a:pt x="0" y="4883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4103405" y="570033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25541" y="28726"/>
                  </a:moveTo>
                  <a:lnTo>
                    <a:pt x="0" y="28726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4103408" y="5700343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0" y="0"/>
                  </a:moveTo>
                  <a:lnTo>
                    <a:pt x="25541" y="0"/>
                  </a:lnTo>
                </a:path>
                <a:path w="26035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4128952" y="5700339"/>
              <a:ext cx="430530" cy="29209"/>
            </a:xfrm>
            <a:custGeom>
              <a:avLst/>
              <a:gdLst/>
              <a:ahLst/>
              <a:cxnLst/>
              <a:rect l="l" t="t" r="r" b="b"/>
              <a:pathLst>
                <a:path w="430529" h="29210">
                  <a:moveTo>
                    <a:pt x="429955" y="28726"/>
                  </a:moveTo>
                  <a:lnTo>
                    <a:pt x="0" y="28726"/>
                  </a:lnTo>
                  <a:lnTo>
                    <a:pt x="0" y="0"/>
                  </a:lnTo>
                  <a:lnTo>
                    <a:pt x="429955" y="0"/>
                  </a:lnTo>
                  <a:lnTo>
                    <a:pt x="429955" y="28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4128950" y="5700343"/>
              <a:ext cx="430530" cy="0"/>
            </a:xfrm>
            <a:custGeom>
              <a:avLst/>
              <a:gdLst/>
              <a:ahLst/>
              <a:cxnLst/>
              <a:rect l="l" t="t" r="r" b="b"/>
              <a:pathLst>
                <a:path w="430529" h="0">
                  <a:moveTo>
                    <a:pt x="0" y="0"/>
                  </a:moveTo>
                  <a:lnTo>
                    <a:pt x="4299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4558903" y="5211995"/>
              <a:ext cx="13335" cy="488950"/>
            </a:xfrm>
            <a:custGeom>
              <a:avLst/>
              <a:gdLst/>
              <a:ahLst/>
              <a:cxnLst/>
              <a:rect l="l" t="t" r="r" b="b"/>
              <a:pathLst>
                <a:path w="13335" h="488950">
                  <a:moveTo>
                    <a:pt x="12770" y="488348"/>
                  </a:moveTo>
                  <a:lnTo>
                    <a:pt x="0" y="488348"/>
                  </a:lnTo>
                  <a:lnTo>
                    <a:pt x="0" y="0"/>
                  </a:lnTo>
                  <a:lnTo>
                    <a:pt x="12770" y="0"/>
                  </a:lnTo>
                  <a:lnTo>
                    <a:pt x="12770" y="4883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4558906" y="5211994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w="0" h="488950">
                  <a:moveTo>
                    <a:pt x="0" y="0"/>
                  </a:moveTo>
                  <a:lnTo>
                    <a:pt x="0" y="4883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4558903" y="570033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25541" y="28726"/>
                  </a:moveTo>
                  <a:lnTo>
                    <a:pt x="0" y="28726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4558906" y="5700343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0" y="0"/>
                  </a:moveTo>
                  <a:lnTo>
                    <a:pt x="25541" y="0"/>
                  </a:lnTo>
                </a:path>
                <a:path w="26035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4584449" y="5700339"/>
              <a:ext cx="426084" cy="29209"/>
            </a:xfrm>
            <a:custGeom>
              <a:avLst/>
              <a:gdLst/>
              <a:ahLst/>
              <a:cxnLst/>
              <a:rect l="l" t="t" r="r" b="b"/>
              <a:pathLst>
                <a:path w="426085" h="29210">
                  <a:moveTo>
                    <a:pt x="425698" y="28726"/>
                  </a:moveTo>
                  <a:lnTo>
                    <a:pt x="0" y="28726"/>
                  </a:lnTo>
                  <a:lnTo>
                    <a:pt x="0" y="0"/>
                  </a:lnTo>
                  <a:lnTo>
                    <a:pt x="425698" y="0"/>
                  </a:lnTo>
                  <a:lnTo>
                    <a:pt x="425698" y="28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4584447" y="5700343"/>
              <a:ext cx="426084" cy="0"/>
            </a:xfrm>
            <a:custGeom>
              <a:avLst/>
              <a:gdLst/>
              <a:ahLst/>
              <a:cxnLst/>
              <a:rect l="l" t="t" r="r" b="b"/>
              <a:pathLst>
                <a:path w="426085" h="0">
                  <a:moveTo>
                    <a:pt x="0" y="0"/>
                  </a:moveTo>
                  <a:lnTo>
                    <a:pt x="4256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5010148" y="5211995"/>
              <a:ext cx="13335" cy="488950"/>
            </a:xfrm>
            <a:custGeom>
              <a:avLst/>
              <a:gdLst/>
              <a:ahLst/>
              <a:cxnLst/>
              <a:rect l="l" t="t" r="r" b="b"/>
              <a:pathLst>
                <a:path w="13335" h="488950">
                  <a:moveTo>
                    <a:pt x="12770" y="488348"/>
                  </a:moveTo>
                  <a:lnTo>
                    <a:pt x="0" y="488348"/>
                  </a:lnTo>
                  <a:lnTo>
                    <a:pt x="0" y="0"/>
                  </a:lnTo>
                  <a:lnTo>
                    <a:pt x="12770" y="0"/>
                  </a:lnTo>
                  <a:lnTo>
                    <a:pt x="12770" y="4883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5010146" y="5211994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w="0" h="488950">
                  <a:moveTo>
                    <a:pt x="0" y="0"/>
                  </a:moveTo>
                  <a:lnTo>
                    <a:pt x="0" y="4883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5010148" y="570033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25541" y="28726"/>
                  </a:moveTo>
                  <a:lnTo>
                    <a:pt x="0" y="28726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5010146" y="5700343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0" y="0"/>
                  </a:moveTo>
                  <a:lnTo>
                    <a:pt x="25541" y="0"/>
                  </a:lnTo>
                </a:path>
                <a:path w="26035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5035689" y="5700339"/>
              <a:ext cx="421640" cy="29209"/>
            </a:xfrm>
            <a:custGeom>
              <a:avLst/>
              <a:gdLst/>
              <a:ahLst/>
              <a:cxnLst/>
              <a:rect l="l" t="t" r="r" b="b"/>
              <a:pathLst>
                <a:path w="421639" h="29210">
                  <a:moveTo>
                    <a:pt x="421441" y="28726"/>
                  </a:moveTo>
                  <a:lnTo>
                    <a:pt x="0" y="28726"/>
                  </a:lnTo>
                  <a:lnTo>
                    <a:pt x="0" y="0"/>
                  </a:lnTo>
                  <a:lnTo>
                    <a:pt x="421441" y="0"/>
                  </a:lnTo>
                  <a:lnTo>
                    <a:pt x="421441" y="28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5035688" y="5700343"/>
              <a:ext cx="421640" cy="0"/>
            </a:xfrm>
            <a:custGeom>
              <a:avLst/>
              <a:gdLst/>
              <a:ahLst/>
              <a:cxnLst/>
              <a:rect l="l" t="t" r="r" b="b"/>
              <a:pathLst>
                <a:path w="421639" h="0">
                  <a:moveTo>
                    <a:pt x="0" y="0"/>
                  </a:moveTo>
                  <a:lnTo>
                    <a:pt x="42144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5457131" y="5211995"/>
              <a:ext cx="26034" cy="488950"/>
            </a:xfrm>
            <a:custGeom>
              <a:avLst/>
              <a:gdLst/>
              <a:ahLst/>
              <a:cxnLst/>
              <a:rect l="l" t="t" r="r" b="b"/>
              <a:pathLst>
                <a:path w="26035" h="488950">
                  <a:moveTo>
                    <a:pt x="25537" y="488348"/>
                  </a:moveTo>
                  <a:lnTo>
                    <a:pt x="0" y="488348"/>
                  </a:lnTo>
                  <a:lnTo>
                    <a:pt x="0" y="0"/>
                  </a:lnTo>
                  <a:lnTo>
                    <a:pt x="25537" y="0"/>
                  </a:lnTo>
                  <a:lnTo>
                    <a:pt x="25537" y="4883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5457130" y="5211994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w="0" h="488950">
                  <a:moveTo>
                    <a:pt x="0" y="0"/>
                  </a:moveTo>
                  <a:lnTo>
                    <a:pt x="0" y="4883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5457131" y="570033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25537" y="28726"/>
                  </a:moveTo>
                  <a:lnTo>
                    <a:pt x="0" y="28726"/>
                  </a:lnTo>
                  <a:lnTo>
                    <a:pt x="0" y="0"/>
                  </a:lnTo>
                  <a:lnTo>
                    <a:pt x="25537" y="0"/>
                  </a:lnTo>
                  <a:lnTo>
                    <a:pt x="25537" y="28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5457130" y="5700343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0" y="0"/>
                  </a:moveTo>
                  <a:lnTo>
                    <a:pt x="25541" y="0"/>
                  </a:lnTo>
                </a:path>
                <a:path w="26035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5457131" y="570033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25537" y="28726"/>
                  </a:moveTo>
                  <a:lnTo>
                    <a:pt x="0" y="28726"/>
                  </a:lnTo>
                  <a:lnTo>
                    <a:pt x="0" y="0"/>
                  </a:lnTo>
                  <a:lnTo>
                    <a:pt x="25537" y="0"/>
                  </a:lnTo>
                  <a:lnTo>
                    <a:pt x="25537" y="28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5457130" y="5700343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0" y="0"/>
                  </a:moveTo>
                  <a:lnTo>
                    <a:pt x="25541" y="0"/>
                  </a:lnTo>
                </a:path>
                <a:path w="26035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4107665" y="5714706"/>
              <a:ext cx="902969" cy="95885"/>
            </a:xfrm>
            <a:custGeom>
              <a:avLst/>
              <a:gdLst/>
              <a:ahLst/>
              <a:cxnLst/>
              <a:rect l="l" t="t" r="r" b="b"/>
              <a:pathLst>
                <a:path w="902970" h="95885">
                  <a:moveTo>
                    <a:pt x="902480" y="0"/>
                  </a:moveTo>
                  <a:lnTo>
                    <a:pt x="902480" y="19150"/>
                  </a:lnTo>
                  <a:lnTo>
                    <a:pt x="898223" y="38301"/>
                  </a:lnTo>
                  <a:lnTo>
                    <a:pt x="889709" y="52665"/>
                  </a:lnTo>
                  <a:lnTo>
                    <a:pt x="881195" y="67028"/>
                  </a:lnTo>
                  <a:lnTo>
                    <a:pt x="872681" y="76603"/>
                  </a:lnTo>
                  <a:lnTo>
                    <a:pt x="859911" y="86179"/>
                  </a:lnTo>
                  <a:lnTo>
                    <a:pt x="842883" y="90966"/>
                  </a:lnTo>
                  <a:lnTo>
                    <a:pt x="830112" y="95754"/>
                  </a:lnTo>
                  <a:lnTo>
                    <a:pt x="76625" y="95754"/>
                  </a:lnTo>
                  <a:lnTo>
                    <a:pt x="63854" y="90966"/>
                  </a:lnTo>
                  <a:lnTo>
                    <a:pt x="46826" y="86179"/>
                  </a:lnTo>
                  <a:lnTo>
                    <a:pt x="34055" y="76603"/>
                  </a:lnTo>
                  <a:lnTo>
                    <a:pt x="25541" y="67028"/>
                  </a:lnTo>
                  <a:lnTo>
                    <a:pt x="12770" y="52665"/>
                  </a:lnTo>
                  <a:lnTo>
                    <a:pt x="8513" y="38301"/>
                  </a:lnTo>
                  <a:lnTo>
                    <a:pt x="4256" y="19150"/>
                  </a:lnTo>
                  <a:lnTo>
                    <a:pt x="0" y="0"/>
                  </a:lnTo>
                </a:path>
              </a:pathLst>
            </a:custGeom>
            <a:ln w="191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3430804" y="4484258"/>
              <a:ext cx="226060" cy="206375"/>
            </a:xfrm>
            <a:custGeom>
              <a:avLst/>
              <a:gdLst/>
              <a:ahLst/>
              <a:cxnLst/>
              <a:rect l="l" t="t" r="r" b="b"/>
              <a:pathLst>
                <a:path w="226060" h="206375">
                  <a:moveTo>
                    <a:pt x="225620" y="205872"/>
                  </a:moveTo>
                  <a:lnTo>
                    <a:pt x="0" y="0"/>
                  </a:lnTo>
                </a:path>
              </a:pathLst>
            </a:custGeom>
            <a:ln w="18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4558906" y="4603951"/>
              <a:ext cx="915669" cy="95885"/>
            </a:xfrm>
            <a:custGeom>
              <a:avLst/>
              <a:gdLst/>
              <a:ahLst/>
              <a:cxnLst/>
              <a:rect l="l" t="t" r="r" b="b"/>
              <a:pathLst>
                <a:path w="915670" h="95885">
                  <a:moveTo>
                    <a:pt x="915251" y="95754"/>
                  </a:moveTo>
                  <a:lnTo>
                    <a:pt x="910994" y="76603"/>
                  </a:lnTo>
                  <a:lnTo>
                    <a:pt x="906737" y="57452"/>
                  </a:lnTo>
                  <a:lnTo>
                    <a:pt x="902480" y="43089"/>
                  </a:lnTo>
                  <a:lnTo>
                    <a:pt x="889709" y="28726"/>
                  </a:lnTo>
                  <a:lnTo>
                    <a:pt x="881195" y="14363"/>
                  </a:lnTo>
                  <a:lnTo>
                    <a:pt x="868424" y="4787"/>
                  </a:lnTo>
                  <a:lnTo>
                    <a:pt x="851397" y="0"/>
                  </a:lnTo>
                  <a:lnTo>
                    <a:pt x="838626" y="0"/>
                  </a:lnTo>
                  <a:lnTo>
                    <a:pt x="76625" y="0"/>
                  </a:lnTo>
                  <a:lnTo>
                    <a:pt x="63854" y="0"/>
                  </a:lnTo>
                  <a:lnTo>
                    <a:pt x="46826" y="4787"/>
                  </a:lnTo>
                  <a:lnTo>
                    <a:pt x="34055" y="14363"/>
                  </a:lnTo>
                  <a:lnTo>
                    <a:pt x="25541" y="28726"/>
                  </a:lnTo>
                  <a:lnTo>
                    <a:pt x="12770" y="43089"/>
                  </a:lnTo>
                  <a:lnTo>
                    <a:pt x="8513" y="57452"/>
                  </a:lnTo>
                  <a:lnTo>
                    <a:pt x="4256" y="76603"/>
                  </a:lnTo>
                  <a:lnTo>
                    <a:pt x="0" y="95754"/>
                  </a:lnTo>
                </a:path>
              </a:pathLst>
            </a:custGeom>
            <a:ln w="191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3179640" y="4230509"/>
              <a:ext cx="294005" cy="330835"/>
            </a:xfrm>
            <a:custGeom>
              <a:avLst/>
              <a:gdLst/>
              <a:ahLst/>
              <a:cxnLst/>
              <a:rect l="l" t="t" r="r" b="b"/>
              <a:pathLst>
                <a:path w="294004" h="330835">
                  <a:moveTo>
                    <a:pt x="144741" y="330353"/>
                  </a:moveTo>
                  <a:lnTo>
                    <a:pt x="131966" y="325565"/>
                  </a:lnTo>
                  <a:lnTo>
                    <a:pt x="114938" y="325565"/>
                  </a:lnTo>
                  <a:lnTo>
                    <a:pt x="89396" y="315990"/>
                  </a:lnTo>
                  <a:lnTo>
                    <a:pt x="76625" y="306415"/>
                  </a:lnTo>
                  <a:lnTo>
                    <a:pt x="63859" y="301627"/>
                  </a:lnTo>
                  <a:lnTo>
                    <a:pt x="51083" y="292051"/>
                  </a:lnTo>
                  <a:lnTo>
                    <a:pt x="42569" y="282476"/>
                  </a:lnTo>
                  <a:lnTo>
                    <a:pt x="25546" y="253749"/>
                  </a:lnTo>
                  <a:lnTo>
                    <a:pt x="17027" y="244174"/>
                  </a:lnTo>
                  <a:lnTo>
                    <a:pt x="12770" y="229811"/>
                  </a:lnTo>
                  <a:lnTo>
                    <a:pt x="4256" y="210660"/>
                  </a:lnTo>
                  <a:lnTo>
                    <a:pt x="4256" y="196297"/>
                  </a:lnTo>
                  <a:lnTo>
                    <a:pt x="0" y="181933"/>
                  </a:lnTo>
                  <a:lnTo>
                    <a:pt x="0" y="148419"/>
                  </a:lnTo>
                  <a:lnTo>
                    <a:pt x="4256" y="129268"/>
                  </a:lnTo>
                  <a:lnTo>
                    <a:pt x="4256" y="114905"/>
                  </a:lnTo>
                  <a:lnTo>
                    <a:pt x="12770" y="100542"/>
                  </a:lnTo>
                  <a:lnTo>
                    <a:pt x="17027" y="86179"/>
                  </a:lnTo>
                  <a:lnTo>
                    <a:pt x="34055" y="57452"/>
                  </a:lnTo>
                  <a:lnTo>
                    <a:pt x="51083" y="38301"/>
                  </a:lnTo>
                  <a:lnTo>
                    <a:pt x="76625" y="19150"/>
                  </a:lnTo>
                  <a:lnTo>
                    <a:pt x="89396" y="14363"/>
                  </a:lnTo>
                  <a:lnTo>
                    <a:pt x="102171" y="4782"/>
                  </a:lnTo>
                  <a:lnTo>
                    <a:pt x="114938" y="4782"/>
                  </a:lnTo>
                  <a:lnTo>
                    <a:pt x="131966" y="0"/>
                  </a:lnTo>
                  <a:lnTo>
                    <a:pt x="161765" y="0"/>
                  </a:lnTo>
                  <a:lnTo>
                    <a:pt x="174540" y="4782"/>
                  </a:lnTo>
                  <a:lnTo>
                    <a:pt x="187307" y="4782"/>
                  </a:lnTo>
                  <a:lnTo>
                    <a:pt x="204335" y="14363"/>
                  </a:lnTo>
                  <a:lnTo>
                    <a:pt x="217110" y="19150"/>
                  </a:lnTo>
                  <a:lnTo>
                    <a:pt x="225620" y="28726"/>
                  </a:lnTo>
                  <a:lnTo>
                    <a:pt x="251166" y="47872"/>
                  </a:lnTo>
                  <a:lnTo>
                    <a:pt x="259680" y="57452"/>
                  </a:lnTo>
                  <a:lnTo>
                    <a:pt x="268190" y="71816"/>
                  </a:lnTo>
                  <a:lnTo>
                    <a:pt x="272447" y="86179"/>
                  </a:lnTo>
                  <a:lnTo>
                    <a:pt x="280961" y="100542"/>
                  </a:lnTo>
                  <a:lnTo>
                    <a:pt x="289479" y="129268"/>
                  </a:lnTo>
                  <a:lnTo>
                    <a:pt x="289479" y="148419"/>
                  </a:lnTo>
                  <a:lnTo>
                    <a:pt x="293736" y="162782"/>
                  </a:lnTo>
                  <a:lnTo>
                    <a:pt x="289479" y="181933"/>
                  </a:lnTo>
                  <a:lnTo>
                    <a:pt x="289479" y="196297"/>
                  </a:lnTo>
                  <a:lnTo>
                    <a:pt x="285218" y="210660"/>
                  </a:lnTo>
                  <a:lnTo>
                    <a:pt x="280961" y="229811"/>
                  </a:lnTo>
                  <a:lnTo>
                    <a:pt x="272447" y="244174"/>
                  </a:lnTo>
                  <a:lnTo>
                    <a:pt x="268190" y="253749"/>
                  </a:lnTo>
                  <a:lnTo>
                    <a:pt x="251166" y="282476"/>
                  </a:lnTo>
                  <a:lnTo>
                    <a:pt x="225620" y="301627"/>
                  </a:lnTo>
                  <a:lnTo>
                    <a:pt x="217110" y="306415"/>
                  </a:lnTo>
                  <a:lnTo>
                    <a:pt x="204335" y="315990"/>
                  </a:lnTo>
                  <a:lnTo>
                    <a:pt x="187307" y="320778"/>
                  </a:lnTo>
                  <a:lnTo>
                    <a:pt x="174540" y="325565"/>
                  </a:lnTo>
                  <a:lnTo>
                    <a:pt x="161765" y="325565"/>
                  </a:lnTo>
                  <a:lnTo>
                    <a:pt x="144741" y="3303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3179642" y="4230508"/>
              <a:ext cx="294005" cy="330835"/>
            </a:xfrm>
            <a:custGeom>
              <a:avLst/>
              <a:gdLst/>
              <a:ahLst/>
              <a:cxnLst/>
              <a:rect l="l" t="t" r="r" b="b"/>
              <a:pathLst>
                <a:path w="294004" h="330835">
                  <a:moveTo>
                    <a:pt x="144737" y="0"/>
                  </a:moveTo>
                  <a:lnTo>
                    <a:pt x="131966" y="0"/>
                  </a:lnTo>
                  <a:lnTo>
                    <a:pt x="114938" y="4787"/>
                  </a:lnTo>
                  <a:lnTo>
                    <a:pt x="102167" y="4787"/>
                  </a:lnTo>
                  <a:lnTo>
                    <a:pt x="89396" y="14363"/>
                  </a:lnTo>
                  <a:lnTo>
                    <a:pt x="76625" y="19150"/>
                  </a:lnTo>
                  <a:lnTo>
                    <a:pt x="63854" y="28726"/>
                  </a:lnTo>
                  <a:lnTo>
                    <a:pt x="51083" y="38301"/>
                  </a:lnTo>
                  <a:lnTo>
                    <a:pt x="42569" y="47877"/>
                  </a:lnTo>
                  <a:lnTo>
                    <a:pt x="34055" y="57452"/>
                  </a:lnTo>
                  <a:lnTo>
                    <a:pt x="25541" y="71816"/>
                  </a:lnTo>
                  <a:lnTo>
                    <a:pt x="17027" y="86179"/>
                  </a:lnTo>
                  <a:lnTo>
                    <a:pt x="12770" y="100542"/>
                  </a:lnTo>
                  <a:lnTo>
                    <a:pt x="4256" y="114905"/>
                  </a:lnTo>
                  <a:lnTo>
                    <a:pt x="4256" y="129268"/>
                  </a:lnTo>
                  <a:lnTo>
                    <a:pt x="0" y="148419"/>
                  </a:lnTo>
                  <a:lnTo>
                    <a:pt x="0" y="162782"/>
                  </a:lnTo>
                  <a:lnTo>
                    <a:pt x="0" y="181933"/>
                  </a:lnTo>
                  <a:lnTo>
                    <a:pt x="4256" y="196297"/>
                  </a:lnTo>
                  <a:lnTo>
                    <a:pt x="4256" y="210660"/>
                  </a:lnTo>
                  <a:lnTo>
                    <a:pt x="12770" y="229811"/>
                  </a:lnTo>
                  <a:lnTo>
                    <a:pt x="17027" y="244174"/>
                  </a:lnTo>
                  <a:lnTo>
                    <a:pt x="25541" y="253749"/>
                  </a:lnTo>
                  <a:lnTo>
                    <a:pt x="34055" y="268113"/>
                  </a:lnTo>
                  <a:lnTo>
                    <a:pt x="42569" y="282476"/>
                  </a:lnTo>
                  <a:lnTo>
                    <a:pt x="51083" y="292051"/>
                  </a:lnTo>
                  <a:lnTo>
                    <a:pt x="63854" y="301627"/>
                  </a:lnTo>
                  <a:lnTo>
                    <a:pt x="76625" y="306415"/>
                  </a:lnTo>
                  <a:lnTo>
                    <a:pt x="89396" y="315990"/>
                  </a:lnTo>
                  <a:lnTo>
                    <a:pt x="102167" y="320778"/>
                  </a:lnTo>
                  <a:lnTo>
                    <a:pt x="114938" y="325565"/>
                  </a:lnTo>
                  <a:lnTo>
                    <a:pt x="131966" y="325565"/>
                  </a:lnTo>
                  <a:lnTo>
                    <a:pt x="144737" y="330353"/>
                  </a:lnTo>
                  <a:lnTo>
                    <a:pt x="161765" y="325565"/>
                  </a:lnTo>
                  <a:lnTo>
                    <a:pt x="174536" y="325565"/>
                  </a:lnTo>
                  <a:lnTo>
                    <a:pt x="187307" y="320778"/>
                  </a:lnTo>
                  <a:lnTo>
                    <a:pt x="204335" y="315990"/>
                  </a:lnTo>
                  <a:lnTo>
                    <a:pt x="217106" y="306415"/>
                  </a:lnTo>
                  <a:lnTo>
                    <a:pt x="225620" y="301627"/>
                  </a:lnTo>
                  <a:lnTo>
                    <a:pt x="238391" y="292051"/>
                  </a:lnTo>
                  <a:lnTo>
                    <a:pt x="251162" y="282476"/>
                  </a:lnTo>
                  <a:lnTo>
                    <a:pt x="259676" y="268113"/>
                  </a:lnTo>
                  <a:lnTo>
                    <a:pt x="268190" y="253749"/>
                  </a:lnTo>
                  <a:lnTo>
                    <a:pt x="272447" y="244174"/>
                  </a:lnTo>
                  <a:lnTo>
                    <a:pt x="280961" y="229811"/>
                  </a:lnTo>
                  <a:lnTo>
                    <a:pt x="285218" y="210660"/>
                  </a:lnTo>
                  <a:lnTo>
                    <a:pt x="289474" y="196297"/>
                  </a:lnTo>
                  <a:lnTo>
                    <a:pt x="289474" y="181933"/>
                  </a:lnTo>
                  <a:lnTo>
                    <a:pt x="293731" y="162782"/>
                  </a:lnTo>
                  <a:lnTo>
                    <a:pt x="289474" y="148419"/>
                  </a:lnTo>
                  <a:lnTo>
                    <a:pt x="289474" y="129268"/>
                  </a:lnTo>
                  <a:lnTo>
                    <a:pt x="285218" y="114905"/>
                  </a:lnTo>
                  <a:lnTo>
                    <a:pt x="280961" y="100542"/>
                  </a:lnTo>
                  <a:lnTo>
                    <a:pt x="272447" y="86179"/>
                  </a:lnTo>
                  <a:lnTo>
                    <a:pt x="268190" y="71816"/>
                  </a:lnTo>
                  <a:lnTo>
                    <a:pt x="259676" y="57452"/>
                  </a:lnTo>
                  <a:lnTo>
                    <a:pt x="251162" y="47877"/>
                  </a:lnTo>
                  <a:lnTo>
                    <a:pt x="238391" y="38301"/>
                  </a:lnTo>
                  <a:lnTo>
                    <a:pt x="225620" y="28726"/>
                  </a:lnTo>
                  <a:lnTo>
                    <a:pt x="217106" y="19150"/>
                  </a:lnTo>
                  <a:lnTo>
                    <a:pt x="204335" y="14363"/>
                  </a:lnTo>
                  <a:lnTo>
                    <a:pt x="187307" y="4787"/>
                  </a:lnTo>
                  <a:lnTo>
                    <a:pt x="174536" y="4787"/>
                  </a:lnTo>
                  <a:lnTo>
                    <a:pt x="161765" y="0"/>
                  </a:lnTo>
                  <a:lnTo>
                    <a:pt x="144737" y="0"/>
                  </a:lnTo>
                </a:path>
              </a:pathLst>
            </a:custGeom>
            <a:ln w="26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1" name="object 271"/>
          <p:cNvSpPr txBox="1"/>
          <p:nvPr/>
        </p:nvSpPr>
        <p:spPr>
          <a:xfrm>
            <a:off x="6704425" y="4797125"/>
            <a:ext cx="430530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8745">
              <a:lnSpc>
                <a:spcPct val="100000"/>
              </a:lnSpc>
              <a:spcBef>
                <a:spcPts val="105"/>
              </a:spcBef>
            </a:pPr>
            <a:r>
              <a:rPr dirty="0" sz="1650" spc="-185" b="1">
                <a:latin typeface="宋体"/>
                <a:cs typeface="宋体"/>
              </a:rPr>
              <a:t>×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272" name="object 272"/>
          <p:cNvSpPr txBox="1"/>
          <p:nvPr/>
        </p:nvSpPr>
        <p:spPr>
          <a:xfrm>
            <a:off x="7147152" y="4709279"/>
            <a:ext cx="443230" cy="48895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101600" rIns="0" bIns="0" rtlCol="0" vert="horz">
            <a:spAutoFit/>
          </a:bodyPr>
          <a:lstStyle/>
          <a:p>
            <a:pPr marL="127635">
              <a:lnSpc>
                <a:spcPct val="100000"/>
              </a:lnSpc>
              <a:spcBef>
                <a:spcPts val="800"/>
              </a:spcBef>
            </a:pPr>
            <a:r>
              <a:rPr dirty="0" sz="1650" spc="-185" b="1">
                <a:latin typeface="宋体"/>
                <a:cs typeface="宋体"/>
              </a:rPr>
              <a:t>×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273" name="object 273"/>
          <p:cNvSpPr txBox="1"/>
          <p:nvPr/>
        </p:nvSpPr>
        <p:spPr>
          <a:xfrm>
            <a:off x="7602649" y="4709279"/>
            <a:ext cx="438784" cy="48895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1060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35"/>
              </a:spcBef>
            </a:pPr>
            <a:r>
              <a:rPr dirty="0" sz="1650" spc="-90" b="1">
                <a:latin typeface="Times New Roman"/>
                <a:cs typeface="Times New Roman"/>
              </a:rPr>
              <a:t>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74" name="object 274"/>
          <p:cNvSpPr txBox="1"/>
          <p:nvPr/>
        </p:nvSpPr>
        <p:spPr>
          <a:xfrm>
            <a:off x="8053892" y="4801913"/>
            <a:ext cx="434340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650" spc="-90" b="1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275" name="object 275"/>
          <p:cNvGrpSpPr/>
          <p:nvPr/>
        </p:nvGrpSpPr>
        <p:grpSpPr>
          <a:xfrm>
            <a:off x="6678882" y="4680555"/>
            <a:ext cx="1835150" cy="517525"/>
            <a:chOff x="6678882" y="4680555"/>
            <a:chExt cx="1835150" cy="517525"/>
          </a:xfrm>
        </p:grpSpPr>
        <p:sp>
          <p:nvSpPr>
            <p:cNvPr id="276" name="object 276"/>
            <p:cNvSpPr/>
            <p:nvPr/>
          </p:nvSpPr>
          <p:spPr>
            <a:xfrm>
              <a:off x="6678882" y="4680557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541" y="28721"/>
                  </a:moveTo>
                  <a:lnTo>
                    <a:pt x="0" y="28721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6678884" y="4680555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541" y="0"/>
                  </a:lnTo>
                </a:path>
                <a:path w="26034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6678882" y="4680557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541" y="28721"/>
                  </a:moveTo>
                  <a:lnTo>
                    <a:pt x="0" y="28721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6678884" y="4680555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541" y="0"/>
                  </a:lnTo>
                </a:path>
                <a:path w="26034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6704424" y="4680557"/>
              <a:ext cx="430530" cy="29209"/>
            </a:xfrm>
            <a:custGeom>
              <a:avLst/>
              <a:gdLst/>
              <a:ahLst/>
              <a:cxnLst/>
              <a:rect l="l" t="t" r="r" b="b"/>
              <a:pathLst>
                <a:path w="430529" h="29210">
                  <a:moveTo>
                    <a:pt x="429955" y="28721"/>
                  </a:moveTo>
                  <a:lnTo>
                    <a:pt x="0" y="28721"/>
                  </a:lnTo>
                  <a:lnTo>
                    <a:pt x="0" y="0"/>
                  </a:lnTo>
                  <a:lnTo>
                    <a:pt x="429955" y="0"/>
                  </a:lnTo>
                  <a:lnTo>
                    <a:pt x="429955" y="28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6704426" y="4680555"/>
              <a:ext cx="430530" cy="0"/>
            </a:xfrm>
            <a:custGeom>
              <a:avLst/>
              <a:gdLst/>
              <a:ahLst/>
              <a:cxnLst/>
              <a:rect l="l" t="t" r="r" b="b"/>
              <a:pathLst>
                <a:path w="430529" h="0">
                  <a:moveTo>
                    <a:pt x="0" y="0"/>
                  </a:moveTo>
                  <a:lnTo>
                    <a:pt x="4299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7134379" y="4680557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541" y="28721"/>
                  </a:moveTo>
                  <a:lnTo>
                    <a:pt x="0" y="28721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7134382" y="4680555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541" y="0"/>
                  </a:lnTo>
                </a:path>
                <a:path w="26034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7159925" y="4680557"/>
              <a:ext cx="430530" cy="29209"/>
            </a:xfrm>
            <a:custGeom>
              <a:avLst/>
              <a:gdLst/>
              <a:ahLst/>
              <a:cxnLst/>
              <a:rect l="l" t="t" r="r" b="b"/>
              <a:pathLst>
                <a:path w="430529" h="29210">
                  <a:moveTo>
                    <a:pt x="429955" y="28721"/>
                  </a:moveTo>
                  <a:lnTo>
                    <a:pt x="0" y="28721"/>
                  </a:lnTo>
                  <a:lnTo>
                    <a:pt x="0" y="0"/>
                  </a:lnTo>
                  <a:lnTo>
                    <a:pt x="429955" y="0"/>
                  </a:lnTo>
                  <a:lnTo>
                    <a:pt x="429955" y="28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7159924" y="4680555"/>
              <a:ext cx="430530" cy="0"/>
            </a:xfrm>
            <a:custGeom>
              <a:avLst/>
              <a:gdLst/>
              <a:ahLst/>
              <a:cxnLst/>
              <a:rect l="l" t="t" r="r" b="b"/>
              <a:pathLst>
                <a:path w="430529" h="0">
                  <a:moveTo>
                    <a:pt x="0" y="0"/>
                  </a:moveTo>
                  <a:lnTo>
                    <a:pt x="4299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7589877" y="4680557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541" y="28721"/>
                  </a:moveTo>
                  <a:lnTo>
                    <a:pt x="0" y="28721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7589879" y="4680555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541" y="0"/>
                  </a:lnTo>
                </a:path>
                <a:path w="26034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7615423" y="4680557"/>
              <a:ext cx="426084" cy="29209"/>
            </a:xfrm>
            <a:custGeom>
              <a:avLst/>
              <a:gdLst/>
              <a:ahLst/>
              <a:cxnLst/>
              <a:rect l="l" t="t" r="r" b="b"/>
              <a:pathLst>
                <a:path w="426084" h="29210">
                  <a:moveTo>
                    <a:pt x="425698" y="28721"/>
                  </a:moveTo>
                  <a:lnTo>
                    <a:pt x="0" y="28721"/>
                  </a:lnTo>
                  <a:lnTo>
                    <a:pt x="0" y="0"/>
                  </a:lnTo>
                  <a:lnTo>
                    <a:pt x="425698" y="0"/>
                  </a:lnTo>
                  <a:lnTo>
                    <a:pt x="425698" y="28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7615421" y="4680555"/>
              <a:ext cx="426084" cy="0"/>
            </a:xfrm>
            <a:custGeom>
              <a:avLst/>
              <a:gdLst/>
              <a:ahLst/>
              <a:cxnLst/>
              <a:rect l="l" t="t" r="r" b="b"/>
              <a:pathLst>
                <a:path w="426084" h="0">
                  <a:moveTo>
                    <a:pt x="0" y="0"/>
                  </a:moveTo>
                  <a:lnTo>
                    <a:pt x="4256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8041121" y="4680557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541" y="28721"/>
                  </a:moveTo>
                  <a:lnTo>
                    <a:pt x="0" y="28721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8041120" y="4680555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541" y="0"/>
                  </a:lnTo>
                </a:path>
                <a:path w="26034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8066663" y="4680557"/>
              <a:ext cx="421640" cy="29209"/>
            </a:xfrm>
            <a:custGeom>
              <a:avLst/>
              <a:gdLst/>
              <a:ahLst/>
              <a:cxnLst/>
              <a:rect l="l" t="t" r="r" b="b"/>
              <a:pathLst>
                <a:path w="421640" h="29210">
                  <a:moveTo>
                    <a:pt x="421441" y="28721"/>
                  </a:moveTo>
                  <a:lnTo>
                    <a:pt x="0" y="28721"/>
                  </a:lnTo>
                  <a:lnTo>
                    <a:pt x="0" y="0"/>
                  </a:lnTo>
                  <a:lnTo>
                    <a:pt x="421441" y="0"/>
                  </a:lnTo>
                  <a:lnTo>
                    <a:pt x="421441" y="28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8066662" y="4680555"/>
              <a:ext cx="421640" cy="0"/>
            </a:xfrm>
            <a:custGeom>
              <a:avLst/>
              <a:gdLst/>
              <a:ahLst/>
              <a:cxnLst/>
              <a:rect l="l" t="t" r="r" b="b"/>
              <a:pathLst>
                <a:path w="421640" h="0">
                  <a:moveTo>
                    <a:pt x="0" y="0"/>
                  </a:moveTo>
                  <a:lnTo>
                    <a:pt x="42144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8488105" y="4680557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541" y="28721"/>
                  </a:moveTo>
                  <a:lnTo>
                    <a:pt x="0" y="28721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8488103" y="4680555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541" y="0"/>
                  </a:lnTo>
                </a:path>
                <a:path w="26034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8488105" y="4680557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541" y="28721"/>
                  </a:moveTo>
                  <a:lnTo>
                    <a:pt x="0" y="28721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8488103" y="4680555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541" y="0"/>
                  </a:lnTo>
                </a:path>
                <a:path w="26034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6678882" y="4709278"/>
              <a:ext cx="26034" cy="488950"/>
            </a:xfrm>
            <a:custGeom>
              <a:avLst/>
              <a:gdLst/>
              <a:ahLst/>
              <a:cxnLst/>
              <a:rect l="l" t="t" r="r" b="b"/>
              <a:pathLst>
                <a:path w="26034" h="488950">
                  <a:moveTo>
                    <a:pt x="25541" y="488353"/>
                  </a:moveTo>
                  <a:lnTo>
                    <a:pt x="0" y="488353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4883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6678884" y="4709282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w="0" h="488950">
                  <a:moveTo>
                    <a:pt x="0" y="0"/>
                  </a:moveTo>
                  <a:lnTo>
                    <a:pt x="0" y="4883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7134379" y="4709278"/>
              <a:ext cx="13335" cy="488950"/>
            </a:xfrm>
            <a:custGeom>
              <a:avLst/>
              <a:gdLst/>
              <a:ahLst/>
              <a:cxnLst/>
              <a:rect l="l" t="t" r="r" b="b"/>
              <a:pathLst>
                <a:path w="13334" h="488950">
                  <a:moveTo>
                    <a:pt x="12770" y="488353"/>
                  </a:moveTo>
                  <a:lnTo>
                    <a:pt x="0" y="488353"/>
                  </a:lnTo>
                  <a:lnTo>
                    <a:pt x="0" y="0"/>
                  </a:lnTo>
                  <a:lnTo>
                    <a:pt x="12770" y="0"/>
                  </a:lnTo>
                  <a:lnTo>
                    <a:pt x="12770" y="4883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7134382" y="4709282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w="0" h="488950">
                  <a:moveTo>
                    <a:pt x="0" y="0"/>
                  </a:moveTo>
                  <a:lnTo>
                    <a:pt x="0" y="4883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7589877" y="4709278"/>
              <a:ext cx="13335" cy="488950"/>
            </a:xfrm>
            <a:custGeom>
              <a:avLst/>
              <a:gdLst/>
              <a:ahLst/>
              <a:cxnLst/>
              <a:rect l="l" t="t" r="r" b="b"/>
              <a:pathLst>
                <a:path w="13334" h="488950">
                  <a:moveTo>
                    <a:pt x="12770" y="488353"/>
                  </a:moveTo>
                  <a:lnTo>
                    <a:pt x="0" y="488353"/>
                  </a:lnTo>
                  <a:lnTo>
                    <a:pt x="0" y="0"/>
                  </a:lnTo>
                  <a:lnTo>
                    <a:pt x="12770" y="0"/>
                  </a:lnTo>
                  <a:lnTo>
                    <a:pt x="12770" y="4883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7589879" y="4709282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w="0" h="488950">
                  <a:moveTo>
                    <a:pt x="0" y="0"/>
                  </a:moveTo>
                  <a:lnTo>
                    <a:pt x="0" y="4883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8041121" y="4709278"/>
              <a:ext cx="13335" cy="488950"/>
            </a:xfrm>
            <a:custGeom>
              <a:avLst/>
              <a:gdLst/>
              <a:ahLst/>
              <a:cxnLst/>
              <a:rect l="l" t="t" r="r" b="b"/>
              <a:pathLst>
                <a:path w="13334" h="488950">
                  <a:moveTo>
                    <a:pt x="12770" y="488353"/>
                  </a:moveTo>
                  <a:lnTo>
                    <a:pt x="0" y="488353"/>
                  </a:lnTo>
                  <a:lnTo>
                    <a:pt x="0" y="0"/>
                  </a:lnTo>
                  <a:lnTo>
                    <a:pt x="12770" y="0"/>
                  </a:lnTo>
                  <a:lnTo>
                    <a:pt x="12770" y="4883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8041120" y="4709282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w="0" h="488950">
                  <a:moveTo>
                    <a:pt x="0" y="0"/>
                  </a:moveTo>
                  <a:lnTo>
                    <a:pt x="0" y="4883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8488105" y="4709278"/>
              <a:ext cx="26034" cy="488950"/>
            </a:xfrm>
            <a:custGeom>
              <a:avLst/>
              <a:gdLst/>
              <a:ahLst/>
              <a:cxnLst/>
              <a:rect l="l" t="t" r="r" b="b"/>
              <a:pathLst>
                <a:path w="26034" h="488950">
                  <a:moveTo>
                    <a:pt x="25541" y="488353"/>
                  </a:moveTo>
                  <a:lnTo>
                    <a:pt x="0" y="488353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4883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8488103" y="4709282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w="0" h="488950">
                  <a:moveTo>
                    <a:pt x="0" y="0"/>
                  </a:moveTo>
                  <a:lnTo>
                    <a:pt x="0" y="4883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8" name="object 308"/>
          <p:cNvSpPr txBox="1"/>
          <p:nvPr/>
        </p:nvSpPr>
        <p:spPr>
          <a:xfrm>
            <a:off x="6704425" y="5299836"/>
            <a:ext cx="430530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8745">
              <a:lnSpc>
                <a:spcPct val="100000"/>
              </a:lnSpc>
              <a:spcBef>
                <a:spcPts val="105"/>
              </a:spcBef>
            </a:pPr>
            <a:r>
              <a:rPr dirty="0" sz="1650" spc="-185" b="1">
                <a:latin typeface="宋体"/>
                <a:cs typeface="宋体"/>
              </a:rPr>
              <a:t>×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309" name="object 309"/>
          <p:cNvSpPr txBox="1"/>
          <p:nvPr/>
        </p:nvSpPr>
        <p:spPr>
          <a:xfrm>
            <a:off x="7147152" y="5211995"/>
            <a:ext cx="443230" cy="48895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101600" rIns="0" bIns="0" rtlCol="0" vert="horz">
            <a:spAutoFit/>
          </a:bodyPr>
          <a:lstStyle/>
          <a:p>
            <a:pPr marL="127635">
              <a:lnSpc>
                <a:spcPct val="100000"/>
              </a:lnSpc>
              <a:spcBef>
                <a:spcPts val="800"/>
              </a:spcBef>
            </a:pPr>
            <a:r>
              <a:rPr dirty="0" sz="1650" spc="-185" b="1">
                <a:latin typeface="宋体"/>
                <a:cs typeface="宋体"/>
              </a:rPr>
              <a:t>×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310" name="object 310"/>
          <p:cNvSpPr txBox="1"/>
          <p:nvPr/>
        </p:nvSpPr>
        <p:spPr>
          <a:xfrm>
            <a:off x="7602649" y="5211995"/>
            <a:ext cx="438784" cy="48895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1060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35"/>
              </a:spcBef>
            </a:pPr>
            <a:r>
              <a:rPr dirty="0" sz="1650" spc="-90" b="1">
                <a:latin typeface="Times New Roman"/>
                <a:cs typeface="Times New Roman"/>
              </a:rPr>
              <a:t>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11" name="object 311"/>
          <p:cNvSpPr txBox="1"/>
          <p:nvPr/>
        </p:nvSpPr>
        <p:spPr>
          <a:xfrm>
            <a:off x="8053892" y="5304625"/>
            <a:ext cx="434340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650" spc="-90" b="1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312" name="object 312"/>
          <p:cNvGrpSpPr/>
          <p:nvPr/>
        </p:nvGrpSpPr>
        <p:grpSpPr>
          <a:xfrm>
            <a:off x="6196963" y="4216856"/>
            <a:ext cx="2318385" cy="1594485"/>
            <a:chOff x="6196963" y="4216856"/>
            <a:chExt cx="2318385" cy="1594485"/>
          </a:xfrm>
        </p:grpSpPr>
        <p:sp>
          <p:nvSpPr>
            <p:cNvPr id="313" name="object 313"/>
            <p:cNvSpPr/>
            <p:nvPr/>
          </p:nvSpPr>
          <p:spPr>
            <a:xfrm>
              <a:off x="6678882" y="5197632"/>
              <a:ext cx="26034" cy="14604"/>
            </a:xfrm>
            <a:custGeom>
              <a:avLst/>
              <a:gdLst/>
              <a:ahLst/>
              <a:cxnLst/>
              <a:rect l="l" t="t" r="r" b="b"/>
              <a:pathLst>
                <a:path w="26034" h="14604">
                  <a:moveTo>
                    <a:pt x="25541" y="14363"/>
                  </a:moveTo>
                  <a:lnTo>
                    <a:pt x="0" y="14363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143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6678884" y="5197631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 h="0">
                  <a:moveTo>
                    <a:pt x="0" y="0"/>
                  </a:moveTo>
                  <a:lnTo>
                    <a:pt x="2554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6704424" y="5197632"/>
              <a:ext cx="430530" cy="14604"/>
            </a:xfrm>
            <a:custGeom>
              <a:avLst/>
              <a:gdLst/>
              <a:ahLst/>
              <a:cxnLst/>
              <a:rect l="l" t="t" r="r" b="b"/>
              <a:pathLst>
                <a:path w="430529" h="14604">
                  <a:moveTo>
                    <a:pt x="429955" y="14363"/>
                  </a:moveTo>
                  <a:lnTo>
                    <a:pt x="0" y="14363"/>
                  </a:lnTo>
                  <a:lnTo>
                    <a:pt x="0" y="0"/>
                  </a:lnTo>
                  <a:lnTo>
                    <a:pt x="429955" y="0"/>
                  </a:lnTo>
                  <a:lnTo>
                    <a:pt x="429955" y="143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6704426" y="5197631"/>
              <a:ext cx="430530" cy="0"/>
            </a:xfrm>
            <a:custGeom>
              <a:avLst/>
              <a:gdLst/>
              <a:ahLst/>
              <a:cxnLst/>
              <a:rect l="l" t="t" r="r" b="b"/>
              <a:pathLst>
                <a:path w="430529" h="0">
                  <a:moveTo>
                    <a:pt x="0" y="0"/>
                  </a:moveTo>
                  <a:lnTo>
                    <a:pt x="4299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7134379" y="5197632"/>
              <a:ext cx="13335" cy="14604"/>
            </a:xfrm>
            <a:custGeom>
              <a:avLst/>
              <a:gdLst/>
              <a:ahLst/>
              <a:cxnLst/>
              <a:rect l="l" t="t" r="r" b="b"/>
              <a:pathLst>
                <a:path w="13334" h="14604">
                  <a:moveTo>
                    <a:pt x="12770" y="14363"/>
                  </a:moveTo>
                  <a:lnTo>
                    <a:pt x="0" y="14363"/>
                  </a:lnTo>
                  <a:lnTo>
                    <a:pt x="0" y="0"/>
                  </a:lnTo>
                  <a:lnTo>
                    <a:pt x="12770" y="0"/>
                  </a:lnTo>
                  <a:lnTo>
                    <a:pt x="12770" y="143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7134382" y="5197631"/>
              <a:ext cx="13335" cy="14604"/>
            </a:xfrm>
            <a:custGeom>
              <a:avLst/>
              <a:gdLst/>
              <a:ahLst/>
              <a:cxnLst/>
              <a:rect l="l" t="t" r="r" b="b"/>
              <a:pathLst>
                <a:path w="13334" h="14604">
                  <a:moveTo>
                    <a:pt x="0" y="0"/>
                  </a:moveTo>
                  <a:lnTo>
                    <a:pt x="12770" y="0"/>
                  </a:lnTo>
                </a:path>
                <a:path w="13334" h="14604">
                  <a:moveTo>
                    <a:pt x="0" y="0"/>
                  </a:moveTo>
                  <a:lnTo>
                    <a:pt x="0" y="143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7147154" y="5197632"/>
              <a:ext cx="443230" cy="14604"/>
            </a:xfrm>
            <a:custGeom>
              <a:avLst/>
              <a:gdLst/>
              <a:ahLst/>
              <a:cxnLst/>
              <a:rect l="l" t="t" r="r" b="b"/>
              <a:pathLst>
                <a:path w="443229" h="14604">
                  <a:moveTo>
                    <a:pt x="442726" y="14363"/>
                  </a:moveTo>
                  <a:lnTo>
                    <a:pt x="0" y="14363"/>
                  </a:lnTo>
                  <a:lnTo>
                    <a:pt x="0" y="0"/>
                  </a:lnTo>
                  <a:lnTo>
                    <a:pt x="442726" y="0"/>
                  </a:lnTo>
                  <a:lnTo>
                    <a:pt x="442726" y="143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7147153" y="5197631"/>
              <a:ext cx="443230" cy="0"/>
            </a:xfrm>
            <a:custGeom>
              <a:avLst/>
              <a:gdLst/>
              <a:ahLst/>
              <a:cxnLst/>
              <a:rect l="l" t="t" r="r" b="b"/>
              <a:pathLst>
                <a:path w="443229" h="0">
                  <a:moveTo>
                    <a:pt x="0" y="0"/>
                  </a:moveTo>
                  <a:lnTo>
                    <a:pt x="442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7589876" y="5197632"/>
              <a:ext cx="13335" cy="14604"/>
            </a:xfrm>
            <a:custGeom>
              <a:avLst/>
              <a:gdLst/>
              <a:ahLst/>
              <a:cxnLst/>
              <a:rect l="l" t="t" r="r" b="b"/>
              <a:pathLst>
                <a:path w="13334" h="14604">
                  <a:moveTo>
                    <a:pt x="12770" y="14363"/>
                  </a:moveTo>
                  <a:lnTo>
                    <a:pt x="0" y="14363"/>
                  </a:lnTo>
                  <a:lnTo>
                    <a:pt x="0" y="0"/>
                  </a:lnTo>
                  <a:lnTo>
                    <a:pt x="12770" y="0"/>
                  </a:lnTo>
                  <a:lnTo>
                    <a:pt x="12770" y="143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7589879" y="5197631"/>
              <a:ext cx="13335" cy="14604"/>
            </a:xfrm>
            <a:custGeom>
              <a:avLst/>
              <a:gdLst/>
              <a:ahLst/>
              <a:cxnLst/>
              <a:rect l="l" t="t" r="r" b="b"/>
              <a:pathLst>
                <a:path w="13334" h="14604">
                  <a:moveTo>
                    <a:pt x="0" y="0"/>
                  </a:moveTo>
                  <a:lnTo>
                    <a:pt x="12770" y="0"/>
                  </a:lnTo>
                </a:path>
                <a:path w="13334" h="14604">
                  <a:moveTo>
                    <a:pt x="0" y="0"/>
                  </a:moveTo>
                  <a:lnTo>
                    <a:pt x="0" y="143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7602647" y="5197632"/>
              <a:ext cx="438784" cy="14604"/>
            </a:xfrm>
            <a:custGeom>
              <a:avLst/>
              <a:gdLst/>
              <a:ahLst/>
              <a:cxnLst/>
              <a:rect l="l" t="t" r="r" b="b"/>
              <a:pathLst>
                <a:path w="438784" h="14604">
                  <a:moveTo>
                    <a:pt x="438469" y="14363"/>
                  </a:moveTo>
                  <a:lnTo>
                    <a:pt x="0" y="14363"/>
                  </a:lnTo>
                  <a:lnTo>
                    <a:pt x="0" y="0"/>
                  </a:lnTo>
                  <a:lnTo>
                    <a:pt x="438469" y="0"/>
                  </a:lnTo>
                  <a:lnTo>
                    <a:pt x="438469" y="143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7602650" y="5197631"/>
              <a:ext cx="438784" cy="0"/>
            </a:xfrm>
            <a:custGeom>
              <a:avLst/>
              <a:gdLst/>
              <a:ahLst/>
              <a:cxnLst/>
              <a:rect l="l" t="t" r="r" b="b"/>
              <a:pathLst>
                <a:path w="438784" h="0">
                  <a:moveTo>
                    <a:pt x="0" y="0"/>
                  </a:moveTo>
                  <a:lnTo>
                    <a:pt x="4384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8041121" y="5197632"/>
              <a:ext cx="13335" cy="14604"/>
            </a:xfrm>
            <a:custGeom>
              <a:avLst/>
              <a:gdLst/>
              <a:ahLst/>
              <a:cxnLst/>
              <a:rect l="l" t="t" r="r" b="b"/>
              <a:pathLst>
                <a:path w="13334" h="14604">
                  <a:moveTo>
                    <a:pt x="12770" y="14363"/>
                  </a:moveTo>
                  <a:lnTo>
                    <a:pt x="0" y="14363"/>
                  </a:lnTo>
                  <a:lnTo>
                    <a:pt x="0" y="0"/>
                  </a:lnTo>
                  <a:lnTo>
                    <a:pt x="12770" y="0"/>
                  </a:lnTo>
                  <a:lnTo>
                    <a:pt x="12770" y="143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8041120" y="5197631"/>
              <a:ext cx="13335" cy="14604"/>
            </a:xfrm>
            <a:custGeom>
              <a:avLst/>
              <a:gdLst/>
              <a:ahLst/>
              <a:cxnLst/>
              <a:rect l="l" t="t" r="r" b="b"/>
              <a:pathLst>
                <a:path w="13334" h="14604">
                  <a:moveTo>
                    <a:pt x="0" y="0"/>
                  </a:moveTo>
                  <a:lnTo>
                    <a:pt x="12770" y="0"/>
                  </a:lnTo>
                </a:path>
                <a:path w="13334" h="14604">
                  <a:moveTo>
                    <a:pt x="0" y="0"/>
                  </a:moveTo>
                  <a:lnTo>
                    <a:pt x="0" y="143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8053888" y="5197632"/>
              <a:ext cx="434340" cy="14604"/>
            </a:xfrm>
            <a:custGeom>
              <a:avLst/>
              <a:gdLst/>
              <a:ahLst/>
              <a:cxnLst/>
              <a:rect l="l" t="t" r="r" b="b"/>
              <a:pathLst>
                <a:path w="434340" h="14604">
                  <a:moveTo>
                    <a:pt x="434212" y="14363"/>
                  </a:moveTo>
                  <a:lnTo>
                    <a:pt x="0" y="14363"/>
                  </a:lnTo>
                  <a:lnTo>
                    <a:pt x="0" y="0"/>
                  </a:lnTo>
                  <a:lnTo>
                    <a:pt x="434212" y="0"/>
                  </a:lnTo>
                  <a:lnTo>
                    <a:pt x="434212" y="143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8053891" y="5197631"/>
              <a:ext cx="434340" cy="0"/>
            </a:xfrm>
            <a:custGeom>
              <a:avLst/>
              <a:gdLst/>
              <a:ahLst/>
              <a:cxnLst/>
              <a:rect l="l" t="t" r="r" b="b"/>
              <a:pathLst>
                <a:path w="434340" h="0">
                  <a:moveTo>
                    <a:pt x="0" y="0"/>
                  </a:moveTo>
                  <a:lnTo>
                    <a:pt x="4342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8488105" y="5197632"/>
              <a:ext cx="26034" cy="14604"/>
            </a:xfrm>
            <a:custGeom>
              <a:avLst/>
              <a:gdLst/>
              <a:ahLst/>
              <a:cxnLst/>
              <a:rect l="l" t="t" r="r" b="b"/>
              <a:pathLst>
                <a:path w="26034" h="14604">
                  <a:moveTo>
                    <a:pt x="25541" y="14363"/>
                  </a:moveTo>
                  <a:lnTo>
                    <a:pt x="0" y="14363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143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8488103" y="5197631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 h="0">
                  <a:moveTo>
                    <a:pt x="0" y="0"/>
                  </a:moveTo>
                  <a:lnTo>
                    <a:pt x="2554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6678882" y="5211995"/>
              <a:ext cx="26034" cy="488950"/>
            </a:xfrm>
            <a:custGeom>
              <a:avLst/>
              <a:gdLst/>
              <a:ahLst/>
              <a:cxnLst/>
              <a:rect l="l" t="t" r="r" b="b"/>
              <a:pathLst>
                <a:path w="26034" h="488950">
                  <a:moveTo>
                    <a:pt x="25541" y="488348"/>
                  </a:moveTo>
                  <a:lnTo>
                    <a:pt x="0" y="488348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4883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6678884" y="5211994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w="0" h="488950">
                  <a:moveTo>
                    <a:pt x="0" y="0"/>
                  </a:moveTo>
                  <a:lnTo>
                    <a:pt x="0" y="4883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6678882" y="570033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541" y="28726"/>
                  </a:moveTo>
                  <a:lnTo>
                    <a:pt x="0" y="28726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6678884" y="5700343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541" y="0"/>
                  </a:lnTo>
                </a:path>
                <a:path w="26034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6678882" y="570033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541" y="28726"/>
                  </a:moveTo>
                  <a:lnTo>
                    <a:pt x="0" y="28726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6678884" y="5700343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541" y="0"/>
                  </a:lnTo>
                </a:path>
                <a:path w="26034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6704424" y="5700339"/>
              <a:ext cx="430530" cy="29209"/>
            </a:xfrm>
            <a:custGeom>
              <a:avLst/>
              <a:gdLst/>
              <a:ahLst/>
              <a:cxnLst/>
              <a:rect l="l" t="t" r="r" b="b"/>
              <a:pathLst>
                <a:path w="430529" h="29210">
                  <a:moveTo>
                    <a:pt x="429955" y="28726"/>
                  </a:moveTo>
                  <a:lnTo>
                    <a:pt x="0" y="28726"/>
                  </a:lnTo>
                  <a:lnTo>
                    <a:pt x="0" y="0"/>
                  </a:lnTo>
                  <a:lnTo>
                    <a:pt x="429955" y="0"/>
                  </a:lnTo>
                  <a:lnTo>
                    <a:pt x="429955" y="28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6704426" y="5700343"/>
              <a:ext cx="430530" cy="0"/>
            </a:xfrm>
            <a:custGeom>
              <a:avLst/>
              <a:gdLst/>
              <a:ahLst/>
              <a:cxnLst/>
              <a:rect l="l" t="t" r="r" b="b"/>
              <a:pathLst>
                <a:path w="430529" h="0">
                  <a:moveTo>
                    <a:pt x="0" y="0"/>
                  </a:moveTo>
                  <a:lnTo>
                    <a:pt x="4299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7134379" y="5211995"/>
              <a:ext cx="13335" cy="488950"/>
            </a:xfrm>
            <a:custGeom>
              <a:avLst/>
              <a:gdLst/>
              <a:ahLst/>
              <a:cxnLst/>
              <a:rect l="l" t="t" r="r" b="b"/>
              <a:pathLst>
                <a:path w="13334" h="488950">
                  <a:moveTo>
                    <a:pt x="12770" y="488348"/>
                  </a:moveTo>
                  <a:lnTo>
                    <a:pt x="0" y="488348"/>
                  </a:lnTo>
                  <a:lnTo>
                    <a:pt x="0" y="0"/>
                  </a:lnTo>
                  <a:lnTo>
                    <a:pt x="12770" y="0"/>
                  </a:lnTo>
                  <a:lnTo>
                    <a:pt x="12770" y="4883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7134382" y="5211994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w="0" h="488950">
                  <a:moveTo>
                    <a:pt x="0" y="0"/>
                  </a:moveTo>
                  <a:lnTo>
                    <a:pt x="0" y="4883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7134379" y="570033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541" y="28726"/>
                  </a:moveTo>
                  <a:lnTo>
                    <a:pt x="0" y="28726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7134382" y="5700343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541" y="0"/>
                  </a:lnTo>
                </a:path>
                <a:path w="26034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7159925" y="5700339"/>
              <a:ext cx="430530" cy="29209"/>
            </a:xfrm>
            <a:custGeom>
              <a:avLst/>
              <a:gdLst/>
              <a:ahLst/>
              <a:cxnLst/>
              <a:rect l="l" t="t" r="r" b="b"/>
              <a:pathLst>
                <a:path w="430529" h="29210">
                  <a:moveTo>
                    <a:pt x="429955" y="28726"/>
                  </a:moveTo>
                  <a:lnTo>
                    <a:pt x="0" y="28726"/>
                  </a:lnTo>
                  <a:lnTo>
                    <a:pt x="0" y="0"/>
                  </a:lnTo>
                  <a:lnTo>
                    <a:pt x="429955" y="0"/>
                  </a:lnTo>
                  <a:lnTo>
                    <a:pt x="429955" y="28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7159924" y="5700343"/>
              <a:ext cx="430530" cy="0"/>
            </a:xfrm>
            <a:custGeom>
              <a:avLst/>
              <a:gdLst/>
              <a:ahLst/>
              <a:cxnLst/>
              <a:rect l="l" t="t" r="r" b="b"/>
              <a:pathLst>
                <a:path w="430529" h="0">
                  <a:moveTo>
                    <a:pt x="0" y="0"/>
                  </a:moveTo>
                  <a:lnTo>
                    <a:pt x="4299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7589876" y="5211995"/>
              <a:ext cx="13335" cy="488950"/>
            </a:xfrm>
            <a:custGeom>
              <a:avLst/>
              <a:gdLst/>
              <a:ahLst/>
              <a:cxnLst/>
              <a:rect l="l" t="t" r="r" b="b"/>
              <a:pathLst>
                <a:path w="13334" h="488950">
                  <a:moveTo>
                    <a:pt x="12770" y="488348"/>
                  </a:moveTo>
                  <a:lnTo>
                    <a:pt x="0" y="488348"/>
                  </a:lnTo>
                  <a:lnTo>
                    <a:pt x="0" y="0"/>
                  </a:lnTo>
                  <a:lnTo>
                    <a:pt x="12770" y="0"/>
                  </a:lnTo>
                  <a:lnTo>
                    <a:pt x="12770" y="4883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7589879" y="5211994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w="0" h="488950">
                  <a:moveTo>
                    <a:pt x="0" y="0"/>
                  </a:moveTo>
                  <a:lnTo>
                    <a:pt x="0" y="4883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7589876" y="570033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541" y="28726"/>
                  </a:moveTo>
                  <a:lnTo>
                    <a:pt x="0" y="28726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7589879" y="5700343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541" y="0"/>
                  </a:lnTo>
                </a:path>
                <a:path w="26034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7615423" y="5700339"/>
              <a:ext cx="426084" cy="29209"/>
            </a:xfrm>
            <a:custGeom>
              <a:avLst/>
              <a:gdLst/>
              <a:ahLst/>
              <a:cxnLst/>
              <a:rect l="l" t="t" r="r" b="b"/>
              <a:pathLst>
                <a:path w="426084" h="29210">
                  <a:moveTo>
                    <a:pt x="425698" y="28726"/>
                  </a:moveTo>
                  <a:lnTo>
                    <a:pt x="0" y="28726"/>
                  </a:lnTo>
                  <a:lnTo>
                    <a:pt x="0" y="0"/>
                  </a:lnTo>
                  <a:lnTo>
                    <a:pt x="425698" y="0"/>
                  </a:lnTo>
                  <a:lnTo>
                    <a:pt x="425698" y="28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7615421" y="5700343"/>
              <a:ext cx="426084" cy="0"/>
            </a:xfrm>
            <a:custGeom>
              <a:avLst/>
              <a:gdLst/>
              <a:ahLst/>
              <a:cxnLst/>
              <a:rect l="l" t="t" r="r" b="b"/>
              <a:pathLst>
                <a:path w="426084" h="0">
                  <a:moveTo>
                    <a:pt x="0" y="0"/>
                  </a:moveTo>
                  <a:lnTo>
                    <a:pt x="4256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8041121" y="5211995"/>
              <a:ext cx="13335" cy="488950"/>
            </a:xfrm>
            <a:custGeom>
              <a:avLst/>
              <a:gdLst/>
              <a:ahLst/>
              <a:cxnLst/>
              <a:rect l="l" t="t" r="r" b="b"/>
              <a:pathLst>
                <a:path w="13334" h="488950">
                  <a:moveTo>
                    <a:pt x="12770" y="488348"/>
                  </a:moveTo>
                  <a:lnTo>
                    <a:pt x="0" y="488348"/>
                  </a:lnTo>
                  <a:lnTo>
                    <a:pt x="0" y="0"/>
                  </a:lnTo>
                  <a:lnTo>
                    <a:pt x="12770" y="0"/>
                  </a:lnTo>
                  <a:lnTo>
                    <a:pt x="12770" y="4883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8041120" y="5211994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w="0" h="488950">
                  <a:moveTo>
                    <a:pt x="0" y="0"/>
                  </a:moveTo>
                  <a:lnTo>
                    <a:pt x="0" y="4883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8041121" y="570033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541" y="28726"/>
                  </a:moveTo>
                  <a:lnTo>
                    <a:pt x="0" y="28726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8041120" y="5700343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541" y="0"/>
                  </a:lnTo>
                </a:path>
                <a:path w="26034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8066663" y="5700339"/>
              <a:ext cx="421640" cy="29209"/>
            </a:xfrm>
            <a:custGeom>
              <a:avLst/>
              <a:gdLst/>
              <a:ahLst/>
              <a:cxnLst/>
              <a:rect l="l" t="t" r="r" b="b"/>
              <a:pathLst>
                <a:path w="421640" h="29210">
                  <a:moveTo>
                    <a:pt x="421441" y="28726"/>
                  </a:moveTo>
                  <a:lnTo>
                    <a:pt x="0" y="28726"/>
                  </a:lnTo>
                  <a:lnTo>
                    <a:pt x="0" y="0"/>
                  </a:lnTo>
                  <a:lnTo>
                    <a:pt x="421441" y="0"/>
                  </a:lnTo>
                  <a:lnTo>
                    <a:pt x="421441" y="28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8066662" y="5700343"/>
              <a:ext cx="421640" cy="0"/>
            </a:xfrm>
            <a:custGeom>
              <a:avLst/>
              <a:gdLst/>
              <a:ahLst/>
              <a:cxnLst/>
              <a:rect l="l" t="t" r="r" b="b"/>
              <a:pathLst>
                <a:path w="421640" h="0">
                  <a:moveTo>
                    <a:pt x="0" y="0"/>
                  </a:moveTo>
                  <a:lnTo>
                    <a:pt x="42144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8488105" y="5211995"/>
              <a:ext cx="26034" cy="488950"/>
            </a:xfrm>
            <a:custGeom>
              <a:avLst/>
              <a:gdLst/>
              <a:ahLst/>
              <a:cxnLst/>
              <a:rect l="l" t="t" r="r" b="b"/>
              <a:pathLst>
                <a:path w="26034" h="488950">
                  <a:moveTo>
                    <a:pt x="25541" y="488348"/>
                  </a:moveTo>
                  <a:lnTo>
                    <a:pt x="0" y="488348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4883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8488103" y="5211994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w="0" h="488950">
                  <a:moveTo>
                    <a:pt x="0" y="0"/>
                  </a:moveTo>
                  <a:lnTo>
                    <a:pt x="0" y="4883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8488105" y="570033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541" y="28726"/>
                  </a:moveTo>
                  <a:lnTo>
                    <a:pt x="0" y="28726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8488103" y="5700343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541" y="0"/>
                  </a:lnTo>
                </a:path>
                <a:path w="26034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8488105" y="570033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25541" y="28726"/>
                  </a:moveTo>
                  <a:lnTo>
                    <a:pt x="0" y="28726"/>
                  </a:lnTo>
                  <a:lnTo>
                    <a:pt x="0" y="0"/>
                  </a:lnTo>
                  <a:lnTo>
                    <a:pt x="25541" y="0"/>
                  </a:lnTo>
                  <a:lnTo>
                    <a:pt x="25541" y="28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8488103" y="5700343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0" y="0"/>
                  </a:moveTo>
                  <a:lnTo>
                    <a:pt x="25541" y="0"/>
                  </a:lnTo>
                </a:path>
                <a:path w="26034" h="29210">
                  <a:moveTo>
                    <a:pt x="0" y="0"/>
                  </a:moveTo>
                  <a:lnTo>
                    <a:pt x="0" y="287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6466035" y="4484258"/>
              <a:ext cx="238760" cy="215900"/>
            </a:xfrm>
            <a:custGeom>
              <a:avLst/>
              <a:gdLst/>
              <a:ahLst/>
              <a:cxnLst/>
              <a:rect l="l" t="t" r="r" b="b"/>
              <a:pathLst>
                <a:path w="238759" h="215900">
                  <a:moveTo>
                    <a:pt x="238391" y="215448"/>
                  </a:moveTo>
                  <a:lnTo>
                    <a:pt x="0" y="0"/>
                  </a:lnTo>
                </a:path>
              </a:pathLst>
            </a:custGeom>
            <a:ln w="181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7142896" y="5705131"/>
              <a:ext cx="902969" cy="95885"/>
            </a:xfrm>
            <a:custGeom>
              <a:avLst/>
              <a:gdLst/>
              <a:ahLst/>
              <a:cxnLst/>
              <a:rect l="l" t="t" r="r" b="b"/>
              <a:pathLst>
                <a:path w="902970" h="95885">
                  <a:moveTo>
                    <a:pt x="902480" y="0"/>
                  </a:moveTo>
                  <a:lnTo>
                    <a:pt x="902480" y="19150"/>
                  </a:lnTo>
                  <a:lnTo>
                    <a:pt x="898223" y="33514"/>
                  </a:lnTo>
                  <a:lnTo>
                    <a:pt x="889709" y="52665"/>
                  </a:lnTo>
                  <a:lnTo>
                    <a:pt x="881195" y="67028"/>
                  </a:lnTo>
                  <a:lnTo>
                    <a:pt x="868424" y="76603"/>
                  </a:lnTo>
                  <a:lnTo>
                    <a:pt x="855654" y="86179"/>
                  </a:lnTo>
                  <a:lnTo>
                    <a:pt x="842883" y="90966"/>
                  </a:lnTo>
                  <a:lnTo>
                    <a:pt x="825855" y="95754"/>
                  </a:lnTo>
                  <a:lnTo>
                    <a:pt x="72368" y="95754"/>
                  </a:lnTo>
                  <a:lnTo>
                    <a:pt x="59597" y="90966"/>
                  </a:lnTo>
                  <a:lnTo>
                    <a:pt x="42569" y="86179"/>
                  </a:lnTo>
                  <a:lnTo>
                    <a:pt x="12770" y="52665"/>
                  </a:lnTo>
                  <a:lnTo>
                    <a:pt x="0" y="19150"/>
                  </a:lnTo>
                  <a:lnTo>
                    <a:pt x="0" y="0"/>
                  </a:lnTo>
                </a:path>
              </a:pathLst>
            </a:custGeom>
            <a:ln w="191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7598393" y="4603951"/>
              <a:ext cx="906780" cy="95885"/>
            </a:xfrm>
            <a:custGeom>
              <a:avLst/>
              <a:gdLst/>
              <a:ahLst/>
              <a:cxnLst/>
              <a:rect l="l" t="t" r="r" b="b"/>
              <a:pathLst>
                <a:path w="906779" h="95885">
                  <a:moveTo>
                    <a:pt x="906737" y="95754"/>
                  </a:moveTo>
                  <a:lnTo>
                    <a:pt x="906737" y="76603"/>
                  </a:lnTo>
                  <a:lnTo>
                    <a:pt x="902480" y="57452"/>
                  </a:lnTo>
                  <a:lnTo>
                    <a:pt x="893966" y="43089"/>
                  </a:lnTo>
                  <a:lnTo>
                    <a:pt x="885452" y="28726"/>
                  </a:lnTo>
                  <a:lnTo>
                    <a:pt x="872681" y="14363"/>
                  </a:lnTo>
                  <a:lnTo>
                    <a:pt x="859911" y="4787"/>
                  </a:lnTo>
                  <a:lnTo>
                    <a:pt x="847140" y="0"/>
                  </a:lnTo>
                  <a:lnTo>
                    <a:pt x="830112" y="0"/>
                  </a:lnTo>
                  <a:lnTo>
                    <a:pt x="76625" y="0"/>
                  </a:lnTo>
                  <a:lnTo>
                    <a:pt x="59597" y="0"/>
                  </a:lnTo>
                  <a:lnTo>
                    <a:pt x="46826" y="4787"/>
                  </a:lnTo>
                  <a:lnTo>
                    <a:pt x="34055" y="14363"/>
                  </a:lnTo>
                  <a:lnTo>
                    <a:pt x="21284" y="28726"/>
                  </a:lnTo>
                  <a:lnTo>
                    <a:pt x="12770" y="43089"/>
                  </a:lnTo>
                  <a:lnTo>
                    <a:pt x="4256" y="57452"/>
                  </a:lnTo>
                  <a:lnTo>
                    <a:pt x="0" y="76603"/>
                  </a:lnTo>
                  <a:lnTo>
                    <a:pt x="0" y="95754"/>
                  </a:lnTo>
                </a:path>
              </a:pathLst>
            </a:custGeom>
            <a:ln w="191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6210617" y="4230509"/>
              <a:ext cx="294005" cy="330835"/>
            </a:xfrm>
            <a:custGeom>
              <a:avLst/>
              <a:gdLst/>
              <a:ahLst/>
              <a:cxnLst/>
              <a:rect l="l" t="t" r="r" b="b"/>
              <a:pathLst>
                <a:path w="294004" h="330835">
                  <a:moveTo>
                    <a:pt x="148994" y="330353"/>
                  </a:moveTo>
                  <a:lnTo>
                    <a:pt x="131966" y="325565"/>
                  </a:lnTo>
                  <a:lnTo>
                    <a:pt x="119191" y="325565"/>
                  </a:lnTo>
                  <a:lnTo>
                    <a:pt x="106424" y="320778"/>
                  </a:lnTo>
                  <a:lnTo>
                    <a:pt x="89392" y="315990"/>
                  </a:lnTo>
                  <a:lnTo>
                    <a:pt x="76625" y="306415"/>
                  </a:lnTo>
                  <a:lnTo>
                    <a:pt x="68111" y="301627"/>
                  </a:lnTo>
                  <a:lnTo>
                    <a:pt x="42565" y="282476"/>
                  </a:lnTo>
                  <a:lnTo>
                    <a:pt x="25541" y="253749"/>
                  </a:lnTo>
                  <a:lnTo>
                    <a:pt x="21284" y="244174"/>
                  </a:lnTo>
                  <a:lnTo>
                    <a:pt x="12766" y="229811"/>
                  </a:lnTo>
                  <a:lnTo>
                    <a:pt x="8509" y="210660"/>
                  </a:lnTo>
                  <a:lnTo>
                    <a:pt x="4252" y="196297"/>
                  </a:lnTo>
                  <a:lnTo>
                    <a:pt x="4252" y="181933"/>
                  </a:lnTo>
                  <a:lnTo>
                    <a:pt x="0" y="162782"/>
                  </a:lnTo>
                  <a:lnTo>
                    <a:pt x="4252" y="148419"/>
                  </a:lnTo>
                  <a:lnTo>
                    <a:pt x="4252" y="129268"/>
                  </a:lnTo>
                  <a:lnTo>
                    <a:pt x="12766" y="100542"/>
                  </a:lnTo>
                  <a:lnTo>
                    <a:pt x="21284" y="86179"/>
                  </a:lnTo>
                  <a:lnTo>
                    <a:pt x="25541" y="71816"/>
                  </a:lnTo>
                  <a:lnTo>
                    <a:pt x="34055" y="57452"/>
                  </a:lnTo>
                  <a:lnTo>
                    <a:pt x="42565" y="47872"/>
                  </a:lnTo>
                  <a:lnTo>
                    <a:pt x="68111" y="28726"/>
                  </a:lnTo>
                  <a:lnTo>
                    <a:pt x="76625" y="19150"/>
                  </a:lnTo>
                  <a:lnTo>
                    <a:pt x="89392" y="14363"/>
                  </a:lnTo>
                  <a:lnTo>
                    <a:pt x="106424" y="4782"/>
                  </a:lnTo>
                  <a:lnTo>
                    <a:pt x="119191" y="4782"/>
                  </a:lnTo>
                  <a:lnTo>
                    <a:pt x="131966" y="0"/>
                  </a:lnTo>
                  <a:lnTo>
                    <a:pt x="161761" y="0"/>
                  </a:lnTo>
                  <a:lnTo>
                    <a:pt x="178793" y="4782"/>
                  </a:lnTo>
                  <a:lnTo>
                    <a:pt x="191564" y="4782"/>
                  </a:lnTo>
                  <a:lnTo>
                    <a:pt x="204331" y="14363"/>
                  </a:lnTo>
                  <a:lnTo>
                    <a:pt x="217106" y="19150"/>
                  </a:lnTo>
                  <a:lnTo>
                    <a:pt x="242643" y="38301"/>
                  </a:lnTo>
                  <a:lnTo>
                    <a:pt x="259676" y="57452"/>
                  </a:lnTo>
                  <a:lnTo>
                    <a:pt x="276699" y="86179"/>
                  </a:lnTo>
                  <a:lnTo>
                    <a:pt x="280956" y="100542"/>
                  </a:lnTo>
                  <a:lnTo>
                    <a:pt x="289474" y="114905"/>
                  </a:lnTo>
                  <a:lnTo>
                    <a:pt x="289474" y="129268"/>
                  </a:lnTo>
                  <a:lnTo>
                    <a:pt x="293731" y="148419"/>
                  </a:lnTo>
                  <a:lnTo>
                    <a:pt x="293731" y="181933"/>
                  </a:lnTo>
                  <a:lnTo>
                    <a:pt x="289474" y="196297"/>
                  </a:lnTo>
                  <a:lnTo>
                    <a:pt x="289474" y="210660"/>
                  </a:lnTo>
                  <a:lnTo>
                    <a:pt x="280956" y="229811"/>
                  </a:lnTo>
                  <a:lnTo>
                    <a:pt x="276699" y="244174"/>
                  </a:lnTo>
                  <a:lnTo>
                    <a:pt x="268190" y="253749"/>
                  </a:lnTo>
                  <a:lnTo>
                    <a:pt x="251162" y="282476"/>
                  </a:lnTo>
                  <a:lnTo>
                    <a:pt x="242643" y="292051"/>
                  </a:lnTo>
                  <a:lnTo>
                    <a:pt x="229877" y="301627"/>
                  </a:lnTo>
                  <a:lnTo>
                    <a:pt x="217106" y="306415"/>
                  </a:lnTo>
                  <a:lnTo>
                    <a:pt x="204331" y="315990"/>
                  </a:lnTo>
                  <a:lnTo>
                    <a:pt x="178793" y="325565"/>
                  </a:lnTo>
                  <a:lnTo>
                    <a:pt x="161761" y="325565"/>
                  </a:lnTo>
                  <a:lnTo>
                    <a:pt x="148994" y="3303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6210616" y="4230508"/>
              <a:ext cx="294005" cy="330835"/>
            </a:xfrm>
            <a:custGeom>
              <a:avLst/>
              <a:gdLst/>
              <a:ahLst/>
              <a:cxnLst/>
              <a:rect l="l" t="t" r="r" b="b"/>
              <a:pathLst>
                <a:path w="294004" h="330835">
                  <a:moveTo>
                    <a:pt x="148994" y="0"/>
                  </a:moveTo>
                  <a:lnTo>
                    <a:pt x="131966" y="0"/>
                  </a:lnTo>
                  <a:lnTo>
                    <a:pt x="119195" y="4787"/>
                  </a:lnTo>
                  <a:lnTo>
                    <a:pt x="106424" y="4787"/>
                  </a:lnTo>
                  <a:lnTo>
                    <a:pt x="89396" y="14363"/>
                  </a:lnTo>
                  <a:lnTo>
                    <a:pt x="76625" y="19150"/>
                  </a:lnTo>
                  <a:lnTo>
                    <a:pt x="68111" y="28726"/>
                  </a:lnTo>
                  <a:lnTo>
                    <a:pt x="55340" y="38301"/>
                  </a:lnTo>
                  <a:lnTo>
                    <a:pt x="42569" y="47877"/>
                  </a:lnTo>
                  <a:lnTo>
                    <a:pt x="34055" y="57452"/>
                  </a:lnTo>
                  <a:lnTo>
                    <a:pt x="25541" y="71816"/>
                  </a:lnTo>
                  <a:lnTo>
                    <a:pt x="21284" y="86179"/>
                  </a:lnTo>
                  <a:lnTo>
                    <a:pt x="12770" y="100542"/>
                  </a:lnTo>
                  <a:lnTo>
                    <a:pt x="8513" y="114905"/>
                  </a:lnTo>
                  <a:lnTo>
                    <a:pt x="4256" y="129268"/>
                  </a:lnTo>
                  <a:lnTo>
                    <a:pt x="4256" y="148419"/>
                  </a:lnTo>
                  <a:lnTo>
                    <a:pt x="0" y="162782"/>
                  </a:lnTo>
                  <a:lnTo>
                    <a:pt x="4256" y="181933"/>
                  </a:lnTo>
                  <a:lnTo>
                    <a:pt x="4256" y="196297"/>
                  </a:lnTo>
                  <a:lnTo>
                    <a:pt x="8513" y="210660"/>
                  </a:lnTo>
                  <a:lnTo>
                    <a:pt x="12770" y="229811"/>
                  </a:lnTo>
                  <a:lnTo>
                    <a:pt x="21284" y="244174"/>
                  </a:lnTo>
                  <a:lnTo>
                    <a:pt x="25541" y="253749"/>
                  </a:lnTo>
                  <a:lnTo>
                    <a:pt x="34055" y="268113"/>
                  </a:lnTo>
                  <a:lnTo>
                    <a:pt x="42569" y="282476"/>
                  </a:lnTo>
                  <a:lnTo>
                    <a:pt x="55340" y="292051"/>
                  </a:lnTo>
                  <a:lnTo>
                    <a:pt x="68111" y="301627"/>
                  </a:lnTo>
                  <a:lnTo>
                    <a:pt x="76625" y="306415"/>
                  </a:lnTo>
                  <a:lnTo>
                    <a:pt x="89396" y="315990"/>
                  </a:lnTo>
                  <a:lnTo>
                    <a:pt x="106424" y="320778"/>
                  </a:lnTo>
                  <a:lnTo>
                    <a:pt x="119195" y="325565"/>
                  </a:lnTo>
                  <a:lnTo>
                    <a:pt x="131966" y="325565"/>
                  </a:lnTo>
                  <a:lnTo>
                    <a:pt x="148994" y="330353"/>
                  </a:lnTo>
                  <a:lnTo>
                    <a:pt x="161765" y="325565"/>
                  </a:lnTo>
                  <a:lnTo>
                    <a:pt x="178793" y="325565"/>
                  </a:lnTo>
                  <a:lnTo>
                    <a:pt x="191564" y="320778"/>
                  </a:lnTo>
                  <a:lnTo>
                    <a:pt x="204335" y="315990"/>
                  </a:lnTo>
                  <a:lnTo>
                    <a:pt x="217106" y="306415"/>
                  </a:lnTo>
                  <a:lnTo>
                    <a:pt x="229877" y="301627"/>
                  </a:lnTo>
                  <a:lnTo>
                    <a:pt x="242648" y="292051"/>
                  </a:lnTo>
                  <a:lnTo>
                    <a:pt x="251162" y="282476"/>
                  </a:lnTo>
                  <a:lnTo>
                    <a:pt x="259676" y="268113"/>
                  </a:lnTo>
                  <a:lnTo>
                    <a:pt x="268190" y="253749"/>
                  </a:lnTo>
                  <a:lnTo>
                    <a:pt x="276704" y="244174"/>
                  </a:lnTo>
                  <a:lnTo>
                    <a:pt x="280961" y="229811"/>
                  </a:lnTo>
                  <a:lnTo>
                    <a:pt x="289474" y="210660"/>
                  </a:lnTo>
                  <a:lnTo>
                    <a:pt x="289474" y="196297"/>
                  </a:lnTo>
                  <a:lnTo>
                    <a:pt x="293731" y="181933"/>
                  </a:lnTo>
                  <a:lnTo>
                    <a:pt x="293731" y="162782"/>
                  </a:lnTo>
                  <a:lnTo>
                    <a:pt x="293731" y="148419"/>
                  </a:lnTo>
                  <a:lnTo>
                    <a:pt x="289474" y="129268"/>
                  </a:lnTo>
                  <a:lnTo>
                    <a:pt x="289474" y="114905"/>
                  </a:lnTo>
                  <a:lnTo>
                    <a:pt x="280961" y="100542"/>
                  </a:lnTo>
                  <a:lnTo>
                    <a:pt x="276704" y="86179"/>
                  </a:lnTo>
                  <a:lnTo>
                    <a:pt x="268190" y="71816"/>
                  </a:lnTo>
                  <a:lnTo>
                    <a:pt x="259676" y="57452"/>
                  </a:lnTo>
                  <a:lnTo>
                    <a:pt x="251162" y="47877"/>
                  </a:lnTo>
                  <a:lnTo>
                    <a:pt x="242648" y="38301"/>
                  </a:lnTo>
                  <a:lnTo>
                    <a:pt x="229877" y="28726"/>
                  </a:lnTo>
                  <a:lnTo>
                    <a:pt x="217106" y="19150"/>
                  </a:lnTo>
                  <a:lnTo>
                    <a:pt x="204335" y="14363"/>
                  </a:lnTo>
                  <a:lnTo>
                    <a:pt x="191564" y="4787"/>
                  </a:lnTo>
                  <a:lnTo>
                    <a:pt x="178793" y="4787"/>
                  </a:lnTo>
                  <a:lnTo>
                    <a:pt x="161765" y="0"/>
                  </a:lnTo>
                  <a:lnTo>
                    <a:pt x="148994" y="0"/>
                  </a:lnTo>
                </a:path>
              </a:pathLst>
            </a:custGeom>
            <a:ln w="26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8" name="object 368"/>
          <p:cNvSpPr txBox="1"/>
          <p:nvPr/>
        </p:nvSpPr>
        <p:spPr>
          <a:xfrm>
            <a:off x="3218168" y="4246535"/>
            <a:ext cx="23177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650" spc="-80" b="1" i="1">
                <a:latin typeface="Times New Roman"/>
                <a:cs typeface="Times New Roman"/>
              </a:rPr>
              <a:t>J</a:t>
            </a:r>
            <a:r>
              <a:rPr dirty="0" baseline="-12626" sz="1650" spc="-120" b="1">
                <a:latin typeface="Times New Roman"/>
                <a:cs typeface="Times New Roman"/>
              </a:rPr>
              <a:t>0</a:t>
            </a:r>
            <a:endParaRPr baseline="-12626" sz="1650">
              <a:latin typeface="Times New Roman"/>
              <a:cs typeface="Times New Roman"/>
            </a:endParaRPr>
          </a:p>
        </p:txBody>
      </p:sp>
      <p:sp>
        <p:nvSpPr>
          <p:cNvPr id="369" name="object 369"/>
          <p:cNvSpPr txBox="1"/>
          <p:nvPr/>
        </p:nvSpPr>
        <p:spPr>
          <a:xfrm>
            <a:off x="6236371" y="4241748"/>
            <a:ext cx="261620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650" spc="-100" b="1" i="1">
                <a:latin typeface="Times New Roman"/>
                <a:cs typeface="Times New Roman"/>
              </a:rPr>
              <a:t>K</a:t>
            </a:r>
            <a:r>
              <a:rPr dirty="0" baseline="-12626" sz="1650" spc="-150" b="1">
                <a:latin typeface="Times New Roman"/>
                <a:cs typeface="Times New Roman"/>
              </a:rPr>
              <a:t>0</a:t>
            </a:r>
            <a:endParaRPr baseline="-12626" sz="1650">
              <a:latin typeface="Times New Roman"/>
              <a:cs typeface="Times New Roman"/>
            </a:endParaRPr>
          </a:p>
        </p:txBody>
      </p:sp>
      <p:sp>
        <p:nvSpPr>
          <p:cNvPr id="370" name="object 370"/>
          <p:cNvSpPr txBox="1"/>
          <p:nvPr/>
        </p:nvSpPr>
        <p:spPr>
          <a:xfrm>
            <a:off x="4503637" y="5769035"/>
            <a:ext cx="15049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20" b="1" i="1">
                <a:latin typeface="Times New Roman"/>
                <a:cs typeface="Times New Roman"/>
              </a:rPr>
              <a:t>A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71" name="object 371"/>
          <p:cNvSpPr txBox="1"/>
          <p:nvPr/>
        </p:nvSpPr>
        <p:spPr>
          <a:xfrm>
            <a:off x="3396962" y="5318988"/>
            <a:ext cx="274320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650" spc="-95" b="1" i="1">
                <a:latin typeface="Times New Roman"/>
                <a:cs typeface="Times New Roman"/>
              </a:rPr>
              <a:t>Q</a:t>
            </a:r>
            <a:r>
              <a:rPr dirty="0" baseline="-12626" sz="1650" spc="-142" b="1">
                <a:latin typeface="Times New Roman"/>
                <a:cs typeface="Times New Roman"/>
              </a:rPr>
              <a:t>1</a:t>
            </a:r>
            <a:endParaRPr baseline="-12626" sz="1650">
              <a:latin typeface="Times New Roman"/>
              <a:cs typeface="Times New Roman"/>
            </a:endParaRPr>
          </a:p>
        </p:txBody>
      </p:sp>
      <p:sp>
        <p:nvSpPr>
          <p:cNvPr id="372" name="object 372"/>
          <p:cNvSpPr txBox="1"/>
          <p:nvPr/>
        </p:nvSpPr>
        <p:spPr>
          <a:xfrm>
            <a:off x="3562842" y="5247172"/>
            <a:ext cx="94615" cy="1924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5" b="1" i="1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73" name="object 373"/>
          <p:cNvSpPr txBox="1"/>
          <p:nvPr/>
        </p:nvSpPr>
        <p:spPr>
          <a:xfrm>
            <a:off x="4912306" y="4327927"/>
            <a:ext cx="161290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30" b="1" i="1">
                <a:latin typeface="Times New Roman"/>
                <a:cs typeface="Times New Roman"/>
              </a:rPr>
              <a:t>Q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74" name="object 374"/>
          <p:cNvSpPr txBox="1"/>
          <p:nvPr/>
        </p:nvSpPr>
        <p:spPr>
          <a:xfrm>
            <a:off x="5048530" y="4231214"/>
            <a:ext cx="98425" cy="38989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210"/>
              </a:spcBef>
            </a:pPr>
            <a:r>
              <a:rPr dirty="0" sz="1100" spc="-75" b="1" i="1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65" b="1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75" name="object 375"/>
          <p:cNvSpPr txBox="1"/>
          <p:nvPr/>
        </p:nvSpPr>
        <p:spPr>
          <a:xfrm>
            <a:off x="7530354" y="5769035"/>
            <a:ext cx="15049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20" b="1" i="1">
                <a:latin typeface="Times New Roman"/>
                <a:cs typeface="Times New Roman"/>
              </a:rPr>
              <a:t>A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76" name="object 376"/>
          <p:cNvSpPr txBox="1"/>
          <p:nvPr/>
        </p:nvSpPr>
        <p:spPr>
          <a:xfrm>
            <a:off x="6427935" y="5318988"/>
            <a:ext cx="274320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650" spc="-95" b="1" i="1">
                <a:latin typeface="Times New Roman"/>
                <a:cs typeface="Times New Roman"/>
              </a:rPr>
              <a:t>Q</a:t>
            </a:r>
            <a:r>
              <a:rPr dirty="0" baseline="-12626" sz="1650" spc="-142" b="1">
                <a:latin typeface="Times New Roman"/>
                <a:cs typeface="Times New Roman"/>
              </a:rPr>
              <a:t>1</a:t>
            </a:r>
            <a:endParaRPr baseline="-12626" sz="1650">
              <a:latin typeface="Times New Roman"/>
              <a:cs typeface="Times New Roman"/>
            </a:endParaRPr>
          </a:p>
        </p:txBody>
      </p:sp>
      <p:sp>
        <p:nvSpPr>
          <p:cNvPr id="377" name="object 377"/>
          <p:cNvSpPr txBox="1"/>
          <p:nvPr/>
        </p:nvSpPr>
        <p:spPr>
          <a:xfrm>
            <a:off x="6589559" y="5247172"/>
            <a:ext cx="94615" cy="1924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5" b="1" i="1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78" name="object 378"/>
          <p:cNvSpPr txBox="1"/>
          <p:nvPr/>
        </p:nvSpPr>
        <p:spPr>
          <a:xfrm>
            <a:off x="7943279" y="4327927"/>
            <a:ext cx="161290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30" b="1" i="1">
                <a:latin typeface="Times New Roman"/>
                <a:cs typeface="Times New Roman"/>
              </a:rPr>
              <a:t>Q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79" name="object 379"/>
          <p:cNvSpPr txBox="1"/>
          <p:nvPr/>
        </p:nvSpPr>
        <p:spPr>
          <a:xfrm>
            <a:off x="8079503" y="4231214"/>
            <a:ext cx="94615" cy="38989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1100" spc="-75" b="1" i="1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65" b="1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80" name="object 380"/>
          <p:cNvGrpSpPr/>
          <p:nvPr/>
        </p:nvGrpSpPr>
        <p:grpSpPr>
          <a:xfrm>
            <a:off x="4190637" y="4759576"/>
            <a:ext cx="762635" cy="890905"/>
            <a:chOff x="4190637" y="4759576"/>
            <a:chExt cx="762635" cy="890905"/>
          </a:xfrm>
        </p:grpSpPr>
        <p:sp>
          <p:nvSpPr>
            <p:cNvPr id="381" name="object 381"/>
            <p:cNvSpPr/>
            <p:nvPr/>
          </p:nvSpPr>
          <p:spPr>
            <a:xfrm>
              <a:off x="4192801" y="4761946"/>
              <a:ext cx="758190" cy="885825"/>
            </a:xfrm>
            <a:custGeom>
              <a:avLst/>
              <a:gdLst/>
              <a:ahLst/>
              <a:cxnLst/>
              <a:rect l="l" t="t" r="r" b="b"/>
              <a:pathLst>
                <a:path w="758189" h="885825">
                  <a:moveTo>
                    <a:pt x="638552" y="885730"/>
                  </a:moveTo>
                  <a:lnTo>
                    <a:pt x="591725" y="885730"/>
                  </a:lnTo>
                  <a:lnTo>
                    <a:pt x="591725" y="880943"/>
                  </a:lnTo>
                  <a:lnTo>
                    <a:pt x="587468" y="876155"/>
                  </a:lnTo>
                  <a:lnTo>
                    <a:pt x="591725" y="876155"/>
                  </a:lnTo>
                  <a:lnTo>
                    <a:pt x="591725" y="871367"/>
                  </a:lnTo>
                  <a:lnTo>
                    <a:pt x="638552" y="871367"/>
                  </a:lnTo>
                  <a:lnTo>
                    <a:pt x="642809" y="876155"/>
                  </a:lnTo>
                  <a:lnTo>
                    <a:pt x="642809" y="880943"/>
                  </a:lnTo>
                  <a:lnTo>
                    <a:pt x="638552" y="880943"/>
                  </a:lnTo>
                  <a:lnTo>
                    <a:pt x="638552" y="885730"/>
                  </a:lnTo>
                  <a:close/>
                </a:path>
                <a:path w="758189" h="885825">
                  <a:moveTo>
                    <a:pt x="544898" y="885730"/>
                  </a:moveTo>
                  <a:lnTo>
                    <a:pt x="502328" y="885730"/>
                  </a:lnTo>
                  <a:lnTo>
                    <a:pt x="498071" y="880943"/>
                  </a:lnTo>
                  <a:lnTo>
                    <a:pt x="498071" y="871367"/>
                  </a:lnTo>
                  <a:lnTo>
                    <a:pt x="549155" y="871367"/>
                  </a:lnTo>
                  <a:lnTo>
                    <a:pt x="549155" y="880943"/>
                  </a:lnTo>
                  <a:lnTo>
                    <a:pt x="544898" y="885730"/>
                  </a:lnTo>
                  <a:close/>
                </a:path>
                <a:path w="758189" h="885825">
                  <a:moveTo>
                    <a:pt x="451244" y="885730"/>
                  </a:moveTo>
                  <a:lnTo>
                    <a:pt x="408674" y="885730"/>
                  </a:lnTo>
                  <a:lnTo>
                    <a:pt x="404417" y="880943"/>
                  </a:lnTo>
                  <a:lnTo>
                    <a:pt x="404417" y="871367"/>
                  </a:lnTo>
                  <a:lnTo>
                    <a:pt x="455501" y="871367"/>
                  </a:lnTo>
                  <a:lnTo>
                    <a:pt x="455501" y="880943"/>
                  </a:lnTo>
                  <a:lnTo>
                    <a:pt x="451244" y="885730"/>
                  </a:lnTo>
                  <a:close/>
                </a:path>
                <a:path w="758189" h="885825">
                  <a:moveTo>
                    <a:pt x="357591" y="885730"/>
                  </a:moveTo>
                  <a:lnTo>
                    <a:pt x="315021" y="885730"/>
                  </a:lnTo>
                  <a:lnTo>
                    <a:pt x="310764" y="880943"/>
                  </a:lnTo>
                  <a:lnTo>
                    <a:pt x="310764" y="871367"/>
                  </a:lnTo>
                  <a:lnTo>
                    <a:pt x="361848" y="871367"/>
                  </a:lnTo>
                  <a:lnTo>
                    <a:pt x="361848" y="880943"/>
                  </a:lnTo>
                  <a:lnTo>
                    <a:pt x="357591" y="885730"/>
                  </a:lnTo>
                  <a:close/>
                </a:path>
                <a:path w="758189" h="885825">
                  <a:moveTo>
                    <a:pt x="268194" y="885730"/>
                  </a:moveTo>
                  <a:lnTo>
                    <a:pt x="221367" y="885730"/>
                  </a:lnTo>
                  <a:lnTo>
                    <a:pt x="217110" y="880943"/>
                  </a:lnTo>
                  <a:lnTo>
                    <a:pt x="217110" y="871367"/>
                  </a:lnTo>
                  <a:lnTo>
                    <a:pt x="268194" y="871367"/>
                  </a:lnTo>
                  <a:lnTo>
                    <a:pt x="268194" y="885730"/>
                  </a:lnTo>
                  <a:close/>
                </a:path>
                <a:path w="758189" h="885825">
                  <a:moveTo>
                    <a:pt x="174540" y="885730"/>
                  </a:moveTo>
                  <a:lnTo>
                    <a:pt x="127713" y="885730"/>
                  </a:lnTo>
                  <a:lnTo>
                    <a:pt x="127713" y="880943"/>
                  </a:lnTo>
                  <a:lnTo>
                    <a:pt x="123456" y="880943"/>
                  </a:lnTo>
                  <a:lnTo>
                    <a:pt x="123456" y="876155"/>
                  </a:lnTo>
                  <a:lnTo>
                    <a:pt x="127713" y="871367"/>
                  </a:lnTo>
                  <a:lnTo>
                    <a:pt x="174540" y="871367"/>
                  </a:lnTo>
                  <a:lnTo>
                    <a:pt x="174540" y="876155"/>
                  </a:lnTo>
                  <a:lnTo>
                    <a:pt x="178797" y="876155"/>
                  </a:lnTo>
                  <a:lnTo>
                    <a:pt x="174540" y="880943"/>
                  </a:lnTo>
                  <a:lnTo>
                    <a:pt x="174540" y="885730"/>
                  </a:lnTo>
                  <a:close/>
                </a:path>
                <a:path w="758189" h="885825">
                  <a:moveTo>
                    <a:pt x="80886" y="871367"/>
                  </a:moveTo>
                  <a:lnTo>
                    <a:pt x="76625" y="871367"/>
                  </a:lnTo>
                  <a:lnTo>
                    <a:pt x="55345" y="861792"/>
                  </a:lnTo>
                  <a:lnTo>
                    <a:pt x="38312" y="842641"/>
                  </a:lnTo>
                  <a:lnTo>
                    <a:pt x="38312" y="837853"/>
                  </a:lnTo>
                  <a:lnTo>
                    <a:pt x="42574" y="837853"/>
                  </a:lnTo>
                  <a:lnTo>
                    <a:pt x="46831" y="833065"/>
                  </a:lnTo>
                  <a:lnTo>
                    <a:pt x="51088" y="833065"/>
                  </a:lnTo>
                  <a:lnTo>
                    <a:pt x="63859" y="847429"/>
                  </a:lnTo>
                  <a:lnTo>
                    <a:pt x="80886" y="857009"/>
                  </a:lnTo>
                  <a:lnTo>
                    <a:pt x="85143" y="861792"/>
                  </a:lnTo>
                  <a:lnTo>
                    <a:pt x="85143" y="866580"/>
                  </a:lnTo>
                  <a:lnTo>
                    <a:pt x="80886" y="871367"/>
                  </a:lnTo>
                  <a:close/>
                </a:path>
                <a:path w="758189" h="885825">
                  <a:moveTo>
                    <a:pt x="689635" y="866580"/>
                  </a:moveTo>
                  <a:lnTo>
                    <a:pt x="685378" y="866580"/>
                  </a:lnTo>
                  <a:lnTo>
                    <a:pt x="681121" y="861792"/>
                  </a:lnTo>
                  <a:lnTo>
                    <a:pt x="681121" y="857009"/>
                  </a:lnTo>
                  <a:lnTo>
                    <a:pt x="685378" y="852216"/>
                  </a:lnTo>
                  <a:lnTo>
                    <a:pt x="693892" y="847429"/>
                  </a:lnTo>
                  <a:lnTo>
                    <a:pt x="689635" y="847429"/>
                  </a:lnTo>
                  <a:lnTo>
                    <a:pt x="710920" y="833065"/>
                  </a:lnTo>
                  <a:lnTo>
                    <a:pt x="710920" y="828278"/>
                  </a:lnTo>
                  <a:lnTo>
                    <a:pt x="715177" y="823490"/>
                  </a:lnTo>
                  <a:lnTo>
                    <a:pt x="723691" y="828278"/>
                  </a:lnTo>
                  <a:lnTo>
                    <a:pt x="723691" y="837853"/>
                  </a:lnTo>
                  <a:lnTo>
                    <a:pt x="719434" y="842641"/>
                  </a:lnTo>
                  <a:lnTo>
                    <a:pt x="698149" y="861792"/>
                  </a:lnTo>
                  <a:lnTo>
                    <a:pt x="689635" y="866580"/>
                  </a:lnTo>
                  <a:close/>
                </a:path>
                <a:path w="758189" h="885825">
                  <a:moveTo>
                    <a:pt x="17032" y="799551"/>
                  </a:moveTo>
                  <a:lnTo>
                    <a:pt x="12775" y="799551"/>
                  </a:lnTo>
                  <a:lnTo>
                    <a:pt x="8518" y="794764"/>
                  </a:lnTo>
                  <a:lnTo>
                    <a:pt x="0" y="766037"/>
                  </a:lnTo>
                  <a:lnTo>
                    <a:pt x="0" y="742098"/>
                  </a:lnTo>
                  <a:lnTo>
                    <a:pt x="12775" y="742098"/>
                  </a:lnTo>
                  <a:lnTo>
                    <a:pt x="12775" y="766037"/>
                  </a:lnTo>
                  <a:lnTo>
                    <a:pt x="21289" y="789976"/>
                  </a:lnTo>
                  <a:lnTo>
                    <a:pt x="21289" y="794764"/>
                  </a:lnTo>
                  <a:lnTo>
                    <a:pt x="17032" y="799551"/>
                  </a:lnTo>
                  <a:close/>
                </a:path>
                <a:path w="758189" h="885825">
                  <a:moveTo>
                    <a:pt x="740719" y="789976"/>
                  </a:moveTo>
                  <a:lnTo>
                    <a:pt x="736462" y="785188"/>
                  </a:lnTo>
                  <a:lnTo>
                    <a:pt x="736462" y="780400"/>
                  </a:lnTo>
                  <a:lnTo>
                    <a:pt x="740719" y="766037"/>
                  </a:lnTo>
                  <a:lnTo>
                    <a:pt x="744976" y="737311"/>
                  </a:lnTo>
                  <a:lnTo>
                    <a:pt x="744976" y="732523"/>
                  </a:lnTo>
                  <a:lnTo>
                    <a:pt x="749233" y="727740"/>
                  </a:lnTo>
                  <a:lnTo>
                    <a:pt x="753490" y="727740"/>
                  </a:lnTo>
                  <a:lnTo>
                    <a:pt x="753490" y="732523"/>
                  </a:lnTo>
                  <a:lnTo>
                    <a:pt x="757747" y="732523"/>
                  </a:lnTo>
                  <a:lnTo>
                    <a:pt x="757747" y="737311"/>
                  </a:lnTo>
                  <a:lnTo>
                    <a:pt x="753490" y="766037"/>
                  </a:lnTo>
                  <a:lnTo>
                    <a:pt x="749233" y="785188"/>
                  </a:lnTo>
                  <a:lnTo>
                    <a:pt x="740719" y="789976"/>
                  </a:lnTo>
                  <a:close/>
                </a:path>
                <a:path w="758189" h="885825">
                  <a:moveTo>
                    <a:pt x="8518" y="694221"/>
                  </a:moveTo>
                  <a:lnTo>
                    <a:pt x="0" y="694221"/>
                  </a:lnTo>
                  <a:lnTo>
                    <a:pt x="0" y="636768"/>
                  </a:lnTo>
                  <a:lnTo>
                    <a:pt x="8518" y="636768"/>
                  </a:lnTo>
                  <a:lnTo>
                    <a:pt x="12775" y="641561"/>
                  </a:lnTo>
                  <a:lnTo>
                    <a:pt x="12775" y="689433"/>
                  </a:lnTo>
                  <a:lnTo>
                    <a:pt x="8518" y="694221"/>
                  </a:lnTo>
                  <a:close/>
                </a:path>
                <a:path w="758189" h="885825">
                  <a:moveTo>
                    <a:pt x="753490" y="627193"/>
                  </a:moveTo>
                  <a:lnTo>
                    <a:pt x="749233" y="627193"/>
                  </a:lnTo>
                  <a:lnTo>
                    <a:pt x="749233" y="622405"/>
                  </a:lnTo>
                  <a:lnTo>
                    <a:pt x="753490" y="627193"/>
                  </a:lnTo>
                  <a:close/>
                </a:path>
                <a:path w="758189" h="885825">
                  <a:moveTo>
                    <a:pt x="749233" y="684650"/>
                  </a:moveTo>
                  <a:lnTo>
                    <a:pt x="744976" y="679858"/>
                  </a:lnTo>
                  <a:lnTo>
                    <a:pt x="744976" y="627193"/>
                  </a:lnTo>
                  <a:lnTo>
                    <a:pt x="757747" y="627193"/>
                  </a:lnTo>
                  <a:lnTo>
                    <a:pt x="757747" y="679858"/>
                  </a:lnTo>
                  <a:lnTo>
                    <a:pt x="753490" y="679858"/>
                  </a:lnTo>
                  <a:lnTo>
                    <a:pt x="749233" y="684650"/>
                  </a:lnTo>
                  <a:close/>
                </a:path>
                <a:path w="758189" h="885825">
                  <a:moveTo>
                    <a:pt x="4261" y="593679"/>
                  </a:moveTo>
                  <a:lnTo>
                    <a:pt x="0" y="588891"/>
                  </a:lnTo>
                  <a:lnTo>
                    <a:pt x="0" y="531438"/>
                  </a:lnTo>
                  <a:lnTo>
                    <a:pt x="8518" y="531438"/>
                  </a:lnTo>
                  <a:lnTo>
                    <a:pt x="12775" y="536226"/>
                  </a:lnTo>
                  <a:lnTo>
                    <a:pt x="12775" y="588891"/>
                  </a:lnTo>
                  <a:lnTo>
                    <a:pt x="8518" y="588891"/>
                  </a:lnTo>
                  <a:lnTo>
                    <a:pt x="4261" y="593679"/>
                  </a:lnTo>
                  <a:close/>
                </a:path>
                <a:path w="758189" h="885825">
                  <a:moveTo>
                    <a:pt x="753490" y="579315"/>
                  </a:moveTo>
                  <a:lnTo>
                    <a:pt x="744976" y="579315"/>
                  </a:lnTo>
                  <a:lnTo>
                    <a:pt x="744976" y="521863"/>
                  </a:lnTo>
                  <a:lnTo>
                    <a:pt x="757747" y="521863"/>
                  </a:lnTo>
                  <a:lnTo>
                    <a:pt x="757747" y="574528"/>
                  </a:lnTo>
                  <a:lnTo>
                    <a:pt x="753490" y="579315"/>
                  </a:lnTo>
                  <a:close/>
                </a:path>
                <a:path w="758189" h="885825">
                  <a:moveTo>
                    <a:pt x="4261" y="488348"/>
                  </a:moveTo>
                  <a:lnTo>
                    <a:pt x="0" y="483561"/>
                  </a:lnTo>
                  <a:lnTo>
                    <a:pt x="0" y="430896"/>
                  </a:lnTo>
                  <a:lnTo>
                    <a:pt x="4261" y="426113"/>
                  </a:lnTo>
                  <a:lnTo>
                    <a:pt x="8518" y="426113"/>
                  </a:lnTo>
                  <a:lnTo>
                    <a:pt x="8518" y="430896"/>
                  </a:lnTo>
                  <a:lnTo>
                    <a:pt x="12775" y="430896"/>
                  </a:lnTo>
                  <a:lnTo>
                    <a:pt x="12775" y="483561"/>
                  </a:lnTo>
                  <a:lnTo>
                    <a:pt x="8518" y="483561"/>
                  </a:lnTo>
                  <a:lnTo>
                    <a:pt x="4261" y="488348"/>
                  </a:lnTo>
                  <a:close/>
                </a:path>
                <a:path w="758189" h="885825">
                  <a:moveTo>
                    <a:pt x="753490" y="473985"/>
                  </a:moveTo>
                  <a:lnTo>
                    <a:pt x="744976" y="473985"/>
                  </a:lnTo>
                  <a:lnTo>
                    <a:pt x="744976" y="416532"/>
                  </a:lnTo>
                  <a:lnTo>
                    <a:pt x="753490" y="416532"/>
                  </a:lnTo>
                  <a:lnTo>
                    <a:pt x="757747" y="421320"/>
                  </a:lnTo>
                  <a:lnTo>
                    <a:pt x="757747" y="469202"/>
                  </a:lnTo>
                  <a:lnTo>
                    <a:pt x="753490" y="473985"/>
                  </a:lnTo>
                  <a:close/>
                </a:path>
                <a:path w="758189" h="885825">
                  <a:moveTo>
                    <a:pt x="4261" y="383023"/>
                  </a:moveTo>
                  <a:lnTo>
                    <a:pt x="0" y="378231"/>
                  </a:lnTo>
                  <a:lnTo>
                    <a:pt x="0" y="325565"/>
                  </a:lnTo>
                  <a:lnTo>
                    <a:pt x="4261" y="320778"/>
                  </a:lnTo>
                  <a:lnTo>
                    <a:pt x="8518" y="320778"/>
                  </a:lnTo>
                  <a:lnTo>
                    <a:pt x="8518" y="325565"/>
                  </a:lnTo>
                  <a:lnTo>
                    <a:pt x="12775" y="325565"/>
                  </a:lnTo>
                  <a:lnTo>
                    <a:pt x="12775" y="378231"/>
                  </a:lnTo>
                  <a:lnTo>
                    <a:pt x="8518" y="378231"/>
                  </a:lnTo>
                  <a:lnTo>
                    <a:pt x="4261" y="383023"/>
                  </a:lnTo>
                  <a:close/>
                </a:path>
                <a:path w="758189" h="885825">
                  <a:moveTo>
                    <a:pt x="753490" y="368655"/>
                  </a:moveTo>
                  <a:lnTo>
                    <a:pt x="744976" y="368655"/>
                  </a:lnTo>
                  <a:lnTo>
                    <a:pt x="744976" y="311202"/>
                  </a:lnTo>
                  <a:lnTo>
                    <a:pt x="753490" y="311202"/>
                  </a:lnTo>
                  <a:lnTo>
                    <a:pt x="757747" y="315990"/>
                  </a:lnTo>
                  <a:lnTo>
                    <a:pt x="757747" y="363867"/>
                  </a:lnTo>
                  <a:lnTo>
                    <a:pt x="753490" y="368655"/>
                  </a:lnTo>
                  <a:close/>
                </a:path>
                <a:path w="758189" h="885825">
                  <a:moveTo>
                    <a:pt x="8518" y="220235"/>
                  </a:moveTo>
                  <a:lnTo>
                    <a:pt x="4261" y="220235"/>
                  </a:lnTo>
                  <a:lnTo>
                    <a:pt x="4261" y="215448"/>
                  </a:lnTo>
                  <a:lnTo>
                    <a:pt x="8518" y="220235"/>
                  </a:lnTo>
                  <a:close/>
                </a:path>
                <a:path w="758189" h="885825">
                  <a:moveTo>
                    <a:pt x="4261" y="277688"/>
                  </a:moveTo>
                  <a:lnTo>
                    <a:pt x="0" y="272900"/>
                  </a:lnTo>
                  <a:lnTo>
                    <a:pt x="0" y="220235"/>
                  </a:lnTo>
                  <a:lnTo>
                    <a:pt x="12775" y="220235"/>
                  </a:lnTo>
                  <a:lnTo>
                    <a:pt x="12775" y="272900"/>
                  </a:lnTo>
                  <a:lnTo>
                    <a:pt x="8518" y="272900"/>
                  </a:lnTo>
                  <a:lnTo>
                    <a:pt x="4261" y="277688"/>
                  </a:lnTo>
                  <a:close/>
                </a:path>
                <a:path w="758189" h="885825">
                  <a:moveTo>
                    <a:pt x="753490" y="263325"/>
                  </a:moveTo>
                  <a:lnTo>
                    <a:pt x="744976" y="263325"/>
                  </a:lnTo>
                  <a:lnTo>
                    <a:pt x="744976" y="205872"/>
                  </a:lnTo>
                  <a:lnTo>
                    <a:pt x="753490" y="205872"/>
                  </a:lnTo>
                  <a:lnTo>
                    <a:pt x="757747" y="210665"/>
                  </a:lnTo>
                  <a:lnTo>
                    <a:pt x="757747" y="258537"/>
                  </a:lnTo>
                  <a:lnTo>
                    <a:pt x="753490" y="263325"/>
                  </a:lnTo>
                  <a:close/>
                </a:path>
                <a:path w="758189" h="885825">
                  <a:moveTo>
                    <a:pt x="8518" y="172358"/>
                  </a:moveTo>
                  <a:lnTo>
                    <a:pt x="0" y="172358"/>
                  </a:lnTo>
                  <a:lnTo>
                    <a:pt x="0" y="119693"/>
                  </a:lnTo>
                  <a:lnTo>
                    <a:pt x="4261" y="114905"/>
                  </a:lnTo>
                  <a:lnTo>
                    <a:pt x="12775" y="114905"/>
                  </a:lnTo>
                  <a:lnTo>
                    <a:pt x="12775" y="167575"/>
                  </a:lnTo>
                  <a:lnTo>
                    <a:pt x="8518" y="172358"/>
                  </a:lnTo>
                  <a:close/>
                </a:path>
                <a:path w="758189" h="885825">
                  <a:moveTo>
                    <a:pt x="740719" y="124485"/>
                  </a:moveTo>
                  <a:lnTo>
                    <a:pt x="736462" y="110117"/>
                  </a:lnTo>
                  <a:lnTo>
                    <a:pt x="740719" y="105330"/>
                  </a:lnTo>
                  <a:lnTo>
                    <a:pt x="740719" y="100542"/>
                  </a:lnTo>
                  <a:lnTo>
                    <a:pt x="749233" y="100542"/>
                  </a:lnTo>
                  <a:lnTo>
                    <a:pt x="749233" y="105330"/>
                  </a:lnTo>
                  <a:lnTo>
                    <a:pt x="753490" y="119693"/>
                  </a:lnTo>
                  <a:lnTo>
                    <a:pt x="740719" y="119693"/>
                  </a:lnTo>
                  <a:lnTo>
                    <a:pt x="740719" y="124485"/>
                  </a:lnTo>
                  <a:close/>
                </a:path>
                <a:path w="758189" h="885825">
                  <a:moveTo>
                    <a:pt x="749233" y="162782"/>
                  </a:moveTo>
                  <a:lnTo>
                    <a:pt x="744976" y="157995"/>
                  </a:lnTo>
                  <a:lnTo>
                    <a:pt x="744976" y="148419"/>
                  </a:lnTo>
                  <a:lnTo>
                    <a:pt x="740719" y="119693"/>
                  </a:lnTo>
                  <a:lnTo>
                    <a:pt x="753490" y="119693"/>
                  </a:lnTo>
                  <a:lnTo>
                    <a:pt x="757747" y="148419"/>
                  </a:lnTo>
                  <a:lnTo>
                    <a:pt x="757747" y="157995"/>
                  </a:lnTo>
                  <a:lnTo>
                    <a:pt x="753490" y="157995"/>
                  </a:lnTo>
                  <a:lnTo>
                    <a:pt x="749233" y="162782"/>
                  </a:lnTo>
                  <a:close/>
                </a:path>
                <a:path w="758189" h="885825">
                  <a:moveTo>
                    <a:pt x="34060" y="71816"/>
                  </a:moveTo>
                  <a:lnTo>
                    <a:pt x="25546" y="71816"/>
                  </a:lnTo>
                  <a:lnTo>
                    <a:pt x="25546" y="62240"/>
                  </a:lnTo>
                  <a:lnTo>
                    <a:pt x="38312" y="47877"/>
                  </a:lnTo>
                  <a:lnTo>
                    <a:pt x="38312" y="43089"/>
                  </a:lnTo>
                  <a:lnTo>
                    <a:pt x="55345" y="28726"/>
                  </a:lnTo>
                  <a:lnTo>
                    <a:pt x="63859" y="28726"/>
                  </a:lnTo>
                  <a:lnTo>
                    <a:pt x="63859" y="43089"/>
                  </a:lnTo>
                  <a:lnTo>
                    <a:pt x="46831" y="57452"/>
                  </a:lnTo>
                  <a:lnTo>
                    <a:pt x="34060" y="71816"/>
                  </a:lnTo>
                  <a:close/>
                </a:path>
                <a:path w="758189" h="885825">
                  <a:moveTo>
                    <a:pt x="719434" y="67028"/>
                  </a:moveTo>
                  <a:lnTo>
                    <a:pt x="710920" y="57452"/>
                  </a:lnTo>
                  <a:lnTo>
                    <a:pt x="689635" y="38306"/>
                  </a:lnTo>
                  <a:lnTo>
                    <a:pt x="693892" y="38306"/>
                  </a:lnTo>
                  <a:lnTo>
                    <a:pt x="685378" y="33514"/>
                  </a:lnTo>
                  <a:lnTo>
                    <a:pt x="681121" y="33514"/>
                  </a:lnTo>
                  <a:lnTo>
                    <a:pt x="681121" y="23938"/>
                  </a:lnTo>
                  <a:lnTo>
                    <a:pt x="689635" y="23938"/>
                  </a:lnTo>
                  <a:lnTo>
                    <a:pt x="698149" y="28726"/>
                  </a:lnTo>
                  <a:lnTo>
                    <a:pt x="719434" y="43089"/>
                  </a:lnTo>
                  <a:lnTo>
                    <a:pt x="719434" y="47877"/>
                  </a:lnTo>
                  <a:lnTo>
                    <a:pt x="723691" y="52665"/>
                  </a:lnTo>
                  <a:lnTo>
                    <a:pt x="723691" y="62240"/>
                  </a:lnTo>
                  <a:lnTo>
                    <a:pt x="719434" y="62240"/>
                  </a:lnTo>
                  <a:lnTo>
                    <a:pt x="719434" y="67028"/>
                  </a:lnTo>
                  <a:close/>
                </a:path>
                <a:path w="758189" h="885825">
                  <a:moveTo>
                    <a:pt x="613010" y="19150"/>
                  </a:moveTo>
                  <a:lnTo>
                    <a:pt x="574697" y="19150"/>
                  </a:lnTo>
                  <a:lnTo>
                    <a:pt x="570440" y="14363"/>
                  </a:lnTo>
                  <a:lnTo>
                    <a:pt x="566183" y="14363"/>
                  </a:lnTo>
                  <a:lnTo>
                    <a:pt x="566183" y="4787"/>
                  </a:lnTo>
                  <a:lnTo>
                    <a:pt x="570440" y="4787"/>
                  </a:lnTo>
                  <a:lnTo>
                    <a:pt x="574697" y="0"/>
                  </a:lnTo>
                  <a:lnTo>
                    <a:pt x="613010" y="0"/>
                  </a:lnTo>
                  <a:lnTo>
                    <a:pt x="621524" y="9575"/>
                  </a:lnTo>
                  <a:lnTo>
                    <a:pt x="613010" y="19150"/>
                  </a:lnTo>
                  <a:close/>
                </a:path>
                <a:path w="758189" h="885825">
                  <a:moveTo>
                    <a:pt x="642809" y="19150"/>
                  </a:moveTo>
                  <a:lnTo>
                    <a:pt x="625781" y="19150"/>
                  </a:lnTo>
                  <a:lnTo>
                    <a:pt x="621524" y="14363"/>
                  </a:lnTo>
                  <a:lnTo>
                    <a:pt x="621524" y="4787"/>
                  </a:lnTo>
                  <a:lnTo>
                    <a:pt x="642809" y="4787"/>
                  </a:lnTo>
                  <a:lnTo>
                    <a:pt x="642809" y="19150"/>
                  </a:lnTo>
                  <a:close/>
                </a:path>
                <a:path w="758189" h="885825">
                  <a:moveTo>
                    <a:pt x="519356" y="19150"/>
                  </a:moveTo>
                  <a:lnTo>
                    <a:pt x="481043" y="19150"/>
                  </a:lnTo>
                  <a:lnTo>
                    <a:pt x="476786" y="14363"/>
                  </a:lnTo>
                  <a:lnTo>
                    <a:pt x="472529" y="14363"/>
                  </a:lnTo>
                  <a:lnTo>
                    <a:pt x="472529" y="4787"/>
                  </a:lnTo>
                  <a:lnTo>
                    <a:pt x="476786" y="4787"/>
                  </a:lnTo>
                  <a:lnTo>
                    <a:pt x="481043" y="0"/>
                  </a:lnTo>
                  <a:lnTo>
                    <a:pt x="519356" y="0"/>
                  </a:lnTo>
                  <a:lnTo>
                    <a:pt x="527870" y="9575"/>
                  </a:lnTo>
                  <a:lnTo>
                    <a:pt x="519356" y="19150"/>
                  </a:lnTo>
                  <a:close/>
                </a:path>
                <a:path w="758189" h="885825">
                  <a:moveTo>
                    <a:pt x="425702" y="19150"/>
                  </a:moveTo>
                  <a:lnTo>
                    <a:pt x="387389" y="19150"/>
                  </a:lnTo>
                  <a:lnTo>
                    <a:pt x="383132" y="14363"/>
                  </a:lnTo>
                  <a:lnTo>
                    <a:pt x="378875" y="14363"/>
                  </a:lnTo>
                  <a:lnTo>
                    <a:pt x="378875" y="4787"/>
                  </a:lnTo>
                  <a:lnTo>
                    <a:pt x="383132" y="4787"/>
                  </a:lnTo>
                  <a:lnTo>
                    <a:pt x="387389" y="0"/>
                  </a:lnTo>
                  <a:lnTo>
                    <a:pt x="425702" y="0"/>
                  </a:lnTo>
                  <a:lnTo>
                    <a:pt x="434216" y="9575"/>
                  </a:lnTo>
                  <a:lnTo>
                    <a:pt x="425702" y="19150"/>
                  </a:lnTo>
                  <a:close/>
                </a:path>
                <a:path w="758189" h="885825">
                  <a:moveTo>
                    <a:pt x="332049" y="19150"/>
                  </a:moveTo>
                  <a:lnTo>
                    <a:pt x="293736" y="19150"/>
                  </a:lnTo>
                  <a:lnTo>
                    <a:pt x="285222" y="9575"/>
                  </a:lnTo>
                  <a:lnTo>
                    <a:pt x="293736" y="0"/>
                  </a:lnTo>
                  <a:lnTo>
                    <a:pt x="332049" y="0"/>
                  </a:lnTo>
                  <a:lnTo>
                    <a:pt x="340563" y="9575"/>
                  </a:lnTo>
                  <a:lnTo>
                    <a:pt x="332049" y="19150"/>
                  </a:lnTo>
                  <a:close/>
                </a:path>
                <a:path w="758189" h="885825">
                  <a:moveTo>
                    <a:pt x="242652" y="4787"/>
                  </a:moveTo>
                  <a:lnTo>
                    <a:pt x="200082" y="4787"/>
                  </a:lnTo>
                  <a:lnTo>
                    <a:pt x="200082" y="0"/>
                  </a:lnTo>
                  <a:lnTo>
                    <a:pt x="238395" y="0"/>
                  </a:lnTo>
                  <a:lnTo>
                    <a:pt x="242652" y="4787"/>
                  </a:lnTo>
                  <a:close/>
                </a:path>
                <a:path w="758189" h="885825">
                  <a:moveTo>
                    <a:pt x="246909" y="14363"/>
                  </a:moveTo>
                  <a:lnTo>
                    <a:pt x="195825" y="14363"/>
                  </a:lnTo>
                  <a:lnTo>
                    <a:pt x="195825" y="4787"/>
                  </a:lnTo>
                  <a:lnTo>
                    <a:pt x="246909" y="4787"/>
                  </a:lnTo>
                  <a:lnTo>
                    <a:pt x="246909" y="14363"/>
                  </a:lnTo>
                  <a:close/>
                </a:path>
                <a:path w="758189" h="885825">
                  <a:moveTo>
                    <a:pt x="238395" y="19150"/>
                  </a:moveTo>
                  <a:lnTo>
                    <a:pt x="200082" y="19150"/>
                  </a:lnTo>
                  <a:lnTo>
                    <a:pt x="200082" y="14363"/>
                  </a:lnTo>
                  <a:lnTo>
                    <a:pt x="242652" y="14363"/>
                  </a:lnTo>
                  <a:lnTo>
                    <a:pt x="238395" y="19150"/>
                  </a:lnTo>
                  <a:close/>
                </a:path>
                <a:path w="758189" h="885825">
                  <a:moveTo>
                    <a:pt x="148998" y="19150"/>
                  </a:moveTo>
                  <a:lnTo>
                    <a:pt x="102171" y="19150"/>
                  </a:lnTo>
                  <a:lnTo>
                    <a:pt x="102171" y="9575"/>
                  </a:lnTo>
                  <a:lnTo>
                    <a:pt x="106428" y="4787"/>
                  </a:lnTo>
                  <a:lnTo>
                    <a:pt x="127713" y="0"/>
                  </a:lnTo>
                  <a:lnTo>
                    <a:pt x="148998" y="0"/>
                  </a:lnTo>
                  <a:lnTo>
                    <a:pt x="148998" y="4787"/>
                  </a:lnTo>
                  <a:lnTo>
                    <a:pt x="153251" y="4787"/>
                  </a:lnTo>
                  <a:lnTo>
                    <a:pt x="153251" y="14363"/>
                  </a:lnTo>
                  <a:lnTo>
                    <a:pt x="148998" y="14363"/>
                  </a:lnTo>
                  <a:lnTo>
                    <a:pt x="148998" y="19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4192805" y="4761947"/>
              <a:ext cx="758190" cy="885825"/>
            </a:xfrm>
            <a:custGeom>
              <a:avLst/>
              <a:gdLst/>
              <a:ahLst/>
              <a:cxnLst/>
              <a:rect l="l" t="t" r="r" b="b"/>
              <a:pathLst>
                <a:path w="758189" h="885825">
                  <a:moveTo>
                    <a:pt x="613005" y="19150"/>
                  </a:moveTo>
                  <a:lnTo>
                    <a:pt x="574693" y="19150"/>
                  </a:lnTo>
                  <a:lnTo>
                    <a:pt x="570436" y="14363"/>
                  </a:lnTo>
                  <a:lnTo>
                    <a:pt x="566179" y="14363"/>
                  </a:lnTo>
                  <a:lnTo>
                    <a:pt x="566179" y="9575"/>
                  </a:lnTo>
                  <a:lnTo>
                    <a:pt x="566179" y="4787"/>
                  </a:lnTo>
                  <a:lnTo>
                    <a:pt x="570436" y="4787"/>
                  </a:lnTo>
                  <a:lnTo>
                    <a:pt x="574693" y="0"/>
                  </a:lnTo>
                  <a:lnTo>
                    <a:pt x="613005" y="0"/>
                  </a:lnTo>
                  <a:lnTo>
                    <a:pt x="617262" y="4787"/>
                  </a:lnTo>
                  <a:lnTo>
                    <a:pt x="621519" y="9575"/>
                  </a:lnTo>
                  <a:lnTo>
                    <a:pt x="617262" y="14363"/>
                  </a:lnTo>
                  <a:lnTo>
                    <a:pt x="613005" y="19150"/>
                  </a:lnTo>
                  <a:close/>
                </a:path>
                <a:path w="758189" h="885825">
                  <a:moveTo>
                    <a:pt x="519352" y="19150"/>
                  </a:moveTo>
                  <a:lnTo>
                    <a:pt x="481039" y="19150"/>
                  </a:lnTo>
                  <a:lnTo>
                    <a:pt x="476782" y="14363"/>
                  </a:lnTo>
                  <a:lnTo>
                    <a:pt x="472525" y="14363"/>
                  </a:lnTo>
                  <a:lnTo>
                    <a:pt x="472525" y="9575"/>
                  </a:lnTo>
                  <a:lnTo>
                    <a:pt x="472525" y="4787"/>
                  </a:lnTo>
                  <a:lnTo>
                    <a:pt x="476782" y="4787"/>
                  </a:lnTo>
                  <a:lnTo>
                    <a:pt x="481039" y="0"/>
                  </a:lnTo>
                  <a:lnTo>
                    <a:pt x="519352" y="0"/>
                  </a:lnTo>
                  <a:lnTo>
                    <a:pt x="523609" y="4787"/>
                  </a:lnTo>
                  <a:lnTo>
                    <a:pt x="527866" y="9575"/>
                  </a:lnTo>
                  <a:lnTo>
                    <a:pt x="523609" y="14363"/>
                  </a:lnTo>
                  <a:lnTo>
                    <a:pt x="519352" y="19150"/>
                  </a:lnTo>
                  <a:close/>
                </a:path>
                <a:path w="758189" h="885825">
                  <a:moveTo>
                    <a:pt x="425698" y="19150"/>
                  </a:moveTo>
                  <a:lnTo>
                    <a:pt x="387385" y="19150"/>
                  </a:lnTo>
                  <a:lnTo>
                    <a:pt x="383128" y="14363"/>
                  </a:lnTo>
                  <a:lnTo>
                    <a:pt x="378871" y="14363"/>
                  </a:lnTo>
                  <a:lnTo>
                    <a:pt x="378871" y="9575"/>
                  </a:lnTo>
                  <a:lnTo>
                    <a:pt x="378871" y="4787"/>
                  </a:lnTo>
                  <a:lnTo>
                    <a:pt x="383128" y="4787"/>
                  </a:lnTo>
                  <a:lnTo>
                    <a:pt x="387385" y="0"/>
                  </a:lnTo>
                  <a:lnTo>
                    <a:pt x="425698" y="0"/>
                  </a:lnTo>
                  <a:lnTo>
                    <a:pt x="429955" y="4787"/>
                  </a:lnTo>
                  <a:lnTo>
                    <a:pt x="434212" y="9575"/>
                  </a:lnTo>
                  <a:lnTo>
                    <a:pt x="429955" y="14363"/>
                  </a:lnTo>
                  <a:lnTo>
                    <a:pt x="425698" y="19150"/>
                  </a:lnTo>
                  <a:close/>
                </a:path>
                <a:path w="758189" h="885825">
                  <a:moveTo>
                    <a:pt x="332044" y="19150"/>
                  </a:moveTo>
                  <a:lnTo>
                    <a:pt x="293731" y="19150"/>
                  </a:lnTo>
                  <a:lnTo>
                    <a:pt x="289474" y="14363"/>
                  </a:lnTo>
                  <a:lnTo>
                    <a:pt x="285218" y="9575"/>
                  </a:lnTo>
                  <a:lnTo>
                    <a:pt x="289474" y="4787"/>
                  </a:lnTo>
                  <a:lnTo>
                    <a:pt x="293731" y="0"/>
                  </a:lnTo>
                  <a:lnTo>
                    <a:pt x="332044" y="0"/>
                  </a:lnTo>
                  <a:lnTo>
                    <a:pt x="336301" y="4787"/>
                  </a:lnTo>
                  <a:lnTo>
                    <a:pt x="340558" y="9575"/>
                  </a:lnTo>
                  <a:lnTo>
                    <a:pt x="336301" y="14363"/>
                  </a:lnTo>
                  <a:lnTo>
                    <a:pt x="332044" y="19150"/>
                  </a:lnTo>
                  <a:close/>
                </a:path>
                <a:path w="758189" h="885825">
                  <a:moveTo>
                    <a:pt x="238391" y="19150"/>
                  </a:moveTo>
                  <a:lnTo>
                    <a:pt x="200078" y="19150"/>
                  </a:lnTo>
                  <a:lnTo>
                    <a:pt x="200078" y="14363"/>
                  </a:lnTo>
                  <a:lnTo>
                    <a:pt x="195821" y="14363"/>
                  </a:lnTo>
                  <a:lnTo>
                    <a:pt x="195821" y="9575"/>
                  </a:lnTo>
                  <a:lnTo>
                    <a:pt x="195821" y="4787"/>
                  </a:lnTo>
                  <a:lnTo>
                    <a:pt x="200078" y="4787"/>
                  </a:lnTo>
                  <a:lnTo>
                    <a:pt x="200078" y="0"/>
                  </a:lnTo>
                  <a:lnTo>
                    <a:pt x="238391" y="0"/>
                  </a:lnTo>
                  <a:lnTo>
                    <a:pt x="242648" y="4787"/>
                  </a:lnTo>
                  <a:lnTo>
                    <a:pt x="246905" y="4787"/>
                  </a:lnTo>
                  <a:lnTo>
                    <a:pt x="246905" y="9575"/>
                  </a:lnTo>
                  <a:lnTo>
                    <a:pt x="246905" y="14363"/>
                  </a:lnTo>
                  <a:lnTo>
                    <a:pt x="242648" y="14363"/>
                  </a:lnTo>
                  <a:lnTo>
                    <a:pt x="238391" y="19150"/>
                  </a:lnTo>
                  <a:close/>
                </a:path>
                <a:path w="758189" h="885825">
                  <a:moveTo>
                    <a:pt x="148994" y="19150"/>
                  </a:moveTo>
                  <a:lnTo>
                    <a:pt x="127709" y="19150"/>
                  </a:lnTo>
                  <a:lnTo>
                    <a:pt x="106424" y="19150"/>
                  </a:lnTo>
                  <a:lnTo>
                    <a:pt x="102167" y="19150"/>
                  </a:lnTo>
                  <a:lnTo>
                    <a:pt x="102167" y="14363"/>
                  </a:lnTo>
                  <a:lnTo>
                    <a:pt x="102167" y="9575"/>
                  </a:lnTo>
                  <a:lnTo>
                    <a:pt x="106424" y="4787"/>
                  </a:lnTo>
                  <a:lnTo>
                    <a:pt x="127709" y="0"/>
                  </a:lnTo>
                  <a:lnTo>
                    <a:pt x="148994" y="0"/>
                  </a:lnTo>
                  <a:lnTo>
                    <a:pt x="148994" y="4787"/>
                  </a:lnTo>
                  <a:lnTo>
                    <a:pt x="153251" y="4787"/>
                  </a:lnTo>
                  <a:lnTo>
                    <a:pt x="153251" y="9575"/>
                  </a:lnTo>
                  <a:lnTo>
                    <a:pt x="153251" y="14363"/>
                  </a:lnTo>
                  <a:lnTo>
                    <a:pt x="148994" y="14363"/>
                  </a:lnTo>
                  <a:lnTo>
                    <a:pt x="148994" y="19150"/>
                  </a:lnTo>
                  <a:close/>
                </a:path>
                <a:path w="758189" h="885825">
                  <a:moveTo>
                    <a:pt x="63854" y="43089"/>
                  </a:moveTo>
                  <a:lnTo>
                    <a:pt x="46826" y="57452"/>
                  </a:lnTo>
                  <a:lnTo>
                    <a:pt x="34055" y="71816"/>
                  </a:lnTo>
                  <a:lnTo>
                    <a:pt x="29798" y="71816"/>
                  </a:lnTo>
                  <a:lnTo>
                    <a:pt x="25541" y="71816"/>
                  </a:lnTo>
                  <a:lnTo>
                    <a:pt x="25541" y="67028"/>
                  </a:lnTo>
                  <a:lnTo>
                    <a:pt x="25541" y="62240"/>
                  </a:lnTo>
                  <a:lnTo>
                    <a:pt x="38312" y="47877"/>
                  </a:lnTo>
                  <a:lnTo>
                    <a:pt x="38312" y="43089"/>
                  </a:lnTo>
                  <a:lnTo>
                    <a:pt x="55340" y="28726"/>
                  </a:lnTo>
                  <a:lnTo>
                    <a:pt x="59597" y="28726"/>
                  </a:lnTo>
                  <a:lnTo>
                    <a:pt x="63854" y="28726"/>
                  </a:lnTo>
                  <a:lnTo>
                    <a:pt x="63854" y="33514"/>
                  </a:lnTo>
                  <a:lnTo>
                    <a:pt x="63854" y="38301"/>
                  </a:lnTo>
                  <a:lnTo>
                    <a:pt x="63854" y="43089"/>
                  </a:lnTo>
                  <a:close/>
                </a:path>
                <a:path w="758189" h="885825">
                  <a:moveTo>
                    <a:pt x="12770" y="124481"/>
                  </a:moveTo>
                  <a:lnTo>
                    <a:pt x="12770" y="119693"/>
                  </a:lnTo>
                  <a:lnTo>
                    <a:pt x="12770" y="148419"/>
                  </a:lnTo>
                  <a:lnTo>
                    <a:pt x="12770" y="162782"/>
                  </a:lnTo>
                  <a:lnTo>
                    <a:pt x="12770" y="167570"/>
                  </a:lnTo>
                  <a:lnTo>
                    <a:pt x="8513" y="172358"/>
                  </a:lnTo>
                  <a:lnTo>
                    <a:pt x="4256" y="172358"/>
                  </a:lnTo>
                  <a:lnTo>
                    <a:pt x="0" y="172358"/>
                  </a:lnTo>
                  <a:lnTo>
                    <a:pt x="0" y="167570"/>
                  </a:lnTo>
                  <a:lnTo>
                    <a:pt x="0" y="162782"/>
                  </a:lnTo>
                  <a:lnTo>
                    <a:pt x="0" y="148419"/>
                  </a:lnTo>
                  <a:lnTo>
                    <a:pt x="0" y="119693"/>
                  </a:lnTo>
                  <a:lnTo>
                    <a:pt x="4256" y="114905"/>
                  </a:lnTo>
                  <a:lnTo>
                    <a:pt x="8513" y="114905"/>
                  </a:lnTo>
                  <a:lnTo>
                    <a:pt x="12770" y="114905"/>
                  </a:lnTo>
                  <a:lnTo>
                    <a:pt x="12770" y="124481"/>
                  </a:lnTo>
                  <a:close/>
                </a:path>
                <a:path w="758189" h="885825">
                  <a:moveTo>
                    <a:pt x="12770" y="225023"/>
                  </a:moveTo>
                  <a:lnTo>
                    <a:pt x="12770" y="268113"/>
                  </a:lnTo>
                  <a:lnTo>
                    <a:pt x="12770" y="272900"/>
                  </a:lnTo>
                  <a:lnTo>
                    <a:pt x="8513" y="272900"/>
                  </a:lnTo>
                  <a:lnTo>
                    <a:pt x="4256" y="277688"/>
                  </a:lnTo>
                  <a:lnTo>
                    <a:pt x="0" y="272900"/>
                  </a:lnTo>
                  <a:lnTo>
                    <a:pt x="0" y="268113"/>
                  </a:lnTo>
                  <a:lnTo>
                    <a:pt x="0" y="225023"/>
                  </a:lnTo>
                  <a:lnTo>
                    <a:pt x="0" y="220235"/>
                  </a:lnTo>
                  <a:lnTo>
                    <a:pt x="4256" y="220235"/>
                  </a:lnTo>
                  <a:lnTo>
                    <a:pt x="4256" y="215448"/>
                  </a:lnTo>
                  <a:lnTo>
                    <a:pt x="8513" y="220235"/>
                  </a:lnTo>
                  <a:lnTo>
                    <a:pt x="12770" y="220235"/>
                  </a:lnTo>
                  <a:lnTo>
                    <a:pt x="12770" y="225023"/>
                  </a:lnTo>
                  <a:close/>
                </a:path>
                <a:path w="758189" h="885825">
                  <a:moveTo>
                    <a:pt x="12770" y="330353"/>
                  </a:moveTo>
                  <a:lnTo>
                    <a:pt x="12770" y="373443"/>
                  </a:lnTo>
                  <a:lnTo>
                    <a:pt x="12770" y="378231"/>
                  </a:lnTo>
                  <a:lnTo>
                    <a:pt x="8513" y="378231"/>
                  </a:lnTo>
                  <a:lnTo>
                    <a:pt x="4256" y="383018"/>
                  </a:lnTo>
                  <a:lnTo>
                    <a:pt x="0" y="378231"/>
                  </a:lnTo>
                  <a:lnTo>
                    <a:pt x="0" y="373443"/>
                  </a:lnTo>
                  <a:lnTo>
                    <a:pt x="0" y="330353"/>
                  </a:lnTo>
                  <a:lnTo>
                    <a:pt x="0" y="325565"/>
                  </a:lnTo>
                  <a:lnTo>
                    <a:pt x="4256" y="320778"/>
                  </a:lnTo>
                  <a:lnTo>
                    <a:pt x="8513" y="320778"/>
                  </a:lnTo>
                  <a:lnTo>
                    <a:pt x="8513" y="325565"/>
                  </a:lnTo>
                  <a:lnTo>
                    <a:pt x="12770" y="325565"/>
                  </a:lnTo>
                  <a:lnTo>
                    <a:pt x="12770" y="330353"/>
                  </a:lnTo>
                  <a:close/>
                </a:path>
                <a:path w="758189" h="885825">
                  <a:moveTo>
                    <a:pt x="12770" y="435683"/>
                  </a:moveTo>
                  <a:lnTo>
                    <a:pt x="12770" y="478773"/>
                  </a:lnTo>
                  <a:lnTo>
                    <a:pt x="12770" y="483561"/>
                  </a:lnTo>
                  <a:lnTo>
                    <a:pt x="8513" y="483561"/>
                  </a:lnTo>
                  <a:lnTo>
                    <a:pt x="4256" y="488348"/>
                  </a:lnTo>
                  <a:lnTo>
                    <a:pt x="0" y="483561"/>
                  </a:lnTo>
                  <a:lnTo>
                    <a:pt x="0" y="478773"/>
                  </a:lnTo>
                  <a:lnTo>
                    <a:pt x="0" y="435683"/>
                  </a:lnTo>
                  <a:lnTo>
                    <a:pt x="0" y="430896"/>
                  </a:lnTo>
                  <a:lnTo>
                    <a:pt x="4256" y="426108"/>
                  </a:lnTo>
                  <a:lnTo>
                    <a:pt x="8513" y="426108"/>
                  </a:lnTo>
                  <a:lnTo>
                    <a:pt x="8513" y="430896"/>
                  </a:lnTo>
                  <a:lnTo>
                    <a:pt x="12770" y="430896"/>
                  </a:lnTo>
                  <a:lnTo>
                    <a:pt x="12770" y="435683"/>
                  </a:lnTo>
                  <a:close/>
                </a:path>
                <a:path w="758189" h="885825">
                  <a:moveTo>
                    <a:pt x="12770" y="541014"/>
                  </a:moveTo>
                  <a:lnTo>
                    <a:pt x="12770" y="584103"/>
                  </a:lnTo>
                  <a:lnTo>
                    <a:pt x="12770" y="588891"/>
                  </a:lnTo>
                  <a:lnTo>
                    <a:pt x="8513" y="588891"/>
                  </a:lnTo>
                  <a:lnTo>
                    <a:pt x="4256" y="593679"/>
                  </a:lnTo>
                  <a:lnTo>
                    <a:pt x="0" y="588891"/>
                  </a:lnTo>
                  <a:lnTo>
                    <a:pt x="0" y="584103"/>
                  </a:lnTo>
                  <a:lnTo>
                    <a:pt x="0" y="541014"/>
                  </a:lnTo>
                  <a:lnTo>
                    <a:pt x="0" y="536226"/>
                  </a:lnTo>
                  <a:lnTo>
                    <a:pt x="0" y="531438"/>
                  </a:lnTo>
                  <a:lnTo>
                    <a:pt x="4256" y="531438"/>
                  </a:lnTo>
                  <a:lnTo>
                    <a:pt x="8513" y="531438"/>
                  </a:lnTo>
                  <a:lnTo>
                    <a:pt x="12770" y="536226"/>
                  </a:lnTo>
                  <a:lnTo>
                    <a:pt x="12770" y="541014"/>
                  </a:lnTo>
                  <a:close/>
                </a:path>
                <a:path w="758189" h="885825">
                  <a:moveTo>
                    <a:pt x="12770" y="641556"/>
                  </a:moveTo>
                  <a:lnTo>
                    <a:pt x="12770" y="689433"/>
                  </a:lnTo>
                  <a:lnTo>
                    <a:pt x="8513" y="694221"/>
                  </a:lnTo>
                  <a:lnTo>
                    <a:pt x="4256" y="694221"/>
                  </a:lnTo>
                  <a:lnTo>
                    <a:pt x="0" y="694221"/>
                  </a:lnTo>
                  <a:lnTo>
                    <a:pt x="0" y="689433"/>
                  </a:lnTo>
                  <a:lnTo>
                    <a:pt x="0" y="641556"/>
                  </a:lnTo>
                  <a:lnTo>
                    <a:pt x="0" y="636768"/>
                  </a:lnTo>
                  <a:lnTo>
                    <a:pt x="4256" y="636768"/>
                  </a:lnTo>
                  <a:lnTo>
                    <a:pt x="8513" y="636768"/>
                  </a:lnTo>
                  <a:lnTo>
                    <a:pt x="12770" y="641556"/>
                  </a:lnTo>
                  <a:close/>
                </a:path>
                <a:path w="758189" h="885825">
                  <a:moveTo>
                    <a:pt x="12770" y="746886"/>
                  </a:moveTo>
                  <a:lnTo>
                    <a:pt x="12770" y="766037"/>
                  </a:lnTo>
                  <a:lnTo>
                    <a:pt x="21284" y="789976"/>
                  </a:lnTo>
                  <a:lnTo>
                    <a:pt x="21284" y="794764"/>
                  </a:lnTo>
                  <a:lnTo>
                    <a:pt x="17027" y="799551"/>
                  </a:lnTo>
                  <a:lnTo>
                    <a:pt x="12770" y="799551"/>
                  </a:lnTo>
                  <a:lnTo>
                    <a:pt x="8513" y="794764"/>
                  </a:lnTo>
                  <a:lnTo>
                    <a:pt x="0" y="766037"/>
                  </a:lnTo>
                  <a:lnTo>
                    <a:pt x="0" y="746886"/>
                  </a:lnTo>
                  <a:lnTo>
                    <a:pt x="0" y="742098"/>
                  </a:lnTo>
                  <a:lnTo>
                    <a:pt x="4256" y="742098"/>
                  </a:lnTo>
                  <a:lnTo>
                    <a:pt x="12770" y="742098"/>
                  </a:lnTo>
                  <a:lnTo>
                    <a:pt x="12770" y="746886"/>
                  </a:lnTo>
                  <a:close/>
                </a:path>
                <a:path w="758189" h="885825">
                  <a:moveTo>
                    <a:pt x="51083" y="833065"/>
                  </a:moveTo>
                  <a:lnTo>
                    <a:pt x="63854" y="847429"/>
                  </a:lnTo>
                  <a:lnTo>
                    <a:pt x="80882" y="857004"/>
                  </a:lnTo>
                  <a:lnTo>
                    <a:pt x="85139" y="861792"/>
                  </a:lnTo>
                  <a:lnTo>
                    <a:pt x="85139" y="866580"/>
                  </a:lnTo>
                  <a:lnTo>
                    <a:pt x="80882" y="871367"/>
                  </a:lnTo>
                  <a:lnTo>
                    <a:pt x="76625" y="871367"/>
                  </a:lnTo>
                  <a:lnTo>
                    <a:pt x="55340" y="861792"/>
                  </a:lnTo>
                  <a:lnTo>
                    <a:pt x="42569" y="847429"/>
                  </a:lnTo>
                  <a:lnTo>
                    <a:pt x="38312" y="842641"/>
                  </a:lnTo>
                  <a:lnTo>
                    <a:pt x="38312" y="837853"/>
                  </a:lnTo>
                  <a:lnTo>
                    <a:pt x="42569" y="837853"/>
                  </a:lnTo>
                  <a:lnTo>
                    <a:pt x="46826" y="833065"/>
                  </a:lnTo>
                  <a:lnTo>
                    <a:pt x="51083" y="833065"/>
                  </a:lnTo>
                  <a:close/>
                </a:path>
                <a:path w="758189" h="885825">
                  <a:moveTo>
                    <a:pt x="131966" y="871367"/>
                  </a:moveTo>
                  <a:lnTo>
                    <a:pt x="170279" y="871367"/>
                  </a:lnTo>
                  <a:lnTo>
                    <a:pt x="174536" y="871367"/>
                  </a:lnTo>
                  <a:lnTo>
                    <a:pt x="174536" y="876155"/>
                  </a:lnTo>
                  <a:lnTo>
                    <a:pt x="178793" y="876155"/>
                  </a:lnTo>
                  <a:lnTo>
                    <a:pt x="174536" y="880943"/>
                  </a:lnTo>
                  <a:lnTo>
                    <a:pt x="174536" y="885730"/>
                  </a:lnTo>
                  <a:lnTo>
                    <a:pt x="170279" y="885730"/>
                  </a:lnTo>
                  <a:lnTo>
                    <a:pt x="131966" y="885730"/>
                  </a:lnTo>
                  <a:lnTo>
                    <a:pt x="127709" y="885730"/>
                  </a:lnTo>
                  <a:lnTo>
                    <a:pt x="127709" y="880943"/>
                  </a:lnTo>
                  <a:lnTo>
                    <a:pt x="123452" y="880943"/>
                  </a:lnTo>
                  <a:lnTo>
                    <a:pt x="123452" y="876155"/>
                  </a:lnTo>
                  <a:lnTo>
                    <a:pt x="127709" y="871367"/>
                  </a:lnTo>
                  <a:lnTo>
                    <a:pt x="131966" y="871367"/>
                  </a:lnTo>
                  <a:close/>
                </a:path>
                <a:path w="758189" h="885825">
                  <a:moveTo>
                    <a:pt x="225620" y="871367"/>
                  </a:moveTo>
                  <a:lnTo>
                    <a:pt x="263933" y="871367"/>
                  </a:lnTo>
                  <a:lnTo>
                    <a:pt x="268190" y="871367"/>
                  </a:lnTo>
                  <a:lnTo>
                    <a:pt x="268190" y="876155"/>
                  </a:lnTo>
                  <a:lnTo>
                    <a:pt x="268190" y="880943"/>
                  </a:lnTo>
                  <a:lnTo>
                    <a:pt x="268190" y="885730"/>
                  </a:lnTo>
                  <a:lnTo>
                    <a:pt x="263933" y="885730"/>
                  </a:lnTo>
                  <a:lnTo>
                    <a:pt x="225620" y="885730"/>
                  </a:lnTo>
                  <a:lnTo>
                    <a:pt x="221363" y="885730"/>
                  </a:lnTo>
                  <a:lnTo>
                    <a:pt x="217106" y="880943"/>
                  </a:lnTo>
                  <a:lnTo>
                    <a:pt x="217106" y="876155"/>
                  </a:lnTo>
                  <a:lnTo>
                    <a:pt x="217106" y="871367"/>
                  </a:lnTo>
                  <a:lnTo>
                    <a:pt x="221363" y="871367"/>
                  </a:lnTo>
                  <a:lnTo>
                    <a:pt x="225620" y="871367"/>
                  </a:lnTo>
                  <a:close/>
                </a:path>
                <a:path w="758189" h="885825">
                  <a:moveTo>
                    <a:pt x="315016" y="871367"/>
                  </a:moveTo>
                  <a:lnTo>
                    <a:pt x="357586" y="871367"/>
                  </a:lnTo>
                  <a:lnTo>
                    <a:pt x="361843" y="871367"/>
                  </a:lnTo>
                  <a:lnTo>
                    <a:pt x="361843" y="876155"/>
                  </a:lnTo>
                  <a:lnTo>
                    <a:pt x="361843" y="880943"/>
                  </a:lnTo>
                  <a:lnTo>
                    <a:pt x="357586" y="885730"/>
                  </a:lnTo>
                  <a:lnTo>
                    <a:pt x="315016" y="885730"/>
                  </a:lnTo>
                  <a:lnTo>
                    <a:pt x="310759" y="880943"/>
                  </a:lnTo>
                  <a:lnTo>
                    <a:pt x="310759" y="876155"/>
                  </a:lnTo>
                  <a:lnTo>
                    <a:pt x="310759" y="871367"/>
                  </a:lnTo>
                  <a:lnTo>
                    <a:pt x="315016" y="871367"/>
                  </a:lnTo>
                  <a:close/>
                </a:path>
                <a:path w="758189" h="885825">
                  <a:moveTo>
                    <a:pt x="408670" y="871367"/>
                  </a:moveTo>
                  <a:lnTo>
                    <a:pt x="451240" y="871367"/>
                  </a:lnTo>
                  <a:lnTo>
                    <a:pt x="455497" y="871367"/>
                  </a:lnTo>
                  <a:lnTo>
                    <a:pt x="455497" y="876155"/>
                  </a:lnTo>
                  <a:lnTo>
                    <a:pt x="455497" y="880943"/>
                  </a:lnTo>
                  <a:lnTo>
                    <a:pt x="451240" y="885730"/>
                  </a:lnTo>
                  <a:lnTo>
                    <a:pt x="408670" y="885730"/>
                  </a:lnTo>
                  <a:lnTo>
                    <a:pt x="404413" y="880943"/>
                  </a:lnTo>
                  <a:lnTo>
                    <a:pt x="404413" y="876155"/>
                  </a:lnTo>
                  <a:lnTo>
                    <a:pt x="404413" y="871367"/>
                  </a:lnTo>
                  <a:lnTo>
                    <a:pt x="408670" y="871367"/>
                  </a:lnTo>
                  <a:close/>
                </a:path>
                <a:path w="758189" h="885825">
                  <a:moveTo>
                    <a:pt x="502324" y="871367"/>
                  </a:moveTo>
                  <a:lnTo>
                    <a:pt x="544894" y="871367"/>
                  </a:lnTo>
                  <a:lnTo>
                    <a:pt x="549151" y="871367"/>
                  </a:lnTo>
                  <a:lnTo>
                    <a:pt x="549151" y="876155"/>
                  </a:lnTo>
                  <a:lnTo>
                    <a:pt x="549151" y="880943"/>
                  </a:lnTo>
                  <a:lnTo>
                    <a:pt x="544894" y="885730"/>
                  </a:lnTo>
                  <a:lnTo>
                    <a:pt x="502324" y="885730"/>
                  </a:lnTo>
                  <a:lnTo>
                    <a:pt x="498067" y="880943"/>
                  </a:lnTo>
                  <a:lnTo>
                    <a:pt x="498067" y="876155"/>
                  </a:lnTo>
                  <a:lnTo>
                    <a:pt x="498067" y="871367"/>
                  </a:lnTo>
                  <a:lnTo>
                    <a:pt x="502324" y="871367"/>
                  </a:lnTo>
                  <a:close/>
                </a:path>
                <a:path w="758189" h="885825">
                  <a:moveTo>
                    <a:pt x="595977" y="871367"/>
                  </a:moveTo>
                  <a:lnTo>
                    <a:pt x="625776" y="871367"/>
                  </a:lnTo>
                  <a:lnTo>
                    <a:pt x="634290" y="871367"/>
                  </a:lnTo>
                  <a:lnTo>
                    <a:pt x="638547" y="871367"/>
                  </a:lnTo>
                  <a:lnTo>
                    <a:pt x="642804" y="876155"/>
                  </a:lnTo>
                  <a:lnTo>
                    <a:pt x="642804" y="880943"/>
                  </a:lnTo>
                  <a:lnTo>
                    <a:pt x="638547" y="880943"/>
                  </a:lnTo>
                  <a:lnTo>
                    <a:pt x="638547" y="885730"/>
                  </a:lnTo>
                  <a:lnTo>
                    <a:pt x="625776" y="885730"/>
                  </a:lnTo>
                  <a:lnTo>
                    <a:pt x="595977" y="885730"/>
                  </a:lnTo>
                  <a:lnTo>
                    <a:pt x="591720" y="885730"/>
                  </a:lnTo>
                  <a:lnTo>
                    <a:pt x="591720" y="880943"/>
                  </a:lnTo>
                  <a:lnTo>
                    <a:pt x="587463" y="876155"/>
                  </a:lnTo>
                  <a:lnTo>
                    <a:pt x="591720" y="876155"/>
                  </a:lnTo>
                  <a:lnTo>
                    <a:pt x="591720" y="871367"/>
                  </a:lnTo>
                  <a:lnTo>
                    <a:pt x="595977" y="871367"/>
                  </a:lnTo>
                  <a:close/>
                </a:path>
                <a:path w="758189" h="885825">
                  <a:moveTo>
                    <a:pt x="685374" y="852216"/>
                  </a:moveTo>
                  <a:lnTo>
                    <a:pt x="693888" y="847429"/>
                  </a:lnTo>
                  <a:lnTo>
                    <a:pt x="689631" y="847429"/>
                  </a:lnTo>
                  <a:lnTo>
                    <a:pt x="710916" y="833065"/>
                  </a:lnTo>
                  <a:lnTo>
                    <a:pt x="710916" y="828278"/>
                  </a:lnTo>
                  <a:lnTo>
                    <a:pt x="715173" y="823490"/>
                  </a:lnTo>
                  <a:lnTo>
                    <a:pt x="723687" y="828278"/>
                  </a:lnTo>
                  <a:lnTo>
                    <a:pt x="723687" y="833065"/>
                  </a:lnTo>
                  <a:lnTo>
                    <a:pt x="723687" y="837853"/>
                  </a:lnTo>
                  <a:lnTo>
                    <a:pt x="719430" y="842641"/>
                  </a:lnTo>
                  <a:lnTo>
                    <a:pt x="698145" y="861792"/>
                  </a:lnTo>
                  <a:lnTo>
                    <a:pt x="689631" y="866580"/>
                  </a:lnTo>
                  <a:lnTo>
                    <a:pt x="685374" y="866580"/>
                  </a:lnTo>
                  <a:lnTo>
                    <a:pt x="681117" y="861792"/>
                  </a:lnTo>
                  <a:lnTo>
                    <a:pt x="681117" y="857004"/>
                  </a:lnTo>
                  <a:lnTo>
                    <a:pt x="685374" y="852216"/>
                  </a:lnTo>
                  <a:close/>
                </a:path>
                <a:path w="758189" h="885825">
                  <a:moveTo>
                    <a:pt x="736458" y="780400"/>
                  </a:moveTo>
                  <a:lnTo>
                    <a:pt x="740715" y="766037"/>
                  </a:lnTo>
                  <a:lnTo>
                    <a:pt x="744972" y="737311"/>
                  </a:lnTo>
                  <a:lnTo>
                    <a:pt x="744972" y="732523"/>
                  </a:lnTo>
                  <a:lnTo>
                    <a:pt x="749229" y="727735"/>
                  </a:lnTo>
                  <a:lnTo>
                    <a:pt x="753486" y="727735"/>
                  </a:lnTo>
                  <a:lnTo>
                    <a:pt x="753486" y="732523"/>
                  </a:lnTo>
                  <a:lnTo>
                    <a:pt x="757743" y="732523"/>
                  </a:lnTo>
                  <a:lnTo>
                    <a:pt x="757743" y="737311"/>
                  </a:lnTo>
                  <a:lnTo>
                    <a:pt x="753486" y="766037"/>
                  </a:lnTo>
                  <a:lnTo>
                    <a:pt x="749229" y="785188"/>
                  </a:lnTo>
                  <a:lnTo>
                    <a:pt x="740715" y="789976"/>
                  </a:lnTo>
                  <a:lnTo>
                    <a:pt x="736458" y="785188"/>
                  </a:lnTo>
                  <a:lnTo>
                    <a:pt x="736458" y="780400"/>
                  </a:lnTo>
                  <a:close/>
                </a:path>
                <a:path w="758189" h="885825">
                  <a:moveTo>
                    <a:pt x="744972" y="675070"/>
                  </a:moveTo>
                  <a:lnTo>
                    <a:pt x="744972" y="631981"/>
                  </a:lnTo>
                  <a:lnTo>
                    <a:pt x="744972" y="627193"/>
                  </a:lnTo>
                  <a:lnTo>
                    <a:pt x="749229" y="627193"/>
                  </a:lnTo>
                  <a:lnTo>
                    <a:pt x="749229" y="622405"/>
                  </a:lnTo>
                  <a:lnTo>
                    <a:pt x="753486" y="627193"/>
                  </a:lnTo>
                  <a:lnTo>
                    <a:pt x="757743" y="627193"/>
                  </a:lnTo>
                  <a:lnTo>
                    <a:pt x="757743" y="631981"/>
                  </a:lnTo>
                  <a:lnTo>
                    <a:pt x="757743" y="675070"/>
                  </a:lnTo>
                  <a:lnTo>
                    <a:pt x="757743" y="679858"/>
                  </a:lnTo>
                  <a:lnTo>
                    <a:pt x="753486" y="679858"/>
                  </a:lnTo>
                  <a:lnTo>
                    <a:pt x="749229" y="684646"/>
                  </a:lnTo>
                  <a:lnTo>
                    <a:pt x="744972" y="679858"/>
                  </a:lnTo>
                  <a:lnTo>
                    <a:pt x="744972" y="675070"/>
                  </a:lnTo>
                  <a:close/>
                </a:path>
                <a:path w="758189" h="885825">
                  <a:moveTo>
                    <a:pt x="744972" y="569740"/>
                  </a:moveTo>
                  <a:lnTo>
                    <a:pt x="744972" y="526650"/>
                  </a:lnTo>
                  <a:lnTo>
                    <a:pt x="744972" y="521863"/>
                  </a:lnTo>
                  <a:lnTo>
                    <a:pt x="749229" y="521863"/>
                  </a:lnTo>
                  <a:lnTo>
                    <a:pt x="753486" y="521863"/>
                  </a:lnTo>
                  <a:lnTo>
                    <a:pt x="757743" y="521863"/>
                  </a:lnTo>
                  <a:lnTo>
                    <a:pt x="757743" y="526650"/>
                  </a:lnTo>
                  <a:lnTo>
                    <a:pt x="757743" y="569740"/>
                  </a:lnTo>
                  <a:lnTo>
                    <a:pt x="757743" y="574528"/>
                  </a:lnTo>
                  <a:lnTo>
                    <a:pt x="753486" y="579315"/>
                  </a:lnTo>
                  <a:lnTo>
                    <a:pt x="749229" y="579315"/>
                  </a:lnTo>
                  <a:lnTo>
                    <a:pt x="744972" y="579315"/>
                  </a:lnTo>
                  <a:lnTo>
                    <a:pt x="744972" y="574528"/>
                  </a:lnTo>
                  <a:lnTo>
                    <a:pt x="744972" y="569740"/>
                  </a:lnTo>
                  <a:close/>
                </a:path>
                <a:path w="758189" h="885825">
                  <a:moveTo>
                    <a:pt x="744972" y="469198"/>
                  </a:moveTo>
                  <a:lnTo>
                    <a:pt x="744972" y="421320"/>
                  </a:lnTo>
                  <a:lnTo>
                    <a:pt x="744972" y="416532"/>
                  </a:lnTo>
                  <a:lnTo>
                    <a:pt x="749229" y="416532"/>
                  </a:lnTo>
                  <a:lnTo>
                    <a:pt x="753486" y="416532"/>
                  </a:lnTo>
                  <a:lnTo>
                    <a:pt x="757743" y="421320"/>
                  </a:lnTo>
                  <a:lnTo>
                    <a:pt x="757743" y="469198"/>
                  </a:lnTo>
                  <a:lnTo>
                    <a:pt x="753486" y="473985"/>
                  </a:lnTo>
                  <a:lnTo>
                    <a:pt x="749229" y="473985"/>
                  </a:lnTo>
                  <a:lnTo>
                    <a:pt x="744972" y="473985"/>
                  </a:lnTo>
                  <a:lnTo>
                    <a:pt x="744972" y="469198"/>
                  </a:lnTo>
                  <a:close/>
                </a:path>
                <a:path w="758189" h="885825">
                  <a:moveTo>
                    <a:pt x="744972" y="363867"/>
                  </a:moveTo>
                  <a:lnTo>
                    <a:pt x="744972" y="315990"/>
                  </a:lnTo>
                  <a:lnTo>
                    <a:pt x="744972" y="311202"/>
                  </a:lnTo>
                  <a:lnTo>
                    <a:pt x="749229" y="311202"/>
                  </a:lnTo>
                  <a:lnTo>
                    <a:pt x="753486" y="311202"/>
                  </a:lnTo>
                  <a:lnTo>
                    <a:pt x="757743" y="315990"/>
                  </a:lnTo>
                  <a:lnTo>
                    <a:pt x="757743" y="363867"/>
                  </a:lnTo>
                  <a:lnTo>
                    <a:pt x="753486" y="368655"/>
                  </a:lnTo>
                  <a:lnTo>
                    <a:pt x="749229" y="368655"/>
                  </a:lnTo>
                  <a:lnTo>
                    <a:pt x="744972" y="368655"/>
                  </a:lnTo>
                  <a:lnTo>
                    <a:pt x="744972" y="363867"/>
                  </a:lnTo>
                  <a:close/>
                </a:path>
                <a:path w="758189" h="885825">
                  <a:moveTo>
                    <a:pt x="744972" y="258537"/>
                  </a:moveTo>
                  <a:lnTo>
                    <a:pt x="744972" y="210660"/>
                  </a:lnTo>
                  <a:lnTo>
                    <a:pt x="744972" y="205872"/>
                  </a:lnTo>
                  <a:lnTo>
                    <a:pt x="749229" y="205872"/>
                  </a:lnTo>
                  <a:lnTo>
                    <a:pt x="753486" y="205872"/>
                  </a:lnTo>
                  <a:lnTo>
                    <a:pt x="757743" y="210660"/>
                  </a:lnTo>
                  <a:lnTo>
                    <a:pt x="757743" y="258537"/>
                  </a:lnTo>
                  <a:lnTo>
                    <a:pt x="753486" y="263325"/>
                  </a:lnTo>
                  <a:lnTo>
                    <a:pt x="749229" y="263325"/>
                  </a:lnTo>
                  <a:lnTo>
                    <a:pt x="744972" y="263325"/>
                  </a:lnTo>
                  <a:lnTo>
                    <a:pt x="744972" y="258537"/>
                  </a:lnTo>
                  <a:close/>
                </a:path>
                <a:path w="758189" h="885825">
                  <a:moveTo>
                    <a:pt x="744972" y="153207"/>
                  </a:moveTo>
                  <a:lnTo>
                    <a:pt x="744972" y="148419"/>
                  </a:lnTo>
                  <a:lnTo>
                    <a:pt x="740715" y="119693"/>
                  </a:lnTo>
                  <a:lnTo>
                    <a:pt x="740715" y="124481"/>
                  </a:lnTo>
                  <a:lnTo>
                    <a:pt x="736458" y="110117"/>
                  </a:lnTo>
                  <a:lnTo>
                    <a:pt x="740715" y="105330"/>
                  </a:lnTo>
                  <a:lnTo>
                    <a:pt x="740715" y="100542"/>
                  </a:lnTo>
                  <a:lnTo>
                    <a:pt x="744972" y="100542"/>
                  </a:lnTo>
                  <a:lnTo>
                    <a:pt x="749229" y="100542"/>
                  </a:lnTo>
                  <a:lnTo>
                    <a:pt x="749229" y="105330"/>
                  </a:lnTo>
                  <a:lnTo>
                    <a:pt x="753486" y="119693"/>
                  </a:lnTo>
                  <a:lnTo>
                    <a:pt x="757743" y="148419"/>
                  </a:lnTo>
                  <a:lnTo>
                    <a:pt x="757743" y="153207"/>
                  </a:lnTo>
                  <a:lnTo>
                    <a:pt x="757743" y="157995"/>
                  </a:lnTo>
                  <a:lnTo>
                    <a:pt x="753486" y="157995"/>
                  </a:lnTo>
                  <a:lnTo>
                    <a:pt x="749229" y="162782"/>
                  </a:lnTo>
                  <a:lnTo>
                    <a:pt x="744972" y="157995"/>
                  </a:lnTo>
                  <a:lnTo>
                    <a:pt x="744972" y="153207"/>
                  </a:lnTo>
                  <a:close/>
                </a:path>
                <a:path w="758189" h="885825">
                  <a:moveTo>
                    <a:pt x="715173" y="62240"/>
                  </a:moveTo>
                  <a:lnTo>
                    <a:pt x="710916" y="57452"/>
                  </a:lnTo>
                  <a:lnTo>
                    <a:pt x="689631" y="38301"/>
                  </a:lnTo>
                  <a:lnTo>
                    <a:pt x="693888" y="38301"/>
                  </a:lnTo>
                  <a:lnTo>
                    <a:pt x="685374" y="33514"/>
                  </a:lnTo>
                  <a:lnTo>
                    <a:pt x="681117" y="33514"/>
                  </a:lnTo>
                  <a:lnTo>
                    <a:pt x="681117" y="28726"/>
                  </a:lnTo>
                  <a:lnTo>
                    <a:pt x="681117" y="23938"/>
                  </a:lnTo>
                  <a:lnTo>
                    <a:pt x="685374" y="23938"/>
                  </a:lnTo>
                  <a:lnTo>
                    <a:pt x="689631" y="23938"/>
                  </a:lnTo>
                  <a:lnTo>
                    <a:pt x="698145" y="28726"/>
                  </a:lnTo>
                  <a:lnTo>
                    <a:pt x="719430" y="43089"/>
                  </a:lnTo>
                  <a:lnTo>
                    <a:pt x="719430" y="47877"/>
                  </a:lnTo>
                  <a:lnTo>
                    <a:pt x="723687" y="52665"/>
                  </a:lnTo>
                  <a:lnTo>
                    <a:pt x="723687" y="57452"/>
                  </a:lnTo>
                  <a:lnTo>
                    <a:pt x="723687" y="62240"/>
                  </a:lnTo>
                  <a:lnTo>
                    <a:pt x="719430" y="62240"/>
                  </a:lnTo>
                  <a:lnTo>
                    <a:pt x="719430" y="67028"/>
                  </a:lnTo>
                  <a:lnTo>
                    <a:pt x="715173" y="62240"/>
                  </a:lnTo>
                  <a:close/>
                </a:path>
                <a:path w="758189" h="885825">
                  <a:moveTo>
                    <a:pt x="638547" y="19150"/>
                  </a:moveTo>
                  <a:lnTo>
                    <a:pt x="625776" y="19150"/>
                  </a:lnTo>
                  <a:lnTo>
                    <a:pt x="621519" y="14363"/>
                  </a:lnTo>
                  <a:lnTo>
                    <a:pt x="621519" y="9575"/>
                  </a:lnTo>
                  <a:lnTo>
                    <a:pt x="621519" y="4787"/>
                  </a:lnTo>
                  <a:lnTo>
                    <a:pt x="625776" y="4787"/>
                  </a:lnTo>
                  <a:lnTo>
                    <a:pt x="638547" y="4787"/>
                  </a:lnTo>
                  <a:lnTo>
                    <a:pt x="642804" y="4787"/>
                  </a:lnTo>
                  <a:lnTo>
                    <a:pt x="642804" y="9575"/>
                  </a:lnTo>
                  <a:lnTo>
                    <a:pt x="642804" y="14363"/>
                  </a:lnTo>
                  <a:lnTo>
                    <a:pt x="642804" y="19150"/>
                  </a:lnTo>
                  <a:lnTo>
                    <a:pt x="638547" y="19150"/>
                  </a:lnTo>
                  <a:close/>
                </a:path>
              </a:pathLst>
            </a:custGeom>
            <a:ln w="45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3" name="object 383"/>
          <p:cNvGrpSpPr/>
          <p:nvPr/>
        </p:nvGrpSpPr>
        <p:grpSpPr>
          <a:xfrm>
            <a:off x="6710562" y="4745203"/>
            <a:ext cx="1780539" cy="919480"/>
            <a:chOff x="6710562" y="4745203"/>
            <a:chExt cx="1780539" cy="919480"/>
          </a:xfrm>
        </p:grpSpPr>
        <p:sp>
          <p:nvSpPr>
            <p:cNvPr id="384" name="object 384"/>
            <p:cNvSpPr/>
            <p:nvPr/>
          </p:nvSpPr>
          <p:spPr>
            <a:xfrm>
              <a:off x="8139027" y="4747582"/>
              <a:ext cx="349250" cy="905510"/>
            </a:xfrm>
            <a:custGeom>
              <a:avLst/>
              <a:gdLst/>
              <a:ahLst/>
              <a:cxnLst/>
              <a:rect l="l" t="t" r="r" b="b"/>
              <a:pathLst>
                <a:path w="349250" h="905510">
                  <a:moveTo>
                    <a:pt x="319278" y="904881"/>
                  </a:moveTo>
                  <a:lnTo>
                    <a:pt x="280965" y="904881"/>
                  </a:lnTo>
                  <a:lnTo>
                    <a:pt x="272451" y="895306"/>
                  </a:lnTo>
                  <a:lnTo>
                    <a:pt x="280965" y="885730"/>
                  </a:lnTo>
                  <a:lnTo>
                    <a:pt x="319278" y="890518"/>
                  </a:lnTo>
                  <a:lnTo>
                    <a:pt x="327792" y="890518"/>
                  </a:lnTo>
                  <a:lnTo>
                    <a:pt x="327792" y="895306"/>
                  </a:lnTo>
                  <a:lnTo>
                    <a:pt x="319278" y="904881"/>
                  </a:lnTo>
                  <a:close/>
                </a:path>
                <a:path w="349250" h="905510">
                  <a:moveTo>
                    <a:pt x="234138" y="900094"/>
                  </a:moveTo>
                  <a:lnTo>
                    <a:pt x="208596" y="900094"/>
                  </a:lnTo>
                  <a:lnTo>
                    <a:pt x="187311" y="895306"/>
                  </a:lnTo>
                  <a:lnTo>
                    <a:pt x="183054" y="895306"/>
                  </a:lnTo>
                  <a:lnTo>
                    <a:pt x="183054" y="880948"/>
                  </a:lnTo>
                  <a:lnTo>
                    <a:pt x="187311" y="880948"/>
                  </a:lnTo>
                  <a:lnTo>
                    <a:pt x="212853" y="885730"/>
                  </a:lnTo>
                  <a:lnTo>
                    <a:pt x="234138" y="885730"/>
                  </a:lnTo>
                  <a:lnTo>
                    <a:pt x="234138" y="900094"/>
                  </a:lnTo>
                  <a:close/>
                </a:path>
                <a:path w="349250" h="905510">
                  <a:moveTo>
                    <a:pt x="136227" y="890518"/>
                  </a:moveTo>
                  <a:lnTo>
                    <a:pt x="127713" y="885730"/>
                  </a:lnTo>
                  <a:lnTo>
                    <a:pt x="102171" y="880948"/>
                  </a:lnTo>
                  <a:lnTo>
                    <a:pt x="93657" y="880948"/>
                  </a:lnTo>
                  <a:lnTo>
                    <a:pt x="89400" y="876160"/>
                  </a:lnTo>
                  <a:lnTo>
                    <a:pt x="89400" y="871372"/>
                  </a:lnTo>
                  <a:lnTo>
                    <a:pt x="93657" y="866580"/>
                  </a:lnTo>
                  <a:lnTo>
                    <a:pt x="106428" y="866580"/>
                  </a:lnTo>
                  <a:lnTo>
                    <a:pt x="127713" y="871372"/>
                  </a:lnTo>
                  <a:lnTo>
                    <a:pt x="136227" y="876160"/>
                  </a:lnTo>
                  <a:lnTo>
                    <a:pt x="140484" y="876160"/>
                  </a:lnTo>
                  <a:lnTo>
                    <a:pt x="140484" y="885730"/>
                  </a:lnTo>
                  <a:lnTo>
                    <a:pt x="136227" y="890518"/>
                  </a:lnTo>
                  <a:close/>
                </a:path>
                <a:path w="349250" h="905510">
                  <a:moveTo>
                    <a:pt x="46831" y="866580"/>
                  </a:moveTo>
                  <a:lnTo>
                    <a:pt x="42574" y="866580"/>
                  </a:lnTo>
                  <a:lnTo>
                    <a:pt x="29803" y="857004"/>
                  </a:lnTo>
                  <a:lnTo>
                    <a:pt x="17032" y="852216"/>
                  </a:lnTo>
                  <a:lnTo>
                    <a:pt x="4261" y="837858"/>
                  </a:lnTo>
                  <a:lnTo>
                    <a:pt x="4261" y="833070"/>
                  </a:lnTo>
                  <a:lnTo>
                    <a:pt x="8518" y="828282"/>
                  </a:lnTo>
                  <a:lnTo>
                    <a:pt x="12775" y="828282"/>
                  </a:lnTo>
                  <a:lnTo>
                    <a:pt x="17032" y="833070"/>
                  </a:lnTo>
                  <a:lnTo>
                    <a:pt x="25546" y="837858"/>
                  </a:lnTo>
                  <a:lnTo>
                    <a:pt x="21289" y="837858"/>
                  </a:lnTo>
                  <a:lnTo>
                    <a:pt x="34060" y="842641"/>
                  </a:lnTo>
                  <a:lnTo>
                    <a:pt x="46831" y="852216"/>
                  </a:lnTo>
                  <a:lnTo>
                    <a:pt x="51088" y="857004"/>
                  </a:lnTo>
                  <a:lnTo>
                    <a:pt x="51088" y="861792"/>
                  </a:lnTo>
                  <a:lnTo>
                    <a:pt x="46831" y="866580"/>
                  </a:lnTo>
                  <a:close/>
                </a:path>
                <a:path w="349250" h="905510">
                  <a:moveTo>
                    <a:pt x="8518" y="727735"/>
                  </a:moveTo>
                  <a:lnTo>
                    <a:pt x="4261" y="727735"/>
                  </a:lnTo>
                  <a:lnTo>
                    <a:pt x="4261" y="722947"/>
                  </a:lnTo>
                  <a:lnTo>
                    <a:pt x="8518" y="727735"/>
                  </a:lnTo>
                  <a:close/>
                </a:path>
                <a:path w="349250" h="905510">
                  <a:moveTo>
                    <a:pt x="4261" y="785193"/>
                  </a:moveTo>
                  <a:lnTo>
                    <a:pt x="0" y="780400"/>
                  </a:lnTo>
                  <a:lnTo>
                    <a:pt x="0" y="727735"/>
                  </a:lnTo>
                  <a:lnTo>
                    <a:pt x="12775" y="727735"/>
                  </a:lnTo>
                  <a:lnTo>
                    <a:pt x="12775" y="780400"/>
                  </a:lnTo>
                  <a:lnTo>
                    <a:pt x="8518" y="780400"/>
                  </a:lnTo>
                  <a:lnTo>
                    <a:pt x="4261" y="785193"/>
                  </a:lnTo>
                  <a:close/>
                </a:path>
                <a:path w="349250" h="905510">
                  <a:moveTo>
                    <a:pt x="8518" y="679858"/>
                  </a:moveTo>
                  <a:lnTo>
                    <a:pt x="0" y="679858"/>
                  </a:lnTo>
                  <a:lnTo>
                    <a:pt x="0" y="622410"/>
                  </a:lnTo>
                  <a:lnTo>
                    <a:pt x="12775" y="622410"/>
                  </a:lnTo>
                  <a:lnTo>
                    <a:pt x="12775" y="675070"/>
                  </a:lnTo>
                  <a:lnTo>
                    <a:pt x="8518" y="679858"/>
                  </a:lnTo>
                  <a:close/>
                </a:path>
                <a:path w="349250" h="905510">
                  <a:moveTo>
                    <a:pt x="8518" y="574532"/>
                  </a:moveTo>
                  <a:lnTo>
                    <a:pt x="0" y="574532"/>
                  </a:lnTo>
                  <a:lnTo>
                    <a:pt x="0" y="517075"/>
                  </a:lnTo>
                  <a:lnTo>
                    <a:pt x="8518" y="517075"/>
                  </a:lnTo>
                  <a:lnTo>
                    <a:pt x="12775" y="521863"/>
                  </a:lnTo>
                  <a:lnTo>
                    <a:pt x="12775" y="569745"/>
                  </a:lnTo>
                  <a:lnTo>
                    <a:pt x="8518" y="574532"/>
                  </a:lnTo>
                  <a:close/>
                </a:path>
                <a:path w="349250" h="905510">
                  <a:moveTo>
                    <a:pt x="8518" y="469198"/>
                  </a:moveTo>
                  <a:lnTo>
                    <a:pt x="0" y="469198"/>
                  </a:lnTo>
                  <a:lnTo>
                    <a:pt x="0" y="411745"/>
                  </a:lnTo>
                  <a:lnTo>
                    <a:pt x="8518" y="411745"/>
                  </a:lnTo>
                  <a:lnTo>
                    <a:pt x="12775" y="416532"/>
                  </a:lnTo>
                  <a:lnTo>
                    <a:pt x="12775" y="464410"/>
                  </a:lnTo>
                  <a:lnTo>
                    <a:pt x="8518" y="469198"/>
                  </a:lnTo>
                  <a:close/>
                </a:path>
                <a:path w="349250" h="905510">
                  <a:moveTo>
                    <a:pt x="8518" y="363872"/>
                  </a:moveTo>
                  <a:lnTo>
                    <a:pt x="0" y="363872"/>
                  </a:lnTo>
                  <a:lnTo>
                    <a:pt x="0" y="306415"/>
                  </a:lnTo>
                  <a:lnTo>
                    <a:pt x="8518" y="306415"/>
                  </a:lnTo>
                  <a:lnTo>
                    <a:pt x="12775" y="311207"/>
                  </a:lnTo>
                  <a:lnTo>
                    <a:pt x="12775" y="359084"/>
                  </a:lnTo>
                  <a:lnTo>
                    <a:pt x="8518" y="363872"/>
                  </a:lnTo>
                  <a:close/>
                </a:path>
                <a:path w="349250" h="905510">
                  <a:moveTo>
                    <a:pt x="4261" y="263325"/>
                  </a:moveTo>
                  <a:lnTo>
                    <a:pt x="0" y="258537"/>
                  </a:lnTo>
                  <a:lnTo>
                    <a:pt x="0" y="201084"/>
                  </a:lnTo>
                  <a:lnTo>
                    <a:pt x="8518" y="201084"/>
                  </a:lnTo>
                  <a:lnTo>
                    <a:pt x="12775" y="205872"/>
                  </a:lnTo>
                  <a:lnTo>
                    <a:pt x="12775" y="258537"/>
                  </a:lnTo>
                  <a:lnTo>
                    <a:pt x="8518" y="258537"/>
                  </a:lnTo>
                  <a:lnTo>
                    <a:pt x="4261" y="263325"/>
                  </a:lnTo>
                  <a:close/>
                </a:path>
                <a:path w="349250" h="905510">
                  <a:moveTo>
                    <a:pt x="4261" y="157995"/>
                  </a:moveTo>
                  <a:lnTo>
                    <a:pt x="0" y="153207"/>
                  </a:lnTo>
                  <a:lnTo>
                    <a:pt x="0" y="100547"/>
                  </a:lnTo>
                  <a:lnTo>
                    <a:pt x="4261" y="95759"/>
                  </a:lnTo>
                  <a:lnTo>
                    <a:pt x="8518" y="95759"/>
                  </a:lnTo>
                  <a:lnTo>
                    <a:pt x="8518" y="100547"/>
                  </a:lnTo>
                  <a:lnTo>
                    <a:pt x="12775" y="100547"/>
                  </a:lnTo>
                  <a:lnTo>
                    <a:pt x="12775" y="153207"/>
                  </a:lnTo>
                  <a:lnTo>
                    <a:pt x="8518" y="153207"/>
                  </a:lnTo>
                  <a:lnTo>
                    <a:pt x="4261" y="157995"/>
                  </a:lnTo>
                  <a:close/>
                </a:path>
                <a:path w="349250" h="905510">
                  <a:moveTo>
                    <a:pt x="68116" y="47877"/>
                  </a:moveTo>
                  <a:lnTo>
                    <a:pt x="29803" y="47877"/>
                  </a:lnTo>
                  <a:lnTo>
                    <a:pt x="42574" y="38301"/>
                  </a:lnTo>
                  <a:lnTo>
                    <a:pt x="59602" y="33514"/>
                  </a:lnTo>
                  <a:lnTo>
                    <a:pt x="68116" y="33514"/>
                  </a:lnTo>
                  <a:lnTo>
                    <a:pt x="72373" y="38301"/>
                  </a:lnTo>
                  <a:lnTo>
                    <a:pt x="72373" y="43089"/>
                  </a:lnTo>
                  <a:lnTo>
                    <a:pt x="68116" y="47877"/>
                  </a:lnTo>
                  <a:close/>
                </a:path>
                <a:path w="349250" h="905510">
                  <a:moveTo>
                    <a:pt x="34060" y="62245"/>
                  </a:moveTo>
                  <a:lnTo>
                    <a:pt x="25546" y="62245"/>
                  </a:lnTo>
                  <a:lnTo>
                    <a:pt x="21289" y="57457"/>
                  </a:lnTo>
                  <a:lnTo>
                    <a:pt x="21289" y="52669"/>
                  </a:lnTo>
                  <a:lnTo>
                    <a:pt x="25546" y="47877"/>
                  </a:lnTo>
                  <a:lnTo>
                    <a:pt x="63859" y="47877"/>
                  </a:lnTo>
                  <a:lnTo>
                    <a:pt x="46831" y="52669"/>
                  </a:lnTo>
                  <a:lnTo>
                    <a:pt x="34060" y="62245"/>
                  </a:lnTo>
                  <a:close/>
                </a:path>
                <a:path w="349250" h="905510">
                  <a:moveTo>
                    <a:pt x="127713" y="33514"/>
                  </a:moveTo>
                  <a:lnTo>
                    <a:pt x="114938" y="33514"/>
                  </a:lnTo>
                  <a:lnTo>
                    <a:pt x="110685" y="28726"/>
                  </a:lnTo>
                  <a:lnTo>
                    <a:pt x="110685" y="23938"/>
                  </a:lnTo>
                  <a:lnTo>
                    <a:pt x="114938" y="19155"/>
                  </a:lnTo>
                  <a:lnTo>
                    <a:pt x="127713" y="19155"/>
                  </a:lnTo>
                  <a:lnTo>
                    <a:pt x="153251" y="14367"/>
                  </a:lnTo>
                  <a:lnTo>
                    <a:pt x="161769" y="14367"/>
                  </a:lnTo>
                  <a:lnTo>
                    <a:pt x="161769" y="23938"/>
                  </a:lnTo>
                  <a:lnTo>
                    <a:pt x="157512" y="28726"/>
                  </a:lnTo>
                  <a:lnTo>
                    <a:pt x="153251" y="28726"/>
                  </a:lnTo>
                  <a:lnTo>
                    <a:pt x="127713" y="33514"/>
                  </a:lnTo>
                  <a:close/>
                </a:path>
                <a:path w="349250" h="905510">
                  <a:moveTo>
                    <a:pt x="251166" y="19155"/>
                  </a:moveTo>
                  <a:lnTo>
                    <a:pt x="204339" y="19155"/>
                  </a:lnTo>
                  <a:lnTo>
                    <a:pt x="204339" y="9580"/>
                  </a:lnTo>
                  <a:lnTo>
                    <a:pt x="208596" y="4787"/>
                  </a:lnTo>
                  <a:lnTo>
                    <a:pt x="255423" y="4787"/>
                  </a:lnTo>
                  <a:lnTo>
                    <a:pt x="255423" y="14367"/>
                  </a:lnTo>
                  <a:lnTo>
                    <a:pt x="251166" y="19155"/>
                  </a:lnTo>
                  <a:close/>
                </a:path>
                <a:path w="349250" h="905510">
                  <a:moveTo>
                    <a:pt x="344815" y="4787"/>
                  </a:moveTo>
                  <a:lnTo>
                    <a:pt x="297993" y="4787"/>
                  </a:lnTo>
                  <a:lnTo>
                    <a:pt x="302250" y="0"/>
                  </a:lnTo>
                  <a:lnTo>
                    <a:pt x="340563" y="0"/>
                  </a:lnTo>
                  <a:lnTo>
                    <a:pt x="344815" y="4787"/>
                  </a:lnTo>
                  <a:close/>
                </a:path>
                <a:path w="349250" h="905510">
                  <a:moveTo>
                    <a:pt x="344815" y="14367"/>
                  </a:moveTo>
                  <a:lnTo>
                    <a:pt x="297993" y="14367"/>
                  </a:lnTo>
                  <a:lnTo>
                    <a:pt x="293736" y="9580"/>
                  </a:lnTo>
                  <a:lnTo>
                    <a:pt x="293736" y="4787"/>
                  </a:lnTo>
                  <a:lnTo>
                    <a:pt x="349077" y="4787"/>
                  </a:lnTo>
                  <a:lnTo>
                    <a:pt x="349077" y="9580"/>
                  </a:lnTo>
                  <a:lnTo>
                    <a:pt x="344815" y="143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8139030" y="4747584"/>
              <a:ext cx="349250" cy="905510"/>
            </a:xfrm>
            <a:custGeom>
              <a:avLst/>
              <a:gdLst/>
              <a:ahLst/>
              <a:cxnLst/>
              <a:rect l="l" t="t" r="r" b="b"/>
              <a:pathLst>
                <a:path w="349250" h="905510">
                  <a:moveTo>
                    <a:pt x="340558" y="14363"/>
                  </a:moveTo>
                  <a:lnTo>
                    <a:pt x="302245" y="14363"/>
                  </a:lnTo>
                  <a:lnTo>
                    <a:pt x="297988" y="14363"/>
                  </a:lnTo>
                  <a:lnTo>
                    <a:pt x="293731" y="9575"/>
                  </a:lnTo>
                  <a:lnTo>
                    <a:pt x="293731" y="4787"/>
                  </a:lnTo>
                  <a:lnTo>
                    <a:pt x="297988" y="4787"/>
                  </a:lnTo>
                  <a:lnTo>
                    <a:pt x="302245" y="0"/>
                  </a:lnTo>
                  <a:lnTo>
                    <a:pt x="340558" y="0"/>
                  </a:lnTo>
                  <a:lnTo>
                    <a:pt x="344815" y="4787"/>
                  </a:lnTo>
                  <a:lnTo>
                    <a:pt x="349072" y="4787"/>
                  </a:lnTo>
                  <a:lnTo>
                    <a:pt x="349072" y="9575"/>
                  </a:lnTo>
                  <a:lnTo>
                    <a:pt x="344815" y="14363"/>
                  </a:lnTo>
                  <a:lnTo>
                    <a:pt x="340558" y="14363"/>
                  </a:lnTo>
                  <a:close/>
                </a:path>
                <a:path w="349250" h="905510">
                  <a:moveTo>
                    <a:pt x="251162" y="19150"/>
                  </a:moveTo>
                  <a:lnTo>
                    <a:pt x="212849" y="19150"/>
                  </a:lnTo>
                  <a:lnTo>
                    <a:pt x="208592" y="19150"/>
                  </a:lnTo>
                  <a:lnTo>
                    <a:pt x="204335" y="19150"/>
                  </a:lnTo>
                  <a:lnTo>
                    <a:pt x="204335" y="14363"/>
                  </a:lnTo>
                  <a:lnTo>
                    <a:pt x="204335" y="9575"/>
                  </a:lnTo>
                  <a:lnTo>
                    <a:pt x="208592" y="4787"/>
                  </a:lnTo>
                  <a:lnTo>
                    <a:pt x="246905" y="4787"/>
                  </a:lnTo>
                  <a:lnTo>
                    <a:pt x="251162" y="4787"/>
                  </a:lnTo>
                  <a:lnTo>
                    <a:pt x="255419" y="4787"/>
                  </a:lnTo>
                  <a:lnTo>
                    <a:pt x="255419" y="9575"/>
                  </a:lnTo>
                  <a:lnTo>
                    <a:pt x="255419" y="14363"/>
                  </a:lnTo>
                  <a:lnTo>
                    <a:pt x="251162" y="19150"/>
                  </a:lnTo>
                  <a:close/>
                </a:path>
                <a:path w="349250" h="905510">
                  <a:moveTo>
                    <a:pt x="157508" y="28726"/>
                  </a:moveTo>
                  <a:lnTo>
                    <a:pt x="153251" y="28726"/>
                  </a:lnTo>
                  <a:lnTo>
                    <a:pt x="127709" y="33514"/>
                  </a:lnTo>
                  <a:lnTo>
                    <a:pt x="119195" y="33514"/>
                  </a:lnTo>
                  <a:lnTo>
                    <a:pt x="114938" y="33514"/>
                  </a:lnTo>
                  <a:lnTo>
                    <a:pt x="110681" y="28726"/>
                  </a:lnTo>
                  <a:lnTo>
                    <a:pt x="110681" y="23938"/>
                  </a:lnTo>
                  <a:lnTo>
                    <a:pt x="114938" y="19150"/>
                  </a:lnTo>
                  <a:lnTo>
                    <a:pt x="127709" y="19150"/>
                  </a:lnTo>
                  <a:lnTo>
                    <a:pt x="153251" y="14363"/>
                  </a:lnTo>
                  <a:lnTo>
                    <a:pt x="157508" y="14363"/>
                  </a:lnTo>
                  <a:lnTo>
                    <a:pt x="161765" y="14363"/>
                  </a:lnTo>
                  <a:lnTo>
                    <a:pt x="161765" y="19150"/>
                  </a:lnTo>
                  <a:lnTo>
                    <a:pt x="161765" y="23938"/>
                  </a:lnTo>
                  <a:lnTo>
                    <a:pt x="157508" y="28726"/>
                  </a:lnTo>
                  <a:close/>
                </a:path>
                <a:path w="349250" h="905510">
                  <a:moveTo>
                    <a:pt x="68111" y="47877"/>
                  </a:moveTo>
                  <a:lnTo>
                    <a:pt x="63854" y="47877"/>
                  </a:lnTo>
                  <a:lnTo>
                    <a:pt x="46826" y="52665"/>
                  </a:lnTo>
                  <a:lnTo>
                    <a:pt x="34055" y="62240"/>
                  </a:lnTo>
                  <a:lnTo>
                    <a:pt x="29798" y="62240"/>
                  </a:lnTo>
                  <a:lnTo>
                    <a:pt x="25541" y="62240"/>
                  </a:lnTo>
                  <a:lnTo>
                    <a:pt x="21284" y="57452"/>
                  </a:lnTo>
                  <a:lnTo>
                    <a:pt x="21284" y="52665"/>
                  </a:lnTo>
                  <a:lnTo>
                    <a:pt x="25541" y="47877"/>
                  </a:lnTo>
                  <a:lnTo>
                    <a:pt x="29798" y="47877"/>
                  </a:lnTo>
                  <a:lnTo>
                    <a:pt x="42569" y="38301"/>
                  </a:lnTo>
                  <a:lnTo>
                    <a:pt x="59597" y="33514"/>
                  </a:lnTo>
                  <a:lnTo>
                    <a:pt x="63854" y="33514"/>
                  </a:lnTo>
                  <a:lnTo>
                    <a:pt x="68111" y="33514"/>
                  </a:lnTo>
                  <a:lnTo>
                    <a:pt x="72368" y="38301"/>
                  </a:lnTo>
                  <a:lnTo>
                    <a:pt x="72368" y="43089"/>
                  </a:lnTo>
                  <a:lnTo>
                    <a:pt x="68111" y="47877"/>
                  </a:lnTo>
                  <a:close/>
                </a:path>
                <a:path w="349250" h="905510">
                  <a:moveTo>
                    <a:pt x="12770" y="105330"/>
                  </a:moveTo>
                  <a:lnTo>
                    <a:pt x="12770" y="148419"/>
                  </a:lnTo>
                  <a:lnTo>
                    <a:pt x="12770" y="153207"/>
                  </a:lnTo>
                  <a:lnTo>
                    <a:pt x="8513" y="153207"/>
                  </a:lnTo>
                  <a:lnTo>
                    <a:pt x="4256" y="157995"/>
                  </a:lnTo>
                  <a:lnTo>
                    <a:pt x="0" y="153207"/>
                  </a:lnTo>
                  <a:lnTo>
                    <a:pt x="0" y="148419"/>
                  </a:lnTo>
                  <a:lnTo>
                    <a:pt x="0" y="105330"/>
                  </a:lnTo>
                  <a:lnTo>
                    <a:pt x="0" y="100542"/>
                  </a:lnTo>
                  <a:lnTo>
                    <a:pt x="4256" y="95754"/>
                  </a:lnTo>
                  <a:lnTo>
                    <a:pt x="8513" y="95754"/>
                  </a:lnTo>
                  <a:lnTo>
                    <a:pt x="8513" y="100542"/>
                  </a:lnTo>
                  <a:lnTo>
                    <a:pt x="12770" y="100542"/>
                  </a:lnTo>
                  <a:lnTo>
                    <a:pt x="12770" y="105330"/>
                  </a:lnTo>
                  <a:close/>
                </a:path>
                <a:path w="349250" h="905510">
                  <a:moveTo>
                    <a:pt x="12770" y="210660"/>
                  </a:moveTo>
                  <a:lnTo>
                    <a:pt x="12770" y="253749"/>
                  </a:lnTo>
                  <a:lnTo>
                    <a:pt x="12770" y="258537"/>
                  </a:lnTo>
                  <a:lnTo>
                    <a:pt x="8513" y="258537"/>
                  </a:lnTo>
                  <a:lnTo>
                    <a:pt x="4256" y="263325"/>
                  </a:lnTo>
                  <a:lnTo>
                    <a:pt x="0" y="258537"/>
                  </a:lnTo>
                  <a:lnTo>
                    <a:pt x="0" y="253749"/>
                  </a:lnTo>
                  <a:lnTo>
                    <a:pt x="0" y="210660"/>
                  </a:lnTo>
                  <a:lnTo>
                    <a:pt x="0" y="205872"/>
                  </a:lnTo>
                  <a:lnTo>
                    <a:pt x="0" y="201084"/>
                  </a:lnTo>
                  <a:lnTo>
                    <a:pt x="4256" y="201084"/>
                  </a:lnTo>
                  <a:lnTo>
                    <a:pt x="8513" y="201084"/>
                  </a:lnTo>
                  <a:lnTo>
                    <a:pt x="12770" y="205872"/>
                  </a:lnTo>
                  <a:lnTo>
                    <a:pt x="12770" y="210660"/>
                  </a:lnTo>
                  <a:close/>
                </a:path>
                <a:path w="349250" h="905510">
                  <a:moveTo>
                    <a:pt x="12770" y="311202"/>
                  </a:moveTo>
                  <a:lnTo>
                    <a:pt x="12770" y="359080"/>
                  </a:lnTo>
                  <a:lnTo>
                    <a:pt x="8513" y="363867"/>
                  </a:lnTo>
                  <a:lnTo>
                    <a:pt x="4256" y="363867"/>
                  </a:lnTo>
                  <a:lnTo>
                    <a:pt x="0" y="363867"/>
                  </a:lnTo>
                  <a:lnTo>
                    <a:pt x="0" y="359080"/>
                  </a:lnTo>
                  <a:lnTo>
                    <a:pt x="0" y="311202"/>
                  </a:lnTo>
                  <a:lnTo>
                    <a:pt x="0" y="306415"/>
                  </a:lnTo>
                  <a:lnTo>
                    <a:pt x="4256" y="306415"/>
                  </a:lnTo>
                  <a:lnTo>
                    <a:pt x="8513" y="306415"/>
                  </a:lnTo>
                  <a:lnTo>
                    <a:pt x="12770" y="311202"/>
                  </a:lnTo>
                  <a:close/>
                </a:path>
                <a:path w="349250" h="905510">
                  <a:moveTo>
                    <a:pt x="12770" y="416532"/>
                  </a:moveTo>
                  <a:lnTo>
                    <a:pt x="12770" y="464410"/>
                  </a:lnTo>
                  <a:lnTo>
                    <a:pt x="8513" y="469198"/>
                  </a:lnTo>
                  <a:lnTo>
                    <a:pt x="4256" y="469198"/>
                  </a:lnTo>
                  <a:lnTo>
                    <a:pt x="0" y="469198"/>
                  </a:lnTo>
                  <a:lnTo>
                    <a:pt x="0" y="464410"/>
                  </a:lnTo>
                  <a:lnTo>
                    <a:pt x="0" y="416532"/>
                  </a:lnTo>
                  <a:lnTo>
                    <a:pt x="0" y="411745"/>
                  </a:lnTo>
                  <a:lnTo>
                    <a:pt x="4256" y="411745"/>
                  </a:lnTo>
                  <a:lnTo>
                    <a:pt x="8513" y="411745"/>
                  </a:lnTo>
                  <a:lnTo>
                    <a:pt x="12770" y="416532"/>
                  </a:lnTo>
                  <a:close/>
                </a:path>
                <a:path w="349250" h="905510">
                  <a:moveTo>
                    <a:pt x="12770" y="521863"/>
                  </a:moveTo>
                  <a:lnTo>
                    <a:pt x="12770" y="569740"/>
                  </a:lnTo>
                  <a:lnTo>
                    <a:pt x="8513" y="574528"/>
                  </a:lnTo>
                  <a:lnTo>
                    <a:pt x="4256" y="574528"/>
                  </a:lnTo>
                  <a:lnTo>
                    <a:pt x="0" y="574528"/>
                  </a:lnTo>
                  <a:lnTo>
                    <a:pt x="0" y="569740"/>
                  </a:lnTo>
                  <a:lnTo>
                    <a:pt x="0" y="521863"/>
                  </a:lnTo>
                  <a:lnTo>
                    <a:pt x="0" y="517075"/>
                  </a:lnTo>
                  <a:lnTo>
                    <a:pt x="4256" y="517075"/>
                  </a:lnTo>
                  <a:lnTo>
                    <a:pt x="8513" y="517075"/>
                  </a:lnTo>
                  <a:lnTo>
                    <a:pt x="12770" y="521863"/>
                  </a:lnTo>
                  <a:close/>
                </a:path>
                <a:path w="349250" h="905510">
                  <a:moveTo>
                    <a:pt x="12770" y="627193"/>
                  </a:moveTo>
                  <a:lnTo>
                    <a:pt x="12770" y="670282"/>
                  </a:lnTo>
                  <a:lnTo>
                    <a:pt x="12770" y="675070"/>
                  </a:lnTo>
                  <a:lnTo>
                    <a:pt x="8513" y="679858"/>
                  </a:lnTo>
                  <a:lnTo>
                    <a:pt x="4256" y="679858"/>
                  </a:lnTo>
                  <a:lnTo>
                    <a:pt x="0" y="679858"/>
                  </a:lnTo>
                  <a:lnTo>
                    <a:pt x="0" y="675070"/>
                  </a:lnTo>
                  <a:lnTo>
                    <a:pt x="0" y="670282"/>
                  </a:lnTo>
                  <a:lnTo>
                    <a:pt x="0" y="627193"/>
                  </a:lnTo>
                  <a:lnTo>
                    <a:pt x="0" y="622405"/>
                  </a:lnTo>
                  <a:lnTo>
                    <a:pt x="4256" y="622405"/>
                  </a:lnTo>
                  <a:lnTo>
                    <a:pt x="8513" y="622405"/>
                  </a:lnTo>
                  <a:lnTo>
                    <a:pt x="12770" y="622405"/>
                  </a:lnTo>
                  <a:lnTo>
                    <a:pt x="12770" y="627193"/>
                  </a:lnTo>
                  <a:close/>
                </a:path>
                <a:path w="349250" h="905510">
                  <a:moveTo>
                    <a:pt x="12770" y="732523"/>
                  </a:moveTo>
                  <a:lnTo>
                    <a:pt x="12770" y="775613"/>
                  </a:lnTo>
                  <a:lnTo>
                    <a:pt x="12770" y="780400"/>
                  </a:lnTo>
                  <a:lnTo>
                    <a:pt x="8513" y="780400"/>
                  </a:lnTo>
                  <a:lnTo>
                    <a:pt x="4256" y="785188"/>
                  </a:lnTo>
                  <a:lnTo>
                    <a:pt x="0" y="780400"/>
                  </a:lnTo>
                  <a:lnTo>
                    <a:pt x="0" y="775613"/>
                  </a:lnTo>
                  <a:lnTo>
                    <a:pt x="0" y="732523"/>
                  </a:lnTo>
                  <a:lnTo>
                    <a:pt x="0" y="727735"/>
                  </a:lnTo>
                  <a:lnTo>
                    <a:pt x="4256" y="727735"/>
                  </a:lnTo>
                  <a:lnTo>
                    <a:pt x="4256" y="722947"/>
                  </a:lnTo>
                  <a:lnTo>
                    <a:pt x="8513" y="727735"/>
                  </a:lnTo>
                  <a:lnTo>
                    <a:pt x="12770" y="727735"/>
                  </a:lnTo>
                  <a:lnTo>
                    <a:pt x="12770" y="732523"/>
                  </a:lnTo>
                  <a:close/>
                </a:path>
                <a:path w="349250" h="905510">
                  <a:moveTo>
                    <a:pt x="17027" y="833065"/>
                  </a:moveTo>
                  <a:lnTo>
                    <a:pt x="25541" y="837853"/>
                  </a:lnTo>
                  <a:lnTo>
                    <a:pt x="21284" y="837853"/>
                  </a:lnTo>
                  <a:lnTo>
                    <a:pt x="34055" y="842641"/>
                  </a:lnTo>
                  <a:lnTo>
                    <a:pt x="46826" y="852216"/>
                  </a:lnTo>
                  <a:lnTo>
                    <a:pt x="51083" y="857004"/>
                  </a:lnTo>
                  <a:lnTo>
                    <a:pt x="51083" y="861792"/>
                  </a:lnTo>
                  <a:lnTo>
                    <a:pt x="46826" y="866580"/>
                  </a:lnTo>
                  <a:lnTo>
                    <a:pt x="42569" y="866580"/>
                  </a:lnTo>
                  <a:lnTo>
                    <a:pt x="29798" y="857004"/>
                  </a:lnTo>
                  <a:lnTo>
                    <a:pt x="17027" y="852216"/>
                  </a:lnTo>
                  <a:lnTo>
                    <a:pt x="8513" y="842641"/>
                  </a:lnTo>
                  <a:lnTo>
                    <a:pt x="4256" y="837853"/>
                  </a:lnTo>
                  <a:lnTo>
                    <a:pt x="4256" y="833065"/>
                  </a:lnTo>
                  <a:lnTo>
                    <a:pt x="8513" y="828278"/>
                  </a:lnTo>
                  <a:lnTo>
                    <a:pt x="12770" y="828278"/>
                  </a:lnTo>
                  <a:lnTo>
                    <a:pt x="17027" y="833065"/>
                  </a:lnTo>
                  <a:close/>
                </a:path>
                <a:path w="349250" h="905510">
                  <a:moveTo>
                    <a:pt x="97910" y="866580"/>
                  </a:moveTo>
                  <a:lnTo>
                    <a:pt x="106424" y="866580"/>
                  </a:lnTo>
                  <a:lnTo>
                    <a:pt x="127709" y="871367"/>
                  </a:lnTo>
                  <a:lnTo>
                    <a:pt x="136223" y="876155"/>
                  </a:lnTo>
                  <a:lnTo>
                    <a:pt x="140480" y="876155"/>
                  </a:lnTo>
                  <a:lnTo>
                    <a:pt x="140480" y="880943"/>
                  </a:lnTo>
                  <a:lnTo>
                    <a:pt x="140480" y="885730"/>
                  </a:lnTo>
                  <a:lnTo>
                    <a:pt x="136223" y="890518"/>
                  </a:lnTo>
                  <a:lnTo>
                    <a:pt x="127709" y="885730"/>
                  </a:lnTo>
                  <a:lnTo>
                    <a:pt x="102167" y="880943"/>
                  </a:lnTo>
                  <a:lnTo>
                    <a:pt x="93653" y="880943"/>
                  </a:lnTo>
                  <a:lnTo>
                    <a:pt x="89396" y="876155"/>
                  </a:lnTo>
                  <a:lnTo>
                    <a:pt x="89396" y="871367"/>
                  </a:lnTo>
                  <a:lnTo>
                    <a:pt x="93653" y="866580"/>
                  </a:lnTo>
                  <a:lnTo>
                    <a:pt x="97910" y="866580"/>
                  </a:lnTo>
                  <a:close/>
                </a:path>
                <a:path w="349250" h="905510">
                  <a:moveTo>
                    <a:pt x="187307" y="880943"/>
                  </a:moveTo>
                  <a:lnTo>
                    <a:pt x="212849" y="885730"/>
                  </a:lnTo>
                  <a:lnTo>
                    <a:pt x="229877" y="885730"/>
                  </a:lnTo>
                  <a:lnTo>
                    <a:pt x="234134" y="885730"/>
                  </a:lnTo>
                  <a:lnTo>
                    <a:pt x="234134" y="890518"/>
                  </a:lnTo>
                  <a:lnTo>
                    <a:pt x="234134" y="900094"/>
                  </a:lnTo>
                  <a:lnTo>
                    <a:pt x="229877" y="900094"/>
                  </a:lnTo>
                  <a:lnTo>
                    <a:pt x="225620" y="900094"/>
                  </a:lnTo>
                  <a:lnTo>
                    <a:pt x="208592" y="900094"/>
                  </a:lnTo>
                  <a:lnTo>
                    <a:pt x="187307" y="895306"/>
                  </a:lnTo>
                  <a:lnTo>
                    <a:pt x="183050" y="895306"/>
                  </a:lnTo>
                  <a:lnTo>
                    <a:pt x="183050" y="890518"/>
                  </a:lnTo>
                  <a:lnTo>
                    <a:pt x="183050" y="885730"/>
                  </a:lnTo>
                  <a:lnTo>
                    <a:pt x="183050" y="880943"/>
                  </a:lnTo>
                  <a:lnTo>
                    <a:pt x="187307" y="880943"/>
                  </a:lnTo>
                  <a:close/>
                </a:path>
                <a:path w="349250" h="905510">
                  <a:moveTo>
                    <a:pt x="280961" y="885730"/>
                  </a:moveTo>
                  <a:lnTo>
                    <a:pt x="319273" y="890518"/>
                  </a:lnTo>
                  <a:lnTo>
                    <a:pt x="323530" y="890518"/>
                  </a:lnTo>
                  <a:lnTo>
                    <a:pt x="327787" y="890518"/>
                  </a:lnTo>
                  <a:lnTo>
                    <a:pt x="327787" y="895306"/>
                  </a:lnTo>
                  <a:lnTo>
                    <a:pt x="323530" y="900094"/>
                  </a:lnTo>
                  <a:lnTo>
                    <a:pt x="319273" y="904881"/>
                  </a:lnTo>
                  <a:lnTo>
                    <a:pt x="280961" y="904881"/>
                  </a:lnTo>
                  <a:lnTo>
                    <a:pt x="276704" y="900094"/>
                  </a:lnTo>
                  <a:lnTo>
                    <a:pt x="272447" y="895306"/>
                  </a:lnTo>
                  <a:lnTo>
                    <a:pt x="276704" y="890518"/>
                  </a:lnTo>
                  <a:lnTo>
                    <a:pt x="280961" y="885730"/>
                  </a:lnTo>
                  <a:close/>
                </a:path>
              </a:pathLst>
            </a:custGeom>
            <a:ln w="45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6712940" y="4757162"/>
              <a:ext cx="349250" cy="905510"/>
            </a:xfrm>
            <a:custGeom>
              <a:avLst/>
              <a:gdLst/>
              <a:ahLst/>
              <a:cxnLst/>
              <a:rect l="l" t="t" r="r" b="b"/>
              <a:pathLst>
                <a:path w="349250" h="905510">
                  <a:moveTo>
                    <a:pt x="29798" y="904881"/>
                  </a:moveTo>
                  <a:lnTo>
                    <a:pt x="21284" y="895301"/>
                  </a:lnTo>
                  <a:lnTo>
                    <a:pt x="21284" y="890513"/>
                  </a:lnTo>
                  <a:lnTo>
                    <a:pt x="29798" y="890513"/>
                  </a:lnTo>
                  <a:lnTo>
                    <a:pt x="68111" y="885726"/>
                  </a:lnTo>
                  <a:lnTo>
                    <a:pt x="76625" y="895301"/>
                  </a:lnTo>
                  <a:lnTo>
                    <a:pt x="72368" y="895301"/>
                  </a:lnTo>
                  <a:lnTo>
                    <a:pt x="72368" y="900089"/>
                  </a:lnTo>
                  <a:lnTo>
                    <a:pt x="68111" y="900089"/>
                  </a:lnTo>
                  <a:lnTo>
                    <a:pt x="29798" y="904881"/>
                  </a:lnTo>
                  <a:close/>
                </a:path>
                <a:path w="349250" h="905510">
                  <a:moveTo>
                    <a:pt x="140480" y="900089"/>
                  </a:moveTo>
                  <a:lnTo>
                    <a:pt x="119195" y="900089"/>
                  </a:lnTo>
                  <a:lnTo>
                    <a:pt x="114938" y="895301"/>
                  </a:lnTo>
                  <a:lnTo>
                    <a:pt x="114938" y="885726"/>
                  </a:lnTo>
                  <a:lnTo>
                    <a:pt x="119195" y="885726"/>
                  </a:lnTo>
                  <a:lnTo>
                    <a:pt x="136223" y="880938"/>
                  </a:lnTo>
                  <a:lnTo>
                    <a:pt x="166022" y="880938"/>
                  </a:lnTo>
                  <a:lnTo>
                    <a:pt x="166022" y="890513"/>
                  </a:lnTo>
                  <a:lnTo>
                    <a:pt x="161765" y="895301"/>
                  </a:lnTo>
                  <a:lnTo>
                    <a:pt x="140480" y="900089"/>
                  </a:lnTo>
                  <a:close/>
                </a:path>
                <a:path w="349250" h="905510">
                  <a:moveTo>
                    <a:pt x="221363" y="885726"/>
                  </a:moveTo>
                  <a:lnTo>
                    <a:pt x="208592" y="885726"/>
                  </a:lnTo>
                  <a:lnTo>
                    <a:pt x="208592" y="876150"/>
                  </a:lnTo>
                  <a:lnTo>
                    <a:pt x="212849" y="871367"/>
                  </a:lnTo>
                  <a:lnTo>
                    <a:pt x="221363" y="871367"/>
                  </a:lnTo>
                  <a:lnTo>
                    <a:pt x="242648" y="866580"/>
                  </a:lnTo>
                  <a:lnTo>
                    <a:pt x="255419" y="866580"/>
                  </a:lnTo>
                  <a:lnTo>
                    <a:pt x="259676" y="871367"/>
                  </a:lnTo>
                  <a:lnTo>
                    <a:pt x="259676" y="876150"/>
                  </a:lnTo>
                  <a:lnTo>
                    <a:pt x="255419" y="880938"/>
                  </a:lnTo>
                  <a:lnTo>
                    <a:pt x="246905" y="880938"/>
                  </a:lnTo>
                  <a:lnTo>
                    <a:pt x="221363" y="885726"/>
                  </a:lnTo>
                  <a:close/>
                </a:path>
                <a:path w="349250" h="905510">
                  <a:moveTo>
                    <a:pt x="302245" y="866580"/>
                  </a:moveTo>
                  <a:lnTo>
                    <a:pt x="302245" y="861792"/>
                  </a:lnTo>
                  <a:lnTo>
                    <a:pt x="297988" y="861792"/>
                  </a:lnTo>
                  <a:lnTo>
                    <a:pt x="297988" y="852212"/>
                  </a:lnTo>
                  <a:lnTo>
                    <a:pt x="302245" y="852212"/>
                  </a:lnTo>
                  <a:lnTo>
                    <a:pt x="315016" y="842636"/>
                  </a:lnTo>
                  <a:lnTo>
                    <a:pt x="332044" y="833061"/>
                  </a:lnTo>
                  <a:lnTo>
                    <a:pt x="332044" y="828278"/>
                  </a:lnTo>
                  <a:lnTo>
                    <a:pt x="340558" y="828278"/>
                  </a:lnTo>
                  <a:lnTo>
                    <a:pt x="344815" y="833061"/>
                  </a:lnTo>
                  <a:lnTo>
                    <a:pt x="344815" y="837848"/>
                  </a:lnTo>
                  <a:lnTo>
                    <a:pt x="332044" y="852212"/>
                  </a:lnTo>
                  <a:lnTo>
                    <a:pt x="306502" y="861792"/>
                  </a:lnTo>
                  <a:lnTo>
                    <a:pt x="302245" y="866580"/>
                  </a:lnTo>
                  <a:close/>
                </a:path>
                <a:path w="349250" h="905510">
                  <a:moveTo>
                    <a:pt x="344815" y="785188"/>
                  </a:moveTo>
                  <a:lnTo>
                    <a:pt x="340558" y="785188"/>
                  </a:lnTo>
                  <a:lnTo>
                    <a:pt x="340558" y="780400"/>
                  </a:lnTo>
                  <a:lnTo>
                    <a:pt x="336301" y="780400"/>
                  </a:lnTo>
                  <a:lnTo>
                    <a:pt x="336301" y="727730"/>
                  </a:lnTo>
                  <a:lnTo>
                    <a:pt x="340558" y="727730"/>
                  </a:lnTo>
                  <a:lnTo>
                    <a:pt x="344815" y="722943"/>
                  </a:lnTo>
                  <a:lnTo>
                    <a:pt x="349072" y="727730"/>
                  </a:lnTo>
                  <a:lnTo>
                    <a:pt x="349072" y="780400"/>
                  </a:lnTo>
                  <a:lnTo>
                    <a:pt x="344815" y="785188"/>
                  </a:lnTo>
                  <a:close/>
                </a:path>
                <a:path w="349250" h="905510">
                  <a:moveTo>
                    <a:pt x="344815" y="679853"/>
                  </a:moveTo>
                  <a:lnTo>
                    <a:pt x="340558" y="679853"/>
                  </a:lnTo>
                  <a:lnTo>
                    <a:pt x="340558" y="675065"/>
                  </a:lnTo>
                  <a:lnTo>
                    <a:pt x="336301" y="675065"/>
                  </a:lnTo>
                  <a:lnTo>
                    <a:pt x="336301" y="622400"/>
                  </a:lnTo>
                  <a:lnTo>
                    <a:pt x="340558" y="622400"/>
                  </a:lnTo>
                  <a:lnTo>
                    <a:pt x="344815" y="617613"/>
                  </a:lnTo>
                  <a:lnTo>
                    <a:pt x="349072" y="622400"/>
                  </a:lnTo>
                  <a:lnTo>
                    <a:pt x="349072" y="675065"/>
                  </a:lnTo>
                  <a:lnTo>
                    <a:pt x="344815" y="679853"/>
                  </a:lnTo>
                  <a:close/>
                </a:path>
                <a:path w="349250" h="905510">
                  <a:moveTo>
                    <a:pt x="349072" y="574523"/>
                  </a:moveTo>
                  <a:lnTo>
                    <a:pt x="340558" y="574523"/>
                  </a:lnTo>
                  <a:lnTo>
                    <a:pt x="336301" y="569740"/>
                  </a:lnTo>
                  <a:lnTo>
                    <a:pt x="336301" y="517075"/>
                  </a:lnTo>
                  <a:lnTo>
                    <a:pt x="340558" y="517075"/>
                  </a:lnTo>
                  <a:lnTo>
                    <a:pt x="344815" y="512282"/>
                  </a:lnTo>
                  <a:lnTo>
                    <a:pt x="349072" y="517075"/>
                  </a:lnTo>
                  <a:lnTo>
                    <a:pt x="349072" y="574523"/>
                  </a:lnTo>
                  <a:close/>
                </a:path>
                <a:path w="349250" h="905510">
                  <a:moveTo>
                    <a:pt x="349072" y="469193"/>
                  </a:moveTo>
                  <a:lnTo>
                    <a:pt x="340558" y="469193"/>
                  </a:lnTo>
                  <a:lnTo>
                    <a:pt x="336301" y="464405"/>
                  </a:lnTo>
                  <a:lnTo>
                    <a:pt x="336301" y="416528"/>
                  </a:lnTo>
                  <a:lnTo>
                    <a:pt x="340558" y="411740"/>
                  </a:lnTo>
                  <a:lnTo>
                    <a:pt x="349072" y="411740"/>
                  </a:lnTo>
                  <a:lnTo>
                    <a:pt x="349072" y="469193"/>
                  </a:lnTo>
                  <a:close/>
                </a:path>
                <a:path w="349250" h="905510">
                  <a:moveTo>
                    <a:pt x="349072" y="363863"/>
                  </a:moveTo>
                  <a:lnTo>
                    <a:pt x="340558" y="363863"/>
                  </a:lnTo>
                  <a:lnTo>
                    <a:pt x="336301" y="359075"/>
                  </a:lnTo>
                  <a:lnTo>
                    <a:pt x="336301" y="311202"/>
                  </a:lnTo>
                  <a:lnTo>
                    <a:pt x="340558" y="306415"/>
                  </a:lnTo>
                  <a:lnTo>
                    <a:pt x="349072" y="306415"/>
                  </a:lnTo>
                  <a:lnTo>
                    <a:pt x="349072" y="363863"/>
                  </a:lnTo>
                  <a:close/>
                </a:path>
                <a:path w="349250" h="905510">
                  <a:moveTo>
                    <a:pt x="349072" y="258537"/>
                  </a:moveTo>
                  <a:lnTo>
                    <a:pt x="340558" y="258537"/>
                  </a:lnTo>
                  <a:lnTo>
                    <a:pt x="336301" y="253745"/>
                  </a:lnTo>
                  <a:lnTo>
                    <a:pt x="336301" y="205867"/>
                  </a:lnTo>
                  <a:lnTo>
                    <a:pt x="340558" y="201080"/>
                  </a:lnTo>
                  <a:lnTo>
                    <a:pt x="349072" y="201080"/>
                  </a:lnTo>
                  <a:lnTo>
                    <a:pt x="349072" y="258537"/>
                  </a:lnTo>
                  <a:close/>
                </a:path>
                <a:path w="349250" h="905510">
                  <a:moveTo>
                    <a:pt x="349072" y="153202"/>
                  </a:moveTo>
                  <a:lnTo>
                    <a:pt x="336301" y="153202"/>
                  </a:lnTo>
                  <a:lnTo>
                    <a:pt x="336301" y="100537"/>
                  </a:lnTo>
                  <a:lnTo>
                    <a:pt x="340558" y="95754"/>
                  </a:lnTo>
                  <a:lnTo>
                    <a:pt x="349072" y="95754"/>
                  </a:lnTo>
                  <a:lnTo>
                    <a:pt x="349072" y="153202"/>
                  </a:lnTo>
                  <a:close/>
                </a:path>
                <a:path w="349250" h="905510">
                  <a:moveTo>
                    <a:pt x="319273" y="47877"/>
                  </a:moveTo>
                  <a:lnTo>
                    <a:pt x="280961" y="47877"/>
                  </a:lnTo>
                  <a:lnTo>
                    <a:pt x="276704" y="43089"/>
                  </a:lnTo>
                  <a:lnTo>
                    <a:pt x="276704" y="38297"/>
                  </a:lnTo>
                  <a:lnTo>
                    <a:pt x="280961" y="33509"/>
                  </a:lnTo>
                  <a:lnTo>
                    <a:pt x="289474" y="33509"/>
                  </a:lnTo>
                  <a:lnTo>
                    <a:pt x="306502" y="38297"/>
                  </a:lnTo>
                  <a:lnTo>
                    <a:pt x="319273" y="47877"/>
                  </a:lnTo>
                  <a:close/>
                </a:path>
                <a:path w="349250" h="905510">
                  <a:moveTo>
                    <a:pt x="323530" y="62235"/>
                  </a:moveTo>
                  <a:lnTo>
                    <a:pt x="319273" y="62235"/>
                  </a:lnTo>
                  <a:lnTo>
                    <a:pt x="315016" y="57448"/>
                  </a:lnTo>
                  <a:lnTo>
                    <a:pt x="302245" y="52665"/>
                  </a:lnTo>
                  <a:lnTo>
                    <a:pt x="285218" y="47877"/>
                  </a:lnTo>
                  <a:lnTo>
                    <a:pt x="323530" y="47877"/>
                  </a:lnTo>
                  <a:lnTo>
                    <a:pt x="327787" y="52665"/>
                  </a:lnTo>
                  <a:lnTo>
                    <a:pt x="327787" y="57448"/>
                  </a:lnTo>
                  <a:lnTo>
                    <a:pt x="323530" y="62235"/>
                  </a:lnTo>
                  <a:close/>
                </a:path>
                <a:path w="349250" h="905510">
                  <a:moveTo>
                    <a:pt x="234134" y="33509"/>
                  </a:moveTo>
                  <a:lnTo>
                    <a:pt x="221363" y="33509"/>
                  </a:lnTo>
                  <a:lnTo>
                    <a:pt x="195821" y="28721"/>
                  </a:lnTo>
                  <a:lnTo>
                    <a:pt x="191564" y="28721"/>
                  </a:lnTo>
                  <a:lnTo>
                    <a:pt x="187307" y="23933"/>
                  </a:lnTo>
                  <a:lnTo>
                    <a:pt x="187307" y="14358"/>
                  </a:lnTo>
                  <a:lnTo>
                    <a:pt x="195821" y="14358"/>
                  </a:lnTo>
                  <a:lnTo>
                    <a:pt x="221363" y="19146"/>
                  </a:lnTo>
                  <a:lnTo>
                    <a:pt x="234134" y="19146"/>
                  </a:lnTo>
                  <a:lnTo>
                    <a:pt x="238391" y="23933"/>
                  </a:lnTo>
                  <a:lnTo>
                    <a:pt x="238391" y="28721"/>
                  </a:lnTo>
                  <a:lnTo>
                    <a:pt x="234134" y="33509"/>
                  </a:lnTo>
                  <a:close/>
                </a:path>
                <a:path w="349250" h="905510">
                  <a:moveTo>
                    <a:pt x="144737" y="19146"/>
                  </a:moveTo>
                  <a:lnTo>
                    <a:pt x="97910" y="19146"/>
                  </a:lnTo>
                  <a:lnTo>
                    <a:pt x="93653" y="14358"/>
                  </a:lnTo>
                  <a:lnTo>
                    <a:pt x="93653" y="4787"/>
                  </a:lnTo>
                  <a:lnTo>
                    <a:pt x="140480" y="4787"/>
                  </a:lnTo>
                  <a:lnTo>
                    <a:pt x="144737" y="9575"/>
                  </a:lnTo>
                  <a:lnTo>
                    <a:pt x="144737" y="19146"/>
                  </a:lnTo>
                  <a:close/>
                </a:path>
                <a:path w="349250" h="905510">
                  <a:moveTo>
                    <a:pt x="51083" y="14358"/>
                  </a:moveTo>
                  <a:lnTo>
                    <a:pt x="0" y="14358"/>
                  </a:lnTo>
                  <a:lnTo>
                    <a:pt x="0" y="0"/>
                  </a:lnTo>
                  <a:lnTo>
                    <a:pt x="46826" y="0"/>
                  </a:lnTo>
                  <a:lnTo>
                    <a:pt x="51083" y="4787"/>
                  </a:lnTo>
                  <a:lnTo>
                    <a:pt x="51083" y="143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6712940" y="4757159"/>
              <a:ext cx="349250" cy="905510"/>
            </a:xfrm>
            <a:custGeom>
              <a:avLst/>
              <a:gdLst/>
              <a:ahLst/>
              <a:cxnLst/>
              <a:rect l="l" t="t" r="r" b="b"/>
              <a:pathLst>
                <a:path w="349250" h="905510">
                  <a:moveTo>
                    <a:pt x="8513" y="0"/>
                  </a:moveTo>
                  <a:lnTo>
                    <a:pt x="46826" y="0"/>
                  </a:lnTo>
                  <a:lnTo>
                    <a:pt x="51083" y="4787"/>
                  </a:lnTo>
                  <a:lnTo>
                    <a:pt x="51083" y="9575"/>
                  </a:lnTo>
                  <a:lnTo>
                    <a:pt x="51083" y="14363"/>
                  </a:lnTo>
                  <a:lnTo>
                    <a:pt x="46826" y="14363"/>
                  </a:lnTo>
                  <a:lnTo>
                    <a:pt x="8513" y="14363"/>
                  </a:lnTo>
                  <a:lnTo>
                    <a:pt x="4256" y="14363"/>
                  </a:lnTo>
                  <a:lnTo>
                    <a:pt x="0" y="14363"/>
                  </a:lnTo>
                  <a:lnTo>
                    <a:pt x="0" y="9575"/>
                  </a:lnTo>
                  <a:lnTo>
                    <a:pt x="0" y="0"/>
                  </a:lnTo>
                  <a:lnTo>
                    <a:pt x="8513" y="0"/>
                  </a:lnTo>
                  <a:close/>
                </a:path>
                <a:path w="349250" h="905510">
                  <a:moveTo>
                    <a:pt x="102167" y="4787"/>
                  </a:moveTo>
                  <a:lnTo>
                    <a:pt x="136223" y="4787"/>
                  </a:lnTo>
                  <a:lnTo>
                    <a:pt x="140480" y="4787"/>
                  </a:lnTo>
                  <a:lnTo>
                    <a:pt x="144737" y="9575"/>
                  </a:lnTo>
                  <a:lnTo>
                    <a:pt x="144737" y="14363"/>
                  </a:lnTo>
                  <a:lnTo>
                    <a:pt x="144737" y="19150"/>
                  </a:lnTo>
                  <a:lnTo>
                    <a:pt x="140480" y="19150"/>
                  </a:lnTo>
                  <a:lnTo>
                    <a:pt x="136223" y="19150"/>
                  </a:lnTo>
                  <a:lnTo>
                    <a:pt x="97910" y="19150"/>
                  </a:lnTo>
                  <a:lnTo>
                    <a:pt x="93653" y="14363"/>
                  </a:lnTo>
                  <a:lnTo>
                    <a:pt x="93653" y="9575"/>
                  </a:lnTo>
                  <a:lnTo>
                    <a:pt x="93653" y="4787"/>
                  </a:lnTo>
                  <a:lnTo>
                    <a:pt x="97910" y="4787"/>
                  </a:lnTo>
                  <a:lnTo>
                    <a:pt x="102167" y="4787"/>
                  </a:lnTo>
                  <a:close/>
                </a:path>
                <a:path w="349250" h="905510">
                  <a:moveTo>
                    <a:pt x="191564" y="14363"/>
                  </a:moveTo>
                  <a:lnTo>
                    <a:pt x="195821" y="14363"/>
                  </a:lnTo>
                  <a:lnTo>
                    <a:pt x="221363" y="19150"/>
                  </a:lnTo>
                  <a:lnTo>
                    <a:pt x="234134" y="19150"/>
                  </a:lnTo>
                  <a:lnTo>
                    <a:pt x="238391" y="23938"/>
                  </a:lnTo>
                  <a:lnTo>
                    <a:pt x="238391" y="28726"/>
                  </a:lnTo>
                  <a:lnTo>
                    <a:pt x="234134" y="33514"/>
                  </a:lnTo>
                  <a:lnTo>
                    <a:pt x="229877" y="33514"/>
                  </a:lnTo>
                  <a:lnTo>
                    <a:pt x="221363" y="33514"/>
                  </a:lnTo>
                  <a:lnTo>
                    <a:pt x="195821" y="28726"/>
                  </a:lnTo>
                  <a:lnTo>
                    <a:pt x="191564" y="28726"/>
                  </a:lnTo>
                  <a:lnTo>
                    <a:pt x="187307" y="23938"/>
                  </a:lnTo>
                  <a:lnTo>
                    <a:pt x="187307" y="19150"/>
                  </a:lnTo>
                  <a:lnTo>
                    <a:pt x="187307" y="14363"/>
                  </a:lnTo>
                  <a:lnTo>
                    <a:pt x="191564" y="14363"/>
                  </a:lnTo>
                  <a:close/>
                </a:path>
                <a:path w="349250" h="905510">
                  <a:moveTo>
                    <a:pt x="285218" y="33514"/>
                  </a:moveTo>
                  <a:lnTo>
                    <a:pt x="289474" y="33514"/>
                  </a:lnTo>
                  <a:lnTo>
                    <a:pt x="306502" y="38301"/>
                  </a:lnTo>
                  <a:lnTo>
                    <a:pt x="319273" y="47877"/>
                  </a:lnTo>
                  <a:lnTo>
                    <a:pt x="323530" y="47877"/>
                  </a:lnTo>
                  <a:lnTo>
                    <a:pt x="327787" y="52665"/>
                  </a:lnTo>
                  <a:lnTo>
                    <a:pt x="327787" y="57452"/>
                  </a:lnTo>
                  <a:lnTo>
                    <a:pt x="323530" y="62240"/>
                  </a:lnTo>
                  <a:lnTo>
                    <a:pt x="319273" y="62240"/>
                  </a:lnTo>
                  <a:lnTo>
                    <a:pt x="315016" y="57452"/>
                  </a:lnTo>
                  <a:lnTo>
                    <a:pt x="302245" y="52665"/>
                  </a:lnTo>
                  <a:lnTo>
                    <a:pt x="285218" y="47877"/>
                  </a:lnTo>
                  <a:lnTo>
                    <a:pt x="280961" y="47877"/>
                  </a:lnTo>
                  <a:lnTo>
                    <a:pt x="276704" y="43089"/>
                  </a:lnTo>
                  <a:lnTo>
                    <a:pt x="276704" y="38301"/>
                  </a:lnTo>
                  <a:lnTo>
                    <a:pt x="280961" y="33514"/>
                  </a:lnTo>
                  <a:lnTo>
                    <a:pt x="285218" y="33514"/>
                  </a:lnTo>
                  <a:close/>
                </a:path>
                <a:path w="349250" h="905510">
                  <a:moveTo>
                    <a:pt x="349072" y="105330"/>
                  </a:moveTo>
                  <a:lnTo>
                    <a:pt x="349072" y="148419"/>
                  </a:lnTo>
                  <a:lnTo>
                    <a:pt x="349072" y="153207"/>
                  </a:lnTo>
                  <a:lnTo>
                    <a:pt x="344815" y="153207"/>
                  </a:lnTo>
                  <a:lnTo>
                    <a:pt x="340558" y="153207"/>
                  </a:lnTo>
                  <a:lnTo>
                    <a:pt x="336301" y="153207"/>
                  </a:lnTo>
                  <a:lnTo>
                    <a:pt x="336301" y="148419"/>
                  </a:lnTo>
                  <a:lnTo>
                    <a:pt x="336301" y="105330"/>
                  </a:lnTo>
                  <a:lnTo>
                    <a:pt x="336301" y="100542"/>
                  </a:lnTo>
                  <a:lnTo>
                    <a:pt x="340558" y="95754"/>
                  </a:lnTo>
                  <a:lnTo>
                    <a:pt x="344815" y="95754"/>
                  </a:lnTo>
                  <a:lnTo>
                    <a:pt x="349072" y="95754"/>
                  </a:lnTo>
                  <a:lnTo>
                    <a:pt x="349072" y="105330"/>
                  </a:lnTo>
                  <a:close/>
                </a:path>
                <a:path w="349250" h="905510">
                  <a:moveTo>
                    <a:pt x="349072" y="205872"/>
                  </a:moveTo>
                  <a:lnTo>
                    <a:pt x="349072" y="253749"/>
                  </a:lnTo>
                  <a:lnTo>
                    <a:pt x="349072" y="258537"/>
                  </a:lnTo>
                  <a:lnTo>
                    <a:pt x="344815" y="258537"/>
                  </a:lnTo>
                  <a:lnTo>
                    <a:pt x="340558" y="258537"/>
                  </a:lnTo>
                  <a:lnTo>
                    <a:pt x="336301" y="253749"/>
                  </a:lnTo>
                  <a:lnTo>
                    <a:pt x="336301" y="205872"/>
                  </a:lnTo>
                  <a:lnTo>
                    <a:pt x="340558" y="201084"/>
                  </a:lnTo>
                  <a:lnTo>
                    <a:pt x="344815" y="201084"/>
                  </a:lnTo>
                  <a:lnTo>
                    <a:pt x="349072" y="201084"/>
                  </a:lnTo>
                  <a:lnTo>
                    <a:pt x="349072" y="205872"/>
                  </a:lnTo>
                  <a:close/>
                </a:path>
                <a:path w="349250" h="905510">
                  <a:moveTo>
                    <a:pt x="349072" y="311202"/>
                  </a:moveTo>
                  <a:lnTo>
                    <a:pt x="349072" y="359080"/>
                  </a:lnTo>
                  <a:lnTo>
                    <a:pt x="349072" y="363867"/>
                  </a:lnTo>
                  <a:lnTo>
                    <a:pt x="344815" y="363867"/>
                  </a:lnTo>
                  <a:lnTo>
                    <a:pt x="340558" y="363867"/>
                  </a:lnTo>
                  <a:lnTo>
                    <a:pt x="336301" y="359080"/>
                  </a:lnTo>
                  <a:lnTo>
                    <a:pt x="336301" y="311202"/>
                  </a:lnTo>
                  <a:lnTo>
                    <a:pt x="340558" y="306415"/>
                  </a:lnTo>
                  <a:lnTo>
                    <a:pt x="344815" y="306415"/>
                  </a:lnTo>
                  <a:lnTo>
                    <a:pt x="349072" y="306415"/>
                  </a:lnTo>
                  <a:lnTo>
                    <a:pt x="349072" y="311202"/>
                  </a:lnTo>
                  <a:close/>
                </a:path>
                <a:path w="349250" h="905510">
                  <a:moveTo>
                    <a:pt x="349072" y="416532"/>
                  </a:moveTo>
                  <a:lnTo>
                    <a:pt x="349072" y="464410"/>
                  </a:lnTo>
                  <a:lnTo>
                    <a:pt x="349072" y="469198"/>
                  </a:lnTo>
                  <a:lnTo>
                    <a:pt x="344815" y="469198"/>
                  </a:lnTo>
                  <a:lnTo>
                    <a:pt x="340558" y="469198"/>
                  </a:lnTo>
                  <a:lnTo>
                    <a:pt x="336301" y="464410"/>
                  </a:lnTo>
                  <a:lnTo>
                    <a:pt x="336301" y="416532"/>
                  </a:lnTo>
                  <a:lnTo>
                    <a:pt x="340558" y="411745"/>
                  </a:lnTo>
                  <a:lnTo>
                    <a:pt x="344815" y="411745"/>
                  </a:lnTo>
                  <a:lnTo>
                    <a:pt x="349072" y="411745"/>
                  </a:lnTo>
                  <a:lnTo>
                    <a:pt x="349072" y="416532"/>
                  </a:lnTo>
                  <a:close/>
                </a:path>
                <a:path w="349250" h="905510">
                  <a:moveTo>
                    <a:pt x="349072" y="521863"/>
                  </a:moveTo>
                  <a:lnTo>
                    <a:pt x="349072" y="564952"/>
                  </a:lnTo>
                  <a:lnTo>
                    <a:pt x="349072" y="574528"/>
                  </a:lnTo>
                  <a:lnTo>
                    <a:pt x="344815" y="574528"/>
                  </a:lnTo>
                  <a:lnTo>
                    <a:pt x="340558" y="574528"/>
                  </a:lnTo>
                  <a:lnTo>
                    <a:pt x="336301" y="569740"/>
                  </a:lnTo>
                  <a:lnTo>
                    <a:pt x="336301" y="564952"/>
                  </a:lnTo>
                  <a:lnTo>
                    <a:pt x="336301" y="521863"/>
                  </a:lnTo>
                  <a:lnTo>
                    <a:pt x="336301" y="517075"/>
                  </a:lnTo>
                  <a:lnTo>
                    <a:pt x="340558" y="517075"/>
                  </a:lnTo>
                  <a:lnTo>
                    <a:pt x="344815" y="512287"/>
                  </a:lnTo>
                  <a:lnTo>
                    <a:pt x="349072" y="517075"/>
                  </a:lnTo>
                  <a:lnTo>
                    <a:pt x="349072" y="521863"/>
                  </a:lnTo>
                  <a:close/>
                </a:path>
                <a:path w="349250" h="905510">
                  <a:moveTo>
                    <a:pt x="349072" y="627193"/>
                  </a:moveTo>
                  <a:lnTo>
                    <a:pt x="349072" y="670282"/>
                  </a:lnTo>
                  <a:lnTo>
                    <a:pt x="349072" y="675070"/>
                  </a:lnTo>
                  <a:lnTo>
                    <a:pt x="344815" y="679858"/>
                  </a:lnTo>
                  <a:lnTo>
                    <a:pt x="340558" y="679858"/>
                  </a:lnTo>
                  <a:lnTo>
                    <a:pt x="340558" y="675070"/>
                  </a:lnTo>
                  <a:lnTo>
                    <a:pt x="336301" y="675070"/>
                  </a:lnTo>
                  <a:lnTo>
                    <a:pt x="336301" y="670282"/>
                  </a:lnTo>
                  <a:lnTo>
                    <a:pt x="336301" y="627193"/>
                  </a:lnTo>
                  <a:lnTo>
                    <a:pt x="336301" y="622405"/>
                  </a:lnTo>
                  <a:lnTo>
                    <a:pt x="340558" y="622405"/>
                  </a:lnTo>
                  <a:lnTo>
                    <a:pt x="344815" y="617617"/>
                  </a:lnTo>
                  <a:lnTo>
                    <a:pt x="349072" y="622405"/>
                  </a:lnTo>
                  <a:lnTo>
                    <a:pt x="349072" y="627193"/>
                  </a:lnTo>
                  <a:close/>
                </a:path>
                <a:path w="349250" h="905510">
                  <a:moveTo>
                    <a:pt x="349072" y="732523"/>
                  </a:moveTo>
                  <a:lnTo>
                    <a:pt x="349072" y="775613"/>
                  </a:lnTo>
                  <a:lnTo>
                    <a:pt x="349072" y="780400"/>
                  </a:lnTo>
                  <a:lnTo>
                    <a:pt x="344815" y="785188"/>
                  </a:lnTo>
                  <a:lnTo>
                    <a:pt x="340558" y="785188"/>
                  </a:lnTo>
                  <a:lnTo>
                    <a:pt x="340558" y="780400"/>
                  </a:lnTo>
                  <a:lnTo>
                    <a:pt x="336301" y="780400"/>
                  </a:lnTo>
                  <a:lnTo>
                    <a:pt x="336301" y="775613"/>
                  </a:lnTo>
                  <a:lnTo>
                    <a:pt x="336301" y="732523"/>
                  </a:lnTo>
                  <a:lnTo>
                    <a:pt x="336301" y="727735"/>
                  </a:lnTo>
                  <a:lnTo>
                    <a:pt x="340558" y="727735"/>
                  </a:lnTo>
                  <a:lnTo>
                    <a:pt x="344815" y="722947"/>
                  </a:lnTo>
                  <a:lnTo>
                    <a:pt x="349072" y="727735"/>
                  </a:lnTo>
                  <a:lnTo>
                    <a:pt x="349072" y="732523"/>
                  </a:lnTo>
                  <a:close/>
                </a:path>
                <a:path w="349250" h="905510">
                  <a:moveTo>
                    <a:pt x="344815" y="837853"/>
                  </a:moveTo>
                  <a:lnTo>
                    <a:pt x="340558" y="842641"/>
                  </a:lnTo>
                  <a:lnTo>
                    <a:pt x="332044" y="852216"/>
                  </a:lnTo>
                  <a:lnTo>
                    <a:pt x="319273" y="857004"/>
                  </a:lnTo>
                  <a:lnTo>
                    <a:pt x="306502" y="861792"/>
                  </a:lnTo>
                  <a:lnTo>
                    <a:pt x="302245" y="866580"/>
                  </a:lnTo>
                  <a:lnTo>
                    <a:pt x="302245" y="861792"/>
                  </a:lnTo>
                  <a:lnTo>
                    <a:pt x="297988" y="861792"/>
                  </a:lnTo>
                  <a:lnTo>
                    <a:pt x="297988" y="852216"/>
                  </a:lnTo>
                  <a:lnTo>
                    <a:pt x="302245" y="852216"/>
                  </a:lnTo>
                  <a:lnTo>
                    <a:pt x="315016" y="842641"/>
                  </a:lnTo>
                  <a:lnTo>
                    <a:pt x="323530" y="837853"/>
                  </a:lnTo>
                  <a:lnTo>
                    <a:pt x="332044" y="833065"/>
                  </a:lnTo>
                  <a:lnTo>
                    <a:pt x="332044" y="828278"/>
                  </a:lnTo>
                  <a:lnTo>
                    <a:pt x="336301" y="828278"/>
                  </a:lnTo>
                  <a:lnTo>
                    <a:pt x="340558" y="828278"/>
                  </a:lnTo>
                  <a:lnTo>
                    <a:pt x="344815" y="833065"/>
                  </a:lnTo>
                  <a:lnTo>
                    <a:pt x="344815" y="837853"/>
                  </a:lnTo>
                  <a:close/>
                </a:path>
                <a:path w="349250" h="905510">
                  <a:moveTo>
                    <a:pt x="255419" y="880943"/>
                  </a:moveTo>
                  <a:lnTo>
                    <a:pt x="246905" y="880943"/>
                  </a:lnTo>
                  <a:lnTo>
                    <a:pt x="221363" y="885730"/>
                  </a:lnTo>
                  <a:lnTo>
                    <a:pt x="212849" y="885730"/>
                  </a:lnTo>
                  <a:lnTo>
                    <a:pt x="208592" y="885730"/>
                  </a:lnTo>
                  <a:lnTo>
                    <a:pt x="208592" y="880943"/>
                  </a:lnTo>
                  <a:lnTo>
                    <a:pt x="208592" y="876155"/>
                  </a:lnTo>
                  <a:lnTo>
                    <a:pt x="212849" y="871367"/>
                  </a:lnTo>
                  <a:lnTo>
                    <a:pt x="221363" y="871367"/>
                  </a:lnTo>
                  <a:lnTo>
                    <a:pt x="242648" y="866580"/>
                  </a:lnTo>
                  <a:lnTo>
                    <a:pt x="251162" y="866580"/>
                  </a:lnTo>
                  <a:lnTo>
                    <a:pt x="255419" y="866580"/>
                  </a:lnTo>
                  <a:lnTo>
                    <a:pt x="259676" y="871367"/>
                  </a:lnTo>
                  <a:lnTo>
                    <a:pt x="259676" y="876155"/>
                  </a:lnTo>
                  <a:lnTo>
                    <a:pt x="255419" y="880943"/>
                  </a:lnTo>
                  <a:close/>
                </a:path>
                <a:path w="349250" h="905510">
                  <a:moveTo>
                    <a:pt x="161765" y="895306"/>
                  </a:moveTo>
                  <a:lnTo>
                    <a:pt x="140480" y="900094"/>
                  </a:lnTo>
                  <a:lnTo>
                    <a:pt x="123452" y="900094"/>
                  </a:lnTo>
                  <a:lnTo>
                    <a:pt x="119195" y="900094"/>
                  </a:lnTo>
                  <a:lnTo>
                    <a:pt x="114938" y="895306"/>
                  </a:lnTo>
                  <a:lnTo>
                    <a:pt x="114938" y="890518"/>
                  </a:lnTo>
                  <a:lnTo>
                    <a:pt x="114938" y="885730"/>
                  </a:lnTo>
                  <a:lnTo>
                    <a:pt x="119195" y="885730"/>
                  </a:lnTo>
                  <a:lnTo>
                    <a:pt x="136223" y="880943"/>
                  </a:lnTo>
                  <a:lnTo>
                    <a:pt x="161765" y="880943"/>
                  </a:lnTo>
                  <a:lnTo>
                    <a:pt x="166022" y="880943"/>
                  </a:lnTo>
                  <a:lnTo>
                    <a:pt x="166022" y="885730"/>
                  </a:lnTo>
                  <a:lnTo>
                    <a:pt x="166022" y="890518"/>
                  </a:lnTo>
                  <a:lnTo>
                    <a:pt x="161765" y="895306"/>
                  </a:lnTo>
                  <a:close/>
                </a:path>
                <a:path w="349250" h="905510">
                  <a:moveTo>
                    <a:pt x="68111" y="900094"/>
                  </a:moveTo>
                  <a:lnTo>
                    <a:pt x="29798" y="904881"/>
                  </a:lnTo>
                  <a:lnTo>
                    <a:pt x="25541" y="900094"/>
                  </a:lnTo>
                  <a:lnTo>
                    <a:pt x="21284" y="895306"/>
                  </a:lnTo>
                  <a:lnTo>
                    <a:pt x="21284" y="890518"/>
                  </a:lnTo>
                  <a:lnTo>
                    <a:pt x="25541" y="890518"/>
                  </a:lnTo>
                  <a:lnTo>
                    <a:pt x="29798" y="890518"/>
                  </a:lnTo>
                  <a:lnTo>
                    <a:pt x="68111" y="885730"/>
                  </a:lnTo>
                  <a:lnTo>
                    <a:pt x="72368" y="890518"/>
                  </a:lnTo>
                  <a:lnTo>
                    <a:pt x="76625" y="895306"/>
                  </a:lnTo>
                  <a:lnTo>
                    <a:pt x="72368" y="895306"/>
                  </a:lnTo>
                  <a:lnTo>
                    <a:pt x="72368" y="900094"/>
                  </a:lnTo>
                  <a:lnTo>
                    <a:pt x="68111" y="900094"/>
                  </a:lnTo>
                  <a:close/>
                </a:path>
              </a:pathLst>
            </a:custGeom>
            <a:ln w="45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8" name="object 388"/>
          <p:cNvSpPr txBox="1"/>
          <p:nvPr/>
        </p:nvSpPr>
        <p:spPr>
          <a:xfrm>
            <a:off x="3190153" y="5863844"/>
            <a:ext cx="1077595" cy="414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2920" algn="l"/>
                <a:tab pos="826769" algn="l"/>
              </a:tabLst>
            </a:pPr>
            <a:r>
              <a:rPr dirty="0" sz="2550" spc="125" b="1" i="1">
                <a:latin typeface="Times New Roman"/>
                <a:cs typeface="Times New Roman"/>
              </a:rPr>
              <a:t>J</a:t>
            </a:r>
            <a:r>
              <a:rPr dirty="0" sz="2550" spc="125" b="1" i="1">
                <a:latin typeface="Times New Roman"/>
                <a:cs typeface="Times New Roman"/>
              </a:rPr>
              <a:t>	</a:t>
            </a:r>
            <a:r>
              <a:rPr dirty="0" sz="2550" spc="135" b="1">
                <a:latin typeface="Symbol"/>
                <a:cs typeface="Symbol"/>
              </a:rPr>
              <a:t></a:t>
            </a:r>
            <a:r>
              <a:rPr dirty="0" sz="2550" spc="135">
                <a:latin typeface="Times New Roman"/>
                <a:cs typeface="Times New Roman"/>
              </a:rPr>
              <a:t>	</a:t>
            </a:r>
            <a:r>
              <a:rPr dirty="0" sz="2550" spc="165" b="1" i="1">
                <a:latin typeface="Times New Roman"/>
                <a:cs typeface="Times New Roman"/>
              </a:rPr>
              <a:t>A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389" name="object 389"/>
          <p:cNvSpPr txBox="1"/>
          <p:nvPr/>
        </p:nvSpPr>
        <p:spPr>
          <a:xfrm>
            <a:off x="3413986" y="6042101"/>
            <a:ext cx="150495" cy="2978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50" spc="105" b="1">
                <a:latin typeface="Times New Roman"/>
                <a:cs typeface="Times New Roman"/>
              </a:rPr>
              <a:t>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90" name="object 390"/>
          <p:cNvSpPr txBox="1"/>
          <p:nvPr/>
        </p:nvSpPr>
        <p:spPr>
          <a:xfrm>
            <a:off x="6923401" y="6163817"/>
            <a:ext cx="1215390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1980" algn="l"/>
                <a:tab pos="948055" algn="l"/>
              </a:tabLst>
            </a:pPr>
            <a:r>
              <a:rPr dirty="0" sz="2450" spc="360" b="1" i="1">
                <a:latin typeface="Times New Roman"/>
                <a:cs typeface="Times New Roman"/>
              </a:rPr>
              <a:t>K</a:t>
            </a:r>
            <a:r>
              <a:rPr dirty="0" sz="2450" spc="360" b="1" i="1">
                <a:latin typeface="Times New Roman"/>
                <a:cs typeface="Times New Roman"/>
              </a:rPr>
              <a:t>	</a:t>
            </a:r>
            <a:r>
              <a:rPr dirty="0" sz="2450" spc="295" b="1">
                <a:latin typeface="Symbol"/>
                <a:cs typeface="Symbol"/>
              </a:rPr>
              <a:t></a:t>
            </a:r>
            <a:r>
              <a:rPr dirty="0" sz="2450" spc="295">
                <a:latin typeface="Times New Roman"/>
                <a:cs typeface="Times New Roman"/>
              </a:rPr>
              <a:t>	</a:t>
            </a:r>
            <a:r>
              <a:rPr dirty="0" sz="2450" spc="360" b="1" i="1">
                <a:latin typeface="Times New Roman"/>
                <a:cs typeface="Times New Roman"/>
              </a:rPr>
              <a:t>A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391" name="object 391"/>
          <p:cNvSpPr txBox="1"/>
          <p:nvPr/>
        </p:nvSpPr>
        <p:spPr>
          <a:xfrm>
            <a:off x="7227853" y="6335183"/>
            <a:ext cx="158750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195" b="1">
                <a:latin typeface="Times New Roman"/>
                <a:cs typeface="Times New Roman"/>
              </a:rPr>
              <a:t>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92" name="object 392"/>
          <p:cNvSpPr txBox="1"/>
          <p:nvPr/>
        </p:nvSpPr>
        <p:spPr>
          <a:xfrm>
            <a:off x="3655004" y="3217347"/>
            <a:ext cx="949960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20419" algn="l"/>
              </a:tabLst>
            </a:pPr>
            <a:r>
              <a:rPr dirty="0" sz="1600" spc="114">
                <a:latin typeface="Times New Roman"/>
                <a:cs typeface="Times New Roman"/>
              </a:rPr>
              <a:t>1</a:t>
            </a:r>
            <a:r>
              <a:rPr dirty="0" sz="1600" spc="114">
                <a:latin typeface="Times New Roman"/>
                <a:cs typeface="Times New Roman"/>
              </a:rPr>
              <a:t>	</a:t>
            </a:r>
            <a:r>
              <a:rPr dirty="0" sz="1600" spc="114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93" name="object 393"/>
          <p:cNvSpPr txBox="1"/>
          <p:nvPr/>
        </p:nvSpPr>
        <p:spPr>
          <a:xfrm>
            <a:off x="3472425" y="2973577"/>
            <a:ext cx="1430020" cy="4559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26720" algn="l"/>
                <a:tab pos="1170305" algn="l"/>
              </a:tabLst>
            </a:pPr>
            <a:r>
              <a:rPr dirty="0" sz="2800" spc="165" i="1">
                <a:latin typeface="Times New Roman"/>
                <a:cs typeface="Times New Roman"/>
              </a:rPr>
              <a:t>J</a:t>
            </a:r>
            <a:r>
              <a:rPr dirty="0" sz="2800" spc="165" i="1">
                <a:latin typeface="Times New Roman"/>
                <a:cs typeface="Times New Roman"/>
              </a:rPr>
              <a:t>	</a:t>
            </a:r>
            <a:r>
              <a:rPr dirty="0" sz="2800" spc="200">
                <a:latin typeface="Symbol"/>
                <a:cs typeface="Symbol"/>
              </a:rPr>
              <a:t>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 spc="265" i="1">
                <a:latin typeface="Times New Roman"/>
                <a:cs typeface="Times New Roman"/>
              </a:rPr>
              <a:t>Q</a:t>
            </a:r>
            <a:r>
              <a:rPr dirty="0" sz="2800" i="1">
                <a:latin typeface="Times New Roman"/>
                <a:cs typeface="Times New Roman"/>
              </a:rPr>
              <a:t>	</a:t>
            </a:r>
            <a:r>
              <a:rPr dirty="0" sz="2800" spc="225" i="1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94" name="object 394"/>
          <p:cNvSpPr/>
          <p:nvPr/>
        </p:nvSpPr>
        <p:spPr>
          <a:xfrm>
            <a:off x="8064757" y="3841684"/>
            <a:ext cx="191135" cy="0"/>
          </a:xfrm>
          <a:custGeom>
            <a:avLst/>
            <a:gdLst/>
            <a:ahLst/>
            <a:cxnLst/>
            <a:rect l="l" t="t" r="r" b="b"/>
            <a:pathLst>
              <a:path w="191134" h="0">
                <a:moveTo>
                  <a:pt x="0" y="0"/>
                </a:moveTo>
                <a:lnTo>
                  <a:pt x="191108" y="0"/>
                </a:lnTo>
              </a:path>
            </a:pathLst>
          </a:custGeom>
          <a:ln w="136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5" name="object 395"/>
          <p:cNvSpPr txBox="1"/>
          <p:nvPr/>
        </p:nvSpPr>
        <p:spPr>
          <a:xfrm>
            <a:off x="7163943" y="3687698"/>
            <a:ext cx="1195070" cy="570865"/>
          </a:xfrm>
          <a:prstGeom prst="rect">
            <a:avLst/>
          </a:prstGeom>
          <a:ln w="9905">
            <a:solidFill>
              <a:srgbClr val="FFFFFF"/>
            </a:solidFill>
          </a:ln>
        </p:spPr>
        <p:txBody>
          <a:bodyPr wrap="square" lIns="0" tIns="136525" rIns="0" bIns="0" rtlCol="0" vert="horz">
            <a:spAutoFit/>
          </a:bodyPr>
          <a:lstStyle/>
          <a:p>
            <a:pPr marL="244475">
              <a:lnSpc>
                <a:spcPct val="100000"/>
              </a:lnSpc>
              <a:spcBef>
                <a:spcPts val="1075"/>
              </a:spcBef>
            </a:pPr>
            <a:r>
              <a:rPr dirty="0" sz="2150" spc="110" i="1">
                <a:latin typeface="Times New Roman"/>
                <a:cs typeface="Times New Roman"/>
              </a:rPr>
              <a:t>K</a:t>
            </a:r>
            <a:r>
              <a:rPr dirty="0" baseline="-26234" sz="2700" spc="165">
                <a:latin typeface="Times New Roman"/>
                <a:cs typeface="Times New Roman"/>
              </a:rPr>
              <a:t>1</a:t>
            </a:r>
            <a:r>
              <a:rPr dirty="0" baseline="-26234" sz="2700" spc="225">
                <a:latin typeface="Times New Roman"/>
                <a:cs typeface="Times New Roman"/>
              </a:rPr>
              <a:t> </a:t>
            </a:r>
            <a:r>
              <a:rPr dirty="0" sz="2150" spc="175">
                <a:latin typeface="Symbol"/>
                <a:cs typeface="Symbol"/>
              </a:rPr>
              <a:t></a:t>
            </a:r>
            <a:r>
              <a:rPr dirty="0" sz="2150" spc="195">
                <a:latin typeface="Times New Roman"/>
                <a:cs typeface="Times New Roman"/>
              </a:rPr>
              <a:t> </a:t>
            </a:r>
            <a:r>
              <a:rPr dirty="0" sz="2150" spc="195" i="1">
                <a:latin typeface="Times New Roman"/>
                <a:cs typeface="Times New Roman"/>
              </a:rPr>
              <a:t>A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96" name="object 396"/>
          <p:cNvSpPr/>
          <p:nvPr/>
        </p:nvSpPr>
        <p:spPr>
          <a:xfrm>
            <a:off x="143255" y="1214627"/>
            <a:ext cx="642620" cy="5072380"/>
          </a:xfrm>
          <a:custGeom>
            <a:avLst/>
            <a:gdLst/>
            <a:ahLst/>
            <a:cxnLst/>
            <a:rect l="l" t="t" r="r" b="b"/>
            <a:pathLst>
              <a:path w="642620" h="5072380">
                <a:moveTo>
                  <a:pt x="642366" y="0"/>
                </a:moveTo>
                <a:lnTo>
                  <a:pt x="0" y="0"/>
                </a:lnTo>
                <a:lnTo>
                  <a:pt x="0" y="5071872"/>
                </a:lnTo>
                <a:lnTo>
                  <a:pt x="642366" y="5071872"/>
                </a:lnTo>
                <a:lnTo>
                  <a:pt x="64236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7" name="object 397"/>
          <p:cNvSpPr txBox="1"/>
          <p:nvPr/>
        </p:nvSpPr>
        <p:spPr>
          <a:xfrm>
            <a:off x="272541" y="1614836"/>
            <a:ext cx="381635" cy="4719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FF0000"/>
                </a:solidFill>
                <a:latin typeface="新宋体"/>
                <a:cs typeface="新宋体"/>
              </a:rPr>
              <a:t>求 激 励 方 程 的 第 一 种 方 法</a:t>
            </a:r>
            <a:endParaRPr sz="2800">
              <a:latin typeface="新宋体"/>
              <a:cs typeface="新宋体"/>
            </a:endParaRPr>
          </a:p>
        </p:txBody>
      </p:sp>
      <p:pic>
        <p:nvPicPr>
          <p:cNvPr id="398" name="object 39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8951" y="3503676"/>
            <a:ext cx="5811773" cy="2832353"/>
          </a:xfrm>
          <a:prstGeom prst="rect">
            <a:avLst/>
          </a:prstGeom>
        </p:spPr>
      </p:pic>
    </p:spTree>
  </p:cSld>
  <p:clrMapOvr>
    <a:masterClrMapping/>
  </p:clrMapOvr>
  <p:transition spd="fast">
    <p:pull dir="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0252" y="786002"/>
            <a:ext cx="8219440" cy="1905"/>
          </a:xfrm>
          <a:custGeom>
            <a:avLst/>
            <a:gdLst/>
            <a:ahLst/>
            <a:cxnLst/>
            <a:rect l="l" t="t" r="r" b="b"/>
            <a:pathLst>
              <a:path w="8219440" h="1904">
                <a:moveTo>
                  <a:pt x="0" y="0"/>
                </a:moveTo>
                <a:lnTo>
                  <a:pt x="8218932" y="1524"/>
                </a:lnTo>
              </a:path>
            </a:pathLst>
          </a:custGeom>
          <a:ln w="101346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574" y="333756"/>
            <a:ext cx="230504" cy="3527425"/>
          </a:xfrm>
          <a:custGeom>
            <a:avLst/>
            <a:gdLst/>
            <a:ahLst/>
            <a:cxnLst/>
            <a:rect l="l" t="t" r="r" b="b"/>
            <a:pathLst>
              <a:path w="230504" h="3527425">
                <a:moveTo>
                  <a:pt x="230124" y="0"/>
                </a:moveTo>
                <a:lnTo>
                  <a:pt x="0" y="0"/>
                </a:lnTo>
                <a:lnTo>
                  <a:pt x="0" y="3527298"/>
                </a:lnTo>
                <a:lnTo>
                  <a:pt x="230124" y="3527298"/>
                </a:lnTo>
                <a:lnTo>
                  <a:pt x="23012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88213" y="249174"/>
            <a:ext cx="8669655" cy="697230"/>
            <a:chOff x="188213" y="249174"/>
            <a:chExt cx="8669655" cy="697230"/>
          </a:xfrm>
        </p:grpSpPr>
        <p:sp>
          <p:nvSpPr>
            <p:cNvPr id="8" name="object 8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213" y="249174"/>
              <a:ext cx="707897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775" y="269747"/>
              <a:ext cx="5547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6176" y="249174"/>
              <a:ext cx="707897" cy="67665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9461" y="249174"/>
              <a:ext cx="5301233" cy="67665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28360" y="269748"/>
              <a:ext cx="479297" cy="6766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322" y="249174"/>
              <a:ext cx="708659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11646" y="249174"/>
              <a:ext cx="2545841" cy="67665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64459" y="343661"/>
            <a:ext cx="8293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3366"/>
                </a:solidFill>
                <a:latin typeface="新宋体"/>
                <a:cs typeface="新宋体"/>
              </a:rPr>
              <a:t>（</a:t>
            </a:r>
            <a:r>
              <a:rPr dirty="0" sz="2400" b="1">
                <a:solidFill>
                  <a:srgbClr val="003366"/>
                </a:solidFill>
                <a:latin typeface="Times New Roman"/>
                <a:cs typeface="Times New Roman"/>
              </a:rPr>
              <a:t>6</a:t>
            </a:r>
            <a:r>
              <a:rPr dirty="0" sz="2400" spc="-10" b="1">
                <a:solidFill>
                  <a:srgbClr val="003366"/>
                </a:solidFill>
                <a:latin typeface="新宋体"/>
                <a:cs typeface="新宋体"/>
              </a:rPr>
              <a:t>）</a:t>
            </a:r>
            <a:r>
              <a:rPr dirty="0" sz="2400" spc="-595" b="1">
                <a:solidFill>
                  <a:srgbClr val="003366"/>
                </a:solidFill>
                <a:latin typeface="新宋体"/>
                <a:cs typeface="新宋体"/>
              </a:rPr>
              <a:t> </a:t>
            </a:r>
            <a:r>
              <a:rPr dirty="0" sz="2400" spc="-5" b="1">
                <a:solidFill>
                  <a:srgbClr val="003366"/>
                </a:solidFill>
                <a:latin typeface="新宋体"/>
                <a:cs typeface="新宋体"/>
              </a:rPr>
              <a:t>根据激</a:t>
            </a:r>
            <a:r>
              <a:rPr dirty="0" sz="2400" b="1">
                <a:solidFill>
                  <a:srgbClr val="003366"/>
                </a:solidFill>
                <a:latin typeface="新宋体"/>
                <a:cs typeface="新宋体"/>
              </a:rPr>
              <a:t>励方程和输出方程画出逻辑图</a:t>
            </a:r>
            <a:r>
              <a:rPr dirty="0" sz="2400" spc="5" b="1">
                <a:solidFill>
                  <a:srgbClr val="003366"/>
                </a:solidFill>
                <a:latin typeface="Times New Roman"/>
                <a:cs typeface="Times New Roman"/>
              </a:rPr>
              <a:t>,</a:t>
            </a:r>
            <a:r>
              <a:rPr dirty="0" sz="2400" b="1">
                <a:solidFill>
                  <a:srgbClr val="003366"/>
                </a:solidFill>
                <a:latin typeface="新宋体"/>
                <a:cs typeface="新宋体"/>
              </a:rPr>
              <a:t>并</a:t>
            </a:r>
            <a:r>
              <a:rPr dirty="0" sz="2400" b="1">
                <a:solidFill>
                  <a:srgbClr val="FF0000"/>
                </a:solidFill>
                <a:latin typeface="新宋体"/>
                <a:cs typeface="新宋体"/>
              </a:rPr>
              <a:t>检查自启动能力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045206" y="4163554"/>
            <a:ext cx="324485" cy="0"/>
          </a:xfrm>
          <a:custGeom>
            <a:avLst/>
            <a:gdLst/>
            <a:ahLst/>
            <a:cxnLst/>
            <a:rect l="l" t="t" r="r" b="b"/>
            <a:pathLst>
              <a:path w="324485" h="0">
                <a:moveTo>
                  <a:pt x="0" y="0"/>
                </a:moveTo>
                <a:lnTo>
                  <a:pt x="323970" y="0"/>
                </a:lnTo>
              </a:path>
            </a:pathLst>
          </a:custGeom>
          <a:ln w="224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132201" y="4176381"/>
            <a:ext cx="160020" cy="0"/>
          </a:xfrm>
          <a:custGeom>
            <a:avLst/>
            <a:gdLst/>
            <a:ahLst/>
            <a:cxnLst/>
            <a:rect l="l" t="t" r="r" b="b"/>
            <a:pathLst>
              <a:path w="160020" h="0">
                <a:moveTo>
                  <a:pt x="0" y="0"/>
                </a:moveTo>
                <a:lnTo>
                  <a:pt x="159947" y="0"/>
                </a:lnTo>
              </a:path>
            </a:pathLst>
          </a:custGeom>
          <a:ln w="224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132201" y="4814496"/>
            <a:ext cx="160020" cy="0"/>
          </a:xfrm>
          <a:custGeom>
            <a:avLst/>
            <a:gdLst/>
            <a:ahLst/>
            <a:cxnLst/>
            <a:rect l="l" t="t" r="r" b="b"/>
            <a:pathLst>
              <a:path w="160020" h="0">
                <a:moveTo>
                  <a:pt x="0" y="0"/>
                </a:moveTo>
                <a:lnTo>
                  <a:pt x="159947" y="0"/>
                </a:lnTo>
              </a:path>
            </a:pathLst>
          </a:custGeom>
          <a:ln w="224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1" name="object 21"/>
          <p:cNvGrpSpPr/>
          <p:nvPr/>
        </p:nvGrpSpPr>
        <p:grpSpPr>
          <a:xfrm>
            <a:off x="1406144" y="3507579"/>
            <a:ext cx="4973320" cy="2129155"/>
            <a:chOff x="1406144" y="3507579"/>
            <a:chExt cx="4973320" cy="2129155"/>
          </a:xfrm>
        </p:grpSpPr>
        <p:sp>
          <p:nvSpPr>
            <p:cNvPr id="22" name="object 22"/>
            <p:cNvSpPr/>
            <p:nvPr/>
          </p:nvSpPr>
          <p:spPr>
            <a:xfrm>
              <a:off x="3132200" y="3517422"/>
              <a:ext cx="1267460" cy="0"/>
            </a:xfrm>
            <a:custGeom>
              <a:avLst/>
              <a:gdLst/>
              <a:ahLst/>
              <a:cxnLst/>
              <a:rect l="l" t="t" r="r" b="b"/>
              <a:pathLst>
                <a:path w="1267460" h="0">
                  <a:moveTo>
                    <a:pt x="0" y="0"/>
                  </a:moveTo>
                  <a:lnTo>
                    <a:pt x="1266997" y="0"/>
                  </a:lnTo>
                </a:path>
              </a:pathLst>
            </a:custGeom>
            <a:ln w="19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402111" y="3523835"/>
              <a:ext cx="0" cy="426720"/>
            </a:xfrm>
            <a:custGeom>
              <a:avLst/>
              <a:gdLst/>
              <a:ahLst/>
              <a:cxnLst/>
              <a:rect l="l" t="t" r="r" b="b"/>
              <a:pathLst>
                <a:path w="0" h="426720">
                  <a:moveTo>
                    <a:pt x="0" y="426479"/>
                  </a:moveTo>
                  <a:lnTo>
                    <a:pt x="0" y="0"/>
                  </a:lnTo>
                </a:path>
              </a:pathLst>
            </a:custGeom>
            <a:ln w="17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405024" y="3956727"/>
              <a:ext cx="154940" cy="0"/>
            </a:xfrm>
            <a:custGeom>
              <a:avLst/>
              <a:gdLst/>
              <a:ahLst/>
              <a:cxnLst/>
              <a:rect l="l" t="t" r="r" b="b"/>
              <a:pathLst>
                <a:path w="154939" h="0">
                  <a:moveTo>
                    <a:pt x="0" y="0"/>
                  </a:moveTo>
                  <a:lnTo>
                    <a:pt x="154404" y="0"/>
                  </a:lnTo>
                </a:path>
              </a:pathLst>
            </a:custGeom>
            <a:ln w="19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091681" y="4163554"/>
              <a:ext cx="170180" cy="0"/>
            </a:xfrm>
            <a:custGeom>
              <a:avLst/>
              <a:gdLst/>
              <a:ahLst/>
              <a:cxnLst/>
              <a:rect l="l" t="t" r="r" b="b"/>
              <a:pathLst>
                <a:path w="170179" h="0">
                  <a:moveTo>
                    <a:pt x="0" y="0"/>
                  </a:moveTo>
                  <a:lnTo>
                    <a:pt x="169849" y="0"/>
                  </a:lnTo>
                </a:path>
              </a:pathLst>
            </a:custGeom>
            <a:ln w="22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885717" y="4065752"/>
              <a:ext cx="215900" cy="93345"/>
            </a:xfrm>
            <a:custGeom>
              <a:avLst/>
              <a:gdLst/>
              <a:ahLst/>
              <a:cxnLst/>
              <a:rect l="l" t="t" r="r" b="b"/>
              <a:pathLst>
                <a:path w="215900" h="93345">
                  <a:moveTo>
                    <a:pt x="0" y="0"/>
                  </a:moveTo>
                  <a:lnTo>
                    <a:pt x="215583" y="0"/>
                  </a:lnTo>
                  <a:lnTo>
                    <a:pt x="215583" y="92991"/>
                  </a:lnTo>
                </a:path>
              </a:pathLst>
            </a:custGeom>
            <a:ln w="18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786666" y="4812893"/>
              <a:ext cx="474980" cy="0"/>
            </a:xfrm>
            <a:custGeom>
              <a:avLst/>
              <a:gdLst/>
              <a:ahLst/>
              <a:cxnLst/>
              <a:rect l="l" t="t" r="r" b="b"/>
              <a:pathLst>
                <a:path w="474979" h="0">
                  <a:moveTo>
                    <a:pt x="0" y="0"/>
                  </a:moveTo>
                  <a:lnTo>
                    <a:pt x="474865" y="0"/>
                  </a:lnTo>
                </a:path>
              </a:pathLst>
            </a:custGeom>
            <a:ln w="19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553602" y="4479405"/>
              <a:ext cx="608965" cy="3810"/>
            </a:xfrm>
            <a:custGeom>
              <a:avLst/>
              <a:gdLst/>
              <a:ahLst/>
              <a:cxnLst/>
              <a:rect l="l" t="t" r="r" b="b"/>
              <a:pathLst>
                <a:path w="608964" h="3810">
                  <a:moveTo>
                    <a:pt x="608878" y="3206"/>
                  </a:moveTo>
                  <a:lnTo>
                    <a:pt x="0" y="0"/>
                  </a:lnTo>
                </a:path>
              </a:pathLst>
            </a:custGeom>
            <a:ln w="19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556515" y="4495438"/>
              <a:ext cx="3175" cy="1074420"/>
            </a:xfrm>
            <a:custGeom>
              <a:avLst/>
              <a:gdLst/>
              <a:ahLst/>
              <a:cxnLst/>
              <a:rect l="l" t="t" r="r" b="b"/>
              <a:pathLst>
                <a:path w="3175" h="1074420">
                  <a:moveTo>
                    <a:pt x="0" y="1074214"/>
                  </a:moveTo>
                  <a:lnTo>
                    <a:pt x="2913" y="0"/>
                  </a:lnTo>
                </a:path>
              </a:pathLst>
            </a:custGeom>
            <a:ln w="17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132200" y="5351603"/>
              <a:ext cx="3237230" cy="0"/>
            </a:xfrm>
            <a:custGeom>
              <a:avLst/>
              <a:gdLst/>
              <a:ahLst/>
              <a:cxnLst/>
              <a:rect l="l" t="t" r="r" b="b"/>
              <a:pathLst>
                <a:path w="3237229" h="0">
                  <a:moveTo>
                    <a:pt x="0" y="0"/>
                  </a:moveTo>
                  <a:lnTo>
                    <a:pt x="3236976" y="0"/>
                  </a:lnTo>
                </a:path>
              </a:pathLst>
            </a:custGeom>
            <a:ln w="19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828933" y="5374004"/>
              <a:ext cx="0" cy="202565"/>
            </a:xfrm>
            <a:custGeom>
              <a:avLst/>
              <a:gdLst/>
              <a:ahLst/>
              <a:cxnLst/>
              <a:rect l="l" t="t" r="r" b="b"/>
              <a:pathLst>
                <a:path w="0" h="202564">
                  <a:moveTo>
                    <a:pt x="0" y="0"/>
                  </a:moveTo>
                  <a:lnTo>
                    <a:pt x="0" y="202061"/>
                  </a:lnTo>
                </a:path>
              </a:pathLst>
            </a:custGeom>
            <a:ln w="17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415986" y="5572860"/>
              <a:ext cx="3143885" cy="0"/>
            </a:xfrm>
            <a:custGeom>
              <a:avLst/>
              <a:gdLst/>
              <a:ahLst/>
              <a:cxnLst/>
              <a:rect l="l" t="t" r="r" b="b"/>
              <a:pathLst>
                <a:path w="3143885" h="0">
                  <a:moveTo>
                    <a:pt x="0" y="0"/>
                  </a:moveTo>
                  <a:lnTo>
                    <a:pt x="3143442" y="0"/>
                  </a:lnTo>
                </a:path>
              </a:pathLst>
            </a:custGeom>
            <a:ln w="19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783752" y="4812893"/>
              <a:ext cx="3175" cy="500380"/>
            </a:xfrm>
            <a:custGeom>
              <a:avLst/>
              <a:gdLst/>
              <a:ahLst/>
              <a:cxnLst/>
              <a:rect l="l" t="t" r="r" b="b"/>
              <a:pathLst>
                <a:path w="3175" h="500379">
                  <a:moveTo>
                    <a:pt x="2913" y="500231"/>
                  </a:moveTo>
                  <a:lnTo>
                    <a:pt x="0" y="0"/>
                  </a:lnTo>
                </a:path>
              </a:pathLst>
            </a:custGeom>
            <a:ln w="17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30727" y="5281645"/>
              <a:ext cx="117704" cy="12709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73013" y="5509333"/>
              <a:ext cx="114754" cy="127053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075824" y="4814496"/>
              <a:ext cx="274955" cy="0"/>
            </a:xfrm>
            <a:custGeom>
              <a:avLst/>
              <a:gdLst/>
              <a:ahLst/>
              <a:cxnLst/>
              <a:rect l="l" t="t" r="r" b="b"/>
              <a:pathLst>
                <a:path w="274954" h="0">
                  <a:moveTo>
                    <a:pt x="0" y="0"/>
                  </a:moveTo>
                  <a:lnTo>
                    <a:pt x="274728" y="0"/>
                  </a:lnTo>
                </a:path>
              </a:pathLst>
            </a:custGeom>
            <a:ln w="22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66510" y="4730121"/>
              <a:ext cx="146810" cy="16233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132200" y="4484215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 h="0">
                  <a:moveTo>
                    <a:pt x="0" y="0"/>
                  </a:moveTo>
                  <a:lnTo>
                    <a:pt x="152086" y="0"/>
                  </a:lnTo>
                </a:path>
              </a:pathLst>
            </a:custGeom>
            <a:ln w="22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37155" y="4403033"/>
              <a:ext cx="146837" cy="15915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045206" y="4812893"/>
              <a:ext cx="227329" cy="0"/>
            </a:xfrm>
            <a:custGeom>
              <a:avLst/>
              <a:gdLst/>
              <a:ahLst/>
              <a:cxnLst/>
              <a:rect l="l" t="t" r="r" b="b"/>
              <a:pathLst>
                <a:path w="227329" h="0">
                  <a:moveTo>
                    <a:pt x="0" y="0"/>
                  </a:moveTo>
                  <a:lnTo>
                    <a:pt x="227238" y="0"/>
                  </a:lnTo>
                </a:path>
              </a:pathLst>
            </a:custGeom>
            <a:ln w="19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075824" y="4176380"/>
              <a:ext cx="432434" cy="0"/>
            </a:xfrm>
            <a:custGeom>
              <a:avLst/>
              <a:gdLst/>
              <a:ahLst/>
              <a:cxnLst/>
              <a:rect l="l" t="t" r="r" b="b"/>
              <a:pathLst>
                <a:path w="432435" h="0">
                  <a:moveTo>
                    <a:pt x="0" y="0"/>
                  </a:moveTo>
                  <a:lnTo>
                    <a:pt x="432045" y="0"/>
                  </a:lnTo>
                </a:path>
              </a:pathLst>
            </a:custGeom>
            <a:ln w="22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3137154" y="3527042"/>
            <a:ext cx="1214120" cy="327025"/>
          </a:xfrm>
          <a:prstGeom prst="rect">
            <a:avLst/>
          </a:prstGeom>
          <a:solidFill>
            <a:srgbClr val="CCFFCC"/>
          </a:solidFill>
        </p:spPr>
        <p:txBody>
          <a:bodyPr wrap="square" lIns="0" tIns="24765" rIns="0" bIns="0" rtlCol="0" vert="horz">
            <a:spAutoFit/>
          </a:bodyPr>
          <a:lstStyle/>
          <a:p>
            <a:pPr marL="370205">
              <a:lnSpc>
                <a:spcPct val="100000"/>
              </a:lnSpc>
              <a:spcBef>
                <a:spcPts val="195"/>
              </a:spcBef>
            </a:pPr>
            <a:r>
              <a:rPr dirty="0" sz="1900" spc="-85">
                <a:latin typeface="Times New Roman"/>
                <a:cs typeface="Times New Roman"/>
              </a:rPr>
              <a:t>FF</a:t>
            </a:r>
            <a:r>
              <a:rPr dirty="0" baseline="-15555" sz="1875" spc="-127">
                <a:latin typeface="Times New Roman"/>
                <a:cs typeface="Times New Roman"/>
              </a:rPr>
              <a:t>0</a:t>
            </a:r>
            <a:endParaRPr baseline="-15555" sz="1875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32449" y="4027399"/>
            <a:ext cx="146685" cy="3143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900" spc="-110" i="1">
                <a:latin typeface="Times New Roman"/>
                <a:cs typeface="Times New Roman"/>
              </a:rPr>
              <a:t>A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71171" y="5383796"/>
            <a:ext cx="304800" cy="3143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00" spc="-114" i="1">
                <a:latin typeface="Times New Roman"/>
                <a:cs typeface="Times New Roman"/>
              </a:rPr>
              <a:t>CP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92147" y="3873356"/>
            <a:ext cx="784225" cy="1223645"/>
          </a:xfrm>
          <a:prstGeom prst="rect">
            <a:avLst/>
          </a:prstGeom>
          <a:solidFill>
            <a:srgbClr val="FFFFFF"/>
          </a:solidFill>
          <a:ln w="39141">
            <a:solidFill>
              <a:srgbClr val="000000"/>
            </a:solidFill>
          </a:ln>
        </p:spPr>
        <p:txBody>
          <a:bodyPr wrap="square" lIns="0" tIns="104775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825"/>
              </a:spcBef>
            </a:pPr>
            <a:r>
              <a:rPr dirty="0" sz="1900" spc="-70">
                <a:latin typeface="Times New Roman"/>
                <a:cs typeface="Times New Roman"/>
              </a:rPr>
              <a:t>1J</a:t>
            </a:r>
            <a:endParaRPr sz="1900">
              <a:latin typeface="Times New Roman"/>
              <a:cs typeface="Times New Roman"/>
            </a:endParaRPr>
          </a:p>
          <a:p>
            <a:pPr marL="57785" marR="311150" indent="-90805">
              <a:lnSpc>
                <a:spcPct val="112700"/>
              </a:lnSpc>
              <a:spcBef>
                <a:spcPts val="15"/>
              </a:spcBef>
            </a:pPr>
            <a:r>
              <a:rPr dirty="0" baseline="1262" sz="3300" spc="-450">
                <a:latin typeface="宋体"/>
                <a:cs typeface="宋体"/>
              </a:rPr>
              <a:t>＞</a:t>
            </a:r>
            <a:r>
              <a:rPr dirty="0" sz="1900" spc="-75">
                <a:latin typeface="Times New Roman"/>
                <a:cs typeface="Times New Roman"/>
              </a:rPr>
              <a:t>C1  </a:t>
            </a:r>
            <a:r>
              <a:rPr dirty="0" sz="1900" spc="-100">
                <a:latin typeface="Times New Roman"/>
                <a:cs typeface="Times New Roman"/>
              </a:rPr>
              <a:t>1K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109454" y="4403033"/>
            <a:ext cx="1073785" cy="489584"/>
            <a:chOff x="5109454" y="4403033"/>
            <a:chExt cx="1073785" cy="489584"/>
          </a:xfrm>
        </p:grpSpPr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35881" y="4733314"/>
              <a:ext cx="146837" cy="15915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09454" y="4403033"/>
              <a:ext cx="146837" cy="159157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5447756" y="3523962"/>
            <a:ext cx="394335" cy="3143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900" spc="-85">
                <a:latin typeface="Times New Roman"/>
                <a:cs typeface="Times New Roman"/>
              </a:rPr>
              <a:t>FF</a:t>
            </a:r>
            <a:r>
              <a:rPr dirty="0" baseline="-15555" sz="1875" spc="-127">
                <a:latin typeface="Times New Roman"/>
                <a:cs typeface="Times New Roman"/>
              </a:rPr>
              <a:t>1</a:t>
            </a:r>
            <a:endParaRPr baseline="-15555" sz="1875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261532" y="3873356"/>
            <a:ext cx="784225" cy="1223645"/>
          </a:xfrm>
          <a:prstGeom prst="rect">
            <a:avLst/>
          </a:prstGeom>
          <a:solidFill>
            <a:srgbClr val="FFFFFF"/>
          </a:solidFill>
          <a:ln w="39136">
            <a:solidFill>
              <a:srgbClr val="000000"/>
            </a:solidFill>
          </a:ln>
        </p:spPr>
        <p:txBody>
          <a:bodyPr wrap="square" lIns="0" tIns="104775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825"/>
              </a:spcBef>
            </a:pPr>
            <a:r>
              <a:rPr dirty="0" sz="1900" spc="-70">
                <a:latin typeface="Times New Roman"/>
                <a:cs typeface="Times New Roman"/>
              </a:rPr>
              <a:t>1J</a:t>
            </a:r>
            <a:endParaRPr sz="1900">
              <a:latin typeface="Times New Roman"/>
              <a:cs typeface="Times New Roman"/>
            </a:endParaRPr>
          </a:p>
          <a:p>
            <a:pPr marL="57785" marR="311150" indent="-90805">
              <a:lnSpc>
                <a:spcPct val="112700"/>
              </a:lnSpc>
              <a:spcBef>
                <a:spcPts val="15"/>
              </a:spcBef>
            </a:pPr>
            <a:r>
              <a:rPr dirty="0" baseline="1262" sz="3300" spc="-450">
                <a:latin typeface="宋体"/>
                <a:cs typeface="宋体"/>
              </a:rPr>
              <a:t>＞</a:t>
            </a:r>
            <a:r>
              <a:rPr dirty="0" sz="1900" spc="-75">
                <a:latin typeface="Times New Roman"/>
                <a:cs typeface="Times New Roman"/>
              </a:rPr>
              <a:t>C1  </a:t>
            </a:r>
            <a:r>
              <a:rPr dirty="0" sz="1900" spc="-100">
                <a:latin typeface="Times New Roman"/>
                <a:cs typeface="Times New Roman"/>
              </a:rPr>
              <a:t>1K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452329" y="4085118"/>
            <a:ext cx="134620" cy="3143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900" spc="-100" i="1">
                <a:latin typeface="Times New Roman"/>
                <a:cs typeface="Times New Roman"/>
              </a:rPr>
              <a:t>Y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095988" y="3822176"/>
            <a:ext cx="306705" cy="3143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900" spc="-95" i="1">
                <a:latin typeface="Times New Roman"/>
                <a:cs typeface="Times New Roman"/>
              </a:rPr>
              <a:t>Q</a:t>
            </a:r>
            <a:r>
              <a:rPr dirty="0" baseline="-15555" sz="1875" spc="-142">
                <a:latin typeface="Times New Roman"/>
                <a:cs typeface="Times New Roman"/>
              </a:rPr>
              <a:t>0</a:t>
            </a:r>
            <a:endParaRPr baseline="-15555" sz="1875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111986" y="3802937"/>
            <a:ext cx="306705" cy="3143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900" spc="-95" i="1">
                <a:latin typeface="Times New Roman"/>
                <a:cs typeface="Times New Roman"/>
              </a:rPr>
              <a:t>Q</a:t>
            </a:r>
            <a:r>
              <a:rPr dirty="0" baseline="-15555" sz="1875" spc="-142">
                <a:latin typeface="Times New Roman"/>
                <a:cs typeface="Times New Roman"/>
              </a:rPr>
              <a:t>1</a:t>
            </a:r>
            <a:endParaRPr baseline="-15555" sz="1875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127570" y="5399703"/>
            <a:ext cx="224790" cy="13335"/>
          </a:xfrm>
          <a:custGeom>
            <a:avLst/>
            <a:gdLst/>
            <a:ahLst/>
            <a:cxnLst/>
            <a:rect l="l" t="t" r="r" b="b"/>
            <a:pathLst>
              <a:path w="224790" h="13335">
                <a:moveTo>
                  <a:pt x="0" y="12826"/>
                </a:moveTo>
                <a:lnTo>
                  <a:pt x="224323" y="0"/>
                </a:lnTo>
              </a:path>
            </a:pathLst>
          </a:custGeom>
          <a:ln w="192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5" name="object 55"/>
          <p:cNvGrpSpPr/>
          <p:nvPr/>
        </p:nvGrpSpPr>
        <p:grpSpPr>
          <a:xfrm>
            <a:off x="1233677" y="1351025"/>
            <a:ext cx="1626235" cy="678180"/>
            <a:chOff x="1233677" y="1351025"/>
            <a:chExt cx="1626235" cy="678180"/>
          </a:xfrm>
        </p:grpSpPr>
        <p:sp>
          <p:nvSpPr>
            <p:cNvPr id="56" name="object 56"/>
            <p:cNvSpPr/>
            <p:nvPr/>
          </p:nvSpPr>
          <p:spPr>
            <a:xfrm>
              <a:off x="1332356" y="1413128"/>
              <a:ext cx="1419225" cy="467359"/>
            </a:xfrm>
            <a:custGeom>
              <a:avLst/>
              <a:gdLst/>
              <a:ahLst/>
              <a:cxnLst/>
              <a:rect l="l" t="t" r="r" b="b"/>
              <a:pathLst>
                <a:path w="1419225" h="467360">
                  <a:moveTo>
                    <a:pt x="1418844" y="0"/>
                  </a:moveTo>
                  <a:lnTo>
                    <a:pt x="0" y="0"/>
                  </a:lnTo>
                  <a:lnTo>
                    <a:pt x="0" y="467105"/>
                  </a:lnTo>
                  <a:lnTo>
                    <a:pt x="1418844" y="467105"/>
                  </a:lnTo>
                  <a:lnTo>
                    <a:pt x="1418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33677" y="1351025"/>
              <a:ext cx="1626107" cy="678179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1332357" y="1413128"/>
            <a:ext cx="1419225" cy="467359"/>
          </a:xfrm>
          <a:prstGeom prst="rect">
            <a:avLst/>
          </a:prstGeom>
          <a:ln w="9905">
            <a:solidFill>
              <a:srgbClr val="FF0066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55"/>
              </a:spcBef>
            </a:pP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激励方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程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184191" y="1970531"/>
            <a:ext cx="376555" cy="0"/>
          </a:xfrm>
          <a:custGeom>
            <a:avLst/>
            <a:gdLst/>
            <a:ahLst/>
            <a:cxnLst/>
            <a:rect l="l" t="t" r="r" b="b"/>
            <a:pathLst>
              <a:path w="376554" h="0">
                <a:moveTo>
                  <a:pt x="0" y="0"/>
                </a:moveTo>
                <a:lnTo>
                  <a:pt x="376154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6992163" y="2243581"/>
            <a:ext cx="12382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270" b="1"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608054" y="1914398"/>
            <a:ext cx="199771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63880" algn="l"/>
                <a:tab pos="1610995" algn="l"/>
              </a:tabLst>
            </a:pPr>
            <a:r>
              <a:rPr dirty="0" sz="2850" spc="950" b="1" i="1">
                <a:latin typeface="Times New Roman"/>
                <a:cs typeface="Times New Roman"/>
              </a:rPr>
              <a:t>Y</a:t>
            </a:r>
            <a:r>
              <a:rPr dirty="0" sz="2850" spc="950" b="1" i="1">
                <a:latin typeface="Times New Roman"/>
                <a:cs typeface="Times New Roman"/>
              </a:rPr>
              <a:t>	</a:t>
            </a:r>
            <a:r>
              <a:rPr dirty="0" sz="2850" spc="850" b="1">
                <a:latin typeface="Symbol"/>
                <a:cs typeface="Symbol"/>
              </a:rPr>
              <a:t></a:t>
            </a:r>
            <a:r>
              <a:rPr dirty="0" sz="2850" spc="310">
                <a:latin typeface="Times New Roman"/>
                <a:cs typeface="Times New Roman"/>
              </a:rPr>
              <a:t> </a:t>
            </a:r>
            <a:r>
              <a:rPr dirty="0" sz="2850" spc="1125" b="1" i="1">
                <a:latin typeface="Times New Roman"/>
                <a:cs typeface="Times New Roman"/>
              </a:rPr>
              <a:t>Q</a:t>
            </a:r>
            <a:r>
              <a:rPr dirty="0" sz="2850" b="1" i="1">
                <a:latin typeface="Times New Roman"/>
                <a:cs typeface="Times New Roman"/>
              </a:rPr>
              <a:t>	</a:t>
            </a:r>
            <a:r>
              <a:rPr dirty="0" sz="2850" spc="1035" b="1" i="1">
                <a:latin typeface="Times New Roman"/>
                <a:cs typeface="Times New Roman"/>
              </a:rPr>
              <a:t>A</a:t>
            </a:r>
            <a:endParaRPr sz="2850">
              <a:latin typeface="Times New Roman"/>
              <a:cs typeface="Times New Roman"/>
            </a:endParaRPr>
          </a:p>
        </p:txBody>
      </p:sp>
      <p:pic>
        <p:nvPicPr>
          <p:cNvPr id="62" name="object 6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481828" y="1421891"/>
            <a:ext cx="1626107" cy="678179"/>
          </a:xfrm>
          <a:prstGeom prst="rect">
            <a:avLst/>
          </a:prstGeom>
        </p:spPr>
      </p:pic>
      <p:sp>
        <p:nvSpPr>
          <p:cNvPr id="63" name="object 63"/>
          <p:cNvSpPr txBox="1"/>
          <p:nvPr/>
        </p:nvSpPr>
        <p:spPr>
          <a:xfrm>
            <a:off x="5580507" y="1484757"/>
            <a:ext cx="1419225" cy="466725"/>
          </a:xfrm>
          <a:prstGeom prst="rect">
            <a:avLst/>
          </a:prstGeom>
          <a:solidFill>
            <a:srgbClr val="CCFFCC"/>
          </a:solidFill>
          <a:ln w="9905">
            <a:solidFill>
              <a:srgbClr val="FF0066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55"/>
              </a:spcBef>
            </a:pP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输出方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程</a:t>
            </a:r>
            <a:endParaRPr sz="2400">
              <a:latin typeface="新宋体"/>
              <a:cs typeface="新宋体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4376064" y="1949521"/>
            <a:ext cx="323215" cy="607695"/>
            <a:chOff x="4376064" y="1949521"/>
            <a:chExt cx="323215" cy="607695"/>
          </a:xfrm>
        </p:grpSpPr>
        <p:sp>
          <p:nvSpPr>
            <p:cNvPr id="65" name="object 65"/>
            <p:cNvSpPr/>
            <p:nvPr/>
          </p:nvSpPr>
          <p:spPr>
            <a:xfrm>
              <a:off x="4431965" y="2551737"/>
              <a:ext cx="262255" cy="0"/>
            </a:xfrm>
            <a:custGeom>
              <a:avLst/>
              <a:gdLst/>
              <a:ahLst/>
              <a:cxnLst/>
              <a:rect l="l" t="t" r="r" b="b"/>
              <a:pathLst>
                <a:path w="262254" h="0">
                  <a:moveTo>
                    <a:pt x="0" y="0"/>
                  </a:moveTo>
                  <a:lnTo>
                    <a:pt x="261859" y="0"/>
                  </a:lnTo>
                </a:path>
              </a:pathLst>
            </a:custGeom>
            <a:ln w="97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4380827" y="1954283"/>
              <a:ext cx="253365" cy="0"/>
            </a:xfrm>
            <a:custGeom>
              <a:avLst/>
              <a:gdLst/>
              <a:ahLst/>
              <a:cxnLst/>
              <a:rect l="l" t="t" r="r" b="b"/>
              <a:pathLst>
                <a:path w="253364" h="0">
                  <a:moveTo>
                    <a:pt x="0" y="0"/>
                  </a:moveTo>
                  <a:lnTo>
                    <a:pt x="252912" y="0"/>
                  </a:lnTo>
                </a:path>
              </a:pathLst>
            </a:custGeom>
            <a:ln w="9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 txBox="1"/>
          <p:nvPr/>
        </p:nvSpPr>
        <p:spPr>
          <a:xfrm>
            <a:off x="1526890" y="1892594"/>
            <a:ext cx="3141345" cy="12274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270"/>
              </a:lnSpc>
              <a:spcBef>
                <a:spcPts val="95"/>
              </a:spcBef>
              <a:tabLst>
                <a:tab pos="433070" algn="l"/>
                <a:tab pos="2073275" algn="l"/>
                <a:tab pos="2541905" algn="l"/>
              </a:tabLst>
            </a:pPr>
            <a:r>
              <a:rPr dirty="0" sz="3100" spc="-10" b="1" i="1">
                <a:latin typeface="Times New Roman"/>
                <a:cs typeface="Times New Roman"/>
              </a:rPr>
              <a:t>J	</a:t>
            </a:r>
            <a:r>
              <a:rPr dirty="0" sz="3100" spc="-10" b="1">
                <a:latin typeface="Symbol"/>
                <a:cs typeface="Symbol"/>
              </a:rPr>
              <a:t></a:t>
            </a:r>
            <a:r>
              <a:rPr dirty="0" sz="3100" spc="-60" b="1">
                <a:latin typeface="Times New Roman"/>
                <a:cs typeface="Times New Roman"/>
              </a:rPr>
              <a:t> </a:t>
            </a:r>
            <a:r>
              <a:rPr dirty="0" sz="3100" spc="-10" b="1" i="1">
                <a:latin typeface="Times New Roman"/>
                <a:cs typeface="Times New Roman"/>
              </a:rPr>
              <a:t>Q</a:t>
            </a:r>
            <a:r>
              <a:rPr dirty="0" sz="3100" spc="190" b="1" i="1">
                <a:latin typeface="Times New Roman"/>
                <a:cs typeface="Times New Roman"/>
              </a:rPr>
              <a:t> </a:t>
            </a:r>
            <a:r>
              <a:rPr dirty="0" sz="3100" spc="-10" b="1" i="1">
                <a:latin typeface="Times New Roman"/>
                <a:cs typeface="Times New Roman"/>
              </a:rPr>
              <a:t>A	</a:t>
            </a:r>
            <a:r>
              <a:rPr dirty="0" baseline="1883" sz="4425" spc="7" b="1" i="1">
                <a:latin typeface="Times New Roman"/>
                <a:cs typeface="Times New Roman"/>
              </a:rPr>
              <a:t>K	</a:t>
            </a:r>
            <a:r>
              <a:rPr dirty="0" baseline="1883" sz="4425" spc="7" b="1">
                <a:latin typeface="Symbol"/>
                <a:cs typeface="Symbol"/>
              </a:rPr>
              <a:t></a:t>
            </a:r>
            <a:r>
              <a:rPr dirty="0" baseline="1883" sz="4425" spc="284" b="1">
                <a:latin typeface="Times New Roman"/>
                <a:cs typeface="Times New Roman"/>
              </a:rPr>
              <a:t> </a:t>
            </a:r>
            <a:r>
              <a:rPr dirty="0" baseline="1883" sz="4425" spc="7" b="1" i="1">
                <a:latin typeface="Times New Roman"/>
                <a:cs typeface="Times New Roman"/>
              </a:rPr>
              <a:t>A</a:t>
            </a:r>
            <a:endParaRPr baseline="1883" sz="4425">
              <a:latin typeface="Times New Roman"/>
              <a:cs typeface="Times New Roman"/>
            </a:endParaRPr>
          </a:p>
          <a:p>
            <a:pPr marL="234950">
              <a:lnSpc>
                <a:spcPts val="810"/>
              </a:lnSpc>
              <a:tabLst>
                <a:tab pos="1022350" algn="l"/>
              </a:tabLst>
            </a:pPr>
            <a:r>
              <a:rPr dirty="0" sz="1050" spc="15" b="1">
                <a:latin typeface="Times New Roman"/>
                <a:cs typeface="Times New Roman"/>
              </a:rPr>
              <a:t>1	0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00">
              <a:latin typeface="Times New Roman"/>
              <a:cs typeface="Times New Roman"/>
            </a:endParaRPr>
          </a:p>
          <a:p>
            <a:pPr marL="13335">
              <a:lnSpc>
                <a:spcPts val="3410"/>
              </a:lnSpc>
              <a:tabLst>
                <a:tab pos="471170" algn="l"/>
              </a:tabLst>
            </a:pPr>
            <a:r>
              <a:rPr dirty="0" sz="3250" spc="10" b="1" i="1">
                <a:latin typeface="Times New Roman"/>
                <a:cs typeface="Times New Roman"/>
              </a:rPr>
              <a:t>J	</a:t>
            </a:r>
            <a:r>
              <a:rPr dirty="0" sz="3250" spc="10" b="1">
                <a:latin typeface="Symbol"/>
                <a:cs typeface="Symbol"/>
              </a:rPr>
              <a:t></a:t>
            </a:r>
            <a:r>
              <a:rPr dirty="0" sz="3250" spc="254" b="1">
                <a:latin typeface="Times New Roman"/>
                <a:cs typeface="Times New Roman"/>
              </a:rPr>
              <a:t> </a:t>
            </a:r>
            <a:r>
              <a:rPr dirty="0" sz="3250" spc="15" b="1" i="1">
                <a:latin typeface="Times New Roman"/>
                <a:cs typeface="Times New Roman"/>
              </a:rPr>
              <a:t>A</a:t>
            </a:r>
            <a:endParaRPr sz="3250">
              <a:latin typeface="Times New Roman"/>
              <a:cs typeface="Times New Roman"/>
            </a:endParaRPr>
          </a:p>
          <a:p>
            <a:pPr marL="255904">
              <a:lnSpc>
                <a:spcPts val="890"/>
              </a:lnSpc>
            </a:pPr>
            <a:r>
              <a:rPr dirty="0" sz="1150" spc="-5" b="1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600803" y="2202258"/>
            <a:ext cx="1128395" cy="83058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277495">
              <a:lnSpc>
                <a:spcPct val="100000"/>
              </a:lnSpc>
              <a:spcBef>
                <a:spcPts val="400"/>
              </a:spcBef>
            </a:pPr>
            <a:r>
              <a:rPr dirty="0" sz="1000" spc="15" b="1"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3215"/>
              </a:lnSpc>
              <a:spcBef>
                <a:spcPts val="805"/>
              </a:spcBef>
              <a:tabLst>
                <a:tab pos="508000" algn="l"/>
              </a:tabLst>
            </a:pPr>
            <a:r>
              <a:rPr dirty="0" sz="3050" spc="10" b="1" i="1">
                <a:latin typeface="Times New Roman"/>
                <a:cs typeface="Times New Roman"/>
              </a:rPr>
              <a:t>K	</a:t>
            </a:r>
            <a:r>
              <a:rPr dirty="0" sz="3050" spc="5" b="1">
                <a:latin typeface="Symbol"/>
                <a:cs typeface="Symbol"/>
              </a:rPr>
              <a:t></a:t>
            </a:r>
            <a:r>
              <a:rPr dirty="0" sz="3050" spc="200" b="1">
                <a:latin typeface="Times New Roman"/>
                <a:cs typeface="Times New Roman"/>
              </a:rPr>
              <a:t> </a:t>
            </a:r>
            <a:r>
              <a:rPr dirty="0" sz="3050" spc="10" b="1" i="1">
                <a:latin typeface="Times New Roman"/>
                <a:cs typeface="Times New Roman"/>
              </a:rPr>
              <a:t>A</a:t>
            </a:r>
            <a:endParaRPr sz="3050">
              <a:latin typeface="Times New Roman"/>
              <a:cs typeface="Times New Roman"/>
            </a:endParaRPr>
          </a:p>
          <a:p>
            <a:pPr marL="306705">
              <a:lnSpc>
                <a:spcPts val="815"/>
              </a:lnSpc>
            </a:pPr>
            <a:r>
              <a:rPr dirty="0" sz="1050" spc="10" b="1">
                <a:latin typeface="Times New Roman"/>
                <a:cs typeface="Times New Roman"/>
              </a:rPr>
              <a:t>0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1182624" y="3425190"/>
            <a:ext cx="1954530" cy="1953895"/>
            <a:chOff x="1182624" y="3425190"/>
            <a:chExt cx="1954530" cy="1953895"/>
          </a:xfrm>
        </p:grpSpPr>
        <p:sp>
          <p:nvSpPr>
            <p:cNvPr id="70" name="object 70"/>
            <p:cNvSpPr/>
            <p:nvPr/>
          </p:nvSpPr>
          <p:spPr>
            <a:xfrm>
              <a:off x="1187577" y="3430143"/>
              <a:ext cx="1945005" cy="1944370"/>
            </a:xfrm>
            <a:custGeom>
              <a:avLst/>
              <a:gdLst/>
              <a:ahLst/>
              <a:cxnLst/>
              <a:rect l="l" t="t" r="r" b="b"/>
              <a:pathLst>
                <a:path w="1945005" h="1944370">
                  <a:moveTo>
                    <a:pt x="1944624" y="0"/>
                  </a:moveTo>
                  <a:lnTo>
                    <a:pt x="0" y="0"/>
                  </a:lnTo>
                  <a:lnTo>
                    <a:pt x="0" y="1943862"/>
                  </a:lnTo>
                  <a:lnTo>
                    <a:pt x="1944624" y="1943862"/>
                  </a:lnTo>
                  <a:lnTo>
                    <a:pt x="194462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1187577" y="3430143"/>
              <a:ext cx="1945005" cy="1944370"/>
            </a:xfrm>
            <a:custGeom>
              <a:avLst/>
              <a:gdLst/>
              <a:ahLst/>
              <a:cxnLst/>
              <a:rect l="l" t="t" r="r" b="b"/>
              <a:pathLst>
                <a:path w="1945005" h="1944370">
                  <a:moveTo>
                    <a:pt x="0" y="0"/>
                  </a:moveTo>
                  <a:lnTo>
                    <a:pt x="1944624" y="0"/>
                  </a:lnTo>
                  <a:lnTo>
                    <a:pt x="1944624" y="1943862"/>
                  </a:lnTo>
                  <a:lnTo>
                    <a:pt x="0" y="1943862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2" name="object 72"/>
          <p:cNvGrpSpPr/>
          <p:nvPr/>
        </p:nvGrpSpPr>
        <p:grpSpPr>
          <a:xfrm>
            <a:off x="4351020" y="3407664"/>
            <a:ext cx="802640" cy="2186940"/>
            <a:chOff x="4351020" y="3407664"/>
            <a:chExt cx="802640" cy="2186940"/>
          </a:xfrm>
        </p:grpSpPr>
        <p:sp>
          <p:nvSpPr>
            <p:cNvPr id="73" name="object 73"/>
            <p:cNvSpPr/>
            <p:nvPr/>
          </p:nvSpPr>
          <p:spPr>
            <a:xfrm>
              <a:off x="4355973" y="3412617"/>
              <a:ext cx="792480" cy="2177415"/>
            </a:xfrm>
            <a:custGeom>
              <a:avLst/>
              <a:gdLst/>
              <a:ahLst/>
              <a:cxnLst/>
              <a:rect l="l" t="t" r="r" b="b"/>
              <a:pathLst>
                <a:path w="792479" h="2177415">
                  <a:moveTo>
                    <a:pt x="792479" y="0"/>
                  </a:moveTo>
                  <a:lnTo>
                    <a:pt x="0" y="0"/>
                  </a:lnTo>
                  <a:lnTo>
                    <a:pt x="0" y="2177034"/>
                  </a:lnTo>
                  <a:lnTo>
                    <a:pt x="792479" y="2177034"/>
                  </a:lnTo>
                  <a:lnTo>
                    <a:pt x="792479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4355973" y="3412617"/>
              <a:ext cx="792480" cy="2177415"/>
            </a:xfrm>
            <a:custGeom>
              <a:avLst/>
              <a:gdLst/>
              <a:ahLst/>
              <a:cxnLst/>
              <a:rect l="l" t="t" r="r" b="b"/>
              <a:pathLst>
                <a:path w="792479" h="2177415">
                  <a:moveTo>
                    <a:pt x="0" y="0"/>
                  </a:moveTo>
                  <a:lnTo>
                    <a:pt x="792479" y="0"/>
                  </a:lnTo>
                  <a:lnTo>
                    <a:pt x="792479" y="2177034"/>
                  </a:lnTo>
                  <a:lnTo>
                    <a:pt x="0" y="2177034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5" name="object 75"/>
          <p:cNvGrpSpPr/>
          <p:nvPr/>
        </p:nvGrpSpPr>
        <p:grpSpPr>
          <a:xfrm>
            <a:off x="6364223" y="3323082"/>
            <a:ext cx="1270635" cy="2188210"/>
            <a:chOff x="6364223" y="3323082"/>
            <a:chExt cx="1270635" cy="2188210"/>
          </a:xfrm>
        </p:grpSpPr>
        <p:sp>
          <p:nvSpPr>
            <p:cNvPr id="76" name="object 76"/>
            <p:cNvSpPr/>
            <p:nvPr/>
          </p:nvSpPr>
          <p:spPr>
            <a:xfrm>
              <a:off x="6369176" y="3328035"/>
              <a:ext cx="1260475" cy="2178050"/>
            </a:xfrm>
            <a:custGeom>
              <a:avLst/>
              <a:gdLst/>
              <a:ahLst/>
              <a:cxnLst/>
              <a:rect l="l" t="t" r="r" b="b"/>
              <a:pathLst>
                <a:path w="1260475" h="2178050">
                  <a:moveTo>
                    <a:pt x="1260348" y="0"/>
                  </a:moveTo>
                  <a:lnTo>
                    <a:pt x="0" y="0"/>
                  </a:lnTo>
                  <a:lnTo>
                    <a:pt x="0" y="2177796"/>
                  </a:lnTo>
                  <a:lnTo>
                    <a:pt x="1260348" y="2177796"/>
                  </a:lnTo>
                  <a:lnTo>
                    <a:pt x="126034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369176" y="3328035"/>
              <a:ext cx="1260475" cy="2178050"/>
            </a:xfrm>
            <a:custGeom>
              <a:avLst/>
              <a:gdLst/>
              <a:ahLst/>
              <a:cxnLst/>
              <a:rect l="l" t="t" r="r" b="b"/>
              <a:pathLst>
                <a:path w="1260475" h="2178050">
                  <a:moveTo>
                    <a:pt x="0" y="0"/>
                  </a:moveTo>
                  <a:lnTo>
                    <a:pt x="1260348" y="0"/>
                  </a:lnTo>
                  <a:lnTo>
                    <a:pt x="1260348" y="2177796"/>
                  </a:lnTo>
                  <a:lnTo>
                    <a:pt x="0" y="2177796"/>
                  </a:lnTo>
                  <a:lnTo>
                    <a:pt x="0" y="0"/>
                  </a:lnTo>
                  <a:close/>
                </a:path>
              </a:pathLst>
            </a:custGeom>
            <a:ln w="99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9580" y="786765"/>
            <a:ext cx="5434965" cy="0"/>
          </a:xfrm>
          <a:custGeom>
            <a:avLst/>
            <a:gdLst/>
            <a:ahLst/>
            <a:cxnLst/>
            <a:rect l="l" t="t" r="r" b="b"/>
            <a:pathLst>
              <a:path w="5434965" h="0">
                <a:moveTo>
                  <a:pt x="0" y="0"/>
                </a:moveTo>
                <a:lnTo>
                  <a:pt x="5434698" y="0"/>
                </a:lnTo>
              </a:path>
            </a:pathLst>
          </a:custGeom>
          <a:ln w="10287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574" y="333756"/>
            <a:ext cx="230504" cy="3527425"/>
          </a:xfrm>
          <a:custGeom>
            <a:avLst/>
            <a:gdLst/>
            <a:ahLst/>
            <a:cxnLst/>
            <a:rect l="l" t="t" r="r" b="b"/>
            <a:pathLst>
              <a:path w="230504" h="3527425">
                <a:moveTo>
                  <a:pt x="230124" y="0"/>
                </a:moveTo>
                <a:lnTo>
                  <a:pt x="0" y="0"/>
                </a:lnTo>
                <a:lnTo>
                  <a:pt x="0" y="3527298"/>
                </a:lnTo>
                <a:lnTo>
                  <a:pt x="230124" y="3527298"/>
                </a:lnTo>
                <a:lnTo>
                  <a:pt x="23012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57372" y="4923279"/>
            <a:ext cx="607060" cy="619125"/>
            <a:chOff x="6357372" y="4923279"/>
            <a:chExt cx="607060" cy="619125"/>
          </a:xfrm>
        </p:grpSpPr>
        <p:sp>
          <p:nvSpPr>
            <p:cNvPr id="8" name="object 8"/>
            <p:cNvSpPr/>
            <p:nvPr/>
          </p:nvSpPr>
          <p:spPr>
            <a:xfrm>
              <a:off x="6376422" y="4942329"/>
              <a:ext cx="568960" cy="581025"/>
            </a:xfrm>
            <a:custGeom>
              <a:avLst/>
              <a:gdLst/>
              <a:ahLst/>
              <a:cxnLst/>
              <a:rect l="l" t="t" r="r" b="b"/>
              <a:pathLst>
                <a:path w="568959" h="581025">
                  <a:moveTo>
                    <a:pt x="285813" y="0"/>
                  </a:moveTo>
                  <a:lnTo>
                    <a:pt x="231825" y="3174"/>
                  </a:lnTo>
                  <a:lnTo>
                    <a:pt x="179425" y="19037"/>
                  </a:lnTo>
                  <a:lnTo>
                    <a:pt x="128612" y="46012"/>
                  </a:lnTo>
                  <a:lnTo>
                    <a:pt x="84150" y="80911"/>
                  </a:lnTo>
                  <a:lnTo>
                    <a:pt x="47624" y="128511"/>
                  </a:lnTo>
                  <a:lnTo>
                    <a:pt x="19049" y="180860"/>
                  </a:lnTo>
                  <a:lnTo>
                    <a:pt x="3174" y="233210"/>
                  </a:lnTo>
                  <a:lnTo>
                    <a:pt x="0" y="288734"/>
                  </a:lnTo>
                  <a:lnTo>
                    <a:pt x="3174" y="344258"/>
                  </a:lnTo>
                  <a:lnTo>
                    <a:pt x="19049" y="399795"/>
                  </a:lnTo>
                  <a:lnTo>
                    <a:pt x="47624" y="450557"/>
                  </a:lnTo>
                  <a:lnTo>
                    <a:pt x="84150" y="496569"/>
                  </a:lnTo>
                  <a:lnTo>
                    <a:pt x="128612" y="531469"/>
                  </a:lnTo>
                  <a:lnTo>
                    <a:pt x="179425" y="558431"/>
                  </a:lnTo>
                  <a:lnTo>
                    <a:pt x="231825" y="574306"/>
                  </a:lnTo>
                  <a:lnTo>
                    <a:pt x="285813" y="580643"/>
                  </a:lnTo>
                  <a:lnTo>
                    <a:pt x="341388" y="574306"/>
                  </a:lnTo>
                  <a:lnTo>
                    <a:pt x="392188" y="558431"/>
                  </a:lnTo>
                  <a:lnTo>
                    <a:pt x="439826" y="531469"/>
                  </a:lnTo>
                  <a:lnTo>
                    <a:pt x="485876" y="496569"/>
                  </a:lnTo>
                  <a:lnTo>
                    <a:pt x="523989" y="450557"/>
                  </a:lnTo>
                  <a:lnTo>
                    <a:pt x="549389" y="399795"/>
                  </a:lnTo>
                  <a:lnTo>
                    <a:pt x="565264" y="344258"/>
                  </a:lnTo>
                  <a:lnTo>
                    <a:pt x="568439" y="288734"/>
                  </a:lnTo>
                  <a:lnTo>
                    <a:pt x="565264" y="233210"/>
                  </a:lnTo>
                  <a:lnTo>
                    <a:pt x="549389" y="180860"/>
                  </a:lnTo>
                  <a:lnTo>
                    <a:pt x="523989" y="128511"/>
                  </a:lnTo>
                  <a:lnTo>
                    <a:pt x="485876" y="80911"/>
                  </a:lnTo>
                  <a:lnTo>
                    <a:pt x="439826" y="46012"/>
                  </a:lnTo>
                  <a:lnTo>
                    <a:pt x="392188" y="19037"/>
                  </a:lnTo>
                  <a:lnTo>
                    <a:pt x="341388" y="3174"/>
                  </a:lnTo>
                  <a:lnTo>
                    <a:pt x="285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376422" y="4942329"/>
              <a:ext cx="568960" cy="581025"/>
            </a:xfrm>
            <a:custGeom>
              <a:avLst/>
              <a:gdLst/>
              <a:ahLst/>
              <a:cxnLst/>
              <a:rect l="l" t="t" r="r" b="b"/>
              <a:pathLst>
                <a:path w="568959" h="581025">
                  <a:moveTo>
                    <a:pt x="84150" y="80911"/>
                  </a:moveTo>
                  <a:lnTo>
                    <a:pt x="47624" y="128511"/>
                  </a:lnTo>
                  <a:lnTo>
                    <a:pt x="19049" y="180860"/>
                  </a:lnTo>
                  <a:lnTo>
                    <a:pt x="3174" y="233210"/>
                  </a:lnTo>
                  <a:lnTo>
                    <a:pt x="0" y="288734"/>
                  </a:lnTo>
                  <a:lnTo>
                    <a:pt x="3174" y="344258"/>
                  </a:lnTo>
                  <a:lnTo>
                    <a:pt x="19049" y="399795"/>
                  </a:lnTo>
                  <a:lnTo>
                    <a:pt x="47624" y="450557"/>
                  </a:lnTo>
                  <a:lnTo>
                    <a:pt x="84150" y="496569"/>
                  </a:lnTo>
                  <a:lnTo>
                    <a:pt x="128612" y="531469"/>
                  </a:lnTo>
                  <a:lnTo>
                    <a:pt x="179425" y="558431"/>
                  </a:lnTo>
                  <a:lnTo>
                    <a:pt x="231825" y="574306"/>
                  </a:lnTo>
                  <a:lnTo>
                    <a:pt x="285813" y="580643"/>
                  </a:lnTo>
                  <a:lnTo>
                    <a:pt x="341375" y="574306"/>
                  </a:lnTo>
                  <a:lnTo>
                    <a:pt x="392188" y="558431"/>
                  </a:lnTo>
                  <a:lnTo>
                    <a:pt x="439826" y="531469"/>
                  </a:lnTo>
                  <a:lnTo>
                    <a:pt x="485876" y="496569"/>
                  </a:lnTo>
                  <a:lnTo>
                    <a:pt x="523989" y="450557"/>
                  </a:lnTo>
                  <a:lnTo>
                    <a:pt x="549389" y="399795"/>
                  </a:lnTo>
                  <a:lnTo>
                    <a:pt x="565264" y="344258"/>
                  </a:lnTo>
                  <a:lnTo>
                    <a:pt x="568451" y="288734"/>
                  </a:lnTo>
                  <a:lnTo>
                    <a:pt x="565264" y="233210"/>
                  </a:lnTo>
                  <a:lnTo>
                    <a:pt x="549389" y="180860"/>
                  </a:lnTo>
                  <a:lnTo>
                    <a:pt x="523989" y="128511"/>
                  </a:lnTo>
                  <a:lnTo>
                    <a:pt x="485876" y="80911"/>
                  </a:lnTo>
                  <a:lnTo>
                    <a:pt x="439826" y="46012"/>
                  </a:lnTo>
                  <a:lnTo>
                    <a:pt x="392188" y="19037"/>
                  </a:lnTo>
                  <a:lnTo>
                    <a:pt x="341375" y="3174"/>
                  </a:lnTo>
                  <a:lnTo>
                    <a:pt x="285813" y="0"/>
                  </a:lnTo>
                  <a:lnTo>
                    <a:pt x="231825" y="3174"/>
                  </a:lnTo>
                  <a:lnTo>
                    <a:pt x="179425" y="19037"/>
                  </a:lnTo>
                  <a:lnTo>
                    <a:pt x="128612" y="46012"/>
                  </a:lnTo>
                  <a:lnTo>
                    <a:pt x="84150" y="80911"/>
                  </a:lnTo>
                  <a:close/>
                </a:path>
              </a:pathLst>
            </a:custGeom>
            <a:ln w="38100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467475" y="5057012"/>
              <a:ext cx="388620" cy="360680"/>
            </a:xfrm>
            <a:custGeom>
              <a:avLst/>
              <a:gdLst/>
              <a:ahLst/>
              <a:cxnLst/>
              <a:rect l="l" t="t" r="r" b="b"/>
              <a:pathLst>
                <a:path w="388620" h="360679">
                  <a:moveTo>
                    <a:pt x="0" y="0"/>
                  </a:moveTo>
                  <a:lnTo>
                    <a:pt x="388620" y="0"/>
                  </a:lnTo>
                  <a:lnTo>
                    <a:pt x="388620" y="360425"/>
                  </a:lnTo>
                  <a:lnTo>
                    <a:pt x="0" y="360425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352806" y="80772"/>
            <a:ext cx="7272020" cy="853440"/>
            <a:chOff x="352806" y="80772"/>
            <a:chExt cx="7272020" cy="853440"/>
          </a:xfrm>
        </p:grpSpPr>
        <p:sp>
          <p:nvSpPr>
            <p:cNvPr id="12" name="object 12"/>
            <p:cNvSpPr/>
            <p:nvPr/>
          </p:nvSpPr>
          <p:spPr>
            <a:xfrm>
              <a:off x="357759" y="715137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57759" y="715137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99872" y="142494"/>
              <a:ext cx="7124700" cy="448309"/>
            </a:xfrm>
            <a:custGeom>
              <a:avLst/>
              <a:gdLst/>
              <a:ahLst/>
              <a:cxnLst/>
              <a:rect l="l" t="t" r="r" b="b"/>
              <a:pathLst>
                <a:path w="7124700" h="448309">
                  <a:moveTo>
                    <a:pt x="0" y="448017"/>
                  </a:moveTo>
                  <a:lnTo>
                    <a:pt x="7124700" y="448017"/>
                  </a:lnTo>
                  <a:lnTo>
                    <a:pt x="7124700" y="0"/>
                  </a:lnTo>
                  <a:lnTo>
                    <a:pt x="0" y="0"/>
                  </a:lnTo>
                  <a:lnTo>
                    <a:pt x="0" y="448017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2336" y="80772"/>
              <a:ext cx="1014983" cy="67817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3460" y="80772"/>
              <a:ext cx="1321307" cy="67817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30908" y="80772"/>
              <a:ext cx="1323593" cy="67817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50642" y="80772"/>
              <a:ext cx="3773423" cy="67817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20206" y="92202"/>
              <a:ext cx="693419" cy="678179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999744" y="723137"/>
            <a:ext cx="4795520" cy="1671955"/>
            <a:chOff x="999744" y="723137"/>
            <a:chExt cx="4795520" cy="1671955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5746" y="1173479"/>
              <a:ext cx="712469" cy="68122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58390" y="1129283"/>
              <a:ext cx="759713" cy="78790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50236" y="1129283"/>
              <a:ext cx="824483" cy="78790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37332" y="1173479"/>
              <a:ext cx="712469" cy="68122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018794" y="1777745"/>
              <a:ext cx="2746375" cy="598170"/>
            </a:xfrm>
            <a:custGeom>
              <a:avLst/>
              <a:gdLst/>
              <a:ahLst/>
              <a:cxnLst/>
              <a:rect l="l" t="t" r="r" b="b"/>
              <a:pathLst>
                <a:path w="2746375" h="598169">
                  <a:moveTo>
                    <a:pt x="2746248" y="0"/>
                  </a:moveTo>
                  <a:lnTo>
                    <a:pt x="0" y="0"/>
                  </a:lnTo>
                  <a:lnTo>
                    <a:pt x="0" y="598170"/>
                  </a:lnTo>
                  <a:lnTo>
                    <a:pt x="2746248" y="598170"/>
                  </a:lnTo>
                  <a:lnTo>
                    <a:pt x="27462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285321" y="1937969"/>
              <a:ext cx="244475" cy="0"/>
            </a:xfrm>
            <a:custGeom>
              <a:avLst/>
              <a:gdLst/>
              <a:ahLst/>
              <a:cxnLst/>
              <a:rect l="l" t="t" r="r" b="b"/>
              <a:pathLst>
                <a:path w="244475" h="0">
                  <a:moveTo>
                    <a:pt x="0" y="0"/>
                  </a:moveTo>
                  <a:lnTo>
                    <a:pt x="243910" y="0"/>
                  </a:lnTo>
                </a:path>
              </a:pathLst>
            </a:custGeom>
            <a:ln w="142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036926" y="1975355"/>
              <a:ext cx="271145" cy="0"/>
            </a:xfrm>
            <a:custGeom>
              <a:avLst/>
              <a:gdLst/>
              <a:ahLst/>
              <a:cxnLst/>
              <a:rect l="l" t="t" r="r" b="b"/>
              <a:pathLst>
                <a:path w="271145" h="0">
                  <a:moveTo>
                    <a:pt x="0" y="0"/>
                  </a:moveTo>
                  <a:lnTo>
                    <a:pt x="271011" y="0"/>
                  </a:lnTo>
                </a:path>
              </a:pathLst>
            </a:custGeom>
            <a:ln w="142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009269" y="1768220"/>
              <a:ext cx="2765425" cy="617220"/>
            </a:xfrm>
            <a:custGeom>
              <a:avLst/>
              <a:gdLst/>
              <a:ahLst/>
              <a:cxnLst/>
              <a:rect l="l" t="t" r="r" b="b"/>
              <a:pathLst>
                <a:path w="2765425" h="617219">
                  <a:moveTo>
                    <a:pt x="0" y="0"/>
                  </a:moveTo>
                  <a:lnTo>
                    <a:pt x="2765298" y="0"/>
                  </a:lnTo>
                  <a:lnTo>
                    <a:pt x="2765298" y="617220"/>
                  </a:lnTo>
                  <a:lnTo>
                    <a:pt x="0" y="61722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825495" y="723137"/>
              <a:ext cx="2969895" cy="462280"/>
            </a:xfrm>
            <a:custGeom>
              <a:avLst/>
              <a:gdLst/>
              <a:ahLst/>
              <a:cxnLst/>
              <a:rect l="l" t="t" r="r" b="b"/>
              <a:pathLst>
                <a:path w="2969895" h="462280">
                  <a:moveTo>
                    <a:pt x="2969513" y="0"/>
                  </a:moveTo>
                  <a:lnTo>
                    <a:pt x="0" y="0"/>
                  </a:lnTo>
                  <a:lnTo>
                    <a:pt x="0" y="461772"/>
                  </a:lnTo>
                  <a:lnTo>
                    <a:pt x="2969513" y="461772"/>
                  </a:lnTo>
                  <a:lnTo>
                    <a:pt x="296951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6502236" y="5033957"/>
            <a:ext cx="318135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-5" b="1">
                <a:solidFill>
                  <a:srgbClr val="FF0000"/>
                </a:solidFill>
                <a:latin typeface="Times New Roman"/>
                <a:cs typeface="Times New Roman"/>
              </a:rPr>
              <a:t>10</a:t>
            </a:r>
            <a:endParaRPr sz="23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452622" y="3475479"/>
            <a:ext cx="607060" cy="619125"/>
            <a:chOff x="6452622" y="3475479"/>
            <a:chExt cx="607060" cy="619125"/>
          </a:xfrm>
        </p:grpSpPr>
        <p:sp>
          <p:nvSpPr>
            <p:cNvPr id="32" name="object 32"/>
            <p:cNvSpPr/>
            <p:nvPr/>
          </p:nvSpPr>
          <p:spPr>
            <a:xfrm>
              <a:off x="6471672" y="3494529"/>
              <a:ext cx="568960" cy="581025"/>
            </a:xfrm>
            <a:custGeom>
              <a:avLst/>
              <a:gdLst/>
              <a:ahLst/>
              <a:cxnLst/>
              <a:rect l="l" t="t" r="r" b="b"/>
              <a:pathLst>
                <a:path w="568959" h="581025">
                  <a:moveTo>
                    <a:pt x="285813" y="0"/>
                  </a:moveTo>
                  <a:lnTo>
                    <a:pt x="231825" y="3174"/>
                  </a:lnTo>
                  <a:lnTo>
                    <a:pt x="179425" y="19037"/>
                  </a:lnTo>
                  <a:lnTo>
                    <a:pt x="128612" y="46012"/>
                  </a:lnTo>
                  <a:lnTo>
                    <a:pt x="84150" y="80911"/>
                  </a:lnTo>
                  <a:lnTo>
                    <a:pt x="47624" y="128511"/>
                  </a:lnTo>
                  <a:lnTo>
                    <a:pt x="19049" y="180860"/>
                  </a:lnTo>
                  <a:lnTo>
                    <a:pt x="3174" y="233210"/>
                  </a:lnTo>
                  <a:lnTo>
                    <a:pt x="0" y="288734"/>
                  </a:lnTo>
                  <a:lnTo>
                    <a:pt x="3174" y="344258"/>
                  </a:lnTo>
                  <a:lnTo>
                    <a:pt x="19049" y="399795"/>
                  </a:lnTo>
                  <a:lnTo>
                    <a:pt x="47624" y="450557"/>
                  </a:lnTo>
                  <a:lnTo>
                    <a:pt x="84150" y="496569"/>
                  </a:lnTo>
                  <a:lnTo>
                    <a:pt x="128612" y="531469"/>
                  </a:lnTo>
                  <a:lnTo>
                    <a:pt x="179425" y="558431"/>
                  </a:lnTo>
                  <a:lnTo>
                    <a:pt x="231825" y="574306"/>
                  </a:lnTo>
                  <a:lnTo>
                    <a:pt x="285813" y="580643"/>
                  </a:lnTo>
                  <a:lnTo>
                    <a:pt x="341388" y="574306"/>
                  </a:lnTo>
                  <a:lnTo>
                    <a:pt x="392188" y="558431"/>
                  </a:lnTo>
                  <a:lnTo>
                    <a:pt x="439826" y="531469"/>
                  </a:lnTo>
                  <a:lnTo>
                    <a:pt x="485876" y="496569"/>
                  </a:lnTo>
                  <a:lnTo>
                    <a:pt x="523989" y="450557"/>
                  </a:lnTo>
                  <a:lnTo>
                    <a:pt x="549389" y="399795"/>
                  </a:lnTo>
                  <a:lnTo>
                    <a:pt x="565264" y="344258"/>
                  </a:lnTo>
                  <a:lnTo>
                    <a:pt x="568439" y="288734"/>
                  </a:lnTo>
                  <a:lnTo>
                    <a:pt x="565264" y="233210"/>
                  </a:lnTo>
                  <a:lnTo>
                    <a:pt x="549389" y="180860"/>
                  </a:lnTo>
                  <a:lnTo>
                    <a:pt x="523989" y="128511"/>
                  </a:lnTo>
                  <a:lnTo>
                    <a:pt x="485876" y="80911"/>
                  </a:lnTo>
                  <a:lnTo>
                    <a:pt x="439826" y="46012"/>
                  </a:lnTo>
                  <a:lnTo>
                    <a:pt x="392188" y="19037"/>
                  </a:lnTo>
                  <a:lnTo>
                    <a:pt x="341388" y="3174"/>
                  </a:lnTo>
                  <a:lnTo>
                    <a:pt x="285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471672" y="3494529"/>
              <a:ext cx="568960" cy="581025"/>
            </a:xfrm>
            <a:custGeom>
              <a:avLst/>
              <a:gdLst/>
              <a:ahLst/>
              <a:cxnLst/>
              <a:rect l="l" t="t" r="r" b="b"/>
              <a:pathLst>
                <a:path w="568959" h="581025">
                  <a:moveTo>
                    <a:pt x="84150" y="80911"/>
                  </a:moveTo>
                  <a:lnTo>
                    <a:pt x="47624" y="128511"/>
                  </a:lnTo>
                  <a:lnTo>
                    <a:pt x="19049" y="180860"/>
                  </a:lnTo>
                  <a:lnTo>
                    <a:pt x="3174" y="233210"/>
                  </a:lnTo>
                  <a:lnTo>
                    <a:pt x="0" y="288734"/>
                  </a:lnTo>
                  <a:lnTo>
                    <a:pt x="3174" y="344258"/>
                  </a:lnTo>
                  <a:lnTo>
                    <a:pt x="19049" y="399795"/>
                  </a:lnTo>
                  <a:lnTo>
                    <a:pt x="47624" y="450557"/>
                  </a:lnTo>
                  <a:lnTo>
                    <a:pt x="84150" y="496569"/>
                  </a:lnTo>
                  <a:lnTo>
                    <a:pt x="128612" y="531469"/>
                  </a:lnTo>
                  <a:lnTo>
                    <a:pt x="179425" y="558431"/>
                  </a:lnTo>
                  <a:lnTo>
                    <a:pt x="231825" y="574306"/>
                  </a:lnTo>
                  <a:lnTo>
                    <a:pt x="285813" y="580643"/>
                  </a:lnTo>
                  <a:lnTo>
                    <a:pt x="341388" y="574306"/>
                  </a:lnTo>
                  <a:lnTo>
                    <a:pt x="392188" y="558431"/>
                  </a:lnTo>
                  <a:lnTo>
                    <a:pt x="439826" y="531469"/>
                  </a:lnTo>
                  <a:lnTo>
                    <a:pt x="485876" y="496569"/>
                  </a:lnTo>
                  <a:lnTo>
                    <a:pt x="523989" y="450557"/>
                  </a:lnTo>
                  <a:lnTo>
                    <a:pt x="549389" y="399795"/>
                  </a:lnTo>
                  <a:lnTo>
                    <a:pt x="565264" y="344258"/>
                  </a:lnTo>
                  <a:lnTo>
                    <a:pt x="568451" y="288734"/>
                  </a:lnTo>
                  <a:lnTo>
                    <a:pt x="565264" y="233210"/>
                  </a:lnTo>
                  <a:lnTo>
                    <a:pt x="549389" y="180860"/>
                  </a:lnTo>
                  <a:lnTo>
                    <a:pt x="523989" y="128511"/>
                  </a:lnTo>
                  <a:lnTo>
                    <a:pt x="485876" y="80911"/>
                  </a:lnTo>
                  <a:lnTo>
                    <a:pt x="439826" y="46012"/>
                  </a:lnTo>
                  <a:lnTo>
                    <a:pt x="392188" y="19037"/>
                  </a:lnTo>
                  <a:lnTo>
                    <a:pt x="341388" y="3174"/>
                  </a:lnTo>
                  <a:lnTo>
                    <a:pt x="285813" y="0"/>
                  </a:lnTo>
                  <a:lnTo>
                    <a:pt x="231825" y="3174"/>
                  </a:lnTo>
                  <a:lnTo>
                    <a:pt x="179425" y="19037"/>
                  </a:lnTo>
                  <a:lnTo>
                    <a:pt x="128612" y="46012"/>
                  </a:lnTo>
                  <a:lnTo>
                    <a:pt x="84150" y="80911"/>
                  </a:lnTo>
                  <a:close/>
                </a:path>
              </a:pathLst>
            </a:custGeom>
            <a:ln w="38100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562725" y="3609212"/>
              <a:ext cx="388620" cy="360680"/>
            </a:xfrm>
            <a:custGeom>
              <a:avLst/>
              <a:gdLst/>
              <a:ahLst/>
              <a:cxnLst/>
              <a:rect l="l" t="t" r="r" b="b"/>
              <a:pathLst>
                <a:path w="388620" h="360679">
                  <a:moveTo>
                    <a:pt x="0" y="0"/>
                  </a:moveTo>
                  <a:lnTo>
                    <a:pt x="388620" y="0"/>
                  </a:lnTo>
                  <a:lnTo>
                    <a:pt x="388620" y="360425"/>
                  </a:lnTo>
                  <a:lnTo>
                    <a:pt x="0" y="360425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6597486" y="3586157"/>
            <a:ext cx="318135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-5" b="1">
                <a:solidFill>
                  <a:srgbClr val="000066"/>
                </a:solidFill>
                <a:latin typeface="Times New Roman"/>
                <a:cs typeface="Times New Roman"/>
              </a:rPr>
              <a:t>00</a:t>
            </a:r>
            <a:endParaRPr sz="23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871466" y="3475479"/>
            <a:ext cx="607060" cy="619125"/>
            <a:chOff x="7871466" y="3475479"/>
            <a:chExt cx="607060" cy="619125"/>
          </a:xfrm>
        </p:grpSpPr>
        <p:sp>
          <p:nvSpPr>
            <p:cNvPr id="37" name="object 37"/>
            <p:cNvSpPr/>
            <p:nvPr/>
          </p:nvSpPr>
          <p:spPr>
            <a:xfrm>
              <a:off x="7890516" y="3494529"/>
              <a:ext cx="568960" cy="581025"/>
            </a:xfrm>
            <a:custGeom>
              <a:avLst/>
              <a:gdLst/>
              <a:ahLst/>
              <a:cxnLst/>
              <a:rect l="l" t="t" r="r" b="b"/>
              <a:pathLst>
                <a:path w="568959" h="581025">
                  <a:moveTo>
                    <a:pt x="285813" y="0"/>
                  </a:moveTo>
                  <a:lnTo>
                    <a:pt x="231825" y="3174"/>
                  </a:lnTo>
                  <a:lnTo>
                    <a:pt x="179425" y="19037"/>
                  </a:lnTo>
                  <a:lnTo>
                    <a:pt x="128612" y="46012"/>
                  </a:lnTo>
                  <a:lnTo>
                    <a:pt x="84150" y="80911"/>
                  </a:lnTo>
                  <a:lnTo>
                    <a:pt x="47624" y="128511"/>
                  </a:lnTo>
                  <a:lnTo>
                    <a:pt x="19049" y="180860"/>
                  </a:lnTo>
                  <a:lnTo>
                    <a:pt x="3174" y="233210"/>
                  </a:lnTo>
                  <a:lnTo>
                    <a:pt x="0" y="288734"/>
                  </a:lnTo>
                  <a:lnTo>
                    <a:pt x="3174" y="344258"/>
                  </a:lnTo>
                  <a:lnTo>
                    <a:pt x="19049" y="399795"/>
                  </a:lnTo>
                  <a:lnTo>
                    <a:pt x="47624" y="450557"/>
                  </a:lnTo>
                  <a:lnTo>
                    <a:pt x="84150" y="496569"/>
                  </a:lnTo>
                  <a:lnTo>
                    <a:pt x="128612" y="531469"/>
                  </a:lnTo>
                  <a:lnTo>
                    <a:pt x="179425" y="558431"/>
                  </a:lnTo>
                  <a:lnTo>
                    <a:pt x="231825" y="574306"/>
                  </a:lnTo>
                  <a:lnTo>
                    <a:pt x="285813" y="580643"/>
                  </a:lnTo>
                  <a:lnTo>
                    <a:pt x="341388" y="574306"/>
                  </a:lnTo>
                  <a:lnTo>
                    <a:pt x="392188" y="558431"/>
                  </a:lnTo>
                  <a:lnTo>
                    <a:pt x="439826" y="531469"/>
                  </a:lnTo>
                  <a:lnTo>
                    <a:pt x="485876" y="496569"/>
                  </a:lnTo>
                  <a:lnTo>
                    <a:pt x="523989" y="450557"/>
                  </a:lnTo>
                  <a:lnTo>
                    <a:pt x="549389" y="399795"/>
                  </a:lnTo>
                  <a:lnTo>
                    <a:pt x="565264" y="344258"/>
                  </a:lnTo>
                  <a:lnTo>
                    <a:pt x="568451" y="288734"/>
                  </a:lnTo>
                  <a:lnTo>
                    <a:pt x="565264" y="233210"/>
                  </a:lnTo>
                  <a:lnTo>
                    <a:pt x="549389" y="180860"/>
                  </a:lnTo>
                  <a:lnTo>
                    <a:pt x="523989" y="128511"/>
                  </a:lnTo>
                  <a:lnTo>
                    <a:pt x="485876" y="80911"/>
                  </a:lnTo>
                  <a:lnTo>
                    <a:pt x="439826" y="46012"/>
                  </a:lnTo>
                  <a:lnTo>
                    <a:pt x="392188" y="19037"/>
                  </a:lnTo>
                  <a:lnTo>
                    <a:pt x="341388" y="3174"/>
                  </a:lnTo>
                  <a:lnTo>
                    <a:pt x="285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7890516" y="3494529"/>
              <a:ext cx="568960" cy="581025"/>
            </a:xfrm>
            <a:custGeom>
              <a:avLst/>
              <a:gdLst/>
              <a:ahLst/>
              <a:cxnLst/>
              <a:rect l="l" t="t" r="r" b="b"/>
              <a:pathLst>
                <a:path w="568959" h="581025">
                  <a:moveTo>
                    <a:pt x="84150" y="80911"/>
                  </a:moveTo>
                  <a:lnTo>
                    <a:pt x="47624" y="128511"/>
                  </a:lnTo>
                  <a:lnTo>
                    <a:pt x="19049" y="180860"/>
                  </a:lnTo>
                  <a:lnTo>
                    <a:pt x="3174" y="233210"/>
                  </a:lnTo>
                  <a:lnTo>
                    <a:pt x="0" y="288734"/>
                  </a:lnTo>
                  <a:lnTo>
                    <a:pt x="3174" y="344258"/>
                  </a:lnTo>
                  <a:lnTo>
                    <a:pt x="19049" y="399795"/>
                  </a:lnTo>
                  <a:lnTo>
                    <a:pt x="47624" y="450557"/>
                  </a:lnTo>
                  <a:lnTo>
                    <a:pt x="84150" y="496569"/>
                  </a:lnTo>
                  <a:lnTo>
                    <a:pt x="128612" y="531469"/>
                  </a:lnTo>
                  <a:lnTo>
                    <a:pt x="179425" y="558431"/>
                  </a:lnTo>
                  <a:lnTo>
                    <a:pt x="231825" y="574306"/>
                  </a:lnTo>
                  <a:lnTo>
                    <a:pt x="285813" y="580643"/>
                  </a:lnTo>
                  <a:lnTo>
                    <a:pt x="341388" y="574306"/>
                  </a:lnTo>
                  <a:lnTo>
                    <a:pt x="392188" y="558431"/>
                  </a:lnTo>
                  <a:lnTo>
                    <a:pt x="439826" y="531469"/>
                  </a:lnTo>
                  <a:lnTo>
                    <a:pt x="485876" y="496569"/>
                  </a:lnTo>
                  <a:lnTo>
                    <a:pt x="523989" y="450557"/>
                  </a:lnTo>
                  <a:lnTo>
                    <a:pt x="549389" y="399795"/>
                  </a:lnTo>
                  <a:lnTo>
                    <a:pt x="565264" y="344258"/>
                  </a:lnTo>
                  <a:lnTo>
                    <a:pt x="568451" y="288734"/>
                  </a:lnTo>
                  <a:lnTo>
                    <a:pt x="565264" y="233210"/>
                  </a:lnTo>
                  <a:lnTo>
                    <a:pt x="549389" y="180860"/>
                  </a:lnTo>
                  <a:lnTo>
                    <a:pt x="523989" y="128511"/>
                  </a:lnTo>
                  <a:lnTo>
                    <a:pt x="485876" y="80911"/>
                  </a:lnTo>
                  <a:lnTo>
                    <a:pt x="439826" y="46012"/>
                  </a:lnTo>
                  <a:lnTo>
                    <a:pt x="392188" y="19037"/>
                  </a:lnTo>
                  <a:lnTo>
                    <a:pt x="341388" y="3174"/>
                  </a:lnTo>
                  <a:lnTo>
                    <a:pt x="285813" y="0"/>
                  </a:lnTo>
                  <a:lnTo>
                    <a:pt x="231825" y="3174"/>
                  </a:lnTo>
                  <a:lnTo>
                    <a:pt x="179425" y="19037"/>
                  </a:lnTo>
                  <a:lnTo>
                    <a:pt x="128612" y="46012"/>
                  </a:lnTo>
                  <a:lnTo>
                    <a:pt x="84150" y="80911"/>
                  </a:lnTo>
                  <a:close/>
                </a:path>
              </a:pathLst>
            </a:custGeom>
            <a:ln w="38100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7981568" y="3609212"/>
              <a:ext cx="389890" cy="360680"/>
            </a:xfrm>
            <a:custGeom>
              <a:avLst/>
              <a:gdLst/>
              <a:ahLst/>
              <a:cxnLst/>
              <a:rect l="l" t="t" r="r" b="b"/>
              <a:pathLst>
                <a:path w="389890" h="360679">
                  <a:moveTo>
                    <a:pt x="0" y="0"/>
                  </a:moveTo>
                  <a:lnTo>
                    <a:pt x="389381" y="0"/>
                  </a:lnTo>
                  <a:lnTo>
                    <a:pt x="389381" y="360425"/>
                  </a:lnTo>
                  <a:lnTo>
                    <a:pt x="0" y="360425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8016711" y="3586157"/>
            <a:ext cx="318135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-5" b="1">
                <a:solidFill>
                  <a:srgbClr val="000066"/>
                </a:solidFill>
                <a:latin typeface="Times New Roman"/>
                <a:cs typeface="Times New Roman"/>
              </a:rPr>
              <a:t>01</a:t>
            </a:r>
            <a:endParaRPr sz="2300">
              <a:latin typeface="Times New Roman"/>
              <a:cs typeface="Times New Roman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871466" y="4882131"/>
            <a:ext cx="607060" cy="619125"/>
            <a:chOff x="7871466" y="4882131"/>
            <a:chExt cx="607060" cy="619125"/>
          </a:xfrm>
        </p:grpSpPr>
        <p:sp>
          <p:nvSpPr>
            <p:cNvPr id="42" name="object 42"/>
            <p:cNvSpPr/>
            <p:nvPr/>
          </p:nvSpPr>
          <p:spPr>
            <a:xfrm>
              <a:off x="7890516" y="4901181"/>
              <a:ext cx="568960" cy="581025"/>
            </a:xfrm>
            <a:custGeom>
              <a:avLst/>
              <a:gdLst/>
              <a:ahLst/>
              <a:cxnLst/>
              <a:rect l="l" t="t" r="r" b="b"/>
              <a:pathLst>
                <a:path w="568959" h="581025">
                  <a:moveTo>
                    <a:pt x="285813" y="0"/>
                  </a:moveTo>
                  <a:lnTo>
                    <a:pt x="231825" y="3174"/>
                  </a:lnTo>
                  <a:lnTo>
                    <a:pt x="179425" y="19037"/>
                  </a:lnTo>
                  <a:lnTo>
                    <a:pt x="128612" y="46012"/>
                  </a:lnTo>
                  <a:lnTo>
                    <a:pt x="84150" y="80911"/>
                  </a:lnTo>
                  <a:lnTo>
                    <a:pt x="47624" y="128511"/>
                  </a:lnTo>
                  <a:lnTo>
                    <a:pt x="19049" y="180860"/>
                  </a:lnTo>
                  <a:lnTo>
                    <a:pt x="3174" y="233210"/>
                  </a:lnTo>
                  <a:lnTo>
                    <a:pt x="0" y="288734"/>
                  </a:lnTo>
                  <a:lnTo>
                    <a:pt x="3174" y="344258"/>
                  </a:lnTo>
                  <a:lnTo>
                    <a:pt x="19049" y="399795"/>
                  </a:lnTo>
                  <a:lnTo>
                    <a:pt x="47624" y="450557"/>
                  </a:lnTo>
                  <a:lnTo>
                    <a:pt x="84150" y="496569"/>
                  </a:lnTo>
                  <a:lnTo>
                    <a:pt x="128612" y="531469"/>
                  </a:lnTo>
                  <a:lnTo>
                    <a:pt x="179425" y="558431"/>
                  </a:lnTo>
                  <a:lnTo>
                    <a:pt x="231825" y="574306"/>
                  </a:lnTo>
                  <a:lnTo>
                    <a:pt x="285813" y="580643"/>
                  </a:lnTo>
                  <a:lnTo>
                    <a:pt x="341388" y="574306"/>
                  </a:lnTo>
                  <a:lnTo>
                    <a:pt x="392188" y="558431"/>
                  </a:lnTo>
                  <a:lnTo>
                    <a:pt x="439826" y="531469"/>
                  </a:lnTo>
                  <a:lnTo>
                    <a:pt x="485876" y="496569"/>
                  </a:lnTo>
                  <a:lnTo>
                    <a:pt x="523989" y="450557"/>
                  </a:lnTo>
                  <a:lnTo>
                    <a:pt x="549389" y="399795"/>
                  </a:lnTo>
                  <a:lnTo>
                    <a:pt x="565264" y="344258"/>
                  </a:lnTo>
                  <a:lnTo>
                    <a:pt x="568451" y="288734"/>
                  </a:lnTo>
                  <a:lnTo>
                    <a:pt x="565264" y="233210"/>
                  </a:lnTo>
                  <a:lnTo>
                    <a:pt x="549389" y="180860"/>
                  </a:lnTo>
                  <a:lnTo>
                    <a:pt x="523989" y="128511"/>
                  </a:lnTo>
                  <a:lnTo>
                    <a:pt x="485876" y="80911"/>
                  </a:lnTo>
                  <a:lnTo>
                    <a:pt x="439826" y="46012"/>
                  </a:lnTo>
                  <a:lnTo>
                    <a:pt x="392188" y="19037"/>
                  </a:lnTo>
                  <a:lnTo>
                    <a:pt x="341388" y="3174"/>
                  </a:lnTo>
                  <a:lnTo>
                    <a:pt x="285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7890516" y="4901181"/>
              <a:ext cx="568960" cy="581025"/>
            </a:xfrm>
            <a:custGeom>
              <a:avLst/>
              <a:gdLst/>
              <a:ahLst/>
              <a:cxnLst/>
              <a:rect l="l" t="t" r="r" b="b"/>
              <a:pathLst>
                <a:path w="568959" h="581025">
                  <a:moveTo>
                    <a:pt x="84150" y="80911"/>
                  </a:moveTo>
                  <a:lnTo>
                    <a:pt x="47624" y="128511"/>
                  </a:lnTo>
                  <a:lnTo>
                    <a:pt x="19049" y="180860"/>
                  </a:lnTo>
                  <a:lnTo>
                    <a:pt x="3174" y="233210"/>
                  </a:lnTo>
                  <a:lnTo>
                    <a:pt x="0" y="288734"/>
                  </a:lnTo>
                  <a:lnTo>
                    <a:pt x="3174" y="344258"/>
                  </a:lnTo>
                  <a:lnTo>
                    <a:pt x="19049" y="399795"/>
                  </a:lnTo>
                  <a:lnTo>
                    <a:pt x="47624" y="450557"/>
                  </a:lnTo>
                  <a:lnTo>
                    <a:pt x="84150" y="496569"/>
                  </a:lnTo>
                  <a:lnTo>
                    <a:pt x="128612" y="531469"/>
                  </a:lnTo>
                  <a:lnTo>
                    <a:pt x="179425" y="558431"/>
                  </a:lnTo>
                  <a:lnTo>
                    <a:pt x="231825" y="574306"/>
                  </a:lnTo>
                  <a:lnTo>
                    <a:pt x="285813" y="580643"/>
                  </a:lnTo>
                  <a:lnTo>
                    <a:pt x="341388" y="574306"/>
                  </a:lnTo>
                  <a:lnTo>
                    <a:pt x="392188" y="558431"/>
                  </a:lnTo>
                  <a:lnTo>
                    <a:pt x="439826" y="531469"/>
                  </a:lnTo>
                  <a:lnTo>
                    <a:pt x="485876" y="496569"/>
                  </a:lnTo>
                  <a:lnTo>
                    <a:pt x="523989" y="450557"/>
                  </a:lnTo>
                  <a:lnTo>
                    <a:pt x="549389" y="399795"/>
                  </a:lnTo>
                  <a:lnTo>
                    <a:pt x="565264" y="344258"/>
                  </a:lnTo>
                  <a:lnTo>
                    <a:pt x="568451" y="288734"/>
                  </a:lnTo>
                  <a:lnTo>
                    <a:pt x="565264" y="233210"/>
                  </a:lnTo>
                  <a:lnTo>
                    <a:pt x="549389" y="180860"/>
                  </a:lnTo>
                  <a:lnTo>
                    <a:pt x="523989" y="128511"/>
                  </a:lnTo>
                  <a:lnTo>
                    <a:pt x="485876" y="80911"/>
                  </a:lnTo>
                  <a:lnTo>
                    <a:pt x="439826" y="46012"/>
                  </a:lnTo>
                  <a:lnTo>
                    <a:pt x="392188" y="19037"/>
                  </a:lnTo>
                  <a:lnTo>
                    <a:pt x="341388" y="3174"/>
                  </a:lnTo>
                  <a:lnTo>
                    <a:pt x="285813" y="0"/>
                  </a:lnTo>
                  <a:lnTo>
                    <a:pt x="231825" y="3174"/>
                  </a:lnTo>
                  <a:lnTo>
                    <a:pt x="179425" y="19037"/>
                  </a:lnTo>
                  <a:lnTo>
                    <a:pt x="128612" y="46012"/>
                  </a:lnTo>
                  <a:lnTo>
                    <a:pt x="84150" y="80911"/>
                  </a:lnTo>
                  <a:close/>
                </a:path>
              </a:pathLst>
            </a:custGeom>
            <a:ln w="38100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7981568" y="5015864"/>
              <a:ext cx="389890" cy="360680"/>
            </a:xfrm>
            <a:custGeom>
              <a:avLst/>
              <a:gdLst/>
              <a:ahLst/>
              <a:cxnLst/>
              <a:rect l="l" t="t" r="r" b="b"/>
              <a:pathLst>
                <a:path w="389890" h="360679">
                  <a:moveTo>
                    <a:pt x="0" y="0"/>
                  </a:moveTo>
                  <a:lnTo>
                    <a:pt x="389381" y="0"/>
                  </a:lnTo>
                  <a:lnTo>
                    <a:pt x="389381" y="360425"/>
                  </a:lnTo>
                  <a:lnTo>
                    <a:pt x="0" y="360425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8024329" y="4992682"/>
            <a:ext cx="302260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-130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3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300">
              <a:latin typeface="Times New Roman"/>
              <a:cs typeface="Times New Roman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216412" y="3497588"/>
            <a:ext cx="328295" cy="473709"/>
            <a:chOff x="6216412" y="3497588"/>
            <a:chExt cx="328295" cy="473709"/>
          </a:xfrm>
        </p:grpSpPr>
        <p:sp>
          <p:nvSpPr>
            <p:cNvPr id="47" name="object 47"/>
            <p:cNvSpPr/>
            <p:nvPr/>
          </p:nvSpPr>
          <p:spPr>
            <a:xfrm>
              <a:off x="6235462" y="3538404"/>
              <a:ext cx="269875" cy="414020"/>
            </a:xfrm>
            <a:custGeom>
              <a:avLst/>
              <a:gdLst/>
              <a:ahLst/>
              <a:cxnLst/>
              <a:rect l="l" t="t" r="r" b="b"/>
              <a:pathLst>
                <a:path w="269875" h="414020">
                  <a:moveTo>
                    <a:pt x="218401" y="1270"/>
                  </a:moveTo>
                  <a:lnTo>
                    <a:pt x="158673" y="4445"/>
                  </a:lnTo>
                  <a:lnTo>
                    <a:pt x="109054" y="21539"/>
                  </a:lnTo>
                  <a:lnTo>
                    <a:pt x="75742" y="43980"/>
                  </a:lnTo>
                  <a:lnTo>
                    <a:pt x="47205" y="71704"/>
                  </a:lnTo>
                  <a:lnTo>
                    <a:pt x="26911" y="105359"/>
                  </a:lnTo>
                  <a:lnTo>
                    <a:pt x="8991" y="141655"/>
                  </a:lnTo>
                  <a:lnTo>
                    <a:pt x="0" y="180403"/>
                  </a:lnTo>
                  <a:lnTo>
                    <a:pt x="609" y="218135"/>
                  </a:lnTo>
                  <a:lnTo>
                    <a:pt x="8191" y="257213"/>
                  </a:lnTo>
                  <a:lnTo>
                    <a:pt x="22733" y="297662"/>
                  </a:lnTo>
                  <a:lnTo>
                    <a:pt x="65925" y="358152"/>
                  </a:lnTo>
                  <a:lnTo>
                    <a:pt x="128231" y="398487"/>
                  </a:lnTo>
                  <a:lnTo>
                    <a:pt x="198335" y="413588"/>
                  </a:lnTo>
                  <a:lnTo>
                    <a:pt x="236067" y="412978"/>
                  </a:lnTo>
                  <a:lnTo>
                    <a:pt x="269722" y="403618"/>
                  </a:lnTo>
                </a:path>
              </a:pathLst>
            </a:custGeom>
            <a:ln w="38099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424169" y="3497588"/>
              <a:ext cx="120650" cy="73025"/>
            </a:xfrm>
            <a:custGeom>
              <a:avLst/>
              <a:gdLst/>
              <a:ahLst/>
              <a:cxnLst/>
              <a:rect l="l" t="t" r="r" b="b"/>
              <a:pathLst>
                <a:path w="120650" h="73025">
                  <a:moveTo>
                    <a:pt x="23088" y="0"/>
                  </a:moveTo>
                  <a:lnTo>
                    <a:pt x="0" y="72618"/>
                  </a:lnTo>
                  <a:lnTo>
                    <a:pt x="120472" y="70942"/>
                  </a:lnTo>
                  <a:lnTo>
                    <a:pt x="230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5850948" y="3555930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0/0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7037069" y="3747904"/>
            <a:ext cx="826769" cy="76200"/>
            <a:chOff x="7037069" y="3747904"/>
            <a:chExt cx="826769" cy="76200"/>
          </a:xfrm>
        </p:grpSpPr>
        <p:sp>
          <p:nvSpPr>
            <p:cNvPr id="51" name="object 51"/>
            <p:cNvSpPr/>
            <p:nvPr/>
          </p:nvSpPr>
          <p:spPr>
            <a:xfrm>
              <a:off x="7056119" y="3784853"/>
              <a:ext cx="693420" cy="1905"/>
            </a:xfrm>
            <a:custGeom>
              <a:avLst/>
              <a:gdLst/>
              <a:ahLst/>
              <a:cxnLst/>
              <a:rect l="l" t="t" r="r" b="b"/>
              <a:pathLst>
                <a:path w="693420" h="1904">
                  <a:moveTo>
                    <a:pt x="0" y="0"/>
                  </a:moveTo>
                  <a:lnTo>
                    <a:pt x="693420" y="1308"/>
                  </a:lnTo>
                </a:path>
              </a:pathLst>
            </a:custGeom>
            <a:ln w="38100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7673263" y="3747904"/>
              <a:ext cx="191135" cy="76200"/>
            </a:xfrm>
            <a:custGeom>
              <a:avLst/>
              <a:gdLst/>
              <a:ahLst/>
              <a:cxnLst/>
              <a:rect l="l" t="t" r="r" b="b"/>
              <a:pathLst>
                <a:path w="191134" h="76200">
                  <a:moveTo>
                    <a:pt x="152" y="0"/>
                  </a:moveTo>
                  <a:lnTo>
                    <a:pt x="76276" y="38252"/>
                  </a:lnTo>
                  <a:lnTo>
                    <a:pt x="0" y="76200"/>
                  </a:lnTo>
                  <a:lnTo>
                    <a:pt x="190576" y="38468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7182860" y="3459092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1/0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950957" y="3333620"/>
            <a:ext cx="1038860" cy="224154"/>
            <a:chOff x="6950957" y="3333620"/>
            <a:chExt cx="1038860" cy="224154"/>
          </a:xfrm>
        </p:grpSpPr>
        <p:sp>
          <p:nvSpPr>
            <p:cNvPr id="55" name="object 55"/>
            <p:cNvSpPr/>
            <p:nvPr/>
          </p:nvSpPr>
          <p:spPr>
            <a:xfrm>
              <a:off x="6977964" y="3348225"/>
              <a:ext cx="997585" cy="180975"/>
            </a:xfrm>
            <a:custGeom>
              <a:avLst/>
              <a:gdLst/>
              <a:ahLst/>
              <a:cxnLst/>
              <a:rect l="l" t="t" r="r" b="b"/>
              <a:pathLst>
                <a:path w="997584" h="180975">
                  <a:moveTo>
                    <a:pt x="997127" y="180390"/>
                  </a:moveTo>
                  <a:lnTo>
                    <a:pt x="964804" y="131106"/>
                  </a:lnTo>
                  <a:lnTo>
                    <a:pt x="906161" y="87640"/>
                  </a:lnTo>
                  <a:lnTo>
                    <a:pt x="868206" y="68527"/>
                  </a:lnTo>
                  <a:lnTo>
                    <a:pt x="825157" y="51395"/>
                  </a:lnTo>
                  <a:lnTo>
                    <a:pt x="777506" y="36418"/>
                  </a:lnTo>
                  <a:lnTo>
                    <a:pt x="725750" y="23772"/>
                  </a:lnTo>
                  <a:lnTo>
                    <a:pt x="670383" y="13632"/>
                  </a:lnTo>
                  <a:lnTo>
                    <a:pt x="611900" y="6173"/>
                  </a:lnTo>
                  <a:lnTo>
                    <a:pt x="550796" y="1571"/>
                  </a:lnTo>
                  <a:lnTo>
                    <a:pt x="487565" y="0"/>
                  </a:lnTo>
                  <a:lnTo>
                    <a:pt x="426709" y="1450"/>
                  </a:lnTo>
                  <a:lnTo>
                    <a:pt x="367951" y="5690"/>
                  </a:lnTo>
                  <a:lnTo>
                    <a:pt x="311693" y="12558"/>
                  </a:lnTo>
                  <a:lnTo>
                    <a:pt x="258338" y="21888"/>
                  </a:lnTo>
                  <a:lnTo>
                    <a:pt x="208290" y="33517"/>
                  </a:lnTo>
                  <a:lnTo>
                    <a:pt x="161952" y="47281"/>
                  </a:lnTo>
                  <a:lnTo>
                    <a:pt x="119725" y="63015"/>
                  </a:lnTo>
                  <a:lnTo>
                    <a:pt x="82014" y="80556"/>
                  </a:lnTo>
                  <a:lnTo>
                    <a:pt x="21748" y="120402"/>
                  </a:lnTo>
                  <a:lnTo>
                    <a:pt x="0" y="142379"/>
                  </a:lnTo>
                </a:path>
              </a:pathLst>
            </a:custGeom>
            <a:ln w="28956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950957" y="3466377"/>
              <a:ext cx="59690" cy="91440"/>
            </a:xfrm>
            <a:custGeom>
              <a:avLst/>
              <a:gdLst/>
              <a:ahLst/>
              <a:cxnLst/>
              <a:rect l="l" t="t" r="r" b="b"/>
              <a:pathLst>
                <a:path w="59690" h="91439">
                  <a:moveTo>
                    <a:pt x="5537" y="0"/>
                  </a:moveTo>
                  <a:lnTo>
                    <a:pt x="0" y="91401"/>
                  </a:lnTo>
                  <a:lnTo>
                    <a:pt x="59270" y="21602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7506710" y="3049517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0/0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8127865" y="4067555"/>
            <a:ext cx="76200" cy="826769"/>
            <a:chOff x="8127865" y="4067555"/>
            <a:chExt cx="76200" cy="826769"/>
          </a:xfrm>
        </p:grpSpPr>
        <p:sp>
          <p:nvSpPr>
            <p:cNvPr id="59" name="object 59"/>
            <p:cNvSpPr/>
            <p:nvPr/>
          </p:nvSpPr>
          <p:spPr>
            <a:xfrm>
              <a:off x="8165807" y="4086605"/>
              <a:ext cx="1905" cy="693420"/>
            </a:xfrm>
            <a:custGeom>
              <a:avLst/>
              <a:gdLst/>
              <a:ahLst/>
              <a:cxnLst/>
              <a:rect l="l" t="t" r="r" b="b"/>
              <a:pathLst>
                <a:path w="1904" h="693420">
                  <a:moveTo>
                    <a:pt x="1308" y="0"/>
                  </a:moveTo>
                  <a:lnTo>
                    <a:pt x="0" y="693420"/>
                  </a:lnTo>
                </a:path>
              </a:pathLst>
            </a:custGeom>
            <a:ln w="38100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8127865" y="4703749"/>
              <a:ext cx="76200" cy="191135"/>
            </a:xfrm>
            <a:custGeom>
              <a:avLst/>
              <a:gdLst/>
              <a:ahLst/>
              <a:cxnLst/>
              <a:rect l="l" t="t" r="r" b="b"/>
              <a:pathLst>
                <a:path w="76200" h="191135">
                  <a:moveTo>
                    <a:pt x="0" y="0"/>
                  </a:moveTo>
                  <a:lnTo>
                    <a:pt x="37731" y="190576"/>
                  </a:lnTo>
                  <a:lnTo>
                    <a:pt x="76200" y="152"/>
                  </a:lnTo>
                  <a:lnTo>
                    <a:pt x="37947" y="76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8213147" y="4275067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1/0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8356621" y="5023492"/>
            <a:ext cx="360680" cy="467995"/>
            <a:chOff x="8356621" y="5023492"/>
            <a:chExt cx="360680" cy="467995"/>
          </a:xfrm>
        </p:grpSpPr>
        <p:sp>
          <p:nvSpPr>
            <p:cNvPr id="63" name="object 63"/>
            <p:cNvSpPr/>
            <p:nvPr/>
          </p:nvSpPr>
          <p:spPr>
            <a:xfrm>
              <a:off x="8441521" y="5042542"/>
              <a:ext cx="256540" cy="412750"/>
            </a:xfrm>
            <a:custGeom>
              <a:avLst/>
              <a:gdLst/>
              <a:ahLst/>
              <a:cxnLst/>
              <a:rect l="l" t="t" r="r" b="b"/>
              <a:pathLst>
                <a:path w="256540" h="412750">
                  <a:moveTo>
                    <a:pt x="22351" y="2666"/>
                  </a:moveTo>
                  <a:lnTo>
                    <a:pt x="72910" y="0"/>
                  </a:lnTo>
                  <a:lnTo>
                    <a:pt x="125336" y="12941"/>
                  </a:lnTo>
                  <a:lnTo>
                    <a:pt x="171157" y="36842"/>
                  </a:lnTo>
                  <a:lnTo>
                    <a:pt x="210375" y="71716"/>
                  </a:lnTo>
                  <a:lnTo>
                    <a:pt x="232486" y="105244"/>
                  </a:lnTo>
                  <a:lnTo>
                    <a:pt x="248170" y="141808"/>
                  </a:lnTo>
                  <a:lnTo>
                    <a:pt x="253961" y="180682"/>
                  </a:lnTo>
                  <a:lnTo>
                    <a:pt x="256539" y="221081"/>
                  </a:lnTo>
                  <a:lnTo>
                    <a:pt x="249923" y="260311"/>
                  </a:lnTo>
                  <a:lnTo>
                    <a:pt x="212826" y="328066"/>
                  </a:lnTo>
                  <a:lnTo>
                    <a:pt x="183832" y="359803"/>
                  </a:lnTo>
                  <a:lnTo>
                    <a:pt x="120700" y="399021"/>
                  </a:lnTo>
                  <a:lnTo>
                    <a:pt x="47675" y="412292"/>
                  </a:lnTo>
                  <a:lnTo>
                    <a:pt x="13436" y="409600"/>
                  </a:lnTo>
                  <a:lnTo>
                    <a:pt x="0" y="405777"/>
                  </a:lnTo>
                </a:path>
              </a:pathLst>
            </a:custGeom>
            <a:ln w="38100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8356621" y="5405141"/>
              <a:ext cx="119380" cy="86360"/>
            </a:xfrm>
            <a:custGeom>
              <a:avLst/>
              <a:gdLst/>
              <a:ahLst/>
              <a:cxnLst/>
              <a:rect l="l" t="t" r="r" b="b"/>
              <a:pathLst>
                <a:path w="119379" h="86360">
                  <a:moveTo>
                    <a:pt x="0" y="0"/>
                  </a:moveTo>
                  <a:lnTo>
                    <a:pt x="84607" y="85763"/>
                  </a:lnTo>
                  <a:lnTo>
                    <a:pt x="119151" y="178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8710035" y="4957692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1/0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6950958" y="4057656"/>
            <a:ext cx="1043305" cy="927735"/>
            <a:chOff x="6950958" y="4057656"/>
            <a:chExt cx="1043305" cy="927735"/>
          </a:xfrm>
        </p:grpSpPr>
        <p:sp>
          <p:nvSpPr>
            <p:cNvPr id="67" name="object 67"/>
            <p:cNvSpPr/>
            <p:nvPr/>
          </p:nvSpPr>
          <p:spPr>
            <a:xfrm>
              <a:off x="7036476" y="4133491"/>
              <a:ext cx="939165" cy="832485"/>
            </a:xfrm>
            <a:custGeom>
              <a:avLst/>
              <a:gdLst/>
              <a:ahLst/>
              <a:cxnLst/>
              <a:rect l="l" t="t" r="r" b="b"/>
              <a:pathLst>
                <a:path w="939165" h="832485">
                  <a:moveTo>
                    <a:pt x="0" y="0"/>
                  </a:moveTo>
                  <a:lnTo>
                    <a:pt x="938618" y="832459"/>
                  </a:lnTo>
                </a:path>
              </a:pathLst>
            </a:custGeom>
            <a:ln w="38100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950958" y="4057656"/>
              <a:ext cx="168275" cy="154940"/>
            </a:xfrm>
            <a:custGeom>
              <a:avLst/>
              <a:gdLst/>
              <a:ahLst/>
              <a:cxnLst/>
              <a:rect l="l" t="t" r="r" b="b"/>
              <a:pathLst>
                <a:path w="168275" h="154939">
                  <a:moveTo>
                    <a:pt x="0" y="0"/>
                  </a:moveTo>
                  <a:lnTo>
                    <a:pt x="117259" y="154901"/>
                  </a:lnTo>
                  <a:lnTo>
                    <a:pt x="85521" y="75831"/>
                  </a:lnTo>
                  <a:lnTo>
                    <a:pt x="167817" y="978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7243185" y="4594155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0/</a:t>
            </a:r>
            <a:r>
              <a:rPr dirty="0" sz="2000" spc="-5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6612641" y="4114797"/>
            <a:ext cx="1302385" cy="1195070"/>
            <a:chOff x="6612641" y="4114797"/>
            <a:chExt cx="1302385" cy="1195070"/>
          </a:xfrm>
        </p:grpSpPr>
        <p:sp>
          <p:nvSpPr>
            <p:cNvPr id="71" name="object 71"/>
            <p:cNvSpPr/>
            <p:nvPr/>
          </p:nvSpPr>
          <p:spPr>
            <a:xfrm>
              <a:off x="6656070" y="4187189"/>
              <a:ext cx="0" cy="683895"/>
            </a:xfrm>
            <a:custGeom>
              <a:avLst/>
              <a:gdLst/>
              <a:ahLst/>
              <a:cxnLst/>
              <a:rect l="l" t="t" r="r" b="b"/>
              <a:pathLst>
                <a:path w="0" h="683895">
                  <a:moveTo>
                    <a:pt x="0" y="683513"/>
                  </a:moveTo>
                  <a:lnTo>
                    <a:pt x="0" y="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6612641" y="4114797"/>
              <a:ext cx="86995" cy="86995"/>
            </a:xfrm>
            <a:custGeom>
              <a:avLst/>
              <a:gdLst/>
              <a:ahLst/>
              <a:cxnLst/>
              <a:rect l="l" t="t" r="r" b="b"/>
              <a:pathLst>
                <a:path w="86995" h="86995">
                  <a:moveTo>
                    <a:pt x="43434" y="0"/>
                  </a:moveTo>
                  <a:lnTo>
                    <a:pt x="0" y="86868"/>
                  </a:lnTo>
                  <a:lnTo>
                    <a:pt x="86868" y="86868"/>
                  </a:lnTo>
                  <a:lnTo>
                    <a:pt x="434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6979920" y="5266181"/>
              <a:ext cx="862965" cy="0"/>
            </a:xfrm>
            <a:custGeom>
              <a:avLst/>
              <a:gdLst/>
              <a:ahLst/>
              <a:cxnLst/>
              <a:rect l="l" t="t" r="r" b="b"/>
              <a:pathLst>
                <a:path w="862965" h="0">
                  <a:moveTo>
                    <a:pt x="0" y="0"/>
                  </a:moveTo>
                  <a:lnTo>
                    <a:pt x="862584" y="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7828027" y="5222744"/>
              <a:ext cx="86995" cy="86995"/>
            </a:xfrm>
            <a:custGeom>
              <a:avLst/>
              <a:gdLst/>
              <a:ahLst/>
              <a:cxnLst/>
              <a:rect l="l" t="t" r="r" b="b"/>
              <a:pathLst>
                <a:path w="86995" h="86995">
                  <a:moveTo>
                    <a:pt x="0" y="0"/>
                  </a:moveTo>
                  <a:lnTo>
                    <a:pt x="0" y="86868"/>
                  </a:lnTo>
                  <a:lnTo>
                    <a:pt x="86868" y="434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/>
          <p:cNvSpPr txBox="1"/>
          <p:nvPr/>
        </p:nvSpPr>
        <p:spPr>
          <a:xfrm>
            <a:off x="6123363" y="4390637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0/</a:t>
            </a:r>
            <a:r>
              <a:rPr dirty="0" sz="2000" spc="-5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239374" y="5398701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1/0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3323119" y="5967557"/>
            <a:ext cx="349250" cy="0"/>
          </a:xfrm>
          <a:custGeom>
            <a:avLst/>
            <a:gdLst/>
            <a:ahLst/>
            <a:cxnLst/>
            <a:rect l="l" t="t" r="r" b="b"/>
            <a:pathLst>
              <a:path w="349250" h="0">
                <a:moveTo>
                  <a:pt x="0" y="0"/>
                </a:moveTo>
                <a:lnTo>
                  <a:pt x="348707" y="0"/>
                </a:lnTo>
              </a:path>
            </a:pathLst>
          </a:custGeom>
          <a:ln w="92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3144174" y="6242811"/>
            <a:ext cx="116839" cy="1803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215" b="1"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861059" y="5911088"/>
            <a:ext cx="1853564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3240" algn="l"/>
                <a:tab pos="1494155" algn="l"/>
              </a:tabLst>
            </a:pPr>
            <a:r>
              <a:rPr dirty="0" sz="2900" spc="720" b="1" i="1">
                <a:latin typeface="Times New Roman"/>
                <a:cs typeface="Times New Roman"/>
              </a:rPr>
              <a:t>Y</a:t>
            </a:r>
            <a:r>
              <a:rPr dirty="0" sz="2900" spc="720" b="1" i="1">
                <a:latin typeface="Times New Roman"/>
                <a:cs typeface="Times New Roman"/>
              </a:rPr>
              <a:t>	</a:t>
            </a:r>
            <a:r>
              <a:rPr dirty="0" sz="2900" spc="645" b="1">
                <a:latin typeface="Symbol"/>
                <a:cs typeface="Symbol"/>
              </a:rPr>
              <a:t></a:t>
            </a:r>
            <a:r>
              <a:rPr dirty="0" sz="2900" spc="220">
                <a:latin typeface="Times New Roman"/>
                <a:cs typeface="Times New Roman"/>
              </a:rPr>
              <a:t> </a:t>
            </a:r>
            <a:r>
              <a:rPr dirty="0" sz="2900" spc="855" b="1" i="1">
                <a:latin typeface="Times New Roman"/>
                <a:cs typeface="Times New Roman"/>
              </a:rPr>
              <a:t>Q</a:t>
            </a:r>
            <a:r>
              <a:rPr dirty="0" sz="2900" b="1" i="1">
                <a:latin typeface="Times New Roman"/>
                <a:cs typeface="Times New Roman"/>
              </a:rPr>
              <a:t>	</a:t>
            </a:r>
            <a:r>
              <a:rPr dirty="0" sz="2900" spc="790" b="1" i="1">
                <a:latin typeface="Times New Roman"/>
                <a:cs typeface="Times New Roman"/>
              </a:rPr>
              <a:t>A</a:t>
            </a:r>
            <a:endParaRPr sz="2900">
              <a:latin typeface="Times New Roman"/>
              <a:cs typeface="Times New Roman"/>
            </a:endParaRPr>
          </a:p>
        </p:txBody>
      </p:sp>
      <p:pic>
        <p:nvPicPr>
          <p:cNvPr id="80" name="object 8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40436" y="5311140"/>
            <a:ext cx="1626107" cy="678179"/>
          </a:xfrm>
          <a:prstGeom prst="rect">
            <a:avLst/>
          </a:prstGeom>
        </p:spPr>
      </p:pic>
      <p:sp>
        <p:nvSpPr>
          <p:cNvPr id="81" name="object 81"/>
          <p:cNvSpPr txBox="1"/>
          <p:nvPr/>
        </p:nvSpPr>
        <p:spPr>
          <a:xfrm>
            <a:off x="539115" y="5374004"/>
            <a:ext cx="1419225" cy="466725"/>
          </a:xfrm>
          <a:prstGeom prst="rect">
            <a:avLst/>
          </a:prstGeom>
          <a:solidFill>
            <a:srgbClr val="CCFFCC"/>
          </a:solidFill>
          <a:ln w="9905">
            <a:solidFill>
              <a:srgbClr val="FFFFFF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55"/>
              </a:spcBef>
            </a:pP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输出方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程</a:t>
            </a:r>
            <a:endParaRPr sz="2400">
              <a:latin typeface="新宋体"/>
              <a:cs typeface="新宋体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3823715" y="5888735"/>
            <a:ext cx="478790" cy="537210"/>
            <a:chOff x="3823715" y="5888735"/>
            <a:chExt cx="478790" cy="537210"/>
          </a:xfrm>
        </p:grpSpPr>
        <p:sp>
          <p:nvSpPr>
            <p:cNvPr id="83" name="object 83"/>
            <p:cNvSpPr/>
            <p:nvPr/>
          </p:nvSpPr>
          <p:spPr>
            <a:xfrm>
              <a:off x="3828668" y="5893688"/>
              <a:ext cx="468630" cy="527685"/>
            </a:xfrm>
            <a:custGeom>
              <a:avLst/>
              <a:gdLst/>
              <a:ahLst/>
              <a:cxnLst/>
              <a:rect l="l" t="t" r="r" b="b"/>
              <a:pathLst>
                <a:path w="468629" h="527685">
                  <a:moveTo>
                    <a:pt x="351472" y="0"/>
                  </a:moveTo>
                  <a:lnTo>
                    <a:pt x="351472" y="131826"/>
                  </a:lnTo>
                  <a:lnTo>
                    <a:pt x="0" y="131826"/>
                  </a:lnTo>
                  <a:lnTo>
                    <a:pt x="0" y="395478"/>
                  </a:lnTo>
                  <a:lnTo>
                    <a:pt x="351472" y="395478"/>
                  </a:lnTo>
                  <a:lnTo>
                    <a:pt x="351472" y="527304"/>
                  </a:lnTo>
                  <a:lnTo>
                    <a:pt x="468630" y="263652"/>
                  </a:lnTo>
                  <a:lnTo>
                    <a:pt x="351472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828668" y="5893688"/>
              <a:ext cx="468630" cy="527685"/>
            </a:xfrm>
            <a:custGeom>
              <a:avLst/>
              <a:gdLst/>
              <a:ahLst/>
              <a:cxnLst/>
              <a:rect l="l" t="t" r="r" b="b"/>
              <a:pathLst>
                <a:path w="468629" h="527685">
                  <a:moveTo>
                    <a:pt x="0" y="131826"/>
                  </a:moveTo>
                  <a:lnTo>
                    <a:pt x="351472" y="131826"/>
                  </a:lnTo>
                  <a:lnTo>
                    <a:pt x="351472" y="0"/>
                  </a:lnTo>
                  <a:lnTo>
                    <a:pt x="468630" y="263652"/>
                  </a:lnTo>
                  <a:lnTo>
                    <a:pt x="351472" y="527304"/>
                  </a:lnTo>
                  <a:lnTo>
                    <a:pt x="351472" y="395478"/>
                  </a:lnTo>
                  <a:lnTo>
                    <a:pt x="0" y="395478"/>
                  </a:lnTo>
                  <a:lnTo>
                    <a:pt x="0" y="131826"/>
                  </a:lnTo>
                  <a:close/>
                </a:path>
              </a:pathLst>
            </a:custGeom>
            <a:ln w="9906">
              <a:solidFill>
                <a:srgbClr val="0066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/>
          <p:cNvSpPr/>
          <p:nvPr/>
        </p:nvSpPr>
        <p:spPr>
          <a:xfrm>
            <a:off x="6513048" y="6046857"/>
            <a:ext cx="348615" cy="0"/>
          </a:xfrm>
          <a:custGeom>
            <a:avLst/>
            <a:gdLst/>
            <a:ahLst/>
            <a:cxnLst/>
            <a:rect l="l" t="t" r="r" b="b"/>
            <a:pathLst>
              <a:path w="348615" h="0">
                <a:moveTo>
                  <a:pt x="0" y="0"/>
                </a:moveTo>
                <a:lnTo>
                  <a:pt x="348593" y="0"/>
                </a:lnTo>
              </a:path>
            </a:pathLst>
          </a:custGeom>
          <a:ln w="9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4570924" y="5990335"/>
            <a:ext cx="2333625" cy="5130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055"/>
              </a:lnSpc>
              <a:spcBef>
                <a:spcPts val="105"/>
              </a:spcBef>
              <a:tabLst>
                <a:tab pos="523240" algn="l"/>
                <a:tab pos="1974214" algn="l"/>
              </a:tabLst>
            </a:pPr>
            <a:r>
              <a:rPr dirty="0" sz="2900" spc="720" b="1" i="1">
                <a:latin typeface="Times New Roman"/>
                <a:cs typeface="Times New Roman"/>
              </a:rPr>
              <a:t>Y</a:t>
            </a:r>
            <a:r>
              <a:rPr dirty="0" sz="2900" spc="720" b="1" i="1">
                <a:latin typeface="Times New Roman"/>
                <a:cs typeface="Times New Roman"/>
              </a:rPr>
              <a:t>	</a:t>
            </a:r>
            <a:r>
              <a:rPr dirty="0" sz="2900" spc="645" b="1">
                <a:latin typeface="Symbol"/>
                <a:cs typeface="Symbol"/>
              </a:rPr>
              <a:t></a:t>
            </a:r>
            <a:r>
              <a:rPr dirty="0" sz="2900" spc="220">
                <a:latin typeface="Times New Roman"/>
                <a:cs typeface="Times New Roman"/>
              </a:rPr>
              <a:t> </a:t>
            </a:r>
            <a:r>
              <a:rPr dirty="0" sz="2900" spc="855" b="1" i="1">
                <a:latin typeface="Times New Roman"/>
                <a:cs typeface="Times New Roman"/>
              </a:rPr>
              <a:t>Q</a:t>
            </a:r>
            <a:r>
              <a:rPr dirty="0" sz="2900" b="1" i="1">
                <a:latin typeface="Times New Roman"/>
                <a:cs typeface="Times New Roman"/>
              </a:rPr>
              <a:t> </a:t>
            </a:r>
            <a:r>
              <a:rPr dirty="0" sz="2900" spc="855" b="1" i="1">
                <a:latin typeface="Times New Roman"/>
                <a:cs typeface="Times New Roman"/>
              </a:rPr>
              <a:t>Q</a:t>
            </a:r>
            <a:r>
              <a:rPr dirty="0" sz="2900" b="1" i="1">
                <a:latin typeface="Times New Roman"/>
                <a:cs typeface="Times New Roman"/>
              </a:rPr>
              <a:t>	</a:t>
            </a:r>
            <a:r>
              <a:rPr dirty="0" sz="2900" spc="790" b="1" i="1">
                <a:latin typeface="Times New Roman"/>
                <a:cs typeface="Times New Roman"/>
              </a:rPr>
              <a:t>A</a:t>
            </a:r>
            <a:endParaRPr sz="2900">
              <a:latin typeface="Times New Roman"/>
              <a:cs typeface="Times New Roman"/>
            </a:endParaRPr>
          </a:p>
          <a:p>
            <a:pPr marL="1294765">
              <a:lnSpc>
                <a:spcPts val="775"/>
              </a:lnSpc>
              <a:tabLst>
                <a:tab pos="1769745" algn="l"/>
              </a:tabLst>
            </a:pPr>
            <a:r>
              <a:rPr dirty="0" sz="1000" spc="210" b="1">
                <a:latin typeface="Times New Roman"/>
                <a:cs typeface="Times New Roman"/>
              </a:rPr>
              <a:t>1	0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7361681" y="5708903"/>
            <a:ext cx="1626235" cy="678180"/>
            <a:chOff x="7361681" y="5708903"/>
            <a:chExt cx="1626235" cy="678180"/>
          </a:xfrm>
        </p:grpSpPr>
        <p:sp>
          <p:nvSpPr>
            <p:cNvPr id="88" name="object 88"/>
            <p:cNvSpPr/>
            <p:nvPr/>
          </p:nvSpPr>
          <p:spPr>
            <a:xfrm>
              <a:off x="7460360" y="5771006"/>
              <a:ext cx="1419225" cy="467359"/>
            </a:xfrm>
            <a:custGeom>
              <a:avLst/>
              <a:gdLst/>
              <a:ahLst/>
              <a:cxnLst/>
              <a:rect l="l" t="t" r="r" b="b"/>
              <a:pathLst>
                <a:path w="1419225" h="467360">
                  <a:moveTo>
                    <a:pt x="1418844" y="0"/>
                  </a:moveTo>
                  <a:lnTo>
                    <a:pt x="0" y="0"/>
                  </a:lnTo>
                  <a:lnTo>
                    <a:pt x="0" y="467106"/>
                  </a:lnTo>
                  <a:lnTo>
                    <a:pt x="1418844" y="467106"/>
                  </a:lnTo>
                  <a:lnTo>
                    <a:pt x="1418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61681" y="5708903"/>
              <a:ext cx="1626106" cy="678179"/>
            </a:xfrm>
            <a:prstGeom prst="rect">
              <a:avLst/>
            </a:prstGeom>
          </p:spPr>
        </p:pic>
      </p:grpSp>
      <p:sp>
        <p:nvSpPr>
          <p:cNvPr id="90" name="object 90"/>
          <p:cNvSpPr txBox="1"/>
          <p:nvPr/>
        </p:nvSpPr>
        <p:spPr>
          <a:xfrm>
            <a:off x="7460360" y="5771007"/>
            <a:ext cx="1419225" cy="467359"/>
          </a:xfrm>
          <a:prstGeom prst="rect">
            <a:avLst/>
          </a:prstGeom>
          <a:ln w="9905">
            <a:solidFill>
              <a:srgbClr val="FFFF00"/>
            </a:solidFill>
          </a:ln>
        </p:spPr>
        <p:txBody>
          <a:bodyPr wrap="square" lIns="0" tIns="45719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59"/>
              </a:spcBef>
            </a:pP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能自启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动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78774" y="175872"/>
            <a:ext cx="61328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0000"/>
                </a:solidFill>
                <a:latin typeface="新宋体"/>
                <a:cs typeface="新宋体"/>
              </a:rPr>
              <a:t>检查</a:t>
            </a:r>
            <a:r>
              <a:rPr dirty="0" sz="2400" spc="-5" b="1">
                <a:solidFill>
                  <a:srgbClr val="FF00FF"/>
                </a:solidFill>
                <a:latin typeface="新宋体"/>
                <a:cs typeface="新宋体"/>
              </a:rPr>
              <a:t>自启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动</a:t>
            </a:r>
            <a:r>
              <a:rPr dirty="0" sz="2400" spc="5" b="1">
                <a:solidFill>
                  <a:srgbClr val="003366"/>
                </a:solidFill>
                <a:latin typeface="新宋体"/>
                <a:cs typeface="新宋体"/>
              </a:rPr>
              <a:t>能</a:t>
            </a:r>
            <a:r>
              <a:rPr dirty="0" sz="2400" b="1">
                <a:solidFill>
                  <a:srgbClr val="003366"/>
                </a:solidFill>
                <a:latin typeface="新宋体"/>
                <a:cs typeface="新宋体"/>
              </a:rPr>
              <a:t>力和</a:t>
            </a:r>
            <a:r>
              <a:rPr dirty="0" sz="2400" b="1">
                <a:solidFill>
                  <a:srgbClr val="FF00FF"/>
                </a:solidFill>
                <a:latin typeface="新宋体"/>
                <a:cs typeface="新宋体"/>
              </a:rPr>
              <a:t>输出是否只有一处输</a:t>
            </a:r>
            <a:r>
              <a:rPr dirty="0" sz="2400" spc="5" b="1">
                <a:solidFill>
                  <a:srgbClr val="FF00FF"/>
                </a:solidFill>
                <a:latin typeface="新宋体"/>
                <a:cs typeface="新宋体"/>
              </a:rPr>
              <a:t>出</a:t>
            </a:r>
            <a:r>
              <a:rPr dirty="0" sz="2400" spc="-5" b="1">
                <a:solidFill>
                  <a:srgbClr val="FF00FF"/>
                </a:solidFill>
                <a:latin typeface="新宋体"/>
                <a:cs typeface="新宋体"/>
              </a:rPr>
              <a:t>为</a:t>
            </a:r>
            <a:r>
              <a:rPr dirty="0" sz="2400" b="1">
                <a:solidFill>
                  <a:srgbClr val="FF00FF"/>
                </a:solidFill>
                <a:latin typeface="Tahoma"/>
                <a:cs typeface="Tahoma"/>
              </a:rPr>
              <a:t>1.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315468" y="3742944"/>
            <a:ext cx="1085850" cy="788035"/>
            <a:chOff x="315468" y="3742944"/>
            <a:chExt cx="1085850" cy="788035"/>
          </a:xfrm>
        </p:grpSpPr>
        <p:pic>
          <p:nvPicPr>
            <p:cNvPr id="93" name="object 9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5468" y="3742944"/>
              <a:ext cx="704849" cy="787907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2450" y="3742944"/>
              <a:ext cx="848867" cy="787907"/>
            </a:xfrm>
            <a:prstGeom prst="rect">
              <a:avLst/>
            </a:prstGeom>
          </p:spPr>
        </p:pic>
      </p:grpSp>
      <p:sp>
        <p:nvSpPr>
          <p:cNvPr id="95" name="object 95"/>
          <p:cNvSpPr txBox="1"/>
          <p:nvPr/>
        </p:nvSpPr>
        <p:spPr>
          <a:xfrm>
            <a:off x="3768086" y="3834638"/>
            <a:ext cx="109537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4505" algn="l"/>
              </a:tabLst>
            </a:pPr>
            <a:r>
              <a:rPr dirty="0" sz="3000" spc="430" b="1" i="1">
                <a:latin typeface="Times New Roman"/>
                <a:cs typeface="Times New Roman"/>
              </a:rPr>
              <a:t>Y	</a:t>
            </a:r>
            <a:r>
              <a:rPr dirty="0" sz="3000" spc="385" b="1">
                <a:latin typeface="Symbol"/>
                <a:cs typeface="Symbol"/>
              </a:rPr>
              <a:t></a:t>
            </a:r>
            <a:r>
              <a:rPr dirty="0" sz="3000" spc="-20" b="1">
                <a:latin typeface="Times New Roman"/>
                <a:cs typeface="Times New Roman"/>
              </a:rPr>
              <a:t> </a:t>
            </a:r>
            <a:r>
              <a:rPr dirty="0" sz="3000" spc="350" b="1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pic>
        <p:nvPicPr>
          <p:cNvPr id="96" name="object 9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484882" y="3768090"/>
            <a:ext cx="1116329" cy="787907"/>
          </a:xfrm>
          <a:prstGeom prst="rect">
            <a:avLst/>
          </a:prstGeom>
        </p:spPr>
      </p:pic>
      <p:sp>
        <p:nvSpPr>
          <p:cNvPr id="97" name="object 97"/>
          <p:cNvSpPr txBox="1"/>
          <p:nvPr/>
        </p:nvSpPr>
        <p:spPr>
          <a:xfrm>
            <a:off x="1686874" y="4061750"/>
            <a:ext cx="154940" cy="2794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650" spc="190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23005" y="3834698"/>
            <a:ext cx="123253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9165" algn="l"/>
              </a:tabLst>
            </a:pPr>
            <a:r>
              <a:rPr dirty="0" sz="2800" spc="-5" b="1" i="1">
                <a:solidFill>
                  <a:srgbClr val="000066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=0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500" spc="395" i="1">
                <a:latin typeface="Times New Roman"/>
                <a:cs typeface="Times New Roman"/>
              </a:rPr>
              <a:t>Q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2424370" y="3678072"/>
            <a:ext cx="96774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950" spc="110">
                <a:latin typeface="Times New Roman"/>
                <a:cs typeface="Times New Roman"/>
              </a:rPr>
              <a:t>n</a:t>
            </a:r>
            <a:r>
              <a:rPr dirty="0" sz="950" spc="114">
                <a:latin typeface="Times New Roman"/>
                <a:cs typeface="Times New Roman"/>
              </a:rPr>
              <a:t>+</a:t>
            </a:r>
            <a:r>
              <a:rPr dirty="0" sz="950" spc="190">
                <a:latin typeface="Times New Roman"/>
                <a:cs typeface="Times New Roman"/>
              </a:rPr>
              <a:t>1</a:t>
            </a:r>
            <a:r>
              <a:rPr dirty="0" baseline="-27777" sz="4200" b="1">
                <a:solidFill>
                  <a:srgbClr val="000066"/>
                </a:solidFill>
                <a:latin typeface="Times New Roman"/>
                <a:cs typeface="Times New Roman"/>
              </a:rPr>
              <a:t>=</a:t>
            </a:r>
            <a:r>
              <a:rPr dirty="0" baseline="-27777" sz="4200" b="1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dirty="0" baseline="-27777" sz="4200" b="1">
                <a:solidFill>
                  <a:srgbClr val="000066"/>
                </a:solidFill>
                <a:latin typeface="Times New Roman"/>
                <a:cs typeface="Times New Roman"/>
              </a:rPr>
              <a:t>00</a:t>
            </a:r>
            <a:endParaRPr baseline="-27777" sz="42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2270251" y="4096675"/>
            <a:ext cx="154940" cy="2794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650" spc="190">
                <a:latin typeface="Times New Roman"/>
                <a:cs typeface="Times New Roman"/>
              </a:rPr>
              <a:t>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846305" y="3876804"/>
            <a:ext cx="468630" cy="4375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685"/>
              </a:lnSpc>
              <a:spcBef>
                <a:spcPts val="110"/>
              </a:spcBef>
            </a:pPr>
            <a:r>
              <a:rPr dirty="0" sz="950" spc="-70">
                <a:latin typeface="Times New Roman"/>
                <a:cs typeface="Times New Roman"/>
              </a:rPr>
              <a:t>n+1</a:t>
            </a:r>
            <a:endParaRPr sz="950">
              <a:latin typeface="Times New Roman"/>
              <a:cs typeface="Times New Roman"/>
            </a:endParaRPr>
          </a:p>
          <a:p>
            <a:pPr marL="175260">
              <a:lnSpc>
                <a:spcPts val="2545"/>
              </a:lnSpc>
            </a:pPr>
            <a:r>
              <a:rPr dirty="0" sz="2500" spc="395" i="1">
                <a:latin typeface="Times New Roman"/>
                <a:cs typeface="Times New Roman"/>
              </a:rPr>
              <a:t>Q</a:t>
            </a:r>
            <a:endParaRPr sz="2500">
              <a:latin typeface="Times New Roman"/>
              <a:cs typeface="Times New Roman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396240" y="4593335"/>
            <a:ext cx="1085850" cy="788035"/>
            <a:chOff x="396240" y="4593335"/>
            <a:chExt cx="1085850" cy="788035"/>
          </a:xfrm>
        </p:grpSpPr>
        <p:pic>
          <p:nvPicPr>
            <p:cNvPr id="103" name="object 10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96240" y="4593335"/>
              <a:ext cx="704849" cy="787907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3222" y="4593335"/>
              <a:ext cx="848867" cy="787907"/>
            </a:xfrm>
            <a:prstGeom prst="rect">
              <a:avLst/>
            </a:prstGeom>
          </p:spPr>
        </p:pic>
      </p:grpSp>
      <p:sp>
        <p:nvSpPr>
          <p:cNvPr id="105" name="object 105"/>
          <p:cNvSpPr txBox="1"/>
          <p:nvPr/>
        </p:nvSpPr>
        <p:spPr>
          <a:xfrm>
            <a:off x="603925" y="4681698"/>
            <a:ext cx="64325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solidFill>
                  <a:srgbClr val="000066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=1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3724483" y="4698872"/>
            <a:ext cx="1030605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7040" algn="l"/>
              </a:tabLst>
            </a:pPr>
            <a:r>
              <a:rPr dirty="0" sz="2750" spc="405" b="1" i="1">
                <a:latin typeface="Times New Roman"/>
                <a:cs typeface="Times New Roman"/>
              </a:rPr>
              <a:t>Y	</a:t>
            </a:r>
            <a:r>
              <a:rPr dirty="0" sz="2750" spc="360" b="1">
                <a:latin typeface="Symbol"/>
                <a:cs typeface="Symbol"/>
              </a:rPr>
              <a:t></a:t>
            </a:r>
            <a:r>
              <a:rPr dirty="0" sz="2750" spc="130" b="1">
                <a:latin typeface="Times New Roman"/>
                <a:cs typeface="Times New Roman"/>
              </a:rPr>
              <a:t> </a:t>
            </a:r>
            <a:r>
              <a:rPr dirty="0" sz="2750" spc="330" b="1">
                <a:latin typeface="Times New Roman"/>
                <a:cs typeface="Times New Roman"/>
              </a:rPr>
              <a:t>0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107" name="object 10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559557" y="4555997"/>
            <a:ext cx="1096517" cy="787907"/>
          </a:xfrm>
          <a:prstGeom prst="rect">
            <a:avLst/>
          </a:prstGeom>
        </p:spPr>
      </p:pic>
      <p:sp>
        <p:nvSpPr>
          <p:cNvPr id="108" name="object 108"/>
          <p:cNvSpPr/>
          <p:nvPr/>
        </p:nvSpPr>
        <p:spPr>
          <a:xfrm>
            <a:off x="4487417" y="3845815"/>
            <a:ext cx="457200" cy="528955"/>
          </a:xfrm>
          <a:custGeom>
            <a:avLst/>
            <a:gdLst/>
            <a:ahLst/>
            <a:cxnLst/>
            <a:rect l="l" t="t" r="r" b="b"/>
            <a:pathLst>
              <a:path w="457200" h="528954">
                <a:moveTo>
                  <a:pt x="0" y="76199"/>
                </a:moveTo>
                <a:lnTo>
                  <a:pt x="5987" y="46537"/>
                </a:lnTo>
                <a:lnTo>
                  <a:pt x="22317" y="22317"/>
                </a:lnTo>
                <a:lnTo>
                  <a:pt x="46537" y="5987"/>
                </a:lnTo>
                <a:lnTo>
                  <a:pt x="76200" y="0"/>
                </a:lnTo>
                <a:lnTo>
                  <a:pt x="381000" y="0"/>
                </a:lnTo>
                <a:lnTo>
                  <a:pt x="410662" y="5987"/>
                </a:lnTo>
                <a:lnTo>
                  <a:pt x="434882" y="22317"/>
                </a:lnTo>
                <a:lnTo>
                  <a:pt x="451212" y="46537"/>
                </a:lnTo>
                <a:lnTo>
                  <a:pt x="457200" y="76199"/>
                </a:lnTo>
                <a:lnTo>
                  <a:pt x="457200" y="452627"/>
                </a:lnTo>
                <a:lnTo>
                  <a:pt x="451212" y="482290"/>
                </a:lnTo>
                <a:lnTo>
                  <a:pt x="434882" y="506510"/>
                </a:lnTo>
                <a:lnTo>
                  <a:pt x="410662" y="522840"/>
                </a:lnTo>
                <a:lnTo>
                  <a:pt x="381000" y="528827"/>
                </a:lnTo>
                <a:lnTo>
                  <a:pt x="76200" y="528827"/>
                </a:lnTo>
                <a:lnTo>
                  <a:pt x="46537" y="522840"/>
                </a:lnTo>
                <a:lnTo>
                  <a:pt x="22317" y="506510"/>
                </a:lnTo>
                <a:lnTo>
                  <a:pt x="5987" y="482290"/>
                </a:lnTo>
                <a:lnTo>
                  <a:pt x="0" y="452627"/>
                </a:lnTo>
                <a:lnTo>
                  <a:pt x="0" y="76199"/>
                </a:lnTo>
                <a:close/>
              </a:path>
            </a:pathLst>
          </a:custGeom>
          <a:ln w="38100">
            <a:solidFill>
              <a:srgbClr val="FF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 txBox="1"/>
          <p:nvPr/>
        </p:nvSpPr>
        <p:spPr>
          <a:xfrm>
            <a:off x="1356314" y="3114781"/>
            <a:ext cx="1131570" cy="525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69900" algn="l"/>
              </a:tabLst>
            </a:pPr>
            <a:r>
              <a:rPr dirty="0" sz="3250" spc="10" b="1" i="1">
                <a:latin typeface="Times New Roman"/>
                <a:cs typeface="Times New Roman"/>
              </a:rPr>
              <a:t>J	</a:t>
            </a:r>
            <a:r>
              <a:rPr dirty="0" sz="3250" spc="10" b="1">
                <a:latin typeface="Symbol"/>
                <a:cs typeface="Symbol"/>
              </a:rPr>
              <a:t></a:t>
            </a:r>
            <a:r>
              <a:rPr dirty="0" sz="3250" spc="215" b="1">
                <a:latin typeface="Times New Roman"/>
                <a:cs typeface="Times New Roman"/>
              </a:rPr>
              <a:t> </a:t>
            </a:r>
            <a:r>
              <a:rPr dirty="0" sz="3250" spc="15" b="1" i="1">
                <a:latin typeface="Times New Roman"/>
                <a:cs typeface="Times New Roman"/>
              </a:rPr>
              <a:t>A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598825" y="3489859"/>
            <a:ext cx="98425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5" b="1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4261078" y="3122473"/>
            <a:ext cx="262255" cy="0"/>
          </a:xfrm>
          <a:custGeom>
            <a:avLst/>
            <a:gdLst/>
            <a:ahLst/>
            <a:cxnLst/>
            <a:rect l="l" t="t" r="r" b="b"/>
            <a:pathLst>
              <a:path w="262254" h="0">
                <a:moveTo>
                  <a:pt x="0" y="0"/>
                </a:moveTo>
                <a:lnTo>
                  <a:pt x="262027" y="0"/>
                </a:lnTo>
              </a:path>
            </a:pathLst>
          </a:custGeom>
          <a:ln w="97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 txBox="1"/>
          <p:nvPr/>
        </p:nvSpPr>
        <p:spPr>
          <a:xfrm>
            <a:off x="3429386" y="3063494"/>
            <a:ext cx="1129030" cy="4933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08634" algn="l"/>
              </a:tabLst>
            </a:pPr>
            <a:r>
              <a:rPr dirty="0" sz="3050" spc="10" b="1" i="1">
                <a:latin typeface="Times New Roman"/>
                <a:cs typeface="Times New Roman"/>
              </a:rPr>
              <a:t>K	</a:t>
            </a:r>
            <a:r>
              <a:rPr dirty="0" sz="3050" spc="5" b="1">
                <a:latin typeface="Symbol"/>
                <a:cs typeface="Symbol"/>
              </a:rPr>
              <a:t></a:t>
            </a:r>
            <a:r>
              <a:rPr dirty="0" sz="3050" spc="200" b="1">
                <a:latin typeface="Times New Roman"/>
                <a:cs typeface="Times New Roman"/>
              </a:rPr>
              <a:t> </a:t>
            </a:r>
            <a:r>
              <a:rPr dirty="0" sz="3050" spc="10" b="1" i="1">
                <a:latin typeface="Times New Roman"/>
                <a:cs typeface="Times New Roman"/>
              </a:rPr>
              <a:t>A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3723708" y="3414231"/>
            <a:ext cx="93980" cy="1892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50" spc="10" b="1">
                <a:latin typeface="Times New Roman"/>
                <a:cs typeface="Times New Roman"/>
              </a:rPr>
              <a:t>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4209573" y="2525021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4" h="0">
                <a:moveTo>
                  <a:pt x="0" y="0"/>
                </a:moveTo>
                <a:lnTo>
                  <a:pt x="252741" y="0"/>
                </a:lnTo>
              </a:path>
            </a:pathLst>
          </a:custGeom>
          <a:ln w="94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 txBox="1"/>
          <p:nvPr/>
        </p:nvSpPr>
        <p:spPr>
          <a:xfrm>
            <a:off x="1724974" y="4876328"/>
            <a:ext cx="154940" cy="2794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650" spc="190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488183" y="4688080"/>
            <a:ext cx="30543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395" i="1">
                <a:latin typeface="Times New Roman"/>
                <a:cs typeface="Times New Roman"/>
              </a:rPr>
              <a:t>Q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2435038" y="4493410"/>
            <a:ext cx="99885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950" spc="110">
                <a:latin typeface="Times New Roman"/>
                <a:cs typeface="Times New Roman"/>
              </a:rPr>
              <a:t>n+1</a:t>
            </a:r>
            <a:r>
              <a:rPr dirty="0" sz="950" spc="310">
                <a:latin typeface="Times New Roman"/>
                <a:cs typeface="Times New Roman"/>
              </a:rPr>
              <a:t> </a:t>
            </a:r>
            <a:r>
              <a:rPr dirty="0" baseline="-23809" sz="4200" b="1">
                <a:solidFill>
                  <a:srgbClr val="000066"/>
                </a:solidFill>
                <a:latin typeface="Times New Roman"/>
                <a:cs typeface="Times New Roman"/>
              </a:rPr>
              <a:t>=</a:t>
            </a:r>
            <a:r>
              <a:rPr dirty="0" baseline="-23809" sz="4200" spc="-60" b="1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dirty="0" baseline="-23809" sz="4200" spc="-232" b="1">
                <a:solidFill>
                  <a:srgbClr val="000066"/>
                </a:solidFill>
                <a:latin typeface="Times New Roman"/>
                <a:cs typeface="Times New Roman"/>
              </a:rPr>
              <a:t>11</a:t>
            </a:r>
            <a:endParaRPr baseline="-23809" sz="4200">
              <a:latin typeface="Times New Roman"/>
              <a:cs typeface="Times New Roman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2280920" y="4912014"/>
            <a:ext cx="154940" cy="2794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650" spc="190">
                <a:latin typeface="Times New Roman"/>
                <a:cs typeface="Times New Roman"/>
              </a:rPr>
              <a:t>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1884405" y="4691382"/>
            <a:ext cx="428625" cy="4387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R="162560">
              <a:lnSpc>
                <a:spcPts val="690"/>
              </a:lnSpc>
              <a:spcBef>
                <a:spcPts val="110"/>
              </a:spcBef>
            </a:pPr>
            <a:r>
              <a:rPr dirty="0" sz="950" spc="110">
                <a:latin typeface="Times New Roman"/>
                <a:cs typeface="Times New Roman"/>
              </a:rPr>
              <a:t>n+1</a:t>
            </a:r>
            <a:endParaRPr sz="950">
              <a:latin typeface="Times New Roman"/>
              <a:cs typeface="Times New Roman"/>
            </a:endParaRPr>
          </a:p>
          <a:p>
            <a:pPr algn="ctr" marR="100965">
              <a:lnSpc>
                <a:spcPts val="2550"/>
              </a:lnSpc>
            </a:pPr>
            <a:r>
              <a:rPr dirty="0" sz="2500" spc="-1630" i="1">
                <a:latin typeface="Times New Roman"/>
                <a:cs typeface="Times New Roman"/>
              </a:rPr>
              <a:t>Q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5884278" y="590511"/>
            <a:ext cx="3060700" cy="843280"/>
          </a:xfrm>
          <a:custGeom>
            <a:avLst/>
            <a:gdLst/>
            <a:ahLst/>
            <a:cxnLst/>
            <a:rect l="l" t="t" r="r" b="b"/>
            <a:pathLst>
              <a:path w="3060700" h="843280">
                <a:moveTo>
                  <a:pt x="3060700" y="0"/>
                </a:moveTo>
                <a:lnTo>
                  <a:pt x="781050" y="0"/>
                </a:lnTo>
                <a:lnTo>
                  <a:pt x="0" y="0"/>
                </a:lnTo>
                <a:lnTo>
                  <a:pt x="0" y="842962"/>
                </a:lnTo>
                <a:lnTo>
                  <a:pt x="781050" y="842962"/>
                </a:lnTo>
                <a:lnTo>
                  <a:pt x="781050" y="411162"/>
                </a:lnTo>
                <a:lnTo>
                  <a:pt x="3060700" y="411162"/>
                </a:lnTo>
                <a:lnTo>
                  <a:pt x="30607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21" name="object 121"/>
          <p:cNvGraphicFramePr>
            <a:graphicFrameLocks noGrp="1"/>
          </p:cNvGraphicFramePr>
          <p:nvPr/>
        </p:nvGraphicFramePr>
        <p:xfrm>
          <a:off x="499872" y="587343"/>
          <a:ext cx="8458200" cy="2419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165"/>
                <a:gridCol w="781050"/>
                <a:gridCol w="1109344"/>
                <a:gridCol w="1169670"/>
              </a:tblGrid>
              <a:tr h="403860">
                <a:tc rowSpan="6">
                  <a:txBody>
                    <a:bodyPr/>
                    <a:lstStyle/>
                    <a:p>
                      <a:pPr marL="705485" marR="201930" indent="1711325">
                        <a:lnSpc>
                          <a:spcPts val="4060"/>
                        </a:lnSpc>
                        <a:spcBef>
                          <a:spcPts val="475"/>
                        </a:spcBef>
                        <a:tabLst>
                          <a:tab pos="1307465" algn="l"/>
                          <a:tab pos="1848485" algn="l"/>
                        </a:tabLst>
                      </a:pPr>
                      <a:r>
                        <a:rPr dirty="0" sz="2400" spc="10" b="1">
                          <a:solidFill>
                            <a:srgbClr val="003366"/>
                          </a:solidFill>
                          <a:latin typeface="新宋体"/>
                          <a:cs typeface="新宋体"/>
                        </a:rPr>
                        <a:t>画出完全状态转换表 </a:t>
                      </a:r>
                      <a:r>
                        <a:rPr dirty="0" sz="2400" spc="-10" b="1">
                          <a:solidFill>
                            <a:srgbClr val="000066"/>
                          </a:solidFill>
                          <a:latin typeface="新宋体"/>
                          <a:cs typeface="新宋体"/>
                        </a:rPr>
                        <a:t>当	</a:t>
                      </a:r>
                      <a:r>
                        <a:rPr dirty="0" baseline="-3898" sz="4275" spc="975" b="1" i="1">
                          <a:latin typeface="Times New Roman"/>
                          <a:cs typeface="Times New Roman"/>
                        </a:rPr>
                        <a:t>Q	</a:t>
                      </a:r>
                      <a:r>
                        <a:rPr dirty="0" baseline="-3968" sz="4200" spc="-165" b="1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2800" spc="-110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2800" spc="-5" b="1">
                          <a:solidFill>
                            <a:srgbClr val="0000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dirty="0" sz="2400" spc="-10" b="1">
                          <a:solidFill>
                            <a:srgbClr val="000066"/>
                          </a:solidFill>
                          <a:latin typeface="新宋体"/>
                          <a:cs typeface="新宋体"/>
                        </a:rPr>
                        <a:t>时</a:t>
                      </a:r>
                      <a:endParaRPr sz="2400">
                        <a:latin typeface="新宋体"/>
                        <a:cs typeface="新宋体"/>
                      </a:endParaRPr>
                    </a:p>
                    <a:p>
                      <a:pPr marL="1644014">
                        <a:lnSpc>
                          <a:spcPts val="290"/>
                        </a:lnSpc>
                        <a:tabLst>
                          <a:tab pos="2193290" algn="l"/>
                        </a:tabLst>
                      </a:pPr>
                      <a:r>
                        <a:rPr dirty="0" sz="1000" spc="155" b="1">
                          <a:latin typeface="Times New Roman"/>
                          <a:cs typeface="Times New Roman"/>
                        </a:rPr>
                        <a:t>1	0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 marR="1610995">
                        <a:lnSpc>
                          <a:spcPct val="100000"/>
                        </a:lnSpc>
                      </a:pPr>
                      <a:r>
                        <a:rPr dirty="0" sz="2700" spc="95" b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43010" sz="2325" spc="142" b="1" i="1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baseline="43010" sz="2325" spc="142" b="1">
                          <a:latin typeface="Symbol"/>
                          <a:cs typeface="Symbol"/>
                        </a:rPr>
                        <a:t></a:t>
                      </a:r>
                      <a:r>
                        <a:rPr dirty="0" baseline="43010" sz="2325" spc="142" b="1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baseline="43010" sz="2325" spc="667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700" spc="15" b="1">
                          <a:latin typeface="Symbol"/>
                          <a:cs typeface="Symbol"/>
                        </a:rPr>
                        <a:t></a:t>
                      </a:r>
                      <a:r>
                        <a:rPr dirty="0" sz="2700" spc="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700" spc="100" b="1">
                          <a:latin typeface="Times New Roman"/>
                          <a:cs typeface="Times New Roman"/>
                        </a:rPr>
                        <a:t>JQ</a:t>
                      </a:r>
                      <a:r>
                        <a:rPr dirty="0" baseline="69892" sz="2325" spc="150" b="1" i="1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baseline="69892" sz="2325" spc="509" b="1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700" spc="15" b="1">
                          <a:latin typeface="Symbol"/>
                          <a:cs typeface="Symbol"/>
                        </a:rPr>
                        <a:t></a:t>
                      </a:r>
                      <a:r>
                        <a:rPr dirty="0" sz="2700" spc="-1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700" spc="85" b="1">
                          <a:latin typeface="Times New Roman"/>
                          <a:cs typeface="Times New Roman"/>
                        </a:rPr>
                        <a:t>KQ</a:t>
                      </a:r>
                      <a:r>
                        <a:rPr dirty="0" baseline="43010" sz="2325" spc="127" b="1" i="1">
                          <a:latin typeface="Times New Roman"/>
                          <a:cs typeface="Times New Roman"/>
                        </a:rPr>
                        <a:t>n</a:t>
                      </a:r>
                      <a:endParaRPr baseline="43010" sz="2325">
                        <a:latin typeface="Times New Roman"/>
                        <a:cs typeface="Times New Roman"/>
                      </a:endParaRPr>
                    </a:p>
                    <a:p>
                      <a:pPr algn="ctr" marR="523875">
                        <a:lnSpc>
                          <a:spcPts val="3270"/>
                        </a:lnSpc>
                        <a:spcBef>
                          <a:spcPts val="1145"/>
                        </a:spcBef>
                        <a:tabLst>
                          <a:tab pos="420370" algn="l"/>
                          <a:tab pos="2061210" algn="l"/>
                          <a:tab pos="2529205" algn="l"/>
                        </a:tabLst>
                      </a:pPr>
                      <a:r>
                        <a:rPr dirty="0" sz="3100" spc="-10" b="1" i="1">
                          <a:latin typeface="Times New Roman"/>
                          <a:cs typeface="Times New Roman"/>
                        </a:rPr>
                        <a:t>J	</a:t>
                      </a:r>
                      <a:r>
                        <a:rPr dirty="0" sz="3100" spc="-10" b="1">
                          <a:latin typeface="Symbol"/>
                          <a:cs typeface="Symbol"/>
                        </a:rPr>
                        <a:t></a:t>
                      </a:r>
                      <a:r>
                        <a:rPr dirty="0" sz="3100" spc="-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100" spc="-10" b="1" i="1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3100" spc="190" b="1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100" spc="-10" b="1" i="1">
                          <a:latin typeface="Times New Roman"/>
                          <a:cs typeface="Times New Roman"/>
                        </a:rPr>
                        <a:t>A	</a:t>
                      </a:r>
                      <a:r>
                        <a:rPr dirty="0" baseline="1883" sz="4425" spc="7" b="1" i="1">
                          <a:latin typeface="Times New Roman"/>
                          <a:cs typeface="Times New Roman"/>
                        </a:rPr>
                        <a:t>K	</a:t>
                      </a:r>
                      <a:r>
                        <a:rPr dirty="0" baseline="1883" sz="4425" spc="7" b="1">
                          <a:latin typeface="Symbol"/>
                          <a:cs typeface="Symbol"/>
                        </a:rPr>
                        <a:t></a:t>
                      </a:r>
                      <a:r>
                        <a:rPr dirty="0" baseline="1883" sz="4425" spc="337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1883" sz="4425" spc="7" b="1" i="1">
                          <a:latin typeface="Times New Roman"/>
                          <a:cs typeface="Times New Roman"/>
                        </a:rPr>
                        <a:t>A</a:t>
                      </a:r>
                      <a:endParaRPr baseline="1883" sz="4425">
                        <a:latin typeface="Times New Roman"/>
                        <a:cs typeface="Times New Roman"/>
                      </a:endParaRPr>
                    </a:p>
                    <a:p>
                      <a:pPr marL="1090295">
                        <a:lnSpc>
                          <a:spcPts val="810"/>
                        </a:lnSpc>
                        <a:tabLst>
                          <a:tab pos="1878330" algn="l"/>
                          <a:tab pos="3207385" algn="l"/>
                        </a:tabLst>
                      </a:pPr>
                      <a:r>
                        <a:rPr dirty="0" sz="1050" spc="15" b="1">
                          <a:latin typeface="Times New Roman"/>
                          <a:cs typeface="Times New Roman"/>
                        </a:rPr>
                        <a:t>1	0	</a:t>
                      </a:r>
                      <a:r>
                        <a:rPr dirty="0" baseline="8333" sz="1500" spc="22" b="1">
                          <a:latin typeface="Times New Roman"/>
                          <a:cs typeface="Times New Roman"/>
                        </a:rPr>
                        <a:t>1</a:t>
                      </a:r>
                      <a:endParaRPr baseline="8333"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marL="134620">
                        <a:lnSpc>
                          <a:spcPts val="2390"/>
                        </a:lnSpc>
                        <a:spcBef>
                          <a:spcPts val="819"/>
                        </a:spcBef>
                      </a:pPr>
                      <a:r>
                        <a:rPr dirty="0" sz="2000" spc="10" b="1">
                          <a:solidFill>
                            <a:srgbClr val="000099"/>
                          </a:solidFill>
                          <a:latin typeface="新宋体"/>
                          <a:cs typeface="新宋体"/>
                        </a:rPr>
                        <a:t>现态</a:t>
                      </a:r>
                      <a:endParaRPr sz="2000">
                        <a:latin typeface="新宋体"/>
                        <a:cs typeface="新宋体"/>
                      </a:endParaRPr>
                    </a:p>
                    <a:p>
                      <a:pPr marL="121920">
                        <a:lnSpc>
                          <a:spcPts val="2390"/>
                        </a:lnSpc>
                      </a:pPr>
                      <a:r>
                        <a:rPr dirty="0" sz="2000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000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baseline="-21367" sz="1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34645">
                        <a:lnSpc>
                          <a:spcPts val="1814"/>
                        </a:lnSpc>
                      </a:pPr>
                      <a:r>
                        <a:rPr dirty="0" baseline="-16666" sz="3000" spc="-7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16666" sz="3000" spc="202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1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n+1</a:t>
                      </a:r>
                      <a:r>
                        <a:rPr dirty="0" sz="1300" spc="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16666" sz="3000" spc="-7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16666" sz="3000" spc="209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1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n+1</a:t>
                      </a:r>
                      <a:r>
                        <a:rPr dirty="0" sz="1300" spc="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16666" sz="3000" spc="-7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／</a:t>
                      </a:r>
                      <a:r>
                        <a:rPr dirty="0" baseline="-16666" sz="3000" spc="-7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endParaRPr baseline="-16666" sz="3000">
                        <a:latin typeface="Times New Roman"/>
                        <a:cs typeface="Times New Roman"/>
                      </a:endParaRPr>
                    </a:p>
                    <a:p>
                      <a:pPr marL="517525">
                        <a:lnSpc>
                          <a:spcPts val="1255"/>
                        </a:lnSpc>
                        <a:tabLst>
                          <a:tab pos="1103630" algn="l"/>
                        </a:tabLst>
                      </a:pPr>
                      <a:r>
                        <a:rPr dirty="0" sz="1300" spc="1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1	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318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0325"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41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20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A=0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20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A=1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56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0325"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00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00</a:t>
                      </a:r>
                      <a:r>
                        <a:rPr dirty="0" sz="2000" spc="-1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01</a:t>
                      </a:r>
                      <a:r>
                        <a:rPr dirty="0" sz="2000" spc="-1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/0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56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0325"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01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00</a:t>
                      </a:r>
                      <a:r>
                        <a:rPr dirty="0" sz="2000" spc="-1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spc="-110" b="1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000" spc="-1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/0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2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0325"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55" b="1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00</a:t>
                      </a:r>
                      <a:r>
                        <a:rPr dirty="0" sz="2000" spc="-1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10" b="1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000" spc="-1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/0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2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0325"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5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5" b="1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00/1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30" b="1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11/0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0252" y="786002"/>
            <a:ext cx="8219440" cy="1905"/>
          </a:xfrm>
          <a:custGeom>
            <a:avLst/>
            <a:gdLst/>
            <a:ahLst/>
            <a:cxnLst/>
            <a:rect l="l" t="t" r="r" b="b"/>
            <a:pathLst>
              <a:path w="8219440" h="1904">
                <a:moveTo>
                  <a:pt x="0" y="0"/>
                </a:moveTo>
                <a:lnTo>
                  <a:pt x="8218932" y="1524"/>
                </a:lnTo>
              </a:path>
            </a:pathLst>
          </a:custGeom>
          <a:ln w="101346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561" y="333755"/>
            <a:ext cx="230504" cy="3527425"/>
          </a:xfrm>
          <a:custGeom>
            <a:avLst/>
            <a:gdLst/>
            <a:ahLst/>
            <a:cxnLst/>
            <a:rect l="l" t="t" r="r" b="b"/>
            <a:pathLst>
              <a:path w="230504" h="3527425">
                <a:moveTo>
                  <a:pt x="230136" y="0"/>
                </a:moveTo>
                <a:lnTo>
                  <a:pt x="0" y="0"/>
                </a:lnTo>
                <a:lnTo>
                  <a:pt x="0" y="880872"/>
                </a:lnTo>
                <a:lnTo>
                  <a:pt x="0" y="3527298"/>
                </a:lnTo>
                <a:lnTo>
                  <a:pt x="230136" y="3527298"/>
                </a:lnTo>
                <a:lnTo>
                  <a:pt x="230136" y="880872"/>
                </a:lnTo>
                <a:lnTo>
                  <a:pt x="23013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2806" y="710183"/>
            <a:ext cx="3081655" cy="224154"/>
            <a:chOff x="352806" y="710183"/>
            <a:chExt cx="3081655" cy="224154"/>
          </a:xfrm>
        </p:grpSpPr>
        <p:sp>
          <p:nvSpPr>
            <p:cNvPr id="8" name="object 8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767334" y="1279397"/>
            <a:ext cx="2443480" cy="689610"/>
            <a:chOff x="767334" y="1279397"/>
            <a:chExt cx="2443480" cy="68961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7334" y="1290828"/>
              <a:ext cx="608075" cy="6781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1550" y="1279397"/>
              <a:ext cx="709421" cy="67817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7112" y="1279397"/>
              <a:ext cx="1933193" cy="67817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43927" y="1374457"/>
            <a:ext cx="20637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66"/>
                </a:solidFill>
                <a:latin typeface="Tahoma"/>
                <a:cs typeface="Tahoma"/>
              </a:rPr>
              <a:t>Y</a:t>
            </a: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卡诺图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化简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得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00537" y="2270758"/>
            <a:ext cx="12890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360" b="1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45481" y="1966974"/>
            <a:ext cx="2098675" cy="4305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91820" algn="l"/>
                <a:tab pos="1051560" algn="l"/>
                <a:tab pos="1692910" algn="l"/>
              </a:tabLst>
            </a:pPr>
            <a:r>
              <a:rPr dirty="0" sz="2650" spc="1210" b="1" i="1">
                <a:latin typeface="Times New Roman"/>
                <a:cs typeface="Times New Roman"/>
              </a:rPr>
              <a:t>Y</a:t>
            </a:r>
            <a:r>
              <a:rPr dirty="0" sz="2650" spc="1210" b="1" i="1">
                <a:latin typeface="Times New Roman"/>
                <a:cs typeface="Times New Roman"/>
              </a:rPr>
              <a:t>	</a:t>
            </a:r>
            <a:r>
              <a:rPr dirty="0" sz="2650" spc="1085" b="1">
                <a:latin typeface="Symbol"/>
                <a:cs typeface="Symbol"/>
              </a:rPr>
              <a:t></a:t>
            </a:r>
            <a:r>
              <a:rPr dirty="0" sz="2650" spc="1085">
                <a:latin typeface="Times New Roman"/>
                <a:cs typeface="Times New Roman"/>
              </a:rPr>
              <a:t>	</a:t>
            </a:r>
            <a:r>
              <a:rPr dirty="0" sz="2650" spc="1430" b="1" i="1">
                <a:latin typeface="Times New Roman"/>
                <a:cs typeface="Times New Roman"/>
              </a:rPr>
              <a:t>Q</a:t>
            </a:r>
            <a:r>
              <a:rPr dirty="0" sz="2650" spc="1430" b="1" i="1">
                <a:latin typeface="Times New Roman"/>
                <a:cs typeface="Times New Roman"/>
              </a:rPr>
              <a:t>	</a:t>
            </a:r>
            <a:r>
              <a:rPr dirty="0" sz="2650" spc="1320" b="1" i="1">
                <a:latin typeface="Times New Roman"/>
                <a:cs typeface="Times New Roman"/>
              </a:rPr>
              <a:t>A</a:t>
            </a:r>
            <a:endParaRPr sz="265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16579" y="1509522"/>
            <a:ext cx="1626107" cy="67817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293417" y="1604632"/>
            <a:ext cx="20167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7820" algn="l"/>
                <a:tab pos="2003425" algn="l"/>
              </a:tabLst>
            </a:pP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输出方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程</a:t>
            </a:r>
            <a:r>
              <a:rPr dirty="0" sz="2400" b="1">
                <a:solidFill>
                  <a:srgbClr val="000066"/>
                </a:solidFill>
                <a:latin typeface="新宋体"/>
                <a:cs typeface="新宋体"/>
              </a:rPr>
              <a:t>	</a:t>
            </a:r>
            <a:r>
              <a:rPr dirty="0" u="sng" sz="2400" b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062243" y="2486417"/>
            <a:ext cx="966469" cy="83185"/>
          </a:xfrm>
          <a:custGeom>
            <a:avLst/>
            <a:gdLst/>
            <a:ahLst/>
            <a:cxnLst/>
            <a:rect l="l" t="t" r="r" b="b"/>
            <a:pathLst>
              <a:path w="966470" h="83185">
                <a:moveTo>
                  <a:pt x="966379" y="0"/>
                </a:moveTo>
                <a:lnTo>
                  <a:pt x="961820" y="16636"/>
                </a:lnTo>
                <a:lnTo>
                  <a:pt x="957262" y="33272"/>
                </a:lnTo>
                <a:lnTo>
                  <a:pt x="952703" y="45749"/>
                </a:lnTo>
                <a:lnTo>
                  <a:pt x="943587" y="58227"/>
                </a:lnTo>
                <a:lnTo>
                  <a:pt x="929911" y="70704"/>
                </a:lnTo>
                <a:lnTo>
                  <a:pt x="916236" y="79022"/>
                </a:lnTo>
                <a:lnTo>
                  <a:pt x="902561" y="83181"/>
                </a:lnTo>
                <a:lnTo>
                  <a:pt x="884328" y="83181"/>
                </a:lnTo>
                <a:lnTo>
                  <a:pt x="82051" y="83181"/>
                </a:lnTo>
                <a:lnTo>
                  <a:pt x="63817" y="83181"/>
                </a:lnTo>
                <a:lnTo>
                  <a:pt x="50142" y="79022"/>
                </a:lnTo>
                <a:lnTo>
                  <a:pt x="36467" y="70704"/>
                </a:lnTo>
                <a:lnTo>
                  <a:pt x="22791" y="58227"/>
                </a:lnTo>
                <a:lnTo>
                  <a:pt x="13675" y="45749"/>
                </a:lnTo>
                <a:lnTo>
                  <a:pt x="4558" y="33272"/>
                </a:lnTo>
                <a:lnTo>
                  <a:pt x="0" y="16636"/>
                </a:lnTo>
                <a:lnTo>
                  <a:pt x="0" y="0"/>
                </a:lnTo>
              </a:path>
            </a:pathLst>
          </a:custGeom>
          <a:ln w="166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549991" y="1533987"/>
            <a:ext cx="966469" cy="83185"/>
          </a:xfrm>
          <a:custGeom>
            <a:avLst/>
            <a:gdLst/>
            <a:ahLst/>
            <a:cxnLst/>
            <a:rect l="l" t="t" r="r" b="b"/>
            <a:pathLst>
              <a:path w="966470" h="83184">
                <a:moveTo>
                  <a:pt x="966379" y="83181"/>
                </a:moveTo>
                <a:lnTo>
                  <a:pt x="966379" y="66545"/>
                </a:lnTo>
                <a:lnTo>
                  <a:pt x="961820" y="49909"/>
                </a:lnTo>
                <a:lnTo>
                  <a:pt x="952703" y="37431"/>
                </a:lnTo>
                <a:lnTo>
                  <a:pt x="943587" y="24954"/>
                </a:lnTo>
                <a:lnTo>
                  <a:pt x="934470" y="12477"/>
                </a:lnTo>
                <a:lnTo>
                  <a:pt x="920795" y="4159"/>
                </a:lnTo>
                <a:lnTo>
                  <a:pt x="902561" y="0"/>
                </a:lnTo>
                <a:lnTo>
                  <a:pt x="888886" y="0"/>
                </a:lnTo>
                <a:lnTo>
                  <a:pt x="82051" y="0"/>
                </a:lnTo>
                <a:lnTo>
                  <a:pt x="63817" y="0"/>
                </a:lnTo>
                <a:lnTo>
                  <a:pt x="50142" y="4159"/>
                </a:lnTo>
                <a:lnTo>
                  <a:pt x="36467" y="12477"/>
                </a:lnTo>
                <a:lnTo>
                  <a:pt x="22791" y="24954"/>
                </a:lnTo>
                <a:lnTo>
                  <a:pt x="13675" y="37431"/>
                </a:lnTo>
                <a:lnTo>
                  <a:pt x="4558" y="49909"/>
                </a:lnTo>
                <a:lnTo>
                  <a:pt x="0" y="66545"/>
                </a:lnTo>
                <a:lnTo>
                  <a:pt x="0" y="83181"/>
                </a:lnTo>
              </a:path>
            </a:pathLst>
          </a:custGeom>
          <a:ln w="166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1" name="object 21"/>
          <p:cNvGrpSpPr/>
          <p:nvPr/>
        </p:nvGrpSpPr>
        <p:grpSpPr>
          <a:xfrm>
            <a:off x="6050879" y="1196503"/>
            <a:ext cx="550545" cy="429895"/>
            <a:chOff x="6050879" y="1196503"/>
            <a:chExt cx="550545" cy="429895"/>
          </a:xfrm>
        </p:grpSpPr>
        <p:sp>
          <p:nvSpPr>
            <p:cNvPr id="22" name="object 22"/>
            <p:cNvSpPr/>
            <p:nvPr/>
          </p:nvSpPr>
          <p:spPr>
            <a:xfrm>
              <a:off x="6332900" y="1430010"/>
              <a:ext cx="260350" cy="187325"/>
            </a:xfrm>
            <a:custGeom>
              <a:avLst/>
              <a:gdLst/>
              <a:ahLst/>
              <a:cxnLst/>
              <a:rect l="l" t="t" r="r" b="b"/>
              <a:pathLst>
                <a:path w="260350" h="187325">
                  <a:moveTo>
                    <a:pt x="259828" y="187158"/>
                  </a:moveTo>
                  <a:lnTo>
                    <a:pt x="0" y="0"/>
                  </a:lnTo>
                </a:path>
              </a:pathLst>
            </a:custGeom>
            <a:ln w="171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063957" y="1209580"/>
              <a:ext cx="314960" cy="287020"/>
            </a:xfrm>
            <a:custGeom>
              <a:avLst/>
              <a:gdLst/>
              <a:ahLst/>
              <a:cxnLst/>
              <a:rect l="l" t="t" r="r" b="b"/>
              <a:pathLst>
                <a:path w="314960" h="287019">
                  <a:moveTo>
                    <a:pt x="154985" y="286976"/>
                  </a:moveTo>
                  <a:lnTo>
                    <a:pt x="141310" y="282817"/>
                  </a:lnTo>
                  <a:lnTo>
                    <a:pt x="127630" y="282817"/>
                  </a:lnTo>
                  <a:lnTo>
                    <a:pt x="109401" y="278658"/>
                  </a:lnTo>
                  <a:lnTo>
                    <a:pt x="95721" y="274499"/>
                  </a:lnTo>
                  <a:lnTo>
                    <a:pt x="82051" y="266181"/>
                  </a:lnTo>
                  <a:lnTo>
                    <a:pt x="68375" y="262022"/>
                  </a:lnTo>
                  <a:lnTo>
                    <a:pt x="59259" y="253704"/>
                  </a:lnTo>
                  <a:lnTo>
                    <a:pt x="45579" y="245385"/>
                  </a:lnTo>
                  <a:lnTo>
                    <a:pt x="27350" y="220431"/>
                  </a:lnTo>
                  <a:lnTo>
                    <a:pt x="18233" y="212113"/>
                  </a:lnTo>
                  <a:lnTo>
                    <a:pt x="13670" y="199636"/>
                  </a:lnTo>
                  <a:lnTo>
                    <a:pt x="9112" y="182999"/>
                  </a:lnTo>
                  <a:lnTo>
                    <a:pt x="0" y="158041"/>
                  </a:lnTo>
                  <a:lnTo>
                    <a:pt x="0" y="128931"/>
                  </a:lnTo>
                  <a:lnTo>
                    <a:pt x="4553" y="112295"/>
                  </a:lnTo>
                  <a:lnTo>
                    <a:pt x="18233" y="74863"/>
                  </a:lnTo>
                  <a:lnTo>
                    <a:pt x="36467" y="49909"/>
                  </a:lnTo>
                  <a:lnTo>
                    <a:pt x="45579" y="41590"/>
                  </a:lnTo>
                  <a:lnTo>
                    <a:pt x="59259" y="33272"/>
                  </a:lnTo>
                  <a:lnTo>
                    <a:pt x="68375" y="24954"/>
                  </a:lnTo>
                  <a:lnTo>
                    <a:pt x="82051" y="16636"/>
                  </a:lnTo>
                  <a:lnTo>
                    <a:pt x="95721" y="12477"/>
                  </a:lnTo>
                  <a:lnTo>
                    <a:pt x="109401" y="4159"/>
                  </a:lnTo>
                  <a:lnTo>
                    <a:pt x="127630" y="4159"/>
                  </a:lnTo>
                  <a:lnTo>
                    <a:pt x="141310" y="0"/>
                  </a:lnTo>
                  <a:lnTo>
                    <a:pt x="173214" y="0"/>
                  </a:lnTo>
                  <a:lnTo>
                    <a:pt x="186894" y="4159"/>
                  </a:lnTo>
                  <a:lnTo>
                    <a:pt x="205127" y="4159"/>
                  </a:lnTo>
                  <a:lnTo>
                    <a:pt x="218798" y="12477"/>
                  </a:lnTo>
                  <a:lnTo>
                    <a:pt x="232477" y="16636"/>
                  </a:lnTo>
                  <a:lnTo>
                    <a:pt x="246153" y="24954"/>
                  </a:lnTo>
                  <a:lnTo>
                    <a:pt x="255265" y="33272"/>
                  </a:lnTo>
                  <a:lnTo>
                    <a:pt x="268945" y="41590"/>
                  </a:lnTo>
                  <a:lnTo>
                    <a:pt x="278061" y="49909"/>
                  </a:lnTo>
                  <a:lnTo>
                    <a:pt x="296290" y="74863"/>
                  </a:lnTo>
                  <a:lnTo>
                    <a:pt x="309970" y="112295"/>
                  </a:lnTo>
                  <a:lnTo>
                    <a:pt x="314529" y="128931"/>
                  </a:lnTo>
                  <a:lnTo>
                    <a:pt x="314529" y="158041"/>
                  </a:lnTo>
                  <a:lnTo>
                    <a:pt x="305412" y="182999"/>
                  </a:lnTo>
                  <a:lnTo>
                    <a:pt x="300849" y="199636"/>
                  </a:lnTo>
                  <a:lnTo>
                    <a:pt x="296290" y="212113"/>
                  </a:lnTo>
                  <a:lnTo>
                    <a:pt x="287178" y="220431"/>
                  </a:lnTo>
                  <a:lnTo>
                    <a:pt x="268945" y="245385"/>
                  </a:lnTo>
                  <a:lnTo>
                    <a:pt x="255265" y="253704"/>
                  </a:lnTo>
                  <a:lnTo>
                    <a:pt x="246153" y="262022"/>
                  </a:lnTo>
                  <a:lnTo>
                    <a:pt x="232477" y="266181"/>
                  </a:lnTo>
                  <a:lnTo>
                    <a:pt x="218798" y="274499"/>
                  </a:lnTo>
                  <a:lnTo>
                    <a:pt x="205127" y="278658"/>
                  </a:lnTo>
                  <a:lnTo>
                    <a:pt x="186894" y="282817"/>
                  </a:lnTo>
                  <a:lnTo>
                    <a:pt x="173214" y="282817"/>
                  </a:lnTo>
                  <a:lnTo>
                    <a:pt x="154985" y="2869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063955" y="1209579"/>
              <a:ext cx="314960" cy="287020"/>
            </a:xfrm>
            <a:custGeom>
              <a:avLst/>
              <a:gdLst/>
              <a:ahLst/>
              <a:cxnLst/>
              <a:rect l="l" t="t" r="r" b="b"/>
              <a:pathLst>
                <a:path w="314960" h="287019">
                  <a:moveTo>
                    <a:pt x="154985" y="0"/>
                  </a:moveTo>
                  <a:lnTo>
                    <a:pt x="141310" y="0"/>
                  </a:lnTo>
                  <a:lnTo>
                    <a:pt x="127634" y="4159"/>
                  </a:lnTo>
                  <a:lnTo>
                    <a:pt x="109401" y="4159"/>
                  </a:lnTo>
                  <a:lnTo>
                    <a:pt x="95726" y="12477"/>
                  </a:lnTo>
                  <a:lnTo>
                    <a:pt x="82051" y="16636"/>
                  </a:lnTo>
                  <a:lnTo>
                    <a:pt x="68375" y="24954"/>
                  </a:lnTo>
                  <a:lnTo>
                    <a:pt x="59259" y="33272"/>
                  </a:lnTo>
                  <a:lnTo>
                    <a:pt x="45583" y="41590"/>
                  </a:lnTo>
                  <a:lnTo>
                    <a:pt x="36467" y="49909"/>
                  </a:lnTo>
                  <a:lnTo>
                    <a:pt x="27350" y="62386"/>
                  </a:lnTo>
                  <a:lnTo>
                    <a:pt x="18233" y="74863"/>
                  </a:lnTo>
                  <a:lnTo>
                    <a:pt x="13675" y="87340"/>
                  </a:lnTo>
                  <a:lnTo>
                    <a:pt x="9116" y="99818"/>
                  </a:lnTo>
                  <a:lnTo>
                    <a:pt x="4558" y="112295"/>
                  </a:lnTo>
                  <a:lnTo>
                    <a:pt x="0" y="128931"/>
                  </a:lnTo>
                  <a:lnTo>
                    <a:pt x="0" y="141408"/>
                  </a:lnTo>
                  <a:lnTo>
                    <a:pt x="0" y="158045"/>
                  </a:lnTo>
                  <a:lnTo>
                    <a:pt x="4558" y="170522"/>
                  </a:lnTo>
                  <a:lnTo>
                    <a:pt x="9116" y="182999"/>
                  </a:lnTo>
                  <a:lnTo>
                    <a:pt x="13675" y="199636"/>
                  </a:lnTo>
                  <a:lnTo>
                    <a:pt x="18233" y="212113"/>
                  </a:lnTo>
                  <a:lnTo>
                    <a:pt x="27350" y="220431"/>
                  </a:lnTo>
                  <a:lnTo>
                    <a:pt x="36467" y="232908"/>
                  </a:lnTo>
                  <a:lnTo>
                    <a:pt x="45583" y="245385"/>
                  </a:lnTo>
                  <a:lnTo>
                    <a:pt x="59259" y="253704"/>
                  </a:lnTo>
                  <a:lnTo>
                    <a:pt x="68375" y="262022"/>
                  </a:lnTo>
                  <a:lnTo>
                    <a:pt x="82051" y="266181"/>
                  </a:lnTo>
                  <a:lnTo>
                    <a:pt x="95726" y="274499"/>
                  </a:lnTo>
                  <a:lnTo>
                    <a:pt x="109401" y="278658"/>
                  </a:lnTo>
                  <a:lnTo>
                    <a:pt x="127634" y="282817"/>
                  </a:lnTo>
                  <a:lnTo>
                    <a:pt x="141310" y="282817"/>
                  </a:lnTo>
                  <a:lnTo>
                    <a:pt x="154985" y="286976"/>
                  </a:lnTo>
                  <a:lnTo>
                    <a:pt x="173218" y="282817"/>
                  </a:lnTo>
                  <a:lnTo>
                    <a:pt x="186894" y="282817"/>
                  </a:lnTo>
                  <a:lnTo>
                    <a:pt x="205127" y="278658"/>
                  </a:lnTo>
                  <a:lnTo>
                    <a:pt x="218802" y="274499"/>
                  </a:lnTo>
                  <a:lnTo>
                    <a:pt x="232477" y="266181"/>
                  </a:lnTo>
                  <a:lnTo>
                    <a:pt x="246153" y="262022"/>
                  </a:lnTo>
                  <a:lnTo>
                    <a:pt x="255269" y="253704"/>
                  </a:lnTo>
                  <a:lnTo>
                    <a:pt x="268945" y="245385"/>
                  </a:lnTo>
                  <a:lnTo>
                    <a:pt x="278061" y="232908"/>
                  </a:lnTo>
                  <a:lnTo>
                    <a:pt x="287178" y="220431"/>
                  </a:lnTo>
                  <a:lnTo>
                    <a:pt x="296295" y="212113"/>
                  </a:lnTo>
                  <a:lnTo>
                    <a:pt x="300853" y="199636"/>
                  </a:lnTo>
                  <a:lnTo>
                    <a:pt x="305412" y="182999"/>
                  </a:lnTo>
                  <a:lnTo>
                    <a:pt x="309970" y="170522"/>
                  </a:lnTo>
                  <a:lnTo>
                    <a:pt x="314529" y="158045"/>
                  </a:lnTo>
                  <a:lnTo>
                    <a:pt x="314529" y="141408"/>
                  </a:lnTo>
                  <a:lnTo>
                    <a:pt x="314529" y="128931"/>
                  </a:lnTo>
                  <a:lnTo>
                    <a:pt x="309970" y="112295"/>
                  </a:lnTo>
                  <a:lnTo>
                    <a:pt x="305412" y="99818"/>
                  </a:lnTo>
                  <a:lnTo>
                    <a:pt x="300853" y="87340"/>
                  </a:lnTo>
                  <a:lnTo>
                    <a:pt x="296295" y="74863"/>
                  </a:lnTo>
                  <a:lnTo>
                    <a:pt x="287178" y="62386"/>
                  </a:lnTo>
                  <a:lnTo>
                    <a:pt x="278061" y="49909"/>
                  </a:lnTo>
                  <a:lnTo>
                    <a:pt x="268945" y="41590"/>
                  </a:lnTo>
                  <a:lnTo>
                    <a:pt x="255269" y="33272"/>
                  </a:lnTo>
                  <a:lnTo>
                    <a:pt x="246153" y="24954"/>
                  </a:lnTo>
                  <a:lnTo>
                    <a:pt x="232477" y="16636"/>
                  </a:lnTo>
                  <a:lnTo>
                    <a:pt x="218802" y="12477"/>
                  </a:lnTo>
                  <a:lnTo>
                    <a:pt x="205127" y="4159"/>
                  </a:lnTo>
                  <a:lnTo>
                    <a:pt x="186894" y="4159"/>
                  </a:lnTo>
                  <a:lnTo>
                    <a:pt x="173218" y="0"/>
                  </a:lnTo>
                  <a:lnTo>
                    <a:pt x="154985" y="0"/>
                  </a:lnTo>
                </a:path>
              </a:pathLst>
            </a:custGeom>
            <a:ln w="26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142423" y="1242630"/>
            <a:ext cx="14795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75" b="1" i="1">
                <a:latin typeface="Times New Roman"/>
                <a:cs typeface="Times New Roman"/>
              </a:rPr>
              <a:t>Y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11083" y="2149309"/>
            <a:ext cx="17081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90" b="1" i="1">
                <a:latin typeface="Times New Roman"/>
                <a:cs typeface="Times New Roman"/>
              </a:rPr>
              <a:t>Q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56951" y="2086923"/>
            <a:ext cx="103505" cy="320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dirty="0" sz="950" spc="50" b="1" i="1">
                <a:latin typeface="Times New Roman"/>
                <a:cs typeface="Times New Roman"/>
              </a:rPr>
              <a:t>n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950" spc="45" b="1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906521" y="1280062"/>
            <a:ext cx="17081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90" b="1" i="1">
                <a:latin typeface="Times New Roman"/>
                <a:cs typeface="Times New Roman"/>
              </a:rPr>
              <a:t>Q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052389" y="1217674"/>
            <a:ext cx="103505" cy="320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dirty="0" sz="950" spc="50" b="1" i="1">
                <a:latin typeface="Times New Roman"/>
                <a:cs typeface="Times New Roman"/>
              </a:rPr>
              <a:t>n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950" spc="45" b="1">
                <a:latin typeface="Times New Roman"/>
                <a:cs typeface="Times New Roman"/>
              </a:rPr>
              <a:t>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119789" y="2095462"/>
            <a:ext cx="374015" cy="353695"/>
          </a:xfrm>
          <a:custGeom>
            <a:avLst/>
            <a:gdLst/>
            <a:ahLst/>
            <a:cxnLst/>
            <a:rect l="l" t="t" r="r" b="b"/>
            <a:pathLst>
              <a:path w="374015" h="353694">
                <a:moveTo>
                  <a:pt x="369229" y="353522"/>
                </a:moveTo>
                <a:lnTo>
                  <a:pt x="323645" y="353522"/>
                </a:lnTo>
                <a:lnTo>
                  <a:pt x="319087" y="349363"/>
                </a:lnTo>
                <a:lnTo>
                  <a:pt x="319087" y="341044"/>
                </a:lnTo>
                <a:lnTo>
                  <a:pt x="369229" y="341044"/>
                </a:lnTo>
                <a:lnTo>
                  <a:pt x="373788" y="345203"/>
                </a:lnTo>
                <a:lnTo>
                  <a:pt x="369229" y="349363"/>
                </a:lnTo>
                <a:lnTo>
                  <a:pt x="369229" y="353522"/>
                </a:lnTo>
                <a:close/>
              </a:path>
              <a:path w="374015" h="353694">
                <a:moveTo>
                  <a:pt x="273503" y="349363"/>
                </a:moveTo>
                <a:lnTo>
                  <a:pt x="218802" y="349363"/>
                </a:lnTo>
                <a:lnTo>
                  <a:pt x="218802" y="336885"/>
                </a:lnTo>
                <a:lnTo>
                  <a:pt x="268945" y="336885"/>
                </a:lnTo>
                <a:lnTo>
                  <a:pt x="273503" y="341044"/>
                </a:lnTo>
                <a:lnTo>
                  <a:pt x="273503" y="349363"/>
                </a:lnTo>
                <a:close/>
              </a:path>
              <a:path w="374015" h="353694">
                <a:moveTo>
                  <a:pt x="168660" y="349363"/>
                </a:moveTo>
                <a:lnTo>
                  <a:pt x="164102" y="349363"/>
                </a:lnTo>
                <a:lnTo>
                  <a:pt x="136751" y="345203"/>
                </a:lnTo>
                <a:lnTo>
                  <a:pt x="123076" y="345203"/>
                </a:lnTo>
                <a:lnTo>
                  <a:pt x="118518" y="341044"/>
                </a:lnTo>
                <a:lnTo>
                  <a:pt x="118518" y="332726"/>
                </a:lnTo>
                <a:lnTo>
                  <a:pt x="168660" y="332726"/>
                </a:lnTo>
                <a:lnTo>
                  <a:pt x="173218" y="336885"/>
                </a:lnTo>
                <a:lnTo>
                  <a:pt x="173218" y="345203"/>
                </a:lnTo>
                <a:lnTo>
                  <a:pt x="168660" y="349363"/>
                </a:lnTo>
                <a:close/>
              </a:path>
              <a:path w="374015" h="353694">
                <a:moveTo>
                  <a:pt x="72934" y="341044"/>
                </a:moveTo>
                <a:lnTo>
                  <a:pt x="68375" y="341044"/>
                </a:lnTo>
                <a:lnTo>
                  <a:pt x="45583" y="336885"/>
                </a:lnTo>
                <a:lnTo>
                  <a:pt x="31908" y="336885"/>
                </a:lnTo>
                <a:lnTo>
                  <a:pt x="22791" y="332726"/>
                </a:lnTo>
                <a:lnTo>
                  <a:pt x="18233" y="328571"/>
                </a:lnTo>
                <a:lnTo>
                  <a:pt x="18233" y="324412"/>
                </a:lnTo>
                <a:lnTo>
                  <a:pt x="22791" y="320249"/>
                </a:lnTo>
                <a:lnTo>
                  <a:pt x="36467" y="320249"/>
                </a:lnTo>
                <a:lnTo>
                  <a:pt x="50142" y="324412"/>
                </a:lnTo>
                <a:lnTo>
                  <a:pt x="68375" y="328571"/>
                </a:lnTo>
                <a:lnTo>
                  <a:pt x="72934" y="328571"/>
                </a:lnTo>
                <a:lnTo>
                  <a:pt x="77492" y="332726"/>
                </a:lnTo>
                <a:lnTo>
                  <a:pt x="72934" y="336885"/>
                </a:lnTo>
                <a:lnTo>
                  <a:pt x="72934" y="341044"/>
                </a:lnTo>
                <a:close/>
              </a:path>
              <a:path w="374015" h="353694">
                <a:moveTo>
                  <a:pt x="9116" y="295294"/>
                </a:moveTo>
                <a:lnTo>
                  <a:pt x="4558" y="295294"/>
                </a:lnTo>
                <a:lnTo>
                  <a:pt x="0" y="291140"/>
                </a:lnTo>
                <a:lnTo>
                  <a:pt x="0" y="245385"/>
                </a:lnTo>
                <a:lnTo>
                  <a:pt x="4558" y="241226"/>
                </a:lnTo>
                <a:lnTo>
                  <a:pt x="9116" y="241226"/>
                </a:lnTo>
                <a:lnTo>
                  <a:pt x="9116" y="245385"/>
                </a:lnTo>
                <a:lnTo>
                  <a:pt x="13675" y="245385"/>
                </a:lnTo>
                <a:lnTo>
                  <a:pt x="13675" y="291140"/>
                </a:lnTo>
                <a:lnTo>
                  <a:pt x="9116" y="291140"/>
                </a:lnTo>
                <a:lnTo>
                  <a:pt x="9116" y="295294"/>
                </a:lnTo>
                <a:close/>
              </a:path>
              <a:path w="374015" h="353694">
                <a:moveTo>
                  <a:pt x="9116" y="153886"/>
                </a:moveTo>
                <a:lnTo>
                  <a:pt x="4558" y="153886"/>
                </a:lnTo>
                <a:lnTo>
                  <a:pt x="4558" y="149727"/>
                </a:lnTo>
                <a:lnTo>
                  <a:pt x="9116" y="153886"/>
                </a:lnTo>
                <a:close/>
              </a:path>
              <a:path w="374015" h="353694">
                <a:moveTo>
                  <a:pt x="9116" y="203795"/>
                </a:moveTo>
                <a:lnTo>
                  <a:pt x="4558" y="203795"/>
                </a:lnTo>
                <a:lnTo>
                  <a:pt x="0" y="199636"/>
                </a:lnTo>
                <a:lnTo>
                  <a:pt x="0" y="153886"/>
                </a:lnTo>
                <a:lnTo>
                  <a:pt x="13675" y="153886"/>
                </a:lnTo>
                <a:lnTo>
                  <a:pt x="13675" y="199636"/>
                </a:lnTo>
                <a:lnTo>
                  <a:pt x="9116" y="199636"/>
                </a:lnTo>
                <a:lnTo>
                  <a:pt x="9116" y="203795"/>
                </a:lnTo>
                <a:close/>
              </a:path>
              <a:path w="374015" h="353694">
                <a:moveTo>
                  <a:pt x="9116" y="112295"/>
                </a:moveTo>
                <a:lnTo>
                  <a:pt x="0" y="112295"/>
                </a:lnTo>
                <a:lnTo>
                  <a:pt x="0" y="62390"/>
                </a:lnTo>
                <a:lnTo>
                  <a:pt x="13675" y="62390"/>
                </a:lnTo>
                <a:lnTo>
                  <a:pt x="13675" y="108136"/>
                </a:lnTo>
                <a:lnTo>
                  <a:pt x="9116" y="112295"/>
                </a:lnTo>
                <a:close/>
              </a:path>
              <a:path w="374015" h="353694">
                <a:moveTo>
                  <a:pt x="36467" y="33272"/>
                </a:moveTo>
                <a:lnTo>
                  <a:pt x="22791" y="33272"/>
                </a:lnTo>
                <a:lnTo>
                  <a:pt x="18233" y="29117"/>
                </a:lnTo>
                <a:lnTo>
                  <a:pt x="18233" y="24958"/>
                </a:lnTo>
                <a:lnTo>
                  <a:pt x="22791" y="20795"/>
                </a:lnTo>
                <a:lnTo>
                  <a:pt x="31908" y="20795"/>
                </a:lnTo>
                <a:lnTo>
                  <a:pt x="68375" y="12477"/>
                </a:lnTo>
                <a:lnTo>
                  <a:pt x="72934" y="16636"/>
                </a:lnTo>
                <a:lnTo>
                  <a:pt x="72934" y="24958"/>
                </a:lnTo>
                <a:lnTo>
                  <a:pt x="68375" y="24958"/>
                </a:lnTo>
                <a:lnTo>
                  <a:pt x="50142" y="29117"/>
                </a:lnTo>
                <a:lnTo>
                  <a:pt x="36467" y="33272"/>
                </a:lnTo>
                <a:close/>
              </a:path>
              <a:path w="374015" h="353694">
                <a:moveTo>
                  <a:pt x="168660" y="8318"/>
                </a:moveTo>
                <a:lnTo>
                  <a:pt x="136751" y="8318"/>
                </a:lnTo>
                <a:lnTo>
                  <a:pt x="164102" y="4159"/>
                </a:lnTo>
                <a:lnTo>
                  <a:pt x="168660" y="4159"/>
                </a:lnTo>
                <a:lnTo>
                  <a:pt x="168660" y="8318"/>
                </a:lnTo>
                <a:close/>
              </a:path>
              <a:path w="374015" h="353694">
                <a:moveTo>
                  <a:pt x="168660" y="20795"/>
                </a:moveTo>
                <a:lnTo>
                  <a:pt x="118518" y="20795"/>
                </a:lnTo>
                <a:lnTo>
                  <a:pt x="118518" y="12477"/>
                </a:lnTo>
                <a:lnTo>
                  <a:pt x="123076" y="8318"/>
                </a:lnTo>
                <a:lnTo>
                  <a:pt x="173218" y="8318"/>
                </a:lnTo>
                <a:lnTo>
                  <a:pt x="173218" y="16636"/>
                </a:lnTo>
                <a:lnTo>
                  <a:pt x="168660" y="20795"/>
                </a:lnTo>
                <a:close/>
              </a:path>
              <a:path w="374015" h="353694">
                <a:moveTo>
                  <a:pt x="323645" y="16636"/>
                </a:moveTo>
                <a:lnTo>
                  <a:pt x="314529" y="8318"/>
                </a:lnTo>
                <a:lnTo>
                  <a:pt x="323645" y="0"/>
                </a:lnTo>
                <a:lnTo>
                  <a:pt x="364671" y="0"/>
                </a:lnTo>
                <a:lnTo>
                  <a:pt x="373788" y="8318"/>
                </a:lnTo>
                <a:lnTo>
                  <a:pt x="373788" y="12477"/>
                </a:lnTo>
                <a:lnTo>
                  <a:pt x="364671" y="12477"/>
                </a:lnTo>
                <a:lnTo>
                  <a:pt x="323645" y="16636"/>
                </a:lnTo>
                <a:close/>
              </a:path>
              <a:path w="374015" h="353694">
                <a:moveTo>
                  <a:pt x="268945" y="16636"/>
                </a:moveTo>
                <a:lnTo>
                  <a:pt x="218802" y="16636"/>
                </a:lnTo>
                <a:lnTo>
                  <a:pt x="218802" y="4159"/>
                </a:lnTo>
                <a:lnTo>
                  <a:pt x="273503" y="4159"/>
                </a:lnTo>
                <a:lnTo>
                  <a:pt x="273503" y="12477"/>
                </a:lnTo>
                <a:lnTo>
                  <a:pt x="268945" y="166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119790" y="2095464"/>
            <a:ext cx="374015" cy="353695"/>
          </a:xfrm>
          <a:custGeom>
            <a:avLst/>
            <a:gdLst/>
            <a:ahLst/>
            <a:cxnLst/>
            <a:rect l="l" t="t" r="r" b="b"/>
            <a:pathLst>
              <a:path w="374015" h="353694">
                <a:moveTo>
                  <a:pt x="364671" y="12477"/>
                </a:moveTo>
                <a:lnTo>
                  <a:pt x="323645" y="16636"/>
                </a:lnTo>
                <a:lnTo>
                  <a:pt x="319087" y="12477"/>
                </a:lnTo>
                <a:lnTo>
                  <a:pt x="314529" y="8318"/>
                </a:lnTo>
                <a:lnTo>
                  <a:pt x="319087" y="4159"/>
                </a:lnTo>
                <a:lnTo>
                  <a:pt x="323645" y="0"/>
                </a:lnTo>
                <a:lnTo>
                  <a:pt x="364671" y="0"/>
                </a:lnTo>
                <a:lnTo>
                  <a:pt x="369229" y="4159"/>
                </a:lnTo>
                <a:lnTo>
                  <a:pt x="373788" y="8318"/>
                </a:lnTo>
                <a:lnTo>
                  <a:pt x="373788" y="12477"/>
                </a:lnTo>
                <a:lnTo>
                  <a:pt x="369229" y="12477"/>
                </a:lnTo>
                <a:lnTo>
                  <a:pt x="364671" y="12477"/>
                </a:lnTo>
                <a:close/>
              </a:path>
              <a:path w="374015" h="353694">
                <a:moveTo>
                  <a:pt x="268945" y="16636"/>
                </a:moveTo>
                <a:lnTo>
                  <a:pt x="227919" y="16636"/>
                </a:lnTo>
                <a:lnTo>
                  <a:pt x="223361" y="16636"/>
                </a:lnTo>
                <a:lnTo>
                  <a:pt x="218802" y="16636"/>
                </a:lnTo>
                <a:lnTo>
                  <a:pt x="218802" y="12477"/>
                </a:lnTo>
                <a:lnTo>
                  <a:pt x="218802" y="8318"/>
                </a:lnTo>
                <a:lnTo>
                  <a:pt x="218802" y="4159"/>
                </a:lnTo>
                <a:lnTo>
                  <a:pt x="223361" y="4159"/>
                </a:lnTo>
                <a:lnTo>
                  <a:pt x="227919" y="4159"/>
                </a:lnTo>
                <a:lnTo>
                  <a:pt x="264386" y="4159"/>
                </a:lnTo>
                <a:lnTo>
                  <a:pt x="273503" y="4159"/>
                </a:lnTo>
                <a:lnTo>
                  <a:pt x="273503" y="8318"/>
                </a:lnTo>
                <a:lnTo>
                  <a:pt x="273503" y="12477"/>
                </a:lnTo>
                <a:lnTo>
                  <a:pt x="268945" y="16636"/>
                </a:lnTo>
                <a:close/>
              </a:path>
              <a:path w="374015" h="353694">
                <a:moveTo>
                  <a:pt x="168660" y="20795"/>
                </a:moveTo>
                <a:lnTo>
                  <a:pt x="164102" y="20795"/>
                </a:lnTo>
                <a:lnTo>
                  <a:pt x="136751" y="20795"/>
                </a:lnTo>
                <a:lnTo>
                  <a:pt x="123076" y="20795"/>
                </a:lnTo>
                <a:lnTo>
                  <a:pt x="118518" y="20795"/>
                </a:lnTo>
                <a:lnTo>
                  <a:pt x="118518" y="16636"/>
                </a:lnTo>
                <a:lnTo>
                  <a:pt x="118518" y="12477"/>
                </a:lnTo>
                <a:lnTo>
                  <a:pt x="123076" y="8318"/>
                </a:lnTo>
                <a:lnTo>
                  <a:pt x="136751" y="8318"/>
                </a:lnTo>
                <a:lnTo>
                  <a:pt x="164102" y="4159"/>
                </a:lnTo>
                <a:lnTo>
                  <a:pt x="168660" y="4159"/>
                </a:lnTo>
                <a:lnTo>
                  <a:pt x="168660" y="8318"/>
                </a:lnTo>
                <a:lnTo>
                  <a:pt x="173218" y="8318"/>
                </a:lnTo>
                <a:lnTo>
                  <a:pt x="173218" y="12477"/>
                </a:lnTo>
                <a:lnTo>
                  <a:pt x="173218" y="16636"/>
                </a:lnTo>
                <a:lnTo>
                  <a:pt x="168660" y="20795"/>
                </a:lnTo>
                <a:close/>
              </a:path>
              <a:path w="374015" h="353694">
                <a:moveTo>
                  <a:pt x="68375" y="24954"/>
                </a:moveTo>
                <a:lnTo>
                  <a:pt x="50142" y="29113"/>
                </a:lnTo>
                <a:lnTo>
                  <a:pt x="36467" y="33272"/>
                </a:lnTo>
                <a:lnTo>
                  <a:pt x="27350" y="33272"/>
                </a:lnTo>
                <a:lnTo>
                  <a:pt x="22791" y="33272"/>
                </a:lnTo>
                <a:lnTo>
                  <a:pt x="18233" y="29113"/>
                </a:lnTo>
                <a:lnTo>
                  <a:pt x="18233" y="24954"/>
                </a:lnTo>
                <a:lnTo>
                  <a:pt x="22791" y="20795"/>
                </a:lnTo>
                <a:lnTo>
                  <a:pt x="31908" y="20795"/>
                </a:lnTo>
                <a:lnTo>
                  <a:pt x="50142" y="16636"/>
                </a:lnTo>
                <a:lnTo>
                  <a:pt x="68375" y="12477"/>
                </a:lnTo>
                <a:lnTo>
                  <a:pt x="72934" y="16636"/>
                </a:lnTo>
                <a:lnTo>
                  <a:pt x="72934" y="20795"/>
                </a:lnTo>
                <a:lnTo>
                  <a:pt x="72934" y="24954"/>
                </a:lnTo>
                <a:lnTo>
                  <a:pt x="68375" y="24954"/>
                </a:lnTo>
                <a:close/>
              </a:path>
              <a:path w="374015" h="353694">
                <a:moveTo>
                  <a:pt x="13675" y="66545"/>
                </a:moveTo>
                <a:lnTo>
                  <a:pt x="13675" y="103977"/>
                </a:lnTo>
                <a:lnTo>
                  <a:pt x="13675" y="108136"/>
                </a:lnTo>
                <a:lnTo>
                  <a:pt x="9116" y="112295"/>
                </a:lnTo>
                <a:lnTo>
                  <a:pt x="4558" y="112295"/>
                </a:lnTo>
                <a:lnTo>
                  <a:pt x="0" y="112295"/>
                </a:lnTo>
                <a:lnTo>
                  <a:pt x="0" y="108136"/>
                </a:lnTo>
                <a:lnTo>
                  <a:pt x="0" y="103977"/>
                </a:lnTo>
                <a:lnTo>
                  <a:pt x="0" y="66545"/>
                </a:lnTo>
                <a:lnTo>
                  <a:pt x="0" y="62386"/>
                </a:lnTo>
                <a:lnTo>
                  <a:pt x="4558" y="62386"/>
                </a:lnTo>
                <a:lnTo>
                  <a:pt x="9116" y="62386"/>
                </a:lnTo>
                <a:lnTo>
                  <a:pt x="13675" y="62386"/>
                </a:lnTo>
                <a:lnTo>
                  <a:pt x="13675" y="66545"/>
                </a:lnTo>
                <a:close/>
              </a:path>
              <a:path w="374015" h="353694">
                <a:moveTo>
                  <a:pt x="13675" y="158045"/>
                </a:moveTo>
                <a:lnTo>
                  <a:pt x="13675" y="195476"/>
                </a:lnTo>
                <a:lnTo>
                  <a:pt x="13675" y="199636"/>
                </a:lnTo>
                <a:lnTo>
                  <a:pt x="9116" y="199636"/>
                </a:lnTo>
                <a:lnTo>
                  <a:pt x="9116" y="203795"/>
                </a:lnTo>
                <a:lnTo>
                  <a:pt x="4558" y="203795"/>
                </a:lnTo>
                <a:lnTo>
                  <a:pt x="0" y="199636"/>
                </a:lnTo>
                <a:lnTo>
                  <a:pt x="0" y="195476"/>
                </a:lnTo>
                <a:lnTo>
                  <a:pt x="0" y="158045"/>
                </a:lnTo>
                <a:lnTo>
                  <a:pt x="0" y="153886"/>
                </a:lnTo>
                <a:lnTo>
                  <a:pt x="4558" y="153886"/>
                </a:lnTo>
                <a:lnTo>
                  <a:pt x="4558" y="149727"/>
                </a:lnTo>
                <a:lnTo>
                  <a:pt x="9116" y="153886"/>
                </a:lnTo>
                <a:lnTo>
                  <a:pt x="13675" y="153886"/>
                </a:lnTo>
                <a:lnTo>
                  <a:pt x="13675" y="158045"/>
                </a:lnTo>
                <a:close/>
              </a:path>
              <a:path w="374015" h="353694">
                <a:moveTo>
                  <a:pt x="13675" y="249545"/>
                </a:moveTo>
                <a:lnTo>
                  <a:pt x="13675" y="286976"/>
                </a:lnTo>
                <a:lnTo>
                  <a:pt x="13675" y="291135"/>
                </a:lnTo>
                <a:lnTo>
                  <a:pt x="9116" y="291135"/>
                </a:lnTo>
                <a:lnTo>
                  <a:pt x="9116" y="295294"/>
                </a:lnTo>
                <a:lnTo>
                  <a:pt x="4558" y="295294"/>
                </a:lnTo>
                <a:lnTo>
                  <a:pt x="0" y="291135"/>
                </a:lnTo>
                <a:lnTo>
                  <a:pt x="0" y="286976"/>
                </a:lnTo>
                <a:lnTo>
                  <a:pt x="0" y="249545"/>
                </a:lnTo>
                <a:lnTo>
                  <a:pt x="0" y="245385"/>
                </a:lnTo>
                <a:lnTo>
                  <a:pt x="4558" y="241226"/>
                </a:lnTo>
                <a:lnTo>
                  <a:pt x="9116" y="241226"/>
                </a:lnTo>
                <a:lnTo>
                  <a:pt x="9116" y="245385"/>
                </a:lnTo>
                <a:lnTo>
                  <a:pt x="13675" y="245385"/>
                </a:lnTo>
                <a:lnTo>
                  <a:pt x="13675" y="249545"/>
                </a:lnTo>
                <a:close/>
              </a:path>
              <a:path w="374015" h="353694">
                <a:moveTo>
                  <a:pt x="27350" y="320249"/>
                </a:moveTo>
                <a:lnTo>
                  <a:pt x="36467" y="320249"/>
                </a:lnTo>
                <a:lnTo>
                  <a:pt x="50142" y="324408"/>
                </a:lnTo>
                <a:lnTo>
                  <a:pt x="68375" y="328567"/>
                </a:lnTo>
                <a:lnTo>
                  <a:pt x="72934" y="328567"/>
                </a:lnTo>
                <a:lnTo>
                  <a:pt x="77492" y="332726"/>
                </a:lnTo>
                <a:lnTo>
                  <a:pt x="72934" y="336885"/>
                </a:lnTo>
                <a:lnTo>
                  <a:pt x="72934" y="341044"/>
                </a:lnTo>
                <a:lnTo>
                  <a:pt x="68375" y="341044"/>
                </a:lnTo>
                <a:lnTo>
                  <a:pt x="45583" y="336885"/>
                </a:lnTo>
                <a:lnTo>
                  <a:pt x="31908" y="336885"/>
                </a:lnTo>
                <a:lnTo>
                  <a:pt x="22791" y="332726"/>
                </a:lnTo>
                <a:lnTo>
                  <a:pt x="18233" y="328567"/>
                </a:lnTo>
                <a:lnTo>
                  <a:pt x="18233" y="324408"/>
                </a:lnTo>
                <a:lnTo>
                  <a:pt x="22791" y="320249"/>
                </a:lnTo>
                <a:lnTo>
                  <a:pt x="27350" y="320249"/>
                </a:lnTo>
                <a:close/>
              </a:path>
              <a:path w="374015" h="353694">
                <a:moveTo>
                  <a:pt x="127634" y="332726"/>
                </a:moveTo>
                <a:lnTo>
                  <a:pt x="136751" y="332726"/>
                </a:lnTo>
                <a:lnTo>
                  <a:pt x="164102" y="332726"/>
                </a:lnTo>
                <a:lnTo>
                  <a:pt x="168660" y="332726"/>
                </a:lnTo>
                <a:lnTo>
                  <a:pt x="173218" y="336885"/>
                </a:lnTo>
                <a:lnTo>
                  <a:pt x="173218" y="341044"/>
                </a:lnTo>
                <a:lnTo>
                  <a:pt x="173218" y="345203"/>
                </a:lnTo>
                <a:lnTo>
                  <a:pt x="168660" y="349363"/>
                </a:lnTo>
                <a:lnTo>
                  <a:pt x="164102" y="349363"/>
                </a:lnTo>
                <a:lnTo>
                  <a:pt x="136751" y="345203"/>
                </a:lnTo>
                <a:lnTo>
                  <a:pt x="123076" y="345203"/>
                </a:lnTo>
                <a:lnTo>
                  <a:pt x="118518" y="341044"/>
                </a:lnTo>
                <a:lnTo>
                  <a:pt x="118518" y="336885"/>
                </a:lnTo>
                <a:lnTo>
                  <a:pt x="118518" y="332726"/>
                </a:lnTo>
                <a:lnTo>
                  <a:pt x="123076" y="332726"/>
                </a:lnTo>
                <a:lnTo>
                  <a:pt x="127634" y="332726"/>
                </a:lnTo>
                <a:close/>
              </a:path>
              <a:path w="374015" h="353694">
                <a:moveTo>
                  <a:pt x="223361" y="336885"/>
                </a:moveTo>
                <a:lnTo>
                  <a:pt x="227919" y="336885"/>
                </a:lnTo>
                <a:lnTo>
                  <a:pt x="268945" y="336885"/>
                </a:lnTo>
                <a:lnTo>
                  <a:pt x="273503" y="341044"/>
                </a:lnTo>
                <a:lnTo>
                  <a:pt x="273503" y="345203"/>
                </a:lnTo>
                <a:lnTo>
                  <a:pt x="273503" y="349363"/>
                </a:lnTo>
                <a:lnTo>
                  <a:pt x="268945" y="349363"/>
                </a:lnTo>
                <a:lnTo>
                  <a:pt x="227919" y="349363"/>
                </a:lnTo>
                <a:lnTo>
                  <a:pt x="223361" y="349363"/>
                </a:lnTo>
                <a:lnTo>
                  <a:pt x="218802" y="349363"/>
                </a:lnTo>
                <a:lnTo>
                  <a:pt x="218802" y="345203"/>
                </a:lnTo>
                <a:lnTo>
                  <a:pt x="218802" y="341044"/>
                </a:lnTo>
                <a:lnTo>
                  <a:pt x="218802" y="336885"/>
                </a:lnTo>
                <a:lnTo>
                  <a:pt x="223361" y="336885"/>
                </a:lnTo>
                <a:close/>
              </a:path>
              <a:path w="374015" h="353694">
                <a:moveTo>
                  <a:pt x="323645" y="341044"/>
                </a:moveTo>
                <a:lnTo>
                  <a:pt x="364671" y="341044"/>
                </a:lnTo>
                <a:lnTo>
                  <a:pt x="369229" y="341044"/>
                </a:lnTo>
                <a:lnTo>
                  <a:pt x="373788" y="345203"/>
                </a:lnTo>
                <a:lnTo>
                  <a:pt x="369229" y="349363"/>
                </a:lnTo>
                <a:lnTo>
                  <a:pt x="369229" y="353522"/>
                </a:lnTo>
                <a:lnTo>
                  <a:pt x="364671" y="353522"/>
                </a:lnTo>
                <a:lnTo>
                  <a:pt x="323645" y="353522"/>
                </a:lnTo>
                <a:lnTo>
                  <a:pt x="319087" y="349363"/>
                </a:lnTo>
                <a:lnTo>
                  <a:pt x="319087" y="345203"/>
                </a:lnTo>
                <a:lnTo>
                  <a:pt x="319087" y="341044"/>
                </a:lnTo>
                <a:lnTo>
                  <a:pt x="323645" y="341044"/>
                </a:lnTo>
                <a:close/>
              </a:path>
            </a:pathLst>
          </a:custGeom>
          <a:ln w="43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606401" y="2095462"/>
            <a:ext cx="374015" cy="353695"/>
          </a:xfrm>
          <a:custGeom>
            <a:avLst/>
            <a:gdLst/>
            <a:ahLst/>
            <a:cxnLst/>
            <a:rect l="l" t="t" r="r" b="b"/>
            <a:pathLst>
              <a:path w="374015" h="353694">
                <a:moveTo>
                  <a:pt x="45583" y="353522"/>
                </a:moveTo>
                <a:lnTo>
                  <a:pt x="4558" y="353522"/>
                </a:lnTo>
                <a:lnTo>
                  <a:pt x="0" y="349363"/>
                </a:lnTo>
                <a:lnTo>
                  <a:pt x="0" y="341044"/>
                </a:lnTo>
                <a:lnTo>
                  <a:pt x="54705" y="341044"/>
                </a:lnTo>
                <a:lnTo>
                  <a:pt x="54705" y="349363"/>
                </a:lnTo>
                <a:lnTo>
                  <a:pt x="50146" y="349363"/>
                </a:lnTo>
                <a:lnTo>
                  <a:pt x="45583" y="353522"/>
                </a:lnTo>
                <a:close/>
              </a:path>
              <a:path w="374015" h="353694">
                <a:moveTo>
                  <a:pt x="246153" y="345203"/>
                </a:moveTo>
                <a:lnTo>
                  <a:pt x="196010" y="345203"/>
                </a:lnTo>
                <a:lnTo>
                  <a:pt x="196010" y="336885"/>
                </a:lnTo>
                <a:lnTo>
                  <a:pt x="200569" y="336885"/>
                </a:lnTo>
                <a:lnTo>
                  <a:pt x="205127" y="332726"/>
                </a:lnTo>
                <a:lnTo>
                  <a:pt x="250711" y="332726"/>
                </a:lnTo>
                <a:lnTo>
                  <a:pt x="255274" y="336885"/>
                </a:lnTo>
                <a:lnTo>
                  <a:pt x="255274" y="341044"/>
                </a:lnTo>
                <a:lnTo>
                  <a:pt x="250711" y="341044"/>
                </a:lnTo>
                <a:lnTo>
                  <a:pt x="246153" y="345203"/>
                </a:lnTo>
                <a:close/>
              </a:path>
              <a:path w="374015" h="353694">
                <a:moveTo>
                  <a:pt x="205127" y="349363"/>
                </a:moveTo>
                <a:lnTo>
                  <a:pt x="200569" y="349363"/>
                </a:lnTo>
                <a:lnTo>
                  <a:pt x="200569" y="345203"/>
                </a:lnTo>
                <a:lnTo>
                  <a:pt x="237036" y="345203"/>
                </a:lnTo>
                <a:lnTo>
                  <a:pt x="205127" y="349363"/>
                </a:lnTo>
                <a:close/>
              </a:path>
              <a:path w="374015" h="353694">
                <a:moveTo>
                  <a:pt x="150426" y="349363"/>
                </a:moveTo>
                <a:lnTo>
                  <a:pt x="100289" y="349363"/>
                </a:lnTo>
                <a:lnTo>
                  <a:pt x="95730" y="345203"/>
                </a:lnTo>
                <a:lnTo>
                  <a:pt x="100289" y="341044"/>
                </a:lnTo>
                <a:lnTo>
                  <a:pt x="100289" y="336885"/>
                </a:lnTo>
                <a:lnTo>
                  <a:pt x="150426" y="336885"/>
                </a:lnTo>
                <a:lnTo>
                  <a:pt x="154985" y="341044"/>
                </a:lnTo>
                <a:lnTo>
                  <a:pt x="154985" y="345203"/>
                </a:lnTo>
                <a:lnTo>
                  <a:pt x="150426" y="349363"/>
                </a:lnTo>
                <a:close/>
              </a:path>
              <a:path w="374015" h="353694">
                <a:moveTo>
                  <a:pt x="305416" y="341044"/>
                </a:moveTo>
                <a:lnTo>
                  <a:pt x="296300" y="336885"/>
                </a:lnTo>
                <a:lnTo>
                  <a:pt x="296300" y="328571"/>
                </a:lnTo>
                <a:lnTo>
                  <a:pt x="305416" y="328571"/>
                </a:lnTo>
                <a:lnTo>
                  <a:pt x="319087" y="324412"/>
                </a:lnTo>
                <a:lnTo>
                  <a:pt x="337325" y="320249"/>
                </a:lnTo>
                <a:lnTo>
                  <a:pt x="351000" y="320249"/>
                </a:lnTo>
                <a:lnTo>
                  <a:pt x="351000" y="332726"/>
                </a:lnTo>
                <a:lnTo>
                  <a:pt x="346442" y="332726"/>
                </a:lnTo>
                <a:lnTo>
                  <a:pt x="337325" y="336885"/>
                </a:lnTo>
                <a:lnTo>
                  <a:pt x="323645" y="336885"/>
                </a:lnTo>
                <a:lnTo>
                  <a:pt x="305416" y="341044"/>
                </a:lnTo>
                <a:close/>
              </a:path>
              <a:path w="374015" h="353694">
                <a:moveTo>
                  <a:pt x="369229" y="295294"/>
                </a:moveTo>
                <a:lnTo>
                  <a:pt x="364671" y="295294"/>
                </a:lnTo>
                <a:lnTo>
                  <a:pt x="360112" y="291140"/>
                </a:lnTo>
                <a:lnTo>
                  <a:pt x="360112" y="245385"/>
                </a:lnTo>
                <a:lnTo>
                  <a:pt x="364671" y="241226"/>
                </a:lnTo>
                <a:lnTo>
                  <a:pt x="369229" y="241226"/>
                </a:lnTo>
                <a:lnTo>
                  <a:pt x="369229" y="245385"/>
                </a:lnTo>
                <a:lnTo>
                  <a:pt x="373788" y="245385"/>
                </a:lnTo>
                <a:lnTo>
                  <a:pt x="373788" y="291140"/>
                </a:lnTo>
                <a:lnTo>
                  <a:pt x="369229" y="291140"/>
                </a:lnTo>
                <a:lnTo>
                  <a:pt x="369229" y="295294"/>
                </a:lnTo>
                <a:close/>
              </a:path>
              <a:path w="374015" h="353694">
                <a:moveTo>
                  <a:pt x="369229" y="153886"/>
                </a:moveTo>
                <a:lnTo>
                  <a:pt x="364671" y="153886"/>
                </a:lnTo>
                <a:lnTo>
                  <a:pt x="364671" y="149727"/>
                </a:lnTo>
                <a:lnTo>
                  <a:pt x="369229" y="153886"/>
                </a:lnTo>
                <a:close/>
              </a:path>
              <a:path w="374015" h="353694">
                <a:moveTo>
                  <a:pt x="369229" y="203795"/>
                </a:moveTo>
                <a:lnTo>
                  <a:pt x="364671" y="203795"/>
                </a:lnTo>
                <a:lnTo>
                  <a:pt x="360112" y="199636"/>
                </a:lnTo>
                <a:lnTo>
                  <a:pt x="360112" y="153886"/>
                </a:lnTo>
                <a:lnTo>
                  <a:pt x="373788" y="153886"/>
                </a:lnTo>
                <a:lnTo>
                  <a:pt x="373788" y="199636"/>
                </a:lnTo>
                <a:lnTo>
                  <a:pt x="369229" y="199636"/>
                </a:lnTo>
                <a:lnTo>
                  <a:pt x="369229" y="203795"/>
                </a:lnTo>
                <a:close/>
              </a:path>
              <a:path w="374015" h="353694">
                <a:moveTo>
                  <a:pt x="369229" y="112295"/>
                </a:moveTo>
                <a:lnTo>
                  <a:pt x="360112" y="112295"/>
                </a:lnTo>
                <a:lnTo>
                  <a:pt x="360112" y="62390"/>
                </a:lnTo>
                <a:lnTo>
                  <a:pt x="373788" y="62390"/>
                </a:lnTo>
                <a:lnTo>
                  <a:pt x="373788" y="108136"/>
                </a:lnTo>
                <a:lnTo>
                  <a:pt x="369229" y="112295"/>
                </a:lnTo>
                <a:close/>
              </a:path>
              <a:path w="374015" h="353694">
                <a:moveTo>
                  <a:pt x="351000" y="33272"/>
                </a:moveTo>
                <a:lnTo>
                  <a:pt x="337325" y="33272"/>
                </a:lnTo>
                <a:lnTo>
                  <a:pt x="323645" y="29117"/>
                </a:lnTo>
                <a:lnTo>
                  <a:pt x="305416" y="24958"/>
                </a:lnTo>
                <a:lnTo>
                  <a:pt x="296300" y="24958"/>
                </a:lnTo>
                <a:lnTo>
                  <a:pt x="296300" y="20795"/>
                </a:lnTo>
                <a:lnTo>
                  <a:pt x="305416" y="12477"/>
                </a:lnTo>
                <a:lnTo>
                  <a:pt x="323645" y="16636"/>
                </a:lnTo>
                <a:lnTo>
                  <a:pt x="337325" y="20795"/>
                </a:lnTo>
                <a:lnTo>
                  <a:pt x="346442" y="20795"/>
                </a:lnTo>
                <a:lnTo>
                  <a:pt x="351000" y="24958"/>
                </a:lnTo>
                <a:lnTo>
                  <a:pt x="351000" y="33272"/>
                </a:lnTo>
                <a:close/>
              </a:path>
              <a:path w="374015" h="353694">
                <a:moveTo>
                  <a:pt x="250711" y="20795"/>
                </a:moveTo>
                <a:lnTo>
                  <a:pt x="205127" y="20795"/>
                </a:lnTo>
                <a:lnTo>
                  <a:pt x="196010" y="12477"/>
                </a:lnTo>
                <a:lnTo>
                  <a:pt x="205127" y="4159"/>
                </a:lnTo>
                <a:lnTo>
                  <a:pt x="209686" y="4159"/>
                </a:lnTo>
                <a:lnTo>
                  <a:pt x="237036" y="8318"/>
                </a:lnTo>
                <a:lnTo>
                  <a:pt x="246153" y="8318"/>
                </a:lnTo>
                <a:lnTo>
                  <a:pt x="250711" y="12477"/>
                </a:lnTo>
                <a:lnTo>
                  <a:pt x="255274" y="12477"/>
                </a:lnTo>
                <a:lnTo>
                  <a:pt x="255274" y="16636"/>
                </a:lnTo>
                <a:lnTo>
                  <a:pt x="250711" y="20795"/>
                </a:lnTo>
                <a:close/>
              </a:path>
              <a:path w="374015" h="353694">
                <a:moveTo>
                  <a:pt x="150426" y="16636"/>
                </a:moveTo>
                <a:lnTo>
                  <a:pt x="100289" y="16636"/>
                </a:lnTo>
                <a:lnTo>
                  <a:pt x="100289" y="12477"/>
                </a:lnTo>
                <a:lnTo>
                  <a:pt x="95730" y="8318"/>
                </a:lnTo>
                <a:lnTo>
                  <a:pt x="100289" y="4159"/>
                </a:lnTo>
                <a:lnTo>
                  <a:pt x="154985" y="4159"/>
                </a:lnTo>
                <a:lnTo>
                  <a:pt x="154985" y="12477"/>
                </a:lnTo>
                <a:lnTo>
                  <a:pt x="150426" y="16636"/>
                </a:lnTo>
                <a:close/>
              </a:path>
              <a:path w="374015" h="353694">
                <a:moveTo>
                  <a:pt x="54705" y="12477"/>
                </a:moveTo>
                <a:lnTo>
                  <a:pt x="0" y="12477"/>
                </a:lnTo>
                <a:lnTo>
                  <a:pt x="0" y="4159"/>
                </a:lnTo>
                <a:lnTo>
                  <a:pt x="4558" y="0"/>
                </a:lnTo>
                <a:lnTo>
                  <a:pt x="50146" y="0"/>
                </a:lnTo>
                <a:lnTo>
                  <a:pt x="54705" y="4159"/>
                </a:lnTo>
                <a:lnTo>
                  <a:pt x="54705" y="12477"/>
                </a:lnTo>
                <a:close/>
              </a:path>
              <a:path w="374015" h="353694">
                <a:moveTo>
                  <a:pt x="45583" y="16636"/>
                </a:moveTo>
                <a:lnTo>
                  <a:pt x="4558" y="12477"/>
                </a:lnTo>
                <a:lnTo>
                  <a:pt x="50146" y="12477"/>
                </a:lnTo>
                <a:lnTo>
                  <a:pt x="45583" y="166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606403" y="2095464"/>
            <a:ext cx="374015" cy="353695"/>
          </a:xfrm>
          <a:custGeom>
            <a:avLst/>
            <a:gdLst/>
            <a:ahLst/>
            <a:cxnLst/>
            <a:rect l="l" t="t" r="r" b="b"/>
            <a:pathLst>
              <a:path w="374015" h="353694">
                <a:moveTo>
                  <a:pt x="4558" y="0"/>
                </a:moveTo>
                <a:lnTo>
                  <a:pt x="50142" y="0"/>
                </a:lnTo>
                <a:lnTo>
                  <a:pt x="54700" y="4159"/>
                </a:lnTo>
                <a:lnTo>
                  <a:pt x="54700" y="8318"/>
                </a:lnTo>
                <a:lnTo>
                  <a:pt x="54700" y="12477"/>
                </a:lnTo>
                <a:lnTo>
                  <a:pt x="50142" y="12477"/>
                </a:lnTo>
                <a:lnTo>
                  <a:pt x="45583" y="16636"/>
                </a:lnTo>
                <a:lnTo>
                  <a:pt x="4558" y="12477"/>
                </a:lnTo>
                <a:lnTo>
                  <a:pt x="0" y="12477"/>
                </a:lnTo>
                <a:lnTo>
                  <a:pt x="0" y="8318"/>
                </a:lnTo>
                <a:lnTo>
                  <a:pt x="0" y="4159"/>
                </a:lnTo>
                <a:lnTo>
                  <a:pt x="4558" y="0"/>
                </a:lnTo>
                <a:close/>
              </a:path>
              <a:path w="374015" h="353694">
                <a:moveTo>
                  <a:pt x="104843" y="4159"/>
                </a:moveTo>
                <a:lnTo>
                  <a:pt x="145868" y="4159"/>
                </a:lnTo>
                <a:lnTo>
                  <a:pt x="150426" y="4159"/>
                </a:lnTo>
                <a:lnTo>
                  <a:pt x="154985" y="4159"/>
                </a:lnTo>
                <a:lnTo>
                  <a:pt x="154985" y="8318"/>
                </a:lnTo>
                <a:lnTo>
                  <a:pt x="154985" y="12477"/>
                </a:lnTo>
                <a:lnTo>
                  <a:pt x="150426" y="16636"/>
                </a:lnTo>
                <a:lnTo>
                  <a:pt x="145868" y="16636"/>
                </a:lnTo>
                <a:lnTo>
                  <a:pt x="104843" y="16636"/>
                </a:lnTo>
                <a:lnTo>
                  <a:pt x="100284" y="16636"/>
                </a:lnTo>
                <a:lnTo>
                  <a:pt x="100284" y="12477"/>
                </a:lnTo>
                <a:lnTo>
                  <a:pt x="95726" y="8318"/>
                </a:lnTo>
                <a:lnTo>
                  <a:pt x="100284" y="4159"/>
                </a:lnTo>
                <a:lnTo>
                  <a:pt x="104843" y="4159"/>
                </a:lnTo>
                <a:close/>
              </a:path>
              <a:path w="374015" h="353694">
                <a:moveTo>
                  <a:pt x="205127" y="4159"/>
                </a:moveTo>
                <a:lnTo>
                  <a:pt x="209686" y="4159"/>
                </a:lnTo>
                <a:lnTo>
                  <a:pt x="237036" y="8318"/>
                </a:lnTo>
                <a:lnTo>
                  <a:pt x="246153" y="8318"/>
                </a:lnTo>
                <a:lnTo>
                  <a:pt x="250711" y="12477"/>
                </a:lnTo>
                <a:lnTo>
                  <a:pt x="255269" y="12477"/>
                </a:lnTo>
                <a:lnTo>
                  <a:pt x="255269" y="16636"/>
                </a:lnTo>
                <a:lnTo>
                  <a:pt x="250711" y="20795"/>
                </a:lnTo>
                <a:lnTo>
                  <a:pt x="246153" y="20795"/>
                </a:lnTo>
                <a:lnTo>
                  <a:pt x="232477" y="20795"/>
                </a:lnTo>
                <a:lnTo>
                  <a:pt x="205127" y="20795"/>
                </a:lnTo>
                <a:lnTo>
                  <a:pt x="200569" y="16636"/>
                </a:lnTo>
                <a:lnTo>
                  <a:pt x="196010" y="12477"/>
                </a:lnTo>
                <a:lnTo>
                  <a:pt x="200569" y="8318"/>
                </a:lnTo>
                <a:lnTo>
                  <a:pt x="205127" y="4159"/>
                </a:lnTo>
                <a:close/>
              </a:path>
              <a:path w="374015" h="353694">
                <a:moveTo>
                  <a:pt x="305412" y="12477"/>
                </a:moveTo>
                <a:lnTo>
                  <a:pt x="323645" y="16636"/>
                </a:lnTo>
                <a:lnTo>
                  <a:pt x="337321" y="20795"/>
                </a:lnTo>
                <a:lnTo>
                  <a:pt x="346437" y="20795"/>
                </a:lnTo>
                <a:lnTo>
                  <a:pt x="350996" y="24954"/>
                </a:lnTo>
                <a:lnTo>
                  <a:pt x="350996" y="29113"/>
                </a:lnTo>
                <a:lnTo>
                  <a:pt x="350996" y="33272"/>
                </a:lnTo>
                <a:lnTo>
                  <a:pt x="346437" y="33272"/>
                </a:lnTo>
                <a:lnTo>
                  <a:pt x="337321" y="33272"/>
                </a:lnTo>
                <a:lnTo>
                  <a:pt x="323645" y="29113"/>
                </a:lnTo>
                <a:lnTo>
                  <a:pt x="305412" y="24954"/>
                </a:lnTo>
                <a:lnTo>
                  <a:pt x="300853" y="24954"/>
                </a:lnTo>
                <a:lnTo>
                  <a:pt x="296295" y="24954"/>
                </a:lnTo>
                <a:lnTo>
                  <a:pt x="296295" y="20795"/>
                </a:lnTo>
                <a:lnTo>
                  <a:pt x="300853" y="16636"/>
                </a:lnTo>
                <a:lnTo>
                  <a:pt x="305412" y="12477"/>
                </a:lnTo>
                <a:close/>
              </a:path>
              <a:path w="374015" h="353694">
                <a:moveTo>
                  <a:pt x="373788" y="66545"/>
                </a:moveTo>
                <a:lnTo>
                  <a:pt x="373788" y="103977"/>
                </a:lnTo>
                <a:lnTo>
                  <a:pt x="373788" y="108136"/>
                </a:lnTo>
                <a:lnTo>
                  <a:pt x="369229" y="112295"/>
                </a:lnTo>
                <a:lnTo>
                  <a:pt x="364671" y="112295"/>
                </a:lnTo>
                <a:lnTo>
                  <a:pt x="360112" y="112295"/>
                </a:lnTo>
                <a:lnTo>
                  <a:pt x="360112" y="108136"/>
                </a:lnTo>
                <a:lnTo>
                  <a:pt x="360112" y="103977"/>
                </a:lnTo>
                <a:lnTo>
                  <a:pt x="360112" y="66545"/>
                </a:lnTo>
                <a:lnTo>
                  <a:pt x="360112" y="62386"/>
                </a:lnTo>
                <a:lnTo>
                  <a:pt x="364671" y="62386"/>
                </a:lnTo>
                <a:lnTo>
                  <a:pt x="369229" y="62386"/>
                </a:lnTo>
                <a:lnTo>
                  <a:pt x="373788" y="62386"/>
                </a:lnTo>
                <a:lnTo>
                  <a:pt x="373788" y="66545"/>
                </a:lnTo>
                <a:close/>
              </a:path>
              <a:path w="374015" h="353694">
                <a:moveTo>
                  <a:pt x="373788" y="158045"/>
                </a:moveTo>
                <a:lnTo>
                  <a:pt x="373788" y="195476"/>
                </a:lnTo>
                <a:lnTo>
                  <a:pt x="373788" y="199636"/>
                </a:lnTo>
                <a:lnTo>
                  <a:pt x="369229" y="199636"/>
                </a:lnTo>
                <a:lnTo>
                  <a:pt x="369229" y="203795"/>
                </a:lnTo>
                <a:lnTo>
                  <a:pt x="364671" y="203795"/>
                </a:lnTo>
                <a:lnTo>
                  <a:pt x="360112" y="199636"/>
                </a:lnTo>
                <a:lnTo>
                  <a:pt x="360112" y="195476"/>
                </a:lnTo>
                <a:lnTo>
                  <a:pt x="360112" y="158045"/>
                </a:lnTo>
                <a:lnTo>
                  <a:pt x="360112" y="153886"/>
                </a:lnTo>
                <a:lnTo>
                  <a:pt x="364671" y="153886"/>
                </a:lnTo>
                <a:lnTo>
                  <a:pt x="364671" y="149727"/>
                </a:lnTo>
                <a:lnTo>
                  <a:pt x="369229" y="153886"/>
                </a:lnTo>
                <a:lnTo>
                  <a:pt x="373788" y="153886"/>
                </a:lnTo>
                <a:lnTo>
                  <a:pt x="373788" y="158045"/>
                </a:lnTo>
                <a:close/>
              </a:path>
              <a:path w="374015" h="353694">
                <a:moveTo>
                  <a:pt x="373788" y="249545"/>
                </a:moveTo>
                <a:lnTo>
                  <a:pt x="373788" y="286976"/>
                </a:lnTo>
                <a:lnTo>
                  <a:pt x="373788" y="291135"/>
                </a:lnTo>
                <a:lnTo>
                  <a:pt x="369229" y="291135"/>
                </a:lnTo>
                <a:lnTo>
                  <a:pt x="369229" y="295294"/>
                </a:lnTo>
                <a:lnTo>
                  <a:pt x="364671" y="295294"/>
                </a:lnTo>
                <a:lnTo>
                  <a:pt x="360112" y="291135"/>
                </a:lnTo>
                <a:lnTo>
                  <a:pt x="360112" y="286976"/>
                </a:lnTo>
                <a:lnTo>
                  <a:pt x="360112" y="249545"/>
                </a:lnTo>
                <a:lnTo>
                  <a:pt x="360112" y="245385"/>
                </a:lnTo>
                <a:lnTo>
                  <a:pt x="364671" y="241226"/>
                </a:lnTo>
                <a:lnTo>
                  <a:pt x="369229" y="241226"/>
                </a:lnTo>
                <a:lnTo>
                  <a:pt x="369229" y="245385"/>
                </a:lnTo>
                <a:lnTo>
                  <a:pt x="373788" y="245385"/>
                </a:lnTo>
                <a:lnTo>
                  <a:pt x="373788" y="249545"/>
                </a:lnTo>
                <a:close/>
              </a:path>
              <a:path w="374015" h="353694">
                <a:moveTo>
                  <a:pt x="346437" y="332726"/>
                </a:moveTo>
                <a:lnTo>
                  <a:pt x="337321" y="336885"/>
                </a:lnTo>
                <a:lnTo>
                  <a:pt x="323645" y="336885"/>
                </a:lnTo>
                <a:lnTo>
                  <a:pt x="305412" y="341044"/>
                </a:lnTo>
                <a:lnTo>
                  <a:pt x="296295" y="336885"/>
                </a:lnTo>
                <a:lnTo>
                  <a:pt x="296295" y="332726"/>
                </a:lnTo>
                <a:lnTo>
                  <a:pt x="296295" y="328567"/>
                </a:lnTo>
                <a:lnTo>
                  <a:pt x="300853" y="328567"/>
                </a:lnTo>
                <a:lnTo>
                  <a:pt x="305412" y="328567"/>
                </a:lnTo>
                <a:lnTo>
                  <a:pt x="319087" y="324408"/>
                </a:lnTo>
                <a:lnTo>
                  <a:pt x="337321" y="320249"/>
                </a:lnTo>
                <a:lnTo>
                  <a:pt x="341879" y="320249"/>
                </a:lnTo>
                <a:lnTo>
                  <a:pt x="346437" y="320249"/>
                </a:lnTo>
                <a:lnTo>
                  <a:pt x="350996" y="320249"/>
                </a:lnTo>
                <a:lnTo>
                  <a:pt x="350996" y="324408"/>
                </a:lnTo>
                <a:lnTo>
                  <a:pt x="350996" y="328567"/>
                </a:lnTo>
                <a:lnTo>
                  <a:pt x="350996" y="332726"/>
                </a:lnTo>
                <a:lnTo>
                  <a:pt x="346437" y="332726"/>
                </a:lnTo>
                <a:close/>
              </a:path>
              <a:path w="374015" h="353694">
                <a:moveTo>
                  <a:pt x="246153" y="345203"/>
                </a:moveTo>
                <a:lnTo>
                  <a:pt x="237036" y="345203"/>
                </a:lnTo>
                <a:lnTo>
                  <a:pt x="205127" y="349363"/>
                </a:lnTo>
                <a:lnTo>
                  <a:pt x="200569" y="349363"/>
                </a:lnTo>
                <a:lnTo>
                  <a:pt x="200569" y="345203"/>
                </a:lnTo>
                <a:lnTo>
                  <a:pt x="196010" y="345203"/>
                </a:lnTo>
                <a:lnTo>
                  <a:pt x="196010" y="341044"/>
                </a:lnTo>
                <a:lnTo>
                  <a:pt x="196010" y="336885"/>
                </a:lnTo>
                <a:lnTo>
                  <a:pt x="200569" y="336885"/>
                </a:lnTo>
                <a:lnTo>
                  <a:pt x="205127" y="332726"/>
                </a:lnTo>
                <a:lnTo>
                  <a:pt x="232477" y="332726"/>
                </a:lnTo>
                <a:lnTo>
                  <a:pt x="246153" y="332726"/>
                </a:lnTo>
                <a:lnTo>
                  <a:pt x="250711" y="332726"/>
                </a:lnTo>
                <a:lnTo>
                  <a:pt x="255269" y="336885"/>
                </a:lnTo>
                <a:lnTo>
                  <a:pt x="255269" y="341044"/>
                </a:lnTo>
                <a:lnTo>
                  <a:pt x="250711" y="341044"/>
                </a:lnTo>
                <a:lnTo>
                  <a:pt x="246153" y="345203"/>
                </a:lnTo>
                <a:close/>
              </a:path>
              <a:path w="374015" h="353694">
                <a:moveTo>
                  <a:pt x="145868" y="349363"/>
                </a:moveTo>
                <a:lnTo>
                  <a:pt x="104843" y="349363"/>
                </a:lnTo>
                <a:lnTo>
                  <a:pt x="100284" y="349363"/>
                </a:lnTo>
                <a:lnTo>
                  <a:pt x="95726" y="345203"/>
                </a:lnTo>
                <a:lnTo>
                  <a:pt x="100284" y="341044"/>
                </a:lnTo>
                <a:lnTo>
                  <a:pt x="100284" y="336885"/>
                </a:lnTo>
                <a:lnTo>
                  <a:pt x="104843" y="336885"/>
                </a:lnTo>
                <a:lnTo>
                  <a:pt x="145868" y="336885"/>
                </a:lnTo>
                <a:lnTo>
                  <a:pt x="150426" y="336885"/>
                </a:lnTo>
                <a:lnTo>
                  <a:pt x="154985" y="341044"/>
                </a:lnTo>
                <a:lnTo>
                  <a:pt x="154985" y="345203"/>
                </a:lnTo>
                <a:lnTo>
                  <a:pt x="150426" y="349363"/>
                </a:lnTo>
                <a:lnTo>
                  <a:pt x="145868" y="349363"/>
                </a:lnTo>
                <a:close/>
              </a:path>
              <a:path w="374015" h="353694">
                <a:moveTo>
                  <a:pt x="45583" y="353522"/>
                </a:moveTo>
                <a:lnTo>
                  <a:pt x="4558" y="353522"/>
                </a:lnTo>
                <a:lnTo>
                  <a:pt x="0" y="349363"/>
                </a:lnTo>
                <a:lnTo>
                  <a:pt x="0" y="345203"/>
                </a:lnTo>
                <a:lnTo>
                  <a:pt x="0" y="341044"/>
                </a:lnTo>
                <a:lnTo>
                  <a:pt x="4558" y="341044"/>
                </a:lnTo>
                <a:lnTo>
                  <a:pt x="45583" y="341044"/>
                </a:lnTo>
                <a:lnTo>
                  <a:pt x="50142" y="341044"/>
                </a:lnTo>
                <a:lnTo>
                  <a:pt x="54700" y="341044"/>
                </a:lnTo>
                <a:lnTo>
                  <a:pt x="54700" y="345203"/>
                </a:lnTo>
                <a:lnTo>
                  <a:pt x="54700" y="349363"/>
                </a:lnTo>
                <a:lnTo>
                  <a:pt x="50142" y="349363"/>
                </a:lnTo>
                <a:lnTo>
                  <a:pt x="45583" y="353522"/>
                </a:lnTo>
                <a:close/>
              </a:path>
            </a:pathLst>
          </a:custGeom>
          <a:ln w="43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43255" y="1214627"/>
            <a:ext cx="642620" cy="5072380"/>
          </a:xfrm>
          <a:custGeom>
            <a:avLst/>
            <a:gdLst/>
            <a:ahLst/>
            <a:cxnLst/>
            <a:rect l="l" t="t" r="r" b="b"/>
            <a:pathLst>
              <a:path w="642620" h="5072380">
                <a:moveTo>
                  <a:pt x="642366" y="0"/>
                </a:moveTo>
                <a:lnTo>
                  <a:pt x="0" y="0"/>
                </a:lnTo>
                <a:lnTo>
                  <a:pt x="0" y="5071872"/>
                </a:lnTo>
                <a:lnTo>
                  <a:pt x="642366" y="5071872"/>
                </a:lnTo>
                <a:lnTo>
                  <a:pt x="64236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72541" y="1614836"/>
            <a:ext cx="381635" cy="4719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FF0000"/>
                </a:solidFill>
                <a:latin typeface="新宋体"/>
                <a:cs typeface="新宋体"/>
              </a:rPr>
              <a:t>求 激 励 方 程 的 第 一 种 方 法</a:t>
            </a:r>
            <a:endParaRPr sz="2800">
              <a:latin typeface="新宋体"/>
              <a:cs typeface="新宋体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895600" y="5224274"/>
            <a:ext cx="607060" cy="619760"/>
            <a:chOff x="5895600" y="5224274"/>
            <a:chExt cx="607060" cy="619760"/>
          </a:xfrm>
        </p:grpSpPr>
        <p:sp>
          <p:nvSpPr>
            <p:cNvPr id="37" name="object 37"/>
            <p:cNvSpPr/>
            <p:nvPr/>
          </p:nvSpPr>
          <p:spPr>
            <a:xfrm>
              <a:off x="5914650" y="5243324"/>
              <a:ext cx="568960" cy="581660"/>
            </a:xfrm>
            <a:custGeom>
              <a:avLst/>
              <a:gdLst/>
              <a:ahLst/>
              <a:cxnLst/>
              <a:rect l="l" t="t" r="r" b="b"/>
              <a:pathLst>
                <a:path w="568960" h="581660">
                  <a:moveTo>
                    <a:pt x="285813" y="0"/>
                  </a:moveTo>
                  <a:lnTo>
                    <a:pt x="231825" y="3175"/>
                  </a:lnTo>
                  <a:lnTo>
                    <a:pt x="179425" y="19062"/>
                  </a:lnTo>
                  <a:lnTo>
                    <a:pt x="128612" y="46062"/>
                  </a:lnTo>
                  <a:lnTo>
                    <a:pt x="84150" y="81013"/>
                  </a:lnTo>
                  <a:lnTo>
                    <a:pt x="47624" y="128663"/>
                  </a:lnTo>
                  <a:lnTo>
                    <a:pt x="19049" y="181089"/>
                  </a:lnTo>
                  <a:lnTo>
                    <a:pt x="3174" y="233514"/>
                  </a:lnTo>
                  <a:lnTo>
                    <a:pt x="0" y="289115"/>
                  </a:lnTo>
                  <a:lnTo>
                    <a:pt x="3174" y="344716"/>
                  </a:lnTo>
                  <a:lnTo>
                    <a:pt x="19049" y="400304"/>
                  </a:lnTo>
                  <a:lnTo>
                    <a:pt x="47624" y="451142"/>
                  </a:lnTo>
                  <a:lnTo>
                    <a:pt x="84150" y="497205"/>
                  </a:lnTo>
                  <a:lnTo>
                    <a:pt x="128612" y="532155"/>
                  </a:lnTo>
                  <a:lnTo>
                    <a:pt x="179425" y="559168"/>
                  </a:lnTo>
                  <a:lnTo>
                    <a:pt x="231825" y="575043"/>
                  </a:lnTo>
                  <a:lnTo>
                    <a:pt x="285813" y="581406"/>
                  </a:lnTo>
                  <a:lnTo>
                    <a:pt x="341388" y="575043"/>
                  </a:lnTo>
                  <a:lnTo>
                    <a:pt x="392188" y="559168"/>
                  </a:lnTo>
                  <a:lnTo>
                    <a:pt x="439826" y="532155"/>
                  </a:lnTo>
                  <a:lnTo>
                    <a:pt x="485876" y="497205"/>
                  </a:lnTo>
                  <a:lnTo>
                    <a:pt x="523989" y="451142"/>
                  </a:lnTo>
                  <a:lnTo>
                    <a:pt x="549389" y="400304"/>
                  </a:lnTo>
                  <a:lnTo>
                    <a:pt x="565264" y="344716"/>
                  </a:lnTo>
                  <a:lnTo>
                    <a:pt x="568451" y="289115"/>
                  </a:lnTo>
                  <a:lnTo>
                    <a:pt x="565264" y="233514"/>
                  </a:lnTo>
                  <a:lnTo>
                    <a:pt x="549389" y="181089"/>
                  </a:lnTo>
                  <a:lnTo>
                    <a:pt x="523989" y="128663"/>
                  </a:lnTo>
                  <a:lnTo>
                    <a:pt x="485876" y="81013"/>
                  </a:lnTo>
                  <a:lnTo>
                    <a:pt x="439826" y="46062"/>
                  </a:lnTo>
                  <a:lnTo>
                    <a:pt x="392188" y="19062"/>
                  </a:lnTo>
                  <a:lnTo>
                    <a:pt x="341388" y="3175"/>
                  </a:lnTo>
                  <a:lnTo>
                    <a:pt x="285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914650" y="5243324"/>
              <a:ext cx="568960" cy="581660"/>
            </a:xfrm>
            <a:custGeom>
              <a:avLst/>
              <a:gdLst/>
              <a:ahLst/>
              <a:cxnLst/>
              <a:rect l="l" t="t" r="r" b="b"/>
              <a:pathLst>
                <a:path w="568960" h="581660">
                  <a:moveTo>
                    <a:pt x="84150" y="81013"/>
                  </a:moveTo>
                  <a:lnTo>
                    <a:pt x="47624" y="128663"/>
                  </a:lnTo>
                  <a:lnTo>
                    <a:pt x="19049" y="181089"/>
                  </a:lnTo>
                  <a:lnTo>
                    <a:pt x="3174" y="233514"/>
                  </a:lnTo>
                  <a:lnTo>
                    <a:pt x="0" y="289115"/>
                  </a:lnTo>
                  <a:lnTo>
                    <a:pt x="3174" y="344716"/>
                  </a:lnTo>
                  <a:lnTo>
                    <a:pt x="19049" y="400304"/>
                  </a:lnTo>
                  <a:lnTo>
                    <a:pt x="47624" y="451142"/>
                  </a:lnTo>
                  <a:lnTo>
                    <a:pt x="84150" y="497205"/>
                  </a:lnTo>
                  <a:lnTo>
                    <a:pt x="128612" y="532155"/>
                  </a:lnTo>
                  <a:lnTo>
                    <a:pt x="179425" y="559168"/>
                  </a:lnTo>
                  <a:lnTo>
                    <a:pt x="231825" y="575043"/>
                  </a:lnTo>
                  <a:lnTo>
                    <a:pt x="285813" y="581406"/>
                  </a:lnTo>
                  <a:lnTo>
                    <a:pt x="341388" y="575043"/>
                  </a:lnTo>
                  <a:lnTo>
                    <a:pt x="392188" y="559168"/>
                  </a:lnTo>
                  <a:lnTo>
                    <a:pt x="439826" y="532155"/>
                  </a:lnTo>
                  <a:lnTo>
                    <a:pt x="485876" y="497205"/>
                  </a:lnTo>
                  <a:lnTo>
                    <a:pt x="523989" y="451142"/>
                  </a:lnTo>
                  <a:lnTo>
                    <a:pt x="549389" y="400304"/>
                  </a:lnTo>
                  <a:lnTo>
                    <a:pt x="565264" y="344716"/>
                  </a:lnTo>
                  <a:lnTo>
                    <a:pt x="568451" y="289115"/>
                  </a:lnTo>
                  <a:lnTo>
                    <a:pt x="565264" y="233514"/>
                  </a:lnTo>
                  <a:lnTo>
                    <a:pt x="549389" y="181089"/>
                  </a:lnTo>
                  <a:lnTo>
                    <a:pt x="523989" y="128663"/>
                  </a:lnTo>
                  <a:lnTo>
                    <a:pt x="485876" y="81013"/>
                  </a:lnTo>
                  <a:lnTo>
                    <a:pt x="439826" y="46062"/>
                  </a:lnTo>
                  <a:lnTo>
                    <a:pt x="392188" y="19062"/>
                  </a:lnTo>
                  <a:lnTo>
                    <a:pt x="341388" y="3175"/>
                  </a:lnTo>
                  <a:lnTo>
                    <a:pt x="285813" y="0"/>
                  </a:lnTo>
                  <a:lnTo>
                    <a:pt x="231825" y="3175"/>
                  </a:lnTo>
                  <a:lnTo>
                    <a:pt x="179425" y="19062"/>
                  </a:lnTo>
                  <a:lnTo>
                    <a:pt x="128612" y="46062"/>
                  </a:lnTo>
                  <a:lnTo>
                    <a:pt x="84150" y="81013"/>
                  </a:lnTo>
                  <a:close/>
                </a:path>
              </a:pathLst>
            </a:custGeom>
            <a:ln w="38100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005702" y="5358002"/>
              <a:ext cx="388620" cy="360680"/>
            </a:xfrm>
            <a:custGeom>
              <a:avLst/>
              <a:gdLst/>
              <a:ahLst/>
              <a:cxnLst/>
              <a:rect l="l" t="t" r="r" b="b"/>
              <a:pathLst>
                <a:path w="388620" h="360679">
                  <a:moveTo>
                    <a:pt x="0" y="0"/>
                  </a:moveTo>
                  <a:lnTo>
                    <a:pt x="388620" y="0"/>
                  </a:lnTo>
                  <a:lnTo>
                    <a:pt x="388620" y="360426"/>
                  </a:lnTo>
                  <a:lnTo>
                    <a:pt x="0" y="360426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6040358" y="5335206"/>
            <a:ext cx="318135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-5" b="1">
                <a:solidFill>
                  <a:srgbClr val="000066"/>
                </a:solidFill>
                <a:latin typeface="Times New Roman"/>
                <a:cs typeface="Times New Roman"/>
              </a:rPr>
              <a:t>10</a:t>
            </a:r>
            <a:endParaRPr sz="2300">
              <a:latin typeface="Times New Roman"/>
              <a:cs typeface="Times New Roman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990850" y="3776474"/>
            <a:ext cx="607060" cy="619760"/>
            <a:chOff x="5990850" y="3776474"/>
            <a:chExt cx="607060" cy="619760"/>
          </a:xfrm>
        </p:grpSpPr>
        <p:sp>
          <p:nvSpPr>
            <p:cNvPr id="42" name="object 42"/>
            <p:cNvSpPr/>
            <p:nvPr/>
          </p:nvSpPr>
          <p:spPr>
            <a:xfrm>
              <a:off x="6009900" y="3795524"/>
              <a:ext cx="568960" cy="581660"/>
            </a:xfrm>
            <a:custGeom>
              <a:avLst/>
              <a:gdLst/>
              <a:ahLst/>
              <a:cxnLst/>
              <a:rect l="l" t="t" r="r" b="b"/>
              <a:pathLst>
                <a:path w="568959" h="581660">
                  <a:moveTo>
                    <a:pt x="285813" y="0"/>
                  </a:moveTo>
                  <a:lnTo>
                    <a:pt x="231825" y="3174"/>
                  </a:lnTo>
                  <a:lnTo>
                    <a:pt x="179425" y="19062"/>
                  </a:lnTo>
                  <a:lnTo>
                    <a:pt x="128612" y="46062"/>
                  </a:lnTo>
                  <a:lnTo>
                    <a:pt x="84150" y="81013"/>
                  </a:lnTo>
                  <a:lnTo>
                    <a:pt x="47624" y="128663"/>
                  </a:lnTo>
                  <a:lnTo>
                    <a:pt x="19049" y="181089"/>
                  </a:lnTo>
                  <a:lnTo>
                    <a:pt x="3174" y="233514"/>
                  </a:lnTo>
                  <a:lnTo>
                    <a:pt x="0" y="289115"/>
                  </a:lnTo>
                  <a:lnTo>
                    <a:pt x="3174" y="344716"/>
                  </a:lnTo>
                  <a:lnTo>
                    <a:pt x="19049" y="400303"/>
                  </a:lnTo>
                  <a:lnTo>
                    <a:pt x="47624" y="451142"/>
                  </a:lnTo>
                  <a:lnTo>
                    <a:pt x="84150" y="497204"/>
                  </a:lnTo>
                  <a:lnTo>
                    <a:pt x="128612" y="532155"/>
                  </a:lnTo>
                  <a:lnTo>
                    <a:pt x="179425" y="559168"/>
                  </a:lnTo>
                  <a:lnTo>
                    <a:pt x="231825" y="575043"/>
                  </a:lnTo>
                  <a:lnTo>
                    <a:pt x="285813" y="581405"/>
                  </a:lnTo>
                  <a:lnTo>
                    <a:pt x="341388" y="575043"/>
                  </a:lnTo>
                  <a:lnTo>
                    <a:pt x="392188" y="559168"/>
                  </a:lnTo>
                  <a:lnTo>
                    <a:pt x="439826" y="532155"/>
                  </a:lnTo>
                  <a:lnTo>
                    <a:pt x="485876" y="497204"/>
                  </a:lnTo>
                  <a:lnTo>
                    <a:pt x="523989" y="451142"/>
                  </a:lnTo>
                  <a:lnTo>
                    <a:pt x="549389" y="400303"/>
                  </a:lnTo>
                  <a:lnTo>
                    <a:pt x="565264" y="344716"/>
                  </a:lnTo>
                  <a:lnTo>
                    <a:pt x="568439" y="289115"/>
                  </a:lnTo>
                  <a:lnTo>
                    <a:pt x="565264" y="233514"/>
                  </a:lnTo>
                  <a:lnTo>
                    <a:pt x="549389" y="181089"/>
                  </a:lnTo>
                  <a:lnTo>
                    <a:pt x="523989" y="128663"/>
                  </a:lnTo>
                  <a:lnTo>
                    <a:pt x="485876" y="81013"/>
                  </a:lnTo>
                  <a:lnTo>
                    <a:pt x="439826" y="46062"/>
                  </a:lnTo>
                  <a:lnTo>
                    <a:pt x="392188" y="19062"/>
                  </a:lnTo>
                  <a:lnTo>
                    <a:pt x="341388" y="3174"/>
                  </a:lnTo>
                  <a:lnTo>
                    <a:pt x="285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009900" y="3795524"/>
              <a:ext cx="568960" cy="581660"/>
            </a:xfrm>
            <a:custGeom>
              <a:avLst/>
              <a:gdLst/>
              <a:ahLst/>
              <a:cxnLst/>
              <a:rect l="l" t="t" r="r" b="b"/>
              <a:pathLst>
                <a:path w="568959" h="581660">
                  <a:moveTo>
                    <a:pt x="84150" y="81013"/>
                  </a:moveTo>
                  <a:lnTo>
                    <a:pt x="47624" y="128663"/>
                  </a:lnTo>
                  <a:lnTo>
                    <a:pt x="19049" y="181089"/>
                  </a:lnTo>
                  <a:lnTo>
                    <a:pt x="3174" y="233514"/>
                  </a:lnTo>
                  <a:lnTo>
                    <a:pt x="0" y="289115"/>
                  </a:lnTo>
                  <a:lnTo>
                    <a:pt x="3174" y="344716"/>
                  </a:lnTo>
                  <a:lnTo>
                    <a:pt x="19049" y="400303"/>
                  </a:lnTo>
                  <a:lnTo>
                    <a:pt x="47624" y="451142"/>
                  </a:lnTo>
                  <a:lnTo>
                    <a:pt x="84150" y="497204"/>
                  </a:lnTo>
                  <a:lnTo>
                    <a:pt x="128612" y="532155"/>
                  </a:lnTo>
                  <a:lnTo>
                    <a:pt x="179425" y="559168"/>
                  </a:lnTo>
                  <a:lnTo>
                    <a:pt x="231825" y="575043"/>
                  </a:lnTo>
                  <a:lnTo>
                    <a:pt x="285813" y="581405"/>
                  </a:lnTo>
                  <a:lnTo>
                    <a:pt x="341388" y="575043"/>
                  </a:lnTo>
                  <a:lnTo>
                    <a:pt x="392188" y="559168"/>
                  </a:lnTo>
                  <a:lnTo>
                    <a:pt x="439826" y="532155"/>
                  </a:lnTo>
                  <a:lnTo>
                    <a:pt x="485876" y="497204"/>
                  </a:lnTo>
                  <a:lnTo>
                    <a:pt x="523989" y="451142"/>
                  </a:lnTo>
                  <a:lnTo>
                    <a:pt x="549389" y="400303"/>
                  </a:lnTo>
                  <a:lnTo>
                    <a:pt x="565264" y="344716"/>
                  </a:lnTo>
                  <a:lnTo>
                    <a:pt x="568439" y="289115"/>
                  </a:lnTo>
                  <a:lnTo>
                    <a:pt x="565264" y="233514"/>
                  </a:lnTo>
                  <a:lnTo>
                    <a:pt x="549389" y="181089"/>
                  </a:lnTo>
                  <a:lnTo>
                    <a:pt x="523989" y="128663"/>
                  </a:lnTo>
                  <a:lnTo>
                    <a:pt x="485876" y="81013"/>
                  </a:lnTo>
                  <a:lnTo>
                    <a:pt x="439826" y="46062"/>
                  </a:lnTo>
                  <a:lnTo>
                    <a:pt x="392188" y="19062"/>
                  </a:lnTo>
                  <a:lnTo>
                    <a:pt x="341388" y="3174"/>
                  </a:lnTo>
                  <a:lnTo>
                    <a:pt x="285813" y="0"/>
                  </a:lnTo>
                  <a:lnTo>
                    <a:pt x="231825" y="3174"/>
                  </a:lnTo>
                  <a:lnTo>
                    <a:pt x="179425" y="19062"/>
                  </a:lnTo>
                  <a:lnTo>
                    <a:pt x="128612" y="46062"/>
                  </a:lnTo>
                  <a:lnTo>
                    <a:pt x="84150" y="81013"/>
                  </a:lnTo>
                  <a:close/>
                </a:path>
              </a:pathLst>
            </a:custGeom>
            <a:ln w="38099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100952" y="3910202"/>
              <a:ext cx="388620" cy="360680"/>
            </a:xfrm>
            <a:custGeom>
              <a:avLst/>
              <a:gdLst/>
              <a:ahLst/>
              <a:cxnLst/>
              <a:rect l="l" t="t" r="r" b="b"/>
              <a:pathLst>
                <a:path w="388620" h="360679">
                  <a:moveTo>
                    <a:pt x="0" y="0"/>
                  </a:moveTo>
                  <a:lnTo>
                    <a:pt x="388620" y="0"/>
                  </a:lnTo>
                  <a:lnTo>
                    <a:pt x="388620" y="360425"/>
                  </a:lnTo>
                  <a:lnTo>
                    <a:pt x="0" y="360425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6135608" y="3887406"/>
            <a:ext cx="318135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-5" b="1">
                <a:solidFill>
                  <a:srgbClr val="000066"/>
                </a:solidFill>
                <a:latin typeface="Times New Roman"/>
                <a:cs typeface="Times New Roman"/>
              </a:rPr>
              <a:t>00</a:t>
            </a:r>
            <a:endParaRPr sz="2300">
              <a:latin typeface="Times New Roman"/>
              <a:cs typeface="Times New Roman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409694" y="3776474"/>
            <a:ext cx="607060" cy="619760"/>
            <a:chOff x="7409694" y="3776474"/>
            <a:chExt cx="607060" cy="619760"/>
          </a:xfrm>
        </p:grpSpPr>
        <p:sp>
          <p:nvSpPr>
            <p:cNvPr id="47" name="object 47"/>
            <p:cNvSpPr/>
            <p:nvPr/>
          </p:nvSpPr>
          <p:spPr>
            <a:xfrm>
              <a:off x="7428744" y="3795524"/>
              <a:ext cx="568960" cy="581660"/>
            </a:xfrm>
            <a:custGeom>
              <a:avLst/>
              <a:gdLst/>
              <a:ahLst/>
              <a:cxnLst/>
              <a:rect l="l" t="t" r="r" b="b"/>
              <a:pathLst>
                <a:path w="568959" h="581660">
                  <a:moveTo>
                    <a:pt x="285813" y="0"/>
                  </a:moveTo>
                  <a:lnTo>
                    <a:pt x="231825" y="3174"/>
                  </a:lnTo>
                  <a:lnTo>
                    <a:pt x="179425" y="19062"/>
                  </a:lnTo>
                  <a:lnTo>
                    <a:pt x="128612" y="46062"/>
                  </a:lnTo>
                  <a:lnTo>
                    <a:pt x="84150" y="81013"/>
                  </a:lnTo>
                  <a:lnTo>
                    <a:pt x="47624" y="128663"/>
                  </a:lnTo>
                  <a:lnTo>
                    <a:pt x="19049" y="181089"/>
                  </a:lnTo>
                  <a:lnTo>
                    <a:pt x="3174" y="233514"/>
                  </a:lnTo>
                  <a:lnTo>
                    <a:pt x="0" y="289115"/>
                  </a:lnTo>
                  <a:lnTo>
                    <a:pt x="3174" y="344716"/>
                  </a:lnTo>
                  <a:lnTo>
                    <a:pt x="19049" y="400303"/>
                  </a:lnTo>
                  <a:lnTo>
                    <a:pt x="47624" y="451142"/>
                  </a:lnTo>
                  <a:lnTo>
                    <a:pt x="84150" y="497204"/>
                  </a:lnTo>
                  <a:lnTo>
                    <a:pt x="128612" y="532155"/>
                  </a:lnTo>
                  <a:lnTo>
                    <a:pt x="179425" y="559168"/>
                  </a:lnTo>
                  <a:lnTo>
                    <a:pt x="231825" y="575043"/>
                  </a:lnTo>
                  <a:lnTo>
                    <a:pt x="285813" y="581405"/>
                  </a:lnTo>
                  <a:lnTo>
                    <a:pt x="341388" y="575043"/>
                  </a:lnTo>
                  <a:lnTo>
                    <a:pt x="392188" y="559168"/>
                  </a:lnTo>
                  <a:lnTo>
                    <a:pt x="439826" y="532155"/>
                  </a:lnTo>
                  <a:lnTo>
                    <a:pt x="485876" y="497204"/>
                  </a:lnTo>
                  <a:lnTo>
                    <a:pt x="523989" y="451142"/>
                  </a:lnTo>
                  <a:lnTo>
                    <a:pt x="549389" y="400303"/>
                  </a:lnTo>
                  <a:lnTo>
                    <a:pt x="565264" y="344716"/>
                  </a:lnTo>
                  <a:lnTo>
                    <a:pt x="568451" y="289115"/>
                  </a:lnTo>
                  <a:lnTo>
                    <a:pt x="565264" y="233514"/>
                  </a:lnTo>
                  <a:lnTo>
                    <a:pt x="549389" y="181089"/>
                  </a:lnTo>
                  <a:lnTo>
                    <a:pt x="523989" y="128663"/>
                  </a:lnTo>
                  <a:lnTo>
                    <a:pt x="485876" y="81013"/>
                  </a:lnTo>
                  <a:lnTo>
                    <a:pt x="439826" y="46062"/>
                  </a:lnTo>
                  <a:lnTo>
                    <a:pt x="392188" y="19062"/>
                  </a:lnTo>
                  <a:lnTo>
                    <a:pt x="341388" y="3174"/>
                  </a:lnTo>
                  <a:lnTo>
                    <a:pt x="285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7428744" y="3795524"/>
              <a:ext cx="568960" cy="581660"/>
            </a:xfrm>
            <a:custGeom>
              <a:avLst/>
              <a:gdLst/>
              <a:ahLst/>
              <a:cxnLst/>
              <a:rect l="l" t="t" r="r" b="b"/>
              <a:pathLst>
                <a:path w="568959" h="581660">
                  <a:moveTo>
                    <a:pt x="84150" y="81013"/>
                  </a:moveTo>
                  <a:lnTo>
                    <a:pt x="47624" y="128663"/>
                  </a:lnTo>
                  <a:lnTo>
                    <a:pt x="19049" y="181089"/>
                  </a:lnTo>
                  <a:lnTo>
                    <a:pt x="3174" y="233514"/>
                  </a:lnTo>
                  <a:lnTo>
                    <a:pt x="0" y="289115"/>
                  </a:lnTo>
                  <a:lnTo>
                    <a:pt x="3174" y="344716"/>
                  </a:lnTo>
                  <a:lnTo>
                    <a:pt x="19049" y="400303"/>
                  </a:lnTo>
                  <a:lnTo>
                    <a:pt x="47624" y="451142"/>
                  </a:lnTo>
                  <a:lnTo>
                    <a:pt x="84150" y="497204"/>
                  </a:lnTo>
                  <a:lnTo>
                    <a:pt x="128612" y="532155"/>
                  </a:lnTo>
                  <a:lnTo>
                    <a:pt x="179425" y="559168"/>
                  </a:lnTo>
                  <a:lnTo>
                    <a:pt x="231825" y="575043"/>
                  </a:lnTo>
                  <a:lnTo>
                    <a:pt x="285813" y="581405"/>
                  </a:lnTo>
                  <a:lnTo>
                    <a:pt x="341388" y="575043"/>
                  </a:lnTo>
                  <a:lnTo>
                    <a:pt x="392188" y="559168"/>
                  </a:lnTo>
                  <a:lnTo>
                    <a:pt x="439826" y="532155"/>
                  </a:lnTo>
                  <a:lnTo>
                    <a:pt x="485876" y="497204"/>
                  </a:lnTo>
                  <a:lnTo>
                    <a:pt x="523989" y="451142"/>
                  </a:lnTo>
                  <a:lnTo>
                    <a:pt x="549389" y="400303"/>
                  </a:lnTo>
                  <a:lnTo>
                    <a:pt x="565264" y="344716"/>
                  </a:lnTo>
                  <a:lnTo>
                    <a:pt x="568451" y="289115"/>
                  </a:lnTo>
                  <a:lnTo>
                    <a:pt x="565264" y="233514"/>
                  </a:lnTo>
                  <a:lnTo>
                    <a:pt x="549389" y="181089"/>
                  </a:lnTo>
                  <a:lnTo>
                    <a:pt x="523989" y="128663"/>
                  </a:lnTo>
                  <a:lnTo>
                    <a:pt x="485876" y="81013"/>
                  </a:lnTo>
                  <a:lnTo>
                    <a:pt x="439826" y="46062"/>
                  </a:lnTo>
                  <a:lnTo>
                    <a:pt x="392188" y="19062"/>
                  </a:lnTo>
                  <a:lnTo>
                    <a:pt x="341388" y="3174"/>
                  </a:lnTo>
                  <a:lnTo>
                    <a:pt x="285813" y="0"/>
                  </a:lnTo>
                  <a:lnTo>
                    <a:pt x="231825" y="3174"/>
                  </a:lnTo>
                  <a:lnTo>
                    <a:pt x="179425" y="19062"/>
                  </a:lnTo>
                  <a:lnTo>
                    <a:pt x="128612" y="46062"/>
                  </a:lnTo>
                  <a:lnTo>
                    <a:pt x="84150" y="81013"/>
                  </a:lnTo>
                  <a:close/>
                </a:path>
              </a:pathLst>
            </a:custGeom>
            <a:ln w="38100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7519796" y="3910202"/>
              <a:ext cx="389890" cy="360680"/>
            </a:xfrm>
            <a:custGeom>
              <a:avLst/>
              <a:gdLst/>
              <a:ahLst/>
              <a:cxnLst/>
              <a:rect l="l" t="t" r="r" b="b"/>
              <a:pathLst>
                <a:path w="389890" h="360679">
                  <a:moveTo>
                    <a:pt x="0" y="0"/>
                  </a:moveTo>
                  <a:lnTo>
                    <a:pt x="389381" y="0"/>
                  </a:lnTo>
                  <a:lnTo>
                    <a:pt x="389381" y="360425"/>
                  </a:lnTo>
                  <a:lnTo>
                    <a:pt x="0" y="360425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7554833" y="3887406"/>
            <a:ext cx="318135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-5" b="1">
                <a:solidFill>
                  <a:srgbClr val="000066"/>
                </a:solidFill>
                <a:latin typeface="Times New Roman"/>
                <a:cs typeface="Times New Roman"/>
              </a:rPr>
              <a:t>01</a:t>
            </a:r>
            <a:endParaRPr sz="2300">
              <a:latin typeface="Times New Roman"/>
              <a:cs typeface="Times New Roman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7409694" y="5183126"/>
            <a:ext cx="607060" cy="619760"/>
            <a:chOff x="7409694" y="5183126"/>
            <a:chExt cx="607060" cy="619760"/>
          </a:xfrm>
        </p:grpSpPr>
        <p:sp>
          <p:nvSpPr>
            <p:cNvPr id="52" name="object 52"/>
            <p:cNvSpPr/>
            <p:nvPr/>
          </p:nvSpPr>
          <p:spPr>
            <a:xfrm>
              <a:off x="7428744" y="5202176"/>
              <a:ext cx="568960" cy="581660"/>
            </a:xfrm>
            <a:custGeom>
              <a:avLst/>
              <a:gdLst/>
              <a:ahLst/>
              <a:cxnLst/>
              <a:rect l="l" t="t" r="r" b="b"/>
              <a:pathLst>
                <a:path w="568959" h="581660">
                  <a:moveTo>
                    <a:pt x="285813" y="0"/>
                  </a:moveTo>
                  <a:lnTo>
                    <a:pt x="231825" y="3174"/>
                  </a:lnTo>
                  <a:lnTo>
                    <a:pt x="179425" y="19062"/>
                  </a:lnTo>
                  <a:lnTo>
                    <a:pt x="128612" y="46062"/>
                  </a:lnTo>
                  <a:lnTo>
                    <a:pt x="84150" y="81013"/>
                  </a:lnTo>
                  <a:lnTo>
                    <a:pt x="47624" y="128663"/>
                  </a:lnTo>
                  <a:lnTo>
                    <a:pt x="19049" y="181089"/>
                  </a:lnTo>
                  <a:lnTo>
                    <a:pt x="3174" y="233514"/>
                  </a:lnTo>
                  <a:lnTo>
                    <a:pt x="0" y="289115"/>
                  </a:lnTo>
                  <a:lnTo>
                    <a:pt x="3174" y="344716"/>
                  </a:lnTo>
                  <a:lnTo>
                    <a:pt x="19049" y="400303"/>
                  </a:lnTo>
                  <a:lnTo>
                    <a:pt x="47624" y="451142"/>
                  </a:lnTo>
                  <a:lnTo>
                    <a:pt x="84150" y="497204"/>
                  </a:lnTo>
                  <a:lnTo>
                    <a:pt x="128612" y="532155"/>
                  </a:lnTo>
                  <a:lnTo>
                    <a:pt x="179425" y="559168"/>
                  </a:lnTo>
                  <a:lnTo>
                    <a:pt x="231825" y="575043"/>
                  </a:lnTo>
                  <a:lnTo>
                    <a:pt x="285813" y="581405"/>
                  </a:lnTo>
                  <a:lnTo>
                    <a:pt x="341388" y="575043"/>
                  </a:lnTo>
                  <a:lnTo>
                    <a:pt x="392188" y="559168"/>
                  </a:lnTo>
                  <a:lnTo>
                    <a:pt x="439826" y="532155"/>
                  </a:lnTo>
                  <a:lnTo>
                    <a:pt x="485876" y="497204"/>
                  </a:lnTo>
                  <a:lnTo>
                    <a:pt x="523989" y="451142"/>
                  </a:lnTo>
                  <a:lnTo>
                    <a:pt x="549389" y="400303"/>
                  </a:lnTo>
                  <a:lnTo>
                    <a:pt x="565264" y="344716"/>
                  </a:lnTo>
                  <a:lnTo>
                    <a:pt x="568451" y="289115"/>
                  </a:lnTo>
                  <a:lnTo>
                    <a:pt x="565264" y="233514"/>
                  </a:lnTo>
                  <a:lnTo>
                    <a:pt x="549389" y="181089"/>
                  </a:lnTo>
                  <a:lnTo>
                    <a:pt x="523989" y="128663"/>
                  </a:lnTo>
                  <a:lnTo>
                    <a:pt x="485876" y="81013"/>
                  </a:lnTo>
                  <a:lnTo>
                    <a:pt x="439826" y="46062"/>
                  </a:lnTo>
                  <a:lnTo>
                    <a:pt x="392188" y="19062"/>
                  </a:lnTo>
                  <a:lnTo>
                    <a:pt x="341388" y="3174"/>
                  </a:lnTo>
                  <a:lnTo>
                    <a:pt x="285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7428744" y="5202176"/>
              <a:ext cx="568960" cy="581660"/>
            </a:xfrm>
            <a:custGeom>
              <a:avLst/>
              <a:gdLst/>
              <a:ahLst/>
              <a:cxnLst/>
              <a:rect l="l" t="t" r="r" b="b"/>
              <a:pathLst>
                <a:path w="568959" h="581660">
                  <a:moveTo>
                    <a:pt x="84150" y="81013"/>
                  </a:moveTo>
                  <a:lnTo>
                    <a:pt x="47624" y="128663"/>
                  </a:lnTo>
                  <a:lnTo>
                    <a:pt x="19049" y="181089"/>
                  </a:lnTo>
                  <a:lnTo>
                    <a:pt x="3174" y="233514"/>
                  </a:lnTo>
                  <a:lnTo>
                    <a:pt x="0" y="289115"/>
                  </a:lnTo>
                  <a:lnTo>
                    <a:pt x="3174" y="344716"/>
                  </a:lnTo>
                  <a:lnTo>
                    <a:pt x="19049" y="400303"/>
                  </a:lnTo>
                  <a:lnTo>
                    <a:pt x="47624" y="451142"/>
                  </a:lnTo>
                  <a:lnTo>
                    <a:pt x="84150" y="497204"/>
                  </a:lnTo>
                  <a:lnTo>
                    <a:pt x="128612" y="532155"/>
                  </a:lnTo>
                  <a:lnTo>
                    <a:pt x="179425" y="559168"/>
                  </a:lnTo>
                  <a:lnTo>
                    <a:pt x="231825" y="575043"/>
                  </a:lnTo>
                  <a:lnTo>
                    <a:pt x="285813" y="581405"/>
                  </a:lnTo>
                  <a:lnTo>
                    <a:pt x="341388" y="575043"/>
                  </a:lnTo>
                  <a:lnTo>
                    <a:pt x="392188" y="559168"/>
                  </a:lnTo>
                  <a:lnTo>
                    <a:pt x="439826" y="532155"/>
                  </a:lnTo>
                  <a:lnTo>
                    <a:pt x="485876" y="497204"/>
                  </a:lnTo>
                  <a:lnTo>
                    <a:pt x="523989" y="451142"/>
                  </a:lnTo>
                  <a:lnTo>
                    <a:pt x="549389" y="400303"/>
                  </a:lnTo>
                  <a:lnTo>
                    <a:pt x="565264" y="344716"/>
                  </a:lnTo>
                  <a:lnTo>
                    <a:pt x="568451" y="289115"/>
                  </a:lnTo>
                  <a:lnTo>
                    <a:pt x="565264" y="233514"/>
                  </a:lnTo>
                  <a:lnTo>
                    <a:pt x="549389" y="181089"/>
                  </a:lnTo>
                  <a:lnTo>
                    <a:pt x="523989" y="128663"/>
                  </a:lnTo>
                  <a:lnTo>
                    <a:pt x="485876" y="81013"/>
                  </a:lnTo>
                  <a:lnTo>
                    <a:pt x="439826" y="46062"/>
                  </a:lnTo>
                  <a:lnTo>
                    <a:pt x="392188" y="19062"/>
                  </a:lnTo>
                  <a:lnTo>
                    <a:pt x="341388" y="3174"/>
                  </a:lnTo>
                  <a:lnTo>
                    <a:pt x="285813" y="0"/>
                  </a:lnTo>
                  <a:lnTo>
                    <a:pt x="231825" y="3174"/>
                  </a:lnTo>
                  <a:lnTo>
                    <a:pt x="179425" y="19062"/>
                  </a:lnTo>
                  <a:lnTo>
                    <a:pt x="128612" y="46062"/>
                  </a:lnTo>
                  <a:lnTo>
                    <a:pt x="84150" y="81013"/>
                  </a:lnTo>
                  <a:close/>
                </a:path>
              </a:pathLst>
            </a:custGeom>
            <a:ln w="38100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7519796" y="5316855"/>
              <a:ext cx="389890" cy="360680"/>
            </a:xfrm>
            <a:custGeom>
              <a:avLst/>
              <a:gdLst/>
              <a:ahLst/>
              <a:cxnLst/>
              <a:rect l="l" t="t" r="r" b="b"/>
              <a:pathLst>
                <a:path w="389890" h="360679">
                  <a:moveTo>
                    <a:pt x="0" y="0"/>
                  </a:moveTo>
                  <a:lnTo>
                    <a:pt x="389381" y="0"/>
                  </a:lnTo>
                  <a:lnTo>
                    <a:pt x="389381" y="360426"/>
                  </a:lnTo>
                  <a:lnTo>
                    <a:pt x="0" y="360426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7562452" y="5293931"/>
            <a:ext cx="302260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-130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3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endParaRPr sz="2300">
              <a:latin typeface="Times New Roman"/>
              <a:cs typeface="Times New Roman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5397119" y="3798837"/>
            <a:ext cx="685800" cy="473709"/>
            <a:chOff x="5397119" y="3798837"/>
            <a:chExt cx="685800" cy="473709"/>
          </a:xfrm>
        </p:grpSpPr>
        <p:sp>
          <p:nvSpPr>
            <p:cNvPr id="57" name="object 57"/>
            <p:cNvSpPr/>
            <p:nvPr/>
          </p:nvSpPr>
          <p:spPr>
            <a:xfrm>
              <a:off x="5773586" y="3839654"/>
              <a:ext cx="269875" cy="414020"/>
            </a:xfrm>
            <a:custGeom>
              <a:avLst/>
              <a:gdLst/>
              <a:ahLst/>
              <a:cxnLst/>
              <a:rect l="l" t="t" r="r" b="b"/>
              <a:pathLst>
                <a:path w="269875" h="414020">
                  <a:moveTo>
                    <a:pt x="218401" y="1269"/>
                  </a:moveTo>
                  <a:lnTo>
                    <a:pt x="158673" y="4444"/>
                  </a:lnTo>
                  <a:lnTo>
                    <a:pt x="109054" y="21539"/>
                  </a:lnTo>
                  <a:lnTo>
                    <a:pt x="75742" y="43980"/>
                  </a:lnTo>
                  <a:lnTo>
                    <a:pt x="47205" y="71704"/>
                  </a:lnTo>
                  <a:lnTo>
                    <a:pt x="26911" y="105359"/>
                  </a:lnTo>
                  <a:lnTo>
                    <a:pt x="8991" y="141655"/>
                  </a:lnTo>
                  <a:lnTo>
                    <a:pt x="0" y="180403"/>
                  </a:lnTo>
                  <a:lnTo>
                    <a:pt x="609" y="218135"/>
                  </a:lnTo>
                  <a:lnTo>
                    <a:pt x="8191" y="257213"/>
                  </a:lnTo>
                  <a:lnTo>
                    <a:pt x="22733" y="297662"/>
                  </a:lnTo>
                  <a:lnTo>
                    <a:pt x="65925" y="358152"/>
                  </a:lnTo>
                  <a:lnTo>
                    <a:pt x="128231" y="398487"/>
                  </a:lnTo>
                  <a:lnTo>
                    <a:pt x="198335" y="413588"/>
                  </a:lnTo>
                  <a:lnTo>
                    <a:pt x="236067" y="412978"/>
                  </a:lnTo>
                  <a:lnTo>
                    <a:pt x="269722" y="403618"/>
                  </a:lnTo>
                </a:path>
              </a:pathLst>
            </a:custGeom>
            <a:ln w="38099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5962291" y="3798837"/>
              <a:ext cx="120650" cy="73025"/>
            </a:xfrm>
            <a:custGeom>
              <a:avLst/>
              <a:gdLst/>
              <a:ahLst/>
              <a:cxnLst/>
              <a:rect l="l" t="t" r="r" b="b"/>
              <a:pathLst>
                <a:path w="120650" h="73025">
                  <a:moveTo>
                    <a:pt x="23088" y="0"/>
                  </a:moveTo>
                  <a:lnTo>
                    <a:pt x="0" y="72618"/>
                  </a:lnTo>
                  <a:lnTo>
                    <a:pt x="120472" y="70942"/>
                  </a:lnTo>
                  <a:lnTo>
                    <a:pt x="230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5402199" y="3878960"/>
              <a:ext cx="333375" cy="314325"/>
            </a:xfrm>
            <a:custGeom>
              <a:avLst/>
              <a:gdLst/>
              <a:ahLst/>
              <a:cxnLst/>
              <a:rect l="l" t="t" r="r" b="b"/>
              <a:pathLst>
                <a:path w="333375" h="314325">
                  <a:moveTo>
                    <a:pt x="0" y="0"/>
                  </a:moveTo>
                  <a:lnTo>
                    <a:pt x="332994" y="0"/>
                  </a:lnTo>
                  <a:lnTo>
                    <a:pt x="332994" y="313944"/>
                  </a:lnTo>
                  <a:lnTo>
                    <a:pt x="0" y="313944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5389069" y="3857180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0/0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6575297" y="3777107"/>
            <a:ext cx="826769" cy="349250"/>
            <a:chOff x="6575297" y="3777107"/>
            <a:chExt cx="826769" cy="349250"/>
          </a:xfrm>
        </p:grpSpPr>
        <p:sp>
          <p:nvSpPr>
            <p:cNvPr id="62" name="object 62"/>
            <p:cNvSpPr/>
            <p:nvPr/>
          </p:nvSpPr>
          <p:spPr>
            <a:xfrm>
              <a:off x="6594347" y="4086606"/>
              <a:ext cx="693420" cy="1905"/>
            </a:xfrm>
            <a:custGeom>
              <a:avLst/>
              <a:gdLst/>
              <a:ahLst/>
              <a:cxnLst/>
              <a:rect l="l" t="t" r="r" b="b"/>
              <a:pathLst>
                <a:path w="693420" h="1904">
                  <a:moveTo>
                    <a:pt x="0" y="0"/>
                  </a:moveTo>
                  <a:lnTo>
                    <a:pt x="693420" y="1308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7211491" y="4049656"/>
              <a:ext cx="191135" cy="76200"/>
            </a:xfrm>
            <a:custGeom>
              <a:avLst/>
              <a:gdLst/>
              <a:ahLst/>
              <a:cxnLst/>
              <a:rect l="l" t="t" r="r" b="b"/>
              <a:pathLst>
                <a:path w="191134" h="76200">
                  <a:moveTo>
                    <a:pt x="152" y="0"/>
                  </a:moveTo>
                  <a:lnTo>
                    <a:pt x="76276" y="38252"/>
                  </a:lnTo>
                  <a:lnTo>
                    <a:pt x="0" y="76200"/>
                  </a:lnTo>
                  <a:lnTo>
                    <a:pt x="190576" y="38468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734174" y="3782187"/>
              <a:ext cx="333375" cy="314325"/>
            </a:xfrm>
            <a:custGeom>
              <a:avLst/>
              <a:gdLst/>
              <a:ahLst/>
              <a:cxnLst/>
              <a:rect l="l" t="t" r="r" b="b"/>
              <a:pathLst>
                <a:path w="333375" h="314325">
                  <a:moveTo>
                    <a:pt x="0" y="0"/>
                  </a:moveTo>
                  <a:lnTo>
                    <a:pt x="332994" y="0"/>
                  </a:lnTo>
                  <a:lnTo>
                    <a:pt x="332994" y="313944"/>
                  </a:lnTo>
                  <a:lnTo>
                    <a:pt x="0" y="313944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6720982" y="3760344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1/0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6489185" y="3367151"/>
            <a:ext cx="1038860" cy="492759"/>
            <a:chOff x="6489185" y="3367151"/>
            <a:chExt cx="1038860" cy="492759"/>
          </a:xfrm>
        </p:grpSpPr>
        <p:sp>
          <p:nvSpPr>
            <p:cNvPr id="67" name="object 67"/>
            <p:cNvSpPr/>
            <p:nvPr/>
          </p:nvSpPr>
          <p:spPr>
            <a:xfrm>
              <a:off x="6516192" y="3649976"/>
              <a:ext cx="997585" cy="180975"/>
            </a:xfrm>
            <a:custGeom>
              <a:avLst/>
              <a:gdLst/>
              <a:ahLst/>
              <a:cxnLst/>
              <a:rect l="l" t="t" r="r" b="b"/>
              <a:pathLst>
                <a:path w="997584" h="180975">
                  <a:moveTo>
                    <a:pt x="997127" y="180390"/>
                  </a:moveTo>
                  <a:lnTo>
                    <a:pt x="964804" y="131106"/>
                  </a:lnTo>
                  <a:lnTo>
                    <a:pt x="906161" y="87640"/>
                  </a:lnTo>
                  <a:lnTo>
                    <a:pt x="868206" y="68527"/>
                  </a:lnTo>
                  <a:lnTo>
                    <a:pt x="825157" y="51395"/>
                  </a:lnTo>
                  <a:lnTo>
                    <a:pt x="777506" y="36418"/>
                  </a:lnTo>
                  <a:lnTo>
                    <a:pt x="725750" y="23772"/>
                  </a:lnTo>
                  <a:lnTo>
                    <a:pt x="670383" y="13632"/>
                  </a:lnTo>
                  <a:lnTo>
                    <a:pt x="611900" y="6173"/>
                  </a:lnTo>
                  <a:lnTo>
                    <a:pt x="550796" y="1571"/>
                  </a:lnTo>
                  <a:lnTo>
                    <a:pt x="487565" y="0"/>
                  </a:lnTo>
                  <a:lnTo>
                    <a:pt x="426709" y="1450"/>
                  </a:lnTo>
                  <a:lnTo>
                    <a:pt x="367951" y="5690"/>
                  </a:lnTo>
                  <a:lnTo>
                    <a:pt x="311693" y="12558"/>
                  </a:lnTo>
                  <a:lnTo>
                    <a:pt x="258338" y="21888"/>
                  </a:lnTo>
                  <a:lnTo>
                    <a:pt x="208290" y="33517"/>
                  </a:lnTo>
                  <a:lnTo>
                    <a:pt x="161952" y="47281"/>
                  </a:lnTo>
                  <a:lnTo>
                    <a:pt x="119725" y="63015"/>
                  </a:lnTo>
                  <a:lnTo>
                    <a:pt x="82014" y="80556"/>
                  </a:lnTo>
                  <a:lnTo>
                    <a:pt x="21748" y="120402"/>
                  </a:lnTo>
                  <a:lnTo>
                    <a:pt x="0" y="142379"/>
                  </a:lnTo>
                </a:path>
              </a:pathLst>
            </a:custGeom>
            <a:ln w="28956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489185" y="3768130"/>
              <a:ext cx="59690" cy="91440"/>
            </a:xfrm>
            <a:custGeom>
              <a:avLst/>
              <a:gdLst/>
              <a:ahLst/>
              <a:cxnLst/>
              <a:rect l="l" t="t" r="r" b="b"/>
              <a:pathLst>
                <a:path w="59690" h="91439">
                  <a:moveTo>
                    <a:pt x="5537" y="0"/>
                  </a:moveTo>
                  <a:lnTo>
                    <a:pt x="0" y="91401"/>
                  </a:lnTo>
                  <a:lnTo>
                    <a:pt x="59270" y="21602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7058025" y="3372231"/>
              <a:ext cx="333375" cy="314960"/>
            </a:xfrm>
            <a:custGeom>
              <a:avLst/>
              <a:gdLst/>
              <a:ahLst/>
              <a:cxnLst/>
              <a:rect l="l" t="t" r="r" b="b"/>
              <a:pathLst>
                <a:path w="333375" h="314960">
                  <a:moveTo>
                    <a:pt x="0" y="0"/>
                  </a:moveTo>
                  <a:lnTo>
                    <a:pt x="332994" y="0"/>
                  </a:lnTo>
                  <a:lnTo>
                    <a:pt x="332994" y="314706"/>
                  </a:lnTo>
                  <a:lnTo>
                    <a:pt x="0" y="314706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7044832" y="3350769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0/0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7666093" y="4368546"/>
            <a:ext cx="934085" cy="1423670"/>
            <a:chOff x="7666093" y="4368546"/>
            <a:chExt cx="934085" cy="1423670"/>
          </a:xfrm>
        </p:grpSpPr>
        <p:sp>
          <p:nvSpPr>
            <p:cNvPr id="72" name="object 72"/>
            <p:cNvSpPr/>
            <p:nvPr/>
          </p:nvSpPr>
          <p:spPr>
            <a:xfrm>
              <a:off x="7704035" y="4387596"/>
              <a:ext cx="1905" cy="694690"/>
            </a:xfrm>
            <a:custGeom>
              <a:avLst/>
              <a:gdLst/>
              <a:ahLst/>
              <a:cxnLst/>
              <a:rect l="l" t="t" r="r" b="b"/>
              <a:pathLst>
                <a:path w="1904" h="694689">
                  <a:moveTo>
                    <a:pt x="1308" y="0"/>
                  </a:moveTo>
                  <a:lnTo>
                    <a:pt x="0" y="694181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7666093" y="5005501"/>
              <a:ext cx="76200" cy="191135"/>
            </a:xfrm>
            <a:custGeom>
              <a:avLst/>
              <a:gdLst/>
              <a:ahLst/>
              <a:cxnLst/>
              <a:rect l="l" t="t" r="r" b="b"/>
              <a:pathLst>
                <a:path w="76200" h="191135">
                  <a:moveTo>
                    <a:pt x="0" y="0"/>
                  </a:moveTo>
                  <a:lnTo>
                    <a:pt x="37731" y="190576"/>
                  </a:lnTo>
                  <a:lnTo>
                    <a:pt x="76200" y="152"/>
                  </a:lnTo>
                  <a:lnTo>
                    <a:pt x="37947" y="76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7979643" y="5343793"/>
              <a:ext cx="256540" cy="412750"/>
            </a:xfrm>
            <a:custGeom>
              <a:avLst/>
              <a:gdLst/>
              <a:ahLst/>
              <a:cxnLst/>
              <a:rect l="l" t="t" r="r" b="b"/>
              <a:pathLst>
                <a:path w="256540" h="412750">
                  <a:moveTo>
                    <a:pt x="22351" y="2667"/>
                  </a:moveTo>
                  <a:lnTo>
                    <a:pt x="72910" y="0"/>
                  </a:lnTo>
                  <a:lnTo>
                    <a:pt x="125336" y="12941"/>
                  </a:lnTo>
                  <a:lnTo>
                    <a:pt x="171157" y="36855"/>
                  </a:lnTo>
                  <a:lnTo>
                    <a:pt x="210375" y="71716"/>
                  </a:lnTo>
                  <a:lnTo>
                    <a:pt x="232486" y="105244"/>
                  </a:lnTo>
                  <a:lnTo>
                    <a:pt x="248170" y="141808"/>
                  </a:lnTo>
                  <a:lnTo>
                    <a:pt x="253961" y="180682"/>
                  </a:lnTo>
                  <a:lnTo>
                    <a:pt x="256539" y="221081"/>
                  </a:lnTo>
                  <a:lnTo>
                    <a:pt x="249923" y="260311"/>
                  </a:lnTo>
                  <a:lnTo>
                    <a:pt x="212826" y="328066"/>
                  </a:lnTo>
                  <a:lnTo>
                    <a:pt x="183832" y="359803"/>
                  </a:lnTo>
                  <a:lnTo>
                    <a:pt x="120700" y="399021"/>
                  </a:lnTo>
                  <a:lnTo>
                    <a:pt x="47675" y="412292"/>
                  </a:lnTo>
                  <a:lnTo>
                    <a:pt x="13436" y="409600"/>
                  </a:lnTo>
                  <a:lnTo>
                    <a:pt x="0" y="405777"/>
                  </a:lnTo>
                </a:path>
              </a:pathLst>
            </a:custGeom>
            <a:ln w="38100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7894746" y="5706390"/>
              <a:ext cx="119380" cy="86360"/>
            </a:xfrm>
            <a:custGeom>
              <a:avLst/>
              <a:gdLst/>
              <a:ahLst/>
              <a:cxnLst/>
              <a:rect l="l" t="t" r="r" b="b"/>
              <a:pathLst>
                <a:path w="119379" h="86360">
                  <a:moveTo>
                    <a:pt x="0" y="0"/>
                  </a:moveTo>
                  <a:lnTo>
                    <a:pt x="84607" y="85763"/>
                  </a:lnTo>
                  <a:lnTo>
                    <a:pt x="119151" y="178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8261222" y="5280279"/>
              <a:ext cx="334010" cy="314960"/>
            </a:xfrm>
            <a:custGeom>
              <a:avLst/>
              <a:gdLst/>
              <a:ahLst/>
              <a:cxnLst/>
              <a:rect l="l" t="t" r="r" b="b"/>
              <a:pathLst>
                <a:path w="334009" h="314960">
                  <a:moveTo>
                    <a:pt x="0" y="0"/>
                  </a:moveTo>
                  <a:lnTo>
                    <a:pt x="333755" y="0"/>
                  </a:lnTo>
                  <a:lnTo>
                    <a:pt x="333755" y="314706"/>
                  </a:lnTo>
                  <a:lnTo>
                    <a:pt x="0" y="314706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/>
          <p:nvPr/>
        </p:nvSpPr>
        <p:spPr>
          <a:xfrm>
            <a:off x="7764398" y="4597527"/>
            <a:ext cx="333375" cy="314960"/>
          </a:xfrm>
          <a:prstGeom prst="rect">
            <a:avLst/>
          </a:prstGeom>
          <a:solidFill>
            <a:srgbClr val="CCFFCC"/>
          </a:solidFill>
          <a:ln w="9905">
            <a:solidFill>
              <a:srgbClr val="FF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330"/>
              </a:lnSpc>
            </a:pPr>
            <a:r>
              <a:rPr dirty="0" sz="2000" spc="-5" b="1">
                <a:latin typeface="Times New Roman"/>
                <a:cs typeface="Times New Roman"/>
              </a:rPr>
              <a:t>1/0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248158" y="5258944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1/0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6489185" y="4359408"/>
            <a:ext cx="1043305" cy="927735"/>
            <a:chOff x="6489185" y="4359408"/>
            <a:chExt cx="1043305" cy="927735"/>
          </a:xfrm>
        </p:grpSpPr>
        <p:sp>
          <p:nvSpPr>
            <p:cNvPr id="80" name="object 80"/>
            <p:cNvSpPr/>
            <p:nvPr/>
          </p:nvSpPr>
          <p:spPr>
            <a:xfrm>
              <a:off x="6574704" y="4435243"/>
              <a:ext cx="939165" cy="832485"/>
            </a:xfrm>
            <a:custGeom>
              <a:avLst/>
              <a:gdLst/>
              <a:ahLst/>
              <a:cxnLst/>
              <a:rect l="l" t="t" r="r" b="b"/>
              <a:pathLst>
                <a:path w="939165" h="832485">
                  <a:moveTo>
                    <a:pt x="0" y="0"/>
                  </a:moveTo>
                  <a:lnTo>
                    <a:pt x="938618" y="832459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489185" y="4359408"/>
              <a:ext cx="168275" cy="154940"/>
            </a:xfrm>
            <a:custGeom>
              <a:avLst/>
              <a:gdLst/>
              <a:ahLst/>
              <a:cxnLst/>
              <a:rect l="l" t="t" r="r" b="b"/>
              <a:pathLst>
                <a:path w="168275" h="154939">
                  <a:moveTo>
                    <a:pt x="0" y="0"/>
                  </a:moveTo>
                  <a:lnTo>
                    <a:pt x="117259" y="154901"/>
                  </a:lnTo>
                  <a:lnTo>
                    <a:pt x="85521" y="75831"/>
                  </a:lnTo>
                  <a:lnTo>
                    <a:pt x="167817" y="978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6794373" y="4916804"/>
              <a:ext cx="334010" cy="314960"/>
            </a:xfrm>
            <a:custGeom>
              <a:avLst/>
              <a:gdLst/>
              <a:ahLst/>
              <a:cxnLst/>
              <a:rect l="l" t="t" r="r" b="b"/>
              <a:pathLst>
                <a:path w="334009" h="314960">
                  <a:moveTo>
                    <a:pt x="0" y="0"/>
                  </a:moveTo>
                  <a:lnTo>
                    <a:pt x="333755" y="0"/>
                  </a:lnTo>
                  <a:lnTo>
                    <a:pt x="333755" y="314706"/>
                  </a:lnTo>
                  <a:lnTo>
                    <a:pt x="0" y="314706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/>
          <p:cNvSpPr txBox="1"/>
          <p:nvPr/>
        </p:nvSpPr>
        <p:spPr>
          <a:xfrm>
            <a:off x="6781308" y="4895405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latin typeface="Times New Roman"/>
                <a:cs typeface="Times New Roman"/>
              </a:rPr>
              <a:t>0/</a:t>
            </a:r>
            <a:r>
              <a:rPr dirty="0" sz="2000" spc="-5" b="1">
                <a:solidFill>
                  <a:srgbClr val="FF00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1381246" y="3604988"/>
            <a:ext cx="6072505" cy="2399665"/>
            <a:chOff x="1381246" y="3604988"/>
            <a:chExt cx="6072505" cy="2399665"/>
          </a:xfrm>
        </p:grpSpPr>
        <p:sp>
          <p:nvSpPr>
            <p:cNvPr id="85" name="object 85"/>
            <p:cNvSpPr/>
            <p:nvPr/>
          </p:nvSpPr>
          <p:spPr>
            <a:xfrm>
              <a:off x="2212588" y="5501967"/>
              <a:ext cx="238125" cy="56515"/>
            </a:xfrm>
            <a:custGeom>
              <a:avLst/>
              <a:gdLst/>
              <a:ahLst/>
              <a:cxnLst/>
              <a:rect l="l" t="t" r="r" b="b"/>
              <a:pathLst>
                <a:path w="238125" h="56514">
                  <a:moveTo>
                    <a:pt x="237815" y="56391"/>
                  </a:moveTo>
                  <a:lnTo>
                    <a:pt x="0" y="30757"/>
                  </a:lnTo>
                  <a:lnTo>
                    <a:pt x="237815" y="0"/>
                  </a:lnTo>
                  <a:lnTo>
                    <a:pt x="237815" y="563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2212589" y="5501968"/>
              <a:ext cx="238125" cy="56515"/>
            </a:xfrm>
            <a:custGeom>
              <a:avLst/>
              <a:gdLst/>
              <a:ahLst/>
              <a:cxnLst/>
              <a:rect l="l" t="t" r="r" b="b"/>
              <a:pathLst>
                <a:path w="238125" h="56514">
                  <a:moveTo>
                    <a:pt x="237815" y="0"/>
                  </a:moveTo>
                  <a:lnTo>
                    <a:pt x="237815" y="56389"/>
                  </a:lnTo>
                  <a:lnTo>
                    <a:pt x="0" y="30757"/>
                  </a:lnTo>
                  <a:lnTo>
                    <a:pt x="237815" y="0"/>
                  </a:lnTo>
                  <a:close/>
                </a:path>
              </a:pathLst>
            </a:custGeom>
            <a:ln w="4869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2440176" y="5532726"/>
              <a:ext cx="616585" cy="13335"/>
            </a:xfrm>
            <a:custGeom>
              <a:avLst/>
              <a:gdLst/>
              <a:ahLst/>
              <a:cxnLst/>
              <a:rect l="l" t="t" r="r" b="b"/>
              <a:pathLst>
                <a:path w="616585" h="13335">
                  <a:moveTo>
                    <a:pt x="616275" y="12815"/>
                  </a:moveTo>
                  <a:lnTo>
                    <a:pt x="0" y="0"/>
                  </a:lnTo>
                </a:path>
              </a:pathLst>
            </a:custGeom>
            <a:ln w="486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2340447" y="4471579"/>
              <a:ext cx="143510" cy="220979"/>
            </a:xfrm>
            <a:custGeom>
              <a:avLst/>
              <a:gdLst/>
              <a:ahLst/>
              <a:cxnLst/>
              <a:rect l="l" t="t" r="r" b="b"/>
              <a:pathLst>
                <a:path w="143510" h="220979">
                  <a:moveTo>
                    <a:pt x="51143" y="220433"/>
                  </a:moveTo>
                  <a:lnTo>
                    <a:pt x="0" y="192238"/>
                  </a:lnTo>
                  <a:lnTo>
                    <a:pt x="143200" y="0"/>
                  </a:lnTo>
                  <a:lnTo>
                    <a:pt x="51143" y="2204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2340447" y="4471581"/>
              <a:ext cx="143510" cy="220979"/>
            </a:xfrm>
            <a:custGeom>
              <a:avLst/>
              <a:gdLst/>
              <a:ahLst/>
              <a:cxnLst/>
              <a:rect l="l" t="t" r="r" b="b"/>
              <a:pathLst>
                <a:path w="143510" h="220979">
                  <a:moveTo>
                    <a:pt x="0" y="192236"/>
                  </a:moveTo>
                  <a:lnTo>
                    <a:pt x="51143" y="220430"/>
                  </a:lnTo>
                  <a:lnTo>
                    <a:pt x="143200" y="0"/>
                  </a:lnTo>
                  <a:lnTo>
                    <a:pt x="0" y="192236"/>
                  </a:lnTo>
                  <a:close/>
                </a:path>
              </a:pathLst>
            </a:custGeom>
            <a:ln w="4861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2018245" y="4666381"/>
              <a:ext cx="353060" cy="558800"/>
            </a:xfrm>
            <a:custGeom>
              <a:avLst/>
              <a:gdLst/>
              <a:ahLst/>
              <a:cxnLst/>
              <a:rect l="l" t="t" r="r" b="b"/>
              <a:pathLst>
                <a:path w="353060" h="558800">
                  <a:moveTo>
                    <a:pt x="0" y="558766"/>
                  </a:moveTo>
                  <a:lnTo>
                    <a:pt x="352887" y="0"/>
                  </a:lnTo>
                </a:path>
              </a:pathLst>
            </a:custGeom>
            <a:ln w="3326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3084580" y="5227710"/>
              <a:ext cx="606425" cy="605155"/>
            </a:xfrm>
            <a:custGeom>
              <a:avLst/>
              <a:gdLst/>
              <a:ahLst/>
              <a:cxnLst/>
              <a:rect l="l" t="t" r="r" b="b"/>
              <a:pathLst>
                <a:path w="606425" h="605154">
                  <a:moveTo>
                    <a:pt x="334987" y="604903"/>
                  </a:moveTo>
                  <a:lnTo>
                    <a:pt x="319644" y="604903"/>
                  </a:lnTo>
                  <a:lnTo>
                    <a:pt x="276173" y="604903"/>
                  </a:lnTo>
                  <a:lnTo>
                    <a:pt x="245487" y="599777"/>
                  </a:lnTo>
                  <a:lnTo>
                    <a:pt x="232701" y="597214"/>
                  </a:lnTo>
                  <a:lnTo>
                    <a:pt x="217358" y="592090"/>
                  </a:lnTo>
                  <a:lnTo>
                    <a:pt x="202015" y="589527"/>
                  </a:lnTo>
                  <a:lnTo>
                    <a:pt x="189229" y="581835"/>
                  </a:lnTo>
                  <a:lnTo>
                    <a:pt x="173886" y="576708"/>
                  </a:lnTo>
                  <a:lnTo>
                    <a:pt x="145758" y="561332"/>
                  </a:lnTo>
                  <a:lnTo>
                    <a:pt x="76714" y="504940"/>
                  </a:lnTo>
                  <a:lnTo>
                    <a:pt x="43471" y="458804"/>
                  </a:lnTo>
                  <a:lnTo>
                    <a:pt x="23014" y="417793"/>
                  </a:lnTo>
                  <a:lnTo>
                    <a:pt x="15342" y="392162"/>
                  </a:lnTo>
                  <a:lnTo>
                    <a:pt x="10228" y="376785"/>
                  </a:lnTo>
                  <a:lnTo>
                    <a:pt x="7671" y="363967"/>
                  </a:lnTo>
                  <a:lnTo>
                    <a:pt x="2557" y="333212"/>
                  </a:lnTo>
                  <a:lnTo>
                    <a:pt x="2557" y="320393"/>
                  </a:lnTo>
                  <a:lnTo>
                    <a:pt x="0" y="305014"/>
                  </a:lnTo>
                  <a:lnTo>
                    <a:pt x="0" y="289638"/>
                  </a:lnTo>
                  <a:lnTo>
                    <a:pt x="2557" y="276820"/>
                  </a:lnTo>
                  <a:lnTo>
                    <a:pt x="5114" y="261443"/>
                  </a:lnTo>
                  <a:lnTo>
                    <a:pt x="5114" y="246062"/>
                  </a:lnTo>
                  <a:lnTo>
                    <a:pt x="10228" y="230683"/>
                  </a:lnTo>
                  <a:lnTo>
                    <a:pt x="12785" y="217870"/>
                  </a:lnTo>
                  <a:lnTo>
                    <a:pt x="23014" y="187110"/>
                  </a:lnTo>
                  <a:lnTo>
                    <a:pt x="30685" y="174296"/>
                  </a:lnTo>
                  <a:lnTo>
                    <a:pt x="43471" y="146102"/>
                  </a:lnTo>
                  <a:lnTo>
                    <a:pt x="79271" y="97399"/>
                  </a:lnTo>
                  <a:lnTo>
                    <a:pt x="125300" y="58955"/>
                  </a:lnTo>
                  <a:lnTo>
                    <a:pt x="173886" y="28194"/>
                  </a:lnTo>
                  <a:lnTo>
                    <a:pt x="202015" y="17942"/>
                  </a:lnTo>
                  <a:lnTo>
                    <a:pt x="214801" y="12818"/>
                  </a:lnTo>
                  <a:lnTo>
                    <a:pt x="227587" y="10255"/>
                  </a:lnTo>
                  <a:lnTo>
                    <a:pt x="242930" y="5126"/>
                  </a:lnTo>
                  <a:lnTo>
                    <a:pt x="258273" y="2563"/>
                  </a:lnTo>
                  <a:lnTo>
                    <a:pt x="271058" y="2563"/>
                  </a:lnTo>
                  <a:lnTo>
                    <a:pt x="286401" y="0"/>
                  </a:lnTo>
                  <a:lnTo>
                    <a:pt x="314530" y="0"/>
                  </a:lnTo>
                  <a:lnTo>
                    <a:pt x="329873" y="2563"/>
                  </a:lnTo>
                  <a:lnTo>
                    <a:pt x="345216" y="2563"/>
                  </a:lnTo>
                  <a:lnTo>
                    <a:pt x="360559" y="5126"/>
                  </a:lnTo>
                  <a:lnTo>
                    <a:pt x="373345" y="7692"/>
                  </a:lnTo>
                  <a:lnTo>
                    <a:pt x="404031" y="17942"/>
                  </a:lnTo>
                  <a:lnTo>
                    <a:pt x="416816" y="23068"/>
                  </a:lnTo>
                  <a:lnTo>
                    <a:pt x="432159" y="28194"/>
                  </a:lnTo>
                  <a:lnTo>
                    <a:pt x="506317" y="79460"/>
                  </a:lnTo>
                  <a:lnTo>
                    <a:pt x="547232" y="123033"/>
                  </a:lnTo>
                  <a:lnTo>
                    <a:pt x="575360" y="174296"/>
                  </a:lnTo>
                  <a:lnTo>
                    <a:pt x="583032" y="187110"/>
                  </a:lnTo>
                  <a:lnTo>
                    <a:pt x="588146" y="199925"/>
                  </a:lnTo>
                  <a:lnTo>
                    <a:pt x="590703" y="215307"/>
                  </a:lnTo>
                  <a:lnTo>
                    <a:pt x="595818" y="228120"/>
                  </a:lnTo>
                  <a:lnTo>
                    <a:pt x="598375" y="243501"/>
                  </a:lnTo>
                  <a:lnTo>
                    <a:pt x="600932" y="256315"/>
                  </a:lnTo>
                  <a:lnTo>
                    <a:pt x="603489" y="271693"/>
                  </a:lnTo>
                  <a:lnTo>
                    <a:pt x="603489" y="287075"/>
                  </a:lnTo>
                  <a:lnTo>
                    <a:pt x="606046" y="299888"/>
                  </a:lnTo>
                  <a:lnTo>
                    <a:pt x="606046" y="315267"/>
                  </a:lnTo>
                  <a:lnTo>
                    <a:pt x="603489" y="330649"/>
                  </a:lnTo>
                  <a:lnTo>
                    <a:pt x="603489" y="346025"/>
                  </a:lnTo>
                  <a:lnTo>
                    <a:pt x="600932" y="358843"/>
                  </a:lnTo>
                  <a:lnTo>
                    <a:pt x="595818" y="374220"/>
                  </a:lnTo>
                  <a:lnTo>
                    <a:pt x="593260" y="389598"/>
                  </a:lnTo>
                  <a:lnTo>
                    <a:pt x="588146" y="402417"/>
                  </a:lnTo>
                  <a:lnTo>
                    <a:pt x="562574" y="458804"/>
                  </a:lnTo>
                  <a:lnTo>
                    <a:pt x="526774" y="507503"/>
                  </a:lnTo>
                  <a:lnTo>
                    <a:pt x="457731" y="563895"/>
                  </a:lnTo>
                  <a:lnTo>
                    <a:pt x="419374" y="581835"/>
                  </a:lnTo>
                  <a:lnTo>
                    <a:pt x="404031" y="586964"/>
                  </a:lnTo>
                  <a:lnTo>
                    <a:pt x="378459" y="597214"/>
                  </a:lnTo>
                  <a:lnTo>
                    <a:pt x="347773" y="602340"/>
                  </a:lnTo>
                  <a:lnTo>
                    <a:pt x="334987" y="6049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3084580" y="5227711"/>
              <a:ext cx="606425" cy="605155"/>
            </a:xfrm>
            <a:custGeom>
              <a:avLst/>
              <a:gdLst/>
              <a:ahLst/>
              <a:cxnLst/>
              <a:rect l="l" t="t" r="r" b="b"/>
              <a:pathLst>
                <a:path w="606425" h="605154">
                  <a:moveTo>
                    <a:pt x="432159" y="28194"/>
                  </a:moveTo>
                  <a:lnTo>
                    <a:pt x="416816" y="23068"/>
                  </a:lnTo>
                  <a:lnTo>
                    <a:pt x="404031" y="17942"/>
                  </a:lnTo>
                  <a:lnTo>
                    <a:pt x="388688" y="12815"/>
                  </a:lnTo>
                  <a:lnTo>
                    <a:pt x="373345" y="7689"/>
                  </a:lnTo>
                  <a:lnTo>
                    <a:pt x="360559" y="5126"/>
                  </a:lnTo>
                  <a:lnTo>
                    <a:pt x="345216" y="2563"/>
                  </a:lnTo>
                  <a:lnTo>
                    <a:pt x="329873" y="2563"/>
                  </a:lnTo>
                  <a:lnTo>
                    <a:pt x="314530" y="0"/>
                  </a:lnTo>
                  <a:lnTo>
                    <a:pt x="301744" y="0"/>
                  </a:lnTo>
                  <a:lnTo>
                    <a:pt x="286401" y="0"/>
                  </a:lnTo>
                  <a:lnTo>
                    <a:pt x="271058" y="2563"/>
                  </a:lnTo>
                  <a:lnTo>
                    <a:pt x="258273" y="2563"/>
                  </a:lnTo>
                  <a:lnTo>
                    <a:pt x="242930" y="5126"/>
                  </a:lnTo>
                  <a:lnTo>
                    <a:pt x="227587" y="10252"/>
                  </a:lnTo>
                  <a:lnTo>
                    <a:pt x="214801" y="12815"/>
                  </a:lnTo>
                  <a:lnTo>
                    <a:pt x="202015" y="17942"/>
                  </a:lnTo>
                  <a:lnTo>
                    <a:pt x="186672" y="23068"/>
                  </a:lnTo>
                  <a:lnTo>
                    <a:pt x="173886" y="28194"/>
                  </a:lnTo>
                  <a:lnTo>
                    <a:pt x="125300" y="58952"/>
                  </a:lnTo>
                  <a:lnTo>
                    <a:pt x="79271" y="97399"/>
                  </a:lnTo>
                  <a:lnTo>
                    <a:pt x="43471" y="146099"/>
                  </a:lnTo>
                  <a:lnTo>
                    <a:pt x="30685" y="174294"/>
                  </a:lnTo>
                  <a:lnTo>
                    <a:pt x="23014" y="187110"/>
                  </a:lnTo>
                  <a:lnTo>
                    <a:pt x="17900" y="202488"/>
                  </a:lnTo>
                  <a:lnTo>
                    <a:pt x="12785" y="217867"/>
                  </a:lnTo>
                  <a:lnTo>
                    <a:pt x="10228" y="230683"/>
                  </a:lnTo>
                  <a:lnTo>
                    <a:pt x="5114" y="246062"/>
                  </a:lnTo>
                  <a:lnTo>
                    <a:pt x="5114" y="261441"/>
                  </a:lnTo>
                  <a:lnTo>
                    <a:pt x="2557" y="276820"/>
                  </a:lnTo>
                  <a:lnTo>
                    <a:pt x="0" y="289636"/>
                  </a:lnTo>
                  <a:lnTo>
                    <a:pt x="0" y="305014"/>
                  </a:lnTo>
                  <a:lnTo>
                    <a:pt x="2557" y="320393"/>
                  </a:lnTo>
                  <a:lnTo>
                    <a:pt x="2557" y="333209"/>
                  </a:lnTo>
                  <a:lnTo>
                    <a:pt x="5114" y="348588"/>
                  </a:lnTo>
                  <a:lnTo>
                    <a:pt x="7671" y="363967"/>
                  </a:lnTo>
                  <a:lnTo>
                    <a:pt x="10228" y="376783"/>
                  </a:lnTo>
                  <a:lnTo>
                    <a:pt x="15342" y="392162"/>
                  </a:lnTo>
                  <a:lnTo>
                    <a:pt x="17900" y="404977"/>
                  </a:lnTo>
                  <a:lnTo>
                    <a:pt x="23014" y="417793"/>
                  </a:lnTo>
                  <a:lnTo>
                    <a:pt x="30685" y="433172"/>
                  </a:lnTo>
                  <a:lnTo>
                    <a:pt x="43471" y="458804"/>
                  </a:lnTo>
                  <a:lnTo>
                    <a:pt x="58814" y="481872"/>
                  </a:lnTo>
                  <a:lnTo>
                    <a:pt x="76714" y="504940"/>
                  </a:lnTo>
                  <a:lnTo>
                    <a:pt x="99729" y="525445"/>
                  </a:lnTo>
                  <a:lnTo>
                    <a:pt x="122743" y="545951"/>
                  </a:lnTo>
                  <a:lnTo>
                    <a:pt x="145758" y="561330"/>
                  </a:lnTo>
                  <a:lnTo>
                    <a:pt x="173886" y="576708"/>
                  </a:lnTo>
                  <a:lnTo>
                    <a:pt x="189229" y="581835"/>
                  </a:lnTo>
                  <a:lnTo>
                    <a:pt x="202015" y="589524"/>
                  </a:lnTo>
                  <a:lnTo>
                    <a:pt x="217358" y="592087"/>
                  </a:lnTo>
                  <a:lnTo>
                    <a:pt x="232701" y="597214"/>
                  </a:lnTo>
                  <a:lnTo>
                    <a:pt x="245487" y="599777"/>
                  </a:lnTo>
                  <a:lnTo>
                    <a:pt x="260830" y="602340"/>
                  </a:lnTo>
                  <a:lnTo>
                    <a:pt x="276173" y="604903"/>
                  </a:lnTo>
                  <a:lnTo>
                    <a:pt x="291516" y="604903"/>
                  </a:lnTo>
                  <a:lnTo>
                    <a:pt x="304301" y="604903"/>
                  </a:lnTo>
                  <a:lnTo>
                    <a:pt x="319644" y="604903"/>
                  </a:lnTo>
                  <a:lnTo>
                    <a:pt x="334987" y="604903"/>
                  </a:lnTo>
                  <a:lnTo>
                    <a:pt x="347773" y="602340"/>
                  </a:lnTo>
                  <a:lnTo>
                    <a:pt x="363116" y="599777"/>
                  </a:lnTo>
                  <a:lnTo>
                    <a:pt x="378459" y="597214"/>
                  </a:lnTo>
                  <a:lnTo>
                    <a:pt x="391245" y="592087"/>
                  </a:lnTo>
                  <a:lnTo>
                    <a:pt x="404031" y="586961"/>
                  </a:lnTo>
                  <a:lnTo>
                    <a:pt x="419374" y="581835"/>
                  </a:lnTo>
                  <a:lnTo>
                    <a:pt x="432159" y="576708"/>
                  </a:lnTo>
                  <a:lnTo>
                    <a:pt x="457731" y="563893"/>
                  </a:lnTo>
                  <a:lnTo>
                    <a:pt x="480745" y="545951"/>
                  </a:lnTo>
                  <a:lnTo>
                    <a:pt x="503760" y="528009"/>
                  </a:lnTo>
                  <a:lnTo>
                    <a:pt x="526774" y="507503"/>
                  </a:lnTo>
                  <a:lnTo>
                    <a:pt x="544674" y="484435"/>
                  </a:lnTo>
                  <a:lnTo>
                    <a:pt x="562574" y="458804"/>
                  </a:lnTo>
                  <a:lnTo>
                    <a:pt x="575360" y="433172"/>
                  </a:lnTo>
                  <a:lnTo>
                    <a:pt x="583032" y="417793"/>
                  </a:lnTo>
                  <a:lnTo>
                    <a:pt x="588146" y="402414"/>
                  </a:lnTo>
                  <a:lnTo>
                    <a:pt x="593260" y="389598"/>
                  </a:lnTo>
                  <a:lnTo>
                    <a:pt x="595818" y="374220"/>
                  </a:lnTo>
                  <a:lnTo>
                    <a:pt x="600932" y="358841"/>
                  </a:lnTo>
                  <a:lnTo>
                    <a:pt x="603489" y="346025"/>
                  </a:lnTo>
                  <a:lnTo>
                    <a:pt x="603489" y="330646"/>
                  </a:lnTo>
                  <a:lnTo>
                    <a:pt x="606046" y="315267"/>
                  </a:lnTo>
                  <a:lnTo>
                    <a:pt x="606046" y="299888"/>
                  </a:lnTo>
                  <a:lnTo>
                    <a:pt x="603489" y="287072"/>
                  </a:lnTo>
                  <a:lnTo>
                    <a:pt x="603489" y="271693"/>
                  </a:lnTo>
                  <a:lnTo>
                    <a:pt x="600932" y="256315"/>
                  </a:lnTo>
                  <a:lnTo>
                    <a:pt x="598375" y="243499"/>
                  </a:lnTo>
                  <a:lnTo>
                    <a:pt x="595818" y="228120"/>
                  </a:lnTo>
                  <a:lnTo>
                    <a:pt x="590703" y="215304"/>
                  </a:lnTo>
                  <a:lnTo>
                    <a:pt x="588146" y="199925"/>
                  </a:lnTo>
                  <a:lnTo>
                    <a:pt x="583032" y="187110"/>
                  </a:lnTo>
                  <a:lnTo>
                    <a:pt x="575360" y="174294"/>
                  </a:lnTo>
                  <a:lnTo>
                    <a:pt x="562574" y="148662"/>
                  </a:lnTo>
                  <a:lnTo>
                    <a:pt x="547232" y="123031"/>
                  </a:lnTo>
                  <a:lnTo>
                    <a:pt x="529331" y="99962"/>
                  </a:lnTo>
                  <a:lnTo>
                    <a:pt x="506317" y="79457"/>
                  </a:lnTo>
                  <a:lnTo>
                    <a:pt x="483303" y="61515"/>
                  </a:lnTo>
                  <a:lnTo>
                    <a:pt x="460288" y="43573"/>
                  </a:lnTo>
                  <a:lnTo>
                    <a:pt x="432159" y="28194"/>
                  </a:lnTo>
                </a:path>
              </a:pathLst>
            </a:custGeom>
            <a:ln w="332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70047" y="4545917"/>
              <a:ext cx="155990" cy="220422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2895350" y="4740712"/>
              <a:ext cx="320040" cy="528320"/>
            </a:xfrm>
            <a:custGeom>
              <a:avLst/>
              <a:gdLst/>
              <a:ahLst/>
              <a:cxnLst/>
              <a:rect l="l" t="t" r="r" b="b"/>
              <a:pathLst>
                <a:path w="320039" h="528320">
                  <a:moveTo>
                    <a:pt x="319644" y="528009"/>
                  </a:moveTo>
                  <a:lnTo>
                    <a:pt x="0" y="0"/>
                  </a:lnTo>
                </a:path>
              </a:pathLst>
            </a:custGeom>
            <a:ln w="153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80190" y="4998335"/>
              <a:ext cx="181583" cy="248572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2966951" y="4415192"/>
              <a:ext cx="363220" cy="630555"/>
            </a:xfrm>
            <a:custGeom>
              <a:avLst/>
              <a:gdLst/>
              <a:ahLst/>
              <a:cxnLst/>
              <a:rect l="l" t="t" r="r" b="b"/>
              <a:pathLst>
                <a:path w="363220" h="630554">
                  <a:moveTo>
                    <a:pt x="0" y="0"/>
                  </a:moveTo>
                  <a:lnTo>
                    <a:pt x="363116" y="630535"/>
                  </a:lnTo>
                </a:path>
              </a:pathLst>
            </a:custGeom>
            <a:ln w="3326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1601428" y="5202078"/>
              <a:ext cx="606425" cy="607695"/>
            </a:xfrm>
            <a:custGeom>
              <a:avLst/>
              <a:gdLst/>
              <a:ahLst/>
              <a:cxnLst/>
              <a:rect l="l" t="t" r="r" b="b"/>
              <a:pathLst>
                <a:path w="606425" h="607695">
                  <a:moveTo>
                    <a:pt x="319642" y="607466"/>
                  </a:moveTo>
                  <a:lnTo>
                    <a:pt x="304301" y="607466"/>
                  </a:lnTo>
                  <a:lnTo>
                    <a:pt x="291516" y="607466"/>
                  </a:lnTo>
                  <a:lnTo>
                    <a:pt x="276173" y="604903"/>
                  </a:lnTo>
                  <a:lnTo>
                    <a:pt x="260830" y="604903"/>
                  </a:lnTo>
                  <a:lnTo>
                    <a:pt x="245487" y="602340"/>
                  </a:lnTo>
                  <a:lnTo>
                    <a:pt x="232701" y="597214"/>
                  </a:lnTo>
                  <a:lnTo>
                    <a:pt x="217358" y="594653"/>
                  </a:lnTo>
                  <a:lnTo>
                    <a:pt x="202013" y="589527"/>
                  </a:lnTo>
                  <a:lnTo>
                    <a:pt x="189229" y="584398"/>
                  </a:lnTo>
                  <a:lnTo>
                    <a:pt x="173886" y="576708"/>
                  </a:lnTo>
                  <a:lnTo>
                    <a:pt x="145758" y="563895"/>
                  </a:lnTo>
                  <a:lnTo>
                    <a:pt x="99729" y="528009"/>
                  </a:lnTo>
                  <a:lnTo>
                    <a:pt x="58814" y="484435"/>
                  </a:lnTo>
                  <a:lnTo>
                    <a:pt x="30685" y="433175"/>
                  </a:lnTo>
                  <a:lnTo>
                    <a:pt x="23014" y="420356"/>
                  </a:lnTo>
                  <a:lnTo>
                    <a:pt x="17897" y="407543"/>
                  </a:lnTo>
                  <a:lnTo>
                    <a:pt x="15342" y="392162"/>
                  </a:lnTo>
                  <a:lnTo>
                    <a:pt x="10228" y="379348"/>
                  </a:lnTo>
                  <a:lnTo>
                    <a:pt x="7671" y="363969"/>
                  </a:lnTo>
                  <a:lnTo>
                    <a:pt x="5114" y="351151"/>
                  </a:lnTo>
                  <a:lnTo>
                    <a:pt x="2557" y="335775"/>
                  </a:lnTo>
                  <a:lnTo>
                    <a:pt x="2557" y="320393"/>
                  </a:lnTo>
                  <a:lnTo>
                    <a:pt x="0" y="307578"/>
                  </a:lnTo>
                  <a:lnTo>
                    <a:pt x="0" y="292201"/>
                  </a:lnTo>
                  <a:lnTo>
                    <a:pt x="5114" y="261441"/>
                  </a:lnTo>
                  <a:lnTo>
                    <a:pt x="5114" y="248625"/>
                  </a:lnTo>
                  <a:lnTo>
                    <a:pt x="10228" y="233246"/>
                  </a:lnTo>
                  <a:lnTo>
                    <a:pt x="23014" y="189673"/>
                  </a:lnTo>
                  <a:lnTo>
                    <a:pt x="43469" y="148665"/>
                  </a:lnTo>
                  <a:lnTo>
                    <a:pt x="79271" y="99962"/>
                  </a:lnTo>
                  <a:lnTo>
                    <a:pt x="125300" y="58955"/>
                  </a:lnTo>
                  <a:lnTo>
                    <a:pt x="173886" y="30757"/>
                  </a:lnTo>
                  <a:lnTo>
                    <a:pt x="186672" y="23068"/>
                  </a:lnTo>
                  <a:lnTo>
                    <a:pt x="202013" y="17942"/>
                  </a:lnTo>
                  <a:lnTo>
                    <a:pt x="214801" y="15381"/>
                  </a:lnTo>
                  <a:lnTo>
                    <a:pt x="227584" y="10255"/>
                  </a:lnTo>
                  <a:lnTo>
                    <a:pt x="258273" y="5126"/>
                  </a:lnTo>
                  <a:lnTo>
                    <a:pt x="271056" y="2563"/>
                  </a:lnTo>
                  <a:lnTo>
                    <a:pt x="286401" y="2563"/>
                  </a:lnTo>
                  <a:lnTo>
                    <a:pt x="301744" y="0"/>
                  </a:lnTo>
                  <a:lnTo>
                    <a:pt x="314530" y="2563"/>
                  </a:lnTo>
                  <a:lnTo>
                    <a:pt x="329873" y="2563"/>
                  </a:lnTo>
                  <a:lnTo>
                    <a:pt x="360559" y="7689"/>
                  </a:lnTo>
                  <a:lnTo>
                    <a:pt x="373345" y="10255"/>
                  </a:lnTo>
                  <a:lnTo>
                    <a:pt x="388685" y="12818"/>
                  </a:lnTo>
                  <a:lnTo>
                    <a:pt x="404031" y="17942"/>
                  </a:lnTo>
                  <a:lnTo>
                    <a:pt x="416816" y="23068"/>
                  </a:lnTo>
                  <a:lnTo>
                    <a:pt x="432157" y="30757"/>
                  </a:lnTo>
                  <a:lnTo>
                    <a:pt x="460288" y="43573"/>
                  </a:lnTo>
                  <a:lnTo>
                    <a:pt x="529331" y="102528"/>
                  </a:lnTo>
                  <a:lnTo>
                    <a:pt x="562574" y="148665"/>
                  </a:lnTo>
                  <a:lnTo>
                    <a:pt x="575360" y="174296"/>
                  </a:lnTo>
                  <a:lnTo>
                    <a:pt x="583032" y="187110"/>
                  </a:lnTo>
                  <a:lnTo>
                    <a:pt x="588146" y="202488"/>
                  </a:lnTo>
                  <a:lnTo>
                    <a:pt x="590703" y="215304"/>
                  </a:lnTo>
                  <a:lnTo>
                    <a:pt x="595815" y="230683"/>
                  </a:lnTo>
                  <a:lnTo>
                    <a:pt x="598375" y="243501"/>
                  </a:lnTo>
                  <a:lnTo>
                    <a:pt x="600932" y="258878"/>
                  </a:lnTo>
                  <a:lnTo>
                    <a:pt x="603489" y="271693"/>
                  </a:lnTo>
                  <a:lnTo>
                    <a:pt x="603489" y="287075"/>
                  </a:lnTo>
                  <a:lnTo>
                    <a:pt x="606046" y="302451"/>
                  </a:lnTo>
                  <a:lnTo>
                    <a:pt x="606046" y="315270"/>
                  </a:lnTo>
                  <a:lnTo>
                    <a:pt x="603489" y="330646"/>
                  </a:lnTo>
                  <a:lnTo>
                    <a:pt x="603489" y="346025"/>
                  </a:lnTo>
                  <a:lnTo>
                    <a:pt x="600932" y="361406"/>
                  </a:lnTo>
                  <a:lnTo>
                    <a:pt x="595815" y="374220"/>
                  </a:lnTo>
                  <a:lnTo>
                    <a:pt x="593258" y="389598"/>
                  </a:lnTo>
                  <a:lnTo>
                    <a:pt x="588146" y="404980"/>
                  </a:lnTo>
                  <a:lnTo>
                    <a:pt x="583032" y="417793"/>
                  </a:lnTo>
                  <a:lnTo>
                    <a:pt x="575360" y="433175"/>
                  </a:lnTo>
                  <a:lnTo>
                    <a:pt x="562574" y="461367"/>
                  </a:lnTo>
                  <a:lnTo>
                    <a:pt x="526772" y="510067"/>
                  </a:lnTo>
                  <a:lnTo>
                    <a:pt x="480743" y="548516"/>
                  </a:lnTo>
                  <a:lnTo>
                    <a:pt x="432157" y="576708"/>
                  </a:lnTo>
                  <a:lnTo>
                    <a:pt x="419374" y="584398"/>
                  </a:lnTo>
                  <a:lnTo>
                    <a:pt x="404031" y="589527"/>
                  </a:lnTo>
                  <a:lnTo>
                    <a:pt x="391245" y="594653"/>
                  </a:lnTo>
                  <a:lnTo>
                    <a:pt x="378459" y="597214"/>
                  </a:lnTo>
                  <a:lnTo>
                    <a:pt x="347773" y="602340"/>
                  </a:lnTo>
                  <a:lnTo>
                    <a:pt x="334987" y="604903"/>
                  </a:lnTo>
                  <a:lnTo>
                    <a:pt x="319642" y="6074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1601428" y="5202079"/>
              <a:ext cx="606425" cy="607695"/>
            </a:xfrm>
            <a:custGeom>
              <a:avLst/>
              <a:gdLst/>
              <a:ahLst/>
              <a:cxnLst/>
              <a:rect l="l" t="t" r="r" b="b"/>
              <a:pathLst>
                <a:path w="606425" h="607695">
                  <a:moveTo>
                    <a:pt x="432159" y="30757"/>
                  </a:moveTo>
                  <a:lnTo>
                    <a:pt x="416816" y="23068"/>
                  </a:lnTo>
                  <a:lnTo>
                    <a:pt x="404031" y="17942"/>
                  </a:lnTo>
                  <a:lnTo>
                    <a:pt x="388688" y="12815"/>
                  </a:lnTo>
                  <a:lnTo>
                    <a:pt x="373345" y="10252"/>
                  </a:lnTo>
                  <a:lnTo>
                    <a:pt x="360559" y="7689"/>
                  </a:lnTo>
                  <a:lnTo>
                    <a:pt x="345216" y="5126"/>
                  </a:lnTo>
                  <a:lnTo>
                    <a:pt x="329873" y="2563"/>
                  </a:lnTo>
                  <a:lnTo>
                    <a:pt x="314530" y="2563"/>
                  </a:lnTo>
                  <a:lnTo>
                    <a:pt x="301744" y="0"/>
                  </a:lnTo>
                  <a:lnTo>
                    <a:pt x="286401" y="2563"/>
                  </a:lnTo>
                  <a:lnTo>
                    <a:pt x="271058" y="2563"/>
                  </a:lnTo>
                  <a:lnTo>
                    <a:pt x="258273" y="5126"/>
                  </a:lnTo>
                  <a:lnTo>
                    <a:pt x="242930" y="7689"/>
                  </a:lnTo>
                  <a:lnTo>
                    <a:pt x="227587" y="10252"/>
                  </a:lnTo>
                  <a:lnTo>
                    <a:pt x="214801" y="15378"/>
                  </a:lnTo>
                  <a:lnTo>
                    <a:pt x="202015" y="17942"/>
                  </a:lnTo>
                  <a:lnTo>
                    <a:pt x="186672" y="23068"/>
                  </a:lnTo>
                  <a:lnTo>
                    <a:pt x="173886" y="30757"/>
                  </a:lnTo>
                  <a:lnTo>
                    <a:pt x="148315" y="43573"/>
                  </a:lnTo>
                  <a:lnTo>
                    <a:pt x="125300" y="58952"/>
                  </a:lnTo>
                  <a:lnTo>
                    <a:pt x="102286" y="79457"/>
                  </a:lnTo>
                  <a:lnTo>
                    <a:pt x="79271" y="99962"/>
                  </a:lnTo>
                  <a:lnTo>
                    <a:pt x="61371" y="123031"/>
                  </a:lnTo>
                  <a:lnTo>
                    <a:pt x="43471" y="148662"/>
                  </a:lnTo>
                  <a:lnTo>
                    <a:pt x="30685" y="174294"/>
                  </a:lnTo>
                  <a:lnTo>
                    <a:pt x="23014" y="189673"/>
                  </a:lnTo>
                  <a:lnTo>
                    <a:pt x="17900" y="202488"/>
                  </a:lnTo>
                  <a:lnTo>
                    <a:pt x="12785" y="217867"/>
                  </a:lnTo>
                  <a:lnTo>
                    <a:pt x="10228" y="233246"/>
                  </a:lnTo>
                  <a:lnTo>
                    <a:pt x="5114" y="248625"/>
                  </a:lnTo>
                  <a:lnTo>
                    <a:pt x="5114" y="261441"/>
                  </a:lnTo>
                  <a:lnTo>
                    <a:pt x="2557" y="276820"/>
                  </a:lnTo>
                  <a:lnTo>
                    <a:pt x="0" y="292199"/>
                  </a:lnTo>
                  <a:lnTo>
                    <a:pt x="0" y="307578"/>
                  </a:lnTo>
                  <a:lnTo>
                    <a:pt x="2557" y="320393"/>
                  </a:lnTo>
                  <a:lnTo>
                    <a:pt x="2557" y="335772"/>
                  </a:lnTo>
                  <a:lnTo>
                    <a:pt x="5114" y="351151"/>
                  </a:lnTo>
                  <a:lnTo>
                    <a:pt x="7671" y="363967"/>
                  </a:lnTo>
                  <a:lnTo>
                    <a:pt x="10228" y="379346"/>
                  </a:lnTo>
                  <a:lnTo>
                    <a:pt x="15342" y="392162"/>
                  </a:lnTo>
                  <a:lnTo>
                    <a:pt x="17900" y="407540"/>
                  </a:lnTo>
                  <a:lnTo>
                    <a:pt x="23014" y="420356"/>
                  </a:lnTo>
                  <a:lnTo>
                    <a:pt x="30685" y="433172"/>
                  </a:lnTo>
                  <a:lnTo>
                    <a:pt x="43471" y="458804"/>
                  </a:lnTo>
                  <a:lnTo>
                    <a:pt x="58814" y="484435"/>
                  </a:lnTo>
                  <a:lnTo>
                    <a:pt x="76714" y="504940"/>
                  </a:lnTo>
                  <a:lnTo>
                    <a:pt x="99729" y="528009"/>
                  </a:lnTo>
                  <a:lnTo>
                    <a:pt x="122743" y="545951"/>
                  </a:lnTo>
                  <a:lnTo>
                    <a:pt x="145758" y="563893"/>
                  </a:lnTo>
                  <a:lnTo>
                    <a:pt x="173886" y="576708"/>
                  </a:lnTo>
                  <a:lnTo>
                    <a:pt x="189229" y="584398"/>
                  </a:lnTo>
                  <a:lnTo>
                    <a:pt x="202015" y="589524"/>
                  </a:lnTo>
                  <a:lnTo>
                    <a:pt x="217358" y="594651"/>
                  </a:lnTo>
                  <a:lnTo>
                    <a:pt x="232701" y="597214"/>
                  </a:lnTo>
                  <a:lnTo>
                    <a:pt x="245487" y="602340"/>
                  </a:lnTo>
                  <a:lnTo>
                    <a:pt x="260830" y="604903"/>
                  </a:lnTo>
                  <a:lnTo>
                    <a:pt x="276173" y="604903"/>
                  </a:lnTo>
                  <a:lnTo>
                    <a:pt x="291516" y="607466"/>
                  </a:lnTo>
                  <a:lnTo>
                    <a:pt x="304301" y="607466"/>
                  </a:lnTo>
                  <a:lnTo>
                    <a:pt x="319644" y="607466"/>
                  </a:lnTo>
                  <a:lnTo>
                    <a:pt x="334987" y="604903"/>
                  </a:lnTo>
                  <a:lnTo>
                    <a:pt x="347773" y="602340"/>
                  </a:lnTo>
                  <a:lnTo>
                    <a:pt x="363116" y="599777"/>
                  </a:lnTo>
                  <a:lnTo>
                    <a:pt x="378459" y="597214"/>
                  </a:lnTo>
                  <a:lnTo>
                    <a:pt x="391245" y="594651"/>
                  </a:lnTo>
                  <a:lnTo>
                    <a:pt x="404031" y="589524"/>
                  </a:lnTo>
                  <a:lnTo>
                    <a:pt x="419374" y="584398"/>
                  </a:lnTo>
                  <a:lnTo>
                    <a:pt x="432159" y="576708"/>
                  </a:lnTo>
                  <a:lnTo>
                    <a:pt x="457731" y="563893"/>
                  </a:lnTo>
                  <a:lnTo>
                    <a:pt x="480745" y="548514"/>
                  </a:lnTo>
                  <a:lnTo>
                    <a:pt x="526774" y="510067"/>
                  </a:lnTo>
                  <a:lnTo>
                    <a:pt x="562574" y="461367"/>
                  </a:lnTo>
                  <a:lnTo>
                    <a:pt x="575360" y="433172"/>
                  </a:lnTo>
                  <a:lnTo>
                    <a:pt x="583032" y="417793"/>
                  </a:lnTo>
                  <a:lnTo>
                    <a:pt x="588146" y="404977"/>
                  </a:lnTo>
                  <a:lnTo>
                    <a:pt x="593260" y="389598"/>
                  </a:lnTo>
                  <a:lnTo>
                    <a:pt x="595818" y="374220"/>
                  </a:lnTo>
                  <a:lnTo>
                    <a:pt x="600932" y="361404"/>
                  </a:lnTo>
                  <a:lnTo>
                    <a:pt x="603489" y="346025"/>
                  </a:lnTo>
                  <a:lnTo>
                    <a:pt x="603489" y="330646"/>
                  </a:lnTo>
                  <a:lnTo>
                    <a:pt x="606046" y="315267"/>
                  </a:lnTo>
                  <a:lnTo>
                    <a:pt x="606046" y="302451"/>
                  </a:lnTo>
                  <a:lnTo>
                    <a:pt x="603489" y="287072"/>
                  </a:lnTo>
                  <a:lnTo>
                    <a:pt x="603489" y="271693"/>
                  </a:lnTo>
                  <a:lnTo>
                    <a:pt x="600932" y="258878"/>
                  </a:lnTo>
                  <a:lnTo>
                    <a:pt x="598375" y="243499"/>
                  </a:lnTo>
                  <a:lnTo>
                    <a:pt x="595818" y="230683"/>
                  </a:lnTo>
                  <a:lnTo>
                    <a:pt x="590703" y="215304"/>
                  </a:lnTo>
                  <a:lnTo>
                    <a:pt x="588146" y="202488"/>
                  </a:lnTo>
                  <a:lnTo>
                    <a:pt x="583032" y="187110"/>
                  </a:lnTo>
                  <a:lnTo>
                    <a:pt x="575360" y="174294"/>
                  </a:lnTo>
                  <a:lnTo>
                    <a:pt x="562574" y="148662"/>
                  </a:lnTo>
                  <a:lnTo>
                    <a:pt x="547232" y="125594"/>
                  </a:lnTo>
                  <a:lnTo>
                    <a:pt x="529331" y="102526"/>
                  </a:lnTo>
                  <a:lnTo>
                    <a:pt x="506317" y="82020"/>
                  </a:lnTo>
                  <a:lnTo>
                    <a:pt x="483303" y="61515"/>
                  </a:lnTo>
                  <a:lnTo>
                    <a:pt x="460288" y="43573"/>
                  </a:lnTo>
                  <a:lnTo>
                    <a:pt x="432159" y="30757"/>
                  </a:lnTo>
                </a:path>
              </a:pathLst>
            </a:custGeom>
            <a:ln w="332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2376247" y="3948698"/>
              <a:ext cx="606425" cy="605155"/>
            </a:xfrm>
            <a:custGeom>
              <a:avLst/>
              <a:gdLst/>
              <a:ahLst/>
              <a:cxnLst/>
              <a:rect l="l" t="t" r="r" b="b"/>
              <a:pathLst>
                <a:path w="606425" h="605154">
                  <a:moveTo>
                    <a:pt x="334987" y="604903"/>
                  </a:moveTo>
                  <a:lnTo>
                    <a:pt x="319644" y="604903"/>
                  </a:lnTo>
                  <a:lnTo>
                    <a:pt x="276173" y="604903"/>
                  </a:lnTo>
                  <a:lnTo>
                    <a:pt x="245487" y="599777"/>
                  </a:lnTo>
                  <a:lnTo>
                    <a:pt x="232701" y="597214"/>
                  </a:lnTo>
                  <a:lnTo>
                    <a:pt x="202015" y="586961"/>
                  </a:lnTo>
                  <a:lnTo>
                    <a:pt x="189229" y="581835"/>
                  </a:lnTo>
                  <a:lnTo>
                    <a:pt x="173886" y="576708"/>
                  </a:lnTo>
                  <a:lnTo>
                    <a:pt x="122743" y="545951"/>
                  </a:lnTo>
                  <a:lnTo>
                    <a:pt x="76714" y="504940"/>
                  </a:lnTo>
                  <a:lnTo>
                    <a:pt x="43471" y="456240"/>
                  </a:lnTo>
                  <a:lnTo>
                    <a:pt x="30685" y="430609"/>
                  </a:lnTo>
                  <a:lnTo>
                    <a:pt x="23014" y="417793"/>
                  </a:lnTo>
                  <a:lnTo>
                    <a:pt x="12785" y="392162"/>
                  </a:lnTo>
                  <a:lnTo>
                    <a:pt x="10228" y="376783"/>
                  </a:lnTo>
                  <a:lnTo>
                    <a:pt x="7671" y="363967"/>
                  </a:lnTo>
                  <a:lnTo>
                    <a:pt x="2557" y="333209"/>
                  </a:lnTo>
                  <a:lnTo>
                    <a:pt x="0" y="320393"/>
                  </a:lnTo>
                  <a:lnTo>
                    <a:pt x="0" y="289636"/>
                  </a:lnTo>
                  <a:lnTo>
                    <a:pt x="2557" y="274257"/>
                  </a:lnTo>
                  <a:lnTo>
                    <a:pt x="2557" y="261441"/>
                  </a:lnTo>
                  <a:lnTo>
                    <a:pt x="5114" y="246062"/>
                  </a:lnTo>
                  <a:lnTo>
                    <a:pt x="10228" y="230683"/>
                  </a:lnTo>
                  <a:lnTo>
                    <a:pt x="12785" y="215304"/>
                  </a:lnTo>
                  <a:lnTo>
                    <a:pt x="17900" y="202488"/>
                  </a:lnTo>
                  <a:lnTo>
                    <a:pt x="23014" y="187110"/>
                  </a:lnTo>
                  <a:lnTo>
                    <a:pt x="30685" y="174294"/>
                  </a:lnTo>
                  <a:lnTo>
                    <a:pt x="43471" y="146099"/>
                  </a:lnTo>
                  <a:lnTo>
                    <a:pt x="79271" y="97399"/>
                  </a:lnTo>
                  <a:lnTo>
                    <a:pt x="148315" y="41010"/>
                  </a:lnTo>
                  <a:lnTo>
                    <a:pt x="186672" y="23068"/>
                  </a:lnTo>
                  <a:lnTo>
                    <a:pt x="202015" y="17942"/>
                  </a:lnTo>
                  <a:lnTo>
                    <a:pt x="214801" y="12815"/>
                  </a:lnTo>
                  <a:lnTo>
                    <a:pt x="227587" y="10252"/>
                  </a:lnTo>
                  <a:lnTo>
                    <a:pt x="242930" y="5126"/>
                  </a:lnTo>
                  <a:lnTo>
                    <a:pt x="258273" y="2563"/>
                  </a:lnTo>
                  <a:lnTo>
                    <a:pt x="271058" y="2563"/>
                  </a:lnTo>
                  <a:lnTo>
                    <a:pt x="286401" y="0"/>
                  </a:lnTo>
                  <a:lnTo>
                    <a:pt x="329873" y="0"/>
                  </a:lnTo>
                  <a:lnTo>
                    <a:pt x="360559" y="5126"/>
                  </a:lnTo>
                  <a:lnTo>
                    <a:pt x="373345" y="7689"/>
                  </a:lnTo>
                  <a:lnTo>
                    <a:pt x="404031" y="17942"/>
                  </a:lnTo>
                  <a:lnTo>
                    <a:pt x="416816" y="23068"/>
                  </a:lnTo>
                  <a:lnTo>
                    <a:pt x="432159" y="28194"/>
                  </a:lnTo>
                  <a:lnTo>
                    <a:pt x="506317" y="79457"/>
                  </a:lnTo>
                  <a:lnTo>
                    <a:pt x="547232" y="123031"/>
                  </a:lnTo>
                  <a:lnTo>
                    <a:pt x="575360" y="174294"/>
                  </a:lnTo>
                  <a:lnTo>
                    <a:pt x="583032" y="187110"/>
                  </a:lnTo>
                  <a:lnTo>
                    <a:pt x="588146" y="199925"/>
                  </a:lnTo>
                  <a:lnTo>
                    <a:pt x="590703" y="212741"/>
                  </a:lnTo>
                  <a:lnTo>
                    <a:pt x="595818" y="228120"/>
                  </a:lnTo>
                  <a:lnTo>
                    <a:pt x="598375" y="240936"/>
                  </a:lnTo>
                  <a:lnTo>
                    <a:pt x="603489" y="271693"/>
                  </a:lnTo>
                  <a:lnTo>
                    <a:pt x="603489" y="284509"/>
                  </a:lnTo>
                  <a:lnTo>
                    <a:pt x="606046" y="299888"/>
                  </a:lnTo>
                  <a:lnTo>
                    <a:pt x="603489" y="315267"/>
                  </a:lnTo>
                  <a:lnTo>
                    <a:pt x="603489" y="330646"/>
                  </a:lnTo>
                  <a:lnTo>
                    <a:pt x="600932" y="343462"/>
                  </a:lnTo>
                  <a:lnTo>
                    <a:pt x="600932" y="358841"/>
                  </a:lnTo>
                  <a:lnTo>
                    <a:pt x="595818" y="374220"/>
                  </a:lnTo>
                  <a:lnTo>
                    <a:pt x="593260" y="389598"/>
                  </a:lnTo>
                  <a:lnTo>
                    <a:pt x="588146" y="402414"/>
                  </a:lnTo>
                  <a:lnTo>
                    <a:pt x="583032" y="417793"/>
                  </a:lnTo>
                  <a:lnTo>
                    <a:pt x="575360" y="430609"/>
                  </a:lnTo>
                  <a:lnTo>
                    <a:pt x="544674" y="484435"/>
                  </a:lnTo>
                  <a:lnTo>
                    <a:pt x="503760" y="528009"/>
                  </a:lnTo>
                  <a:lnTo>
                    <a:pt x="457731" y="563893"/>
                  </a:lnTo>
                  <a:lnTo>
                    <a:pt x="419374" y="581835"/>
                  </a:lnTo>
                  <a:lnTo>
                    <a:pt x="404031" y="586961"/>
                  </a:lnTo>
                  <a:lnTo>
                    <a:pt x="391245" y="592087"/>
                  </a:lnTo>
                  <a:lnTo>
                    <a:pt x="375902" y="597214"/>
                  </a:lnTo>
                  <a:lnTo>
                    <a:pt x="363116" y="599777"/>
                  </a:lnTo>
                  <a:lnTo>
                    <a:pt x="347773" y="602340"/>
                  </a:lnTo>
                  <a:lnTo>
                    <a:pt x="334987" y="6049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2376247" y="3948699"/>
              <a:ext cx="606425" cy="605155"/>
            </a:xfrm>
            <a:custGeom>
              <a:avLst/>
              <a:gdLst/>
              <a:ahLst/>
              <a:cxnLst/>
              <a:rect l="l" t="t" r="r" b="b"/>
              <a:pathLst>
                <a:path w="606425" h="605154">
                  <a:moveTo>
                    <a:pt x="432159" y="28194"/>
                  </a:moveTo>
                  <a:lnTo>
                    <a:pt x="416816" y="23068"/>
                  </a:lnTo>
                  <a:lnTo>
                    <a:pt x="404031" y="17942"/>
                  </a:lnTo>
                  <a:lnTo>
                    <a:pt x="388688" y="12815"/>
                  </a:lnTo>
                  <a:lnTo>
                    <a:pt x="373345" y="7689"/>
                  </a:lnTo>
                  <a:lnTo>
                    <a:pt x="360559" y="5126"/>
                  </a:lnTo>
                  <a:lnTo>
                    <a:pt x="345216" y="2563"/>
                  </a:lnTo>
                  <a:lnTo>
                    <a:pt x="329873" y="0"/>
                  </a:lnTo>
                  <a:lnTo>
                    <a:pt x="314530" y="0"/>
                  </a:lnTo>
                  <a:lnTo>
                    <a:pt x="301744" y="0"/>
                  </a:lnTo>
                  <a:lnTo>
                    <a:pt x="286401" y="0"/>
                  </a:lnTo>
                  <a:lnTo>
                    <a:pt x="271058" y="2563"/>
                  </a:lnTo>
                  <a:lnTo>
                    <a:pt x="258273" y="2563"/>
                  </a:lnTo>
                  <a:lnTo>
                    <a:pt x="242930" y="5126"/>
                  </a:lnTo>
                  <a:lnTo>
                    <a:pt x="227587" y="10252"/>
                  </a:lnTo>
                  <a:lnTo>
                    <a:pt x="214801" y="12815"/>
                  </a:lnTo>
                  <a:lnTo>
                    <a:pt x="202015" y="17942"/>
                  </a:lnTo>
                  <a:lnTo>
                    <a:pt x="186672" y="23068"/>
                  </a:lnTo>
                  <a:lnTo>
                    <a:pt x="173886" y="28194"/>
                  </a:lnTo>
                  <a:lnTo>
                    <a:pt x="148315" y="41010"/>
                  </a:lnTo>
                  <a:lnTo>
                    <a:pt x="125300" y="58952"/>
                  </a:lnTo>
                  <a:lnTo>
                    <a:pt x="102286" y="76894"/>
                  </a:lnTo>
                  <a:lnTo>
                    <a:pt x="79271" y="97399"/>
                  </a:lnTo>
                  <a:lnTo>
                    <a:pt x="61371" y="120468"/>
                  </a:lnTo>
                  <a:lnTo>
                    <a:pt x="43471" y="146099"/>
                  </a:lnTo>
                  <a:lnTo>
                    <a:pt x="30685" y="174294"/>
                  </a:lnTo>
                  <a:lnTo>
                    <a:pt x="23014" y="187110"/>
                  </a:lnTo>
                  <a:lnTo>
                    <a:pt x="17900" y="202488"/>
                  </a:lnTo>
                  <a:lnTo>
                    <a:pt x="12785" y="215304"/>
                  </a:lnTo>
                  <a:lnTo>
                    <a:pt x="10228" y="230683"/>
                  </a:lnTo>
                  <a:lnTo>
                    <a:pt x="5114" y="246062"/>
                  </a:lnTo>
                  <a:lnTo>
                    <a:pt x="2557" y="261441"/>
                  </a:lnTo>
                  <a:lnTo>
                    <a:pt x="2557" y="274257"/>
                  </a:lnTo>
                  <a:lnTo>
                    <a:pt x="0" y="289636"/>
                  </a:lnTo>
                  <a:lnTo>
                    <a:pt x="0" y="305014"/>
                  </a:lnTo>
                  <a:lnTo>
                    <a:pt x="0" y="320393"/>
                  </a:lnTo>
                  <a:lnTo>
                    <a:pt x="2557" y="333209"/>
                  </a:lnTo>
                  <a:lnTo>
                    <a:pt x="5114" y="348588"/>
                  </a:lnTo>
                  <a:lnTo>
                    <a:pt x="7671" y="363967"/>
                  </a:lnTo>
                  <a:lnTo>
                    <a:pt x="10228" y="376783"/>
                  </a:lnTo>
                  <a:lnTo>
                    <a:pt x="12785" y="392162"/>
                  </a:lnTo>
                  <a:lnTo>
                    <a:pt x="17900" y="404977"/>
                  </a:lnTo>
                  <a:lnTo>
                    <a:pt x="23014" y="417793"/>
                  </a:lnTo>
                  <a:lnTo>
                    <a:pt x="30685" y="430609"/>
                  </a:lnTo>
                  <a:lnTo>
                    <a:pt x="43471" y="456240"/>
                  </a:lnTo>
                  <a:lnTo>
                    <a:pt x="58814" y="481872"/>
                  </a:lnTo>
                  <a:lnTo>
                    <a:pt x="76714" y="504940"/>
                  </a:lnTo>
                  <a:lnTo>
                    <a:pt x="99729" y="525445"/>
                  </a:lnTo>
                  <a:lnTo>
                    <a:pt x="122743" y="545951"/>
                  </a:lnTo>
                  <a:lnTo>
                    <a:pt x="145758" y="561330"/>
                  </a:lnTo>
                  <a:lnTo>
                    <a:pt x="173886" y="576708"/>
                  </a:lnTo>
                  <a:lnTo>
                    <a:pt x="189229" y="581835"/>
                  </a:lnTo>
                  <a:lnTo>
                    <a:pt x="202015" y="586961"/>
                  </a:lnTo>
                  <a:lnTo>
                    <a:pt x="217358" y="592087"/>
                  </a:lnTo>
                  <a:lnTo>
                    <a:pt x="232701" y="597214"/>
                  </a:lnTo>
                  <a:lnTo>
                    <a:pt x="245487" y="599777"/>
                  </a:lnTo>
                  <a:lnTo>
                    <a:pt x="260830" y="602340"/>
                  </a:lnTo>
                  <a:lnTo>
                    <a:pt x="276173" y="604903"/>
                  </a:lnTo>
                  <a:lnTo>
                    <a:pt x="291516" y="604903"/>
                  </a:lnTo>
                  <a:lnTo>
                    <a:pt x="304301" y="604903"/>
                  </a:lnTo>
                  <a:lnTo>
                    <a:pt x="319644" y="604903"/>
                  </a:lnTo>
                  <a:lnTo>
                    <a:pt x="334987" y="604903"/>
                  </a:lnTo>
                  <a:lnTo>
                    <a:pt x="347773" y="602340"/>
                  </a:lnTo>
                  <a:lnTo>
                    <a:pt x="363116" y="599777"/>
                  </a:lnTo>
                  <a:lnTo>
                    <a:pt x="375902" y="597214"/>
                  </a:lnTo>
                  <a:lnTo>
                    <a:pt x="391245" y="592087"/>
                  </a:lnTo>
                  <a:lnTo>
                    <a:pt x="404031" y="586961"/>
                  </a:lnTo>
                  <a:lnTo>
                    <a:pt x="419374" y="581835"/>
                  </a:lnTo>
                  <a:lnTo>
                    <a:pt x="432159" y="576708"/>
                  </a:lnTo>
                  <a:lnTo>
                    <a:pt x="457731" y="563893"/>
                  </a:lnTo>
                  <a:lnTo>
                    <a:pt x="480745" y="545951"/>
                  </a:lnTo>
                  <a:lnTo>
                    <a:pt x="503760" y="528009"/>
                  </a:lnTo>
                  <a:lnTo>
                    <a:pt x="524217" y="507503"/>
                  </a:lnTo>
                  <a:lnTo>
                    <a:pt x="544674" y="484435"/>
                  </a:lnTo>
                  <a:lnTo>
                    <a:pt x="562574" y="458804"/>
                  </a:lnTo>
                  <a:lnTo>
                    <a:pt x="575360" y="430609"/>
                  </a:lnTo>
                  <a:lnTo>
                    <a:pt x="583032" y="417793"/>
                  </a:lnTo>
                  <a:lnTo>
                    <a:pt x="588146" y="402414"/>
                  </a:lnTo>
                  <a:lnTo>
                    <a:pt x="593260" y="389598"/>
                  </a:lnTo>
                  <a:lnTo>
                    <a:pt x="595818" y="374220"/>
                  </a:lnTo>
                  <a:lnTo>
                    <a:pt x="600932" y="358841"/>
                  </a:lnTo>
                  <a:lnTo>
                    <a:pt x="600932" y="343462"/>
                  </a:lnTo>
                  <a:lnTo>
                    <a:pt x="603489" y="330646"/>
                  </a:lnTo>
                  <a:lnTo>
                    <a:pt x="603489" y="315267"/>
                  </a:lnTo>
                  <a:lnTo>
                    <a:pt x="606046" y="299888"/>
                  </a:lnTo>
                  <a:lnTo>
                    <a:pt x="603489" y="284509"/>
                  </a:lnTo>
                  <a:lnTo>
                    <a:pt x="603489" y="271693"/>
                  </a:lnTo>
                  <a:lnTo>
                    <a:pt x="600932" y="256315"/>
                  </a:lnTo>
                  <a:lnTo>
                    <a:pt x="598375" y="240936"/>
                  </a:lnTo>
                  <a:lnTo>
                    <a:pt x="595818" y="228120"/>
                  </a:lnTo>
                  <a:lnTo>
                    <a:pt x="590703" y="212741"/>
                  </a:lnTo>
                  <a:lnTo>
                    <a:pt x="588146" y="199925"/>
                  </a:lnTo>
                  <a:lnTo>
                    <a:pt x="583032" y="187110"/>
                  </a:lnTo>
                  <a:lnTo>
                    <a:pt x="575360" y="174294"/>
                  </a:lnTo>
                  <a:lnTo>
                    <a:pt x="562574" y="148662"/>
                  </a:lnTo>
                  <a:lnTo>
                    <a:pt x="547232" y="123031"/>
                  </a:lnTo>
                  <a:lnTo>
                    <a:pt x="526774" y="99962"/>
                  </a:lnTo>
                  <a:lnTo>
                    <a:pt x="506317" y="79457"/>
                  </a:lnTo>
                  <a:lnTo>
                    <a:pt x="483303" y="61515"/>
                  </a:lnTo>
                  <a:lnTo>
                    <a:pt x="460288" y="43573"/>
                  </a:lnTo>
                  <a:lnTo>
                    <a:pt x="432159" y="28194"/>
                  </a:lnTo>
                </a:path>
              </a:pathLst>
            </a:custGeom>
            <a:ln w="332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60828" y="3811573"/>
              <a:ext cx="63929" cy="202483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2463190" y="3612926"/>
              <a:ext cx="432434" cy="359410"/>
            </a:xfrm>
            <a:custGeom>
              <a:avLst/>
              <a:gdLst/>
              <a:ahLst/>
              <a:cxnLst/>
              <a:rect l="l" t="t" r="r" b="b"/>
              <a:pathLst>
                <a:path w="432435" h="359410">
                  <a:moveTo>
                    <a:pt x="429602" y="248625"/>
                  </a:moveTo>
                  <a:lnTo>
                    <a:pt x="429602" y="235809"/>
                  </a:lnTo>
                  <a:lnTo>
                    <a:pt x="432159" y="222994"/>
                  </a:lnTo>
                  <a:lnTo>
                    <a:pt x="432159" y="207615"/>
                  </a:lnTo>
                  <a:lnTo>
                    <a:pt x="429602" y="194799"/>
                  </a:lnTo>
                  <a:lnTo>
                    <a:pt x="429602" y="179420"/>
                  </a:lnTo>
                  <a:lnTo>
                    <a:pt x="427045" y="166604"/>
                  </a:lnTo>
                  <a:lnTo>
                    <a:pt x="421931" y="153789"/>
                  </a:lnTo>
                  <a:lnTo>
                    <a:pt x="419374" y="140973"/>
                  </a:lnTo>
                  <a:lnTo>
                    <a:pt x="411702" y="128157"/>
                  </a:lnTo>
                  <a:lnTo>
                    <a:pt x="406588" y="115341"/>
                  </a:lnTo>
                  <a:lnTo>
                    <a:pt x="398916" y="105089"/>
                  </a:lnTo>
                  <a:lnTo>
                    <a:pt x="393802" y="92273"/>
                  </a:lnTo>
                  <a:lnTo>
                    <a:pt x="383573" y="82020"/>
                  </a:lnTo>
                  <a:lnTo>
                    <a:pt x="375902" y="71768"/>
                  </a:lnTo>
                  <a:lnTo>
                    <a:pt x="365673" y="61515"/>
                  </a:lnTo>
                  <a:lnTo>
                    <a:pt x="355445" y="51263"/>
                  </a:lnTo>
                  <a:lnTo>
                    <a:pt x="337544" y="38447"/>
                  </a:lnTo>
                  <a:lnTo>
                    <a:pt x="319644" y="25631"/>
                  </a:lnTo>
                  <a:lnTo>
                    <a:pt x="299187" y="17942"/>
                  </a:lnTo>
                  <a:lnTo>
                    <a:pt x="281287" y="10252"/>
                  </a:lnTo>
                  <a:lnTo>
                    <a:pt x="260830" y="5126"/>
                  </a:lnTo>
                  <a:lnTo>
                    <a:pt x="240372" y="2563"/>
                  </a:lnTo>
                  <a:lnTo>
                    <a:pt x="219915" y="0"/>
                  </a:lnTo>
                  <a:lnTo>
                    <a:pt x="196901" y="0"/>
                  </a:lnTo>
                  <a:lnTo>
                    <a:pt x="176443" y="2563"/>
                  </a:lnTo>
                  <a:lnTo>
                    <a:pt x="158543" y="7689"/>
                  </a:lnTo>
                  <a:lnTo>
                    <a:pt x="138086" y="15378"/>
                  </a:lnTo>
                  <a:lnTo>
                    <a:pt x="117629" y="23068"/>
                  </a:lnTo>
                  <a:lnTo>
                    <a:pt x="84386" y="46136"/>
                  </a:lnTo>
                  <a:lnTo>
                    <a:pt x="51143" y="76894"/>
                  </a:lnTo>
                  <a:lnTo>
                    <a:pt x="40914" y="92273"/>
                  </a:lnTo>
                  <a:lnTo>
                    <a:pt x="28128" y="110215"/>
                  </a:lnTo>
                  <a:lnTo>
                    <a:pt x="20457" y="125594"/>
                  </a:lnTo>
                  <a:lnTo>
                    <a:pt x="12785" y="143536"/>
                  </a:lnTo>
                  <a:lnTo>
                    <a:pt x="7671" y="161478"/>
                  </a:lnTo>
                  <a:lnTo>
                    <a:pt x="5114" y="181983"/>
                  </a:lnTo>
                  <a:lnTo>
                    <a:pt x="2557" y="199925"/>
                  </a:lnTo>
                  <a:lnTo>
                    <a:pt x="0" y="217867"/>
                  </a:lnTo>
                  <a:lnTo>
                    <a:pt x="2557" y="238373"/>
                  </a:lnTo>
                  <a:lnTo>
                    <a:pt x="5114" y="256315"/>
                  </a:lnTo>
                  <a:lnTo>
                    <a:pt x="10228" y="274257"/>
                  </a:lnTo>
                  <a:lnTo>
                    <a:pt x="15342" y="292199"/>
                  </a:lnTo>
                  <a:lnTo>
                    <a:pt x="23014" y="310141"/>
                  </a:lnTo>
                  <a:lnTo>
                    <a:pt x="33243" y="328083"/>
                  </a:lnTo>
                  <a:lnTo>
                    <a:pt x="43471" y="343462"/>
                  </a:lnTo>
                  <a:lnTo>
                    <a:pt x="56257" y="358841"/>
                  </a:lnTo>
                </a:path>
              </a:pathLst>
            </a:custGeom>
            <a:ln w="153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21146" y="5516066"/>
              <a:ext cx="181561" cy="146097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1389184" y="5604494"/>
              <a:ext cx="432434" cy="392430"/>
            </a:xfrm>
            <a:custGeom>
              <a:avLst/>
              <a:gdLst/>
              <a:ahLst/>
              <a:cxnLst/>
              <a:rect l="l" t="t" r="r" b="b"/>
              <a:pathLst>
                <a:path w="432435" h="392429">
                  <a:moveTo>
                    <a:pt x="89500" y="0"/>
                  </a:moveTo>
                  <a:lnTo>
                    <a:pt x="79271" y="10252"/>
                  </a:lnTo>
                  <a:lnTo>
                    <a:pt x="69043" y="17942"/>
                  </a:lnTo>
                  <a:lnTo>
                    <a:pt x="58814" y="28194"/>
                  </a:lnTo>
                  <a:lnTo>
                    <a:pt x="51143" y="38447"/>
                  </a:lnTo>
                  <a:lnTo>
                    <a:pt x="40914" y="51263"/>
                  </a:lnTo>
                  <a:lnTo>
                    <a:pt x="33243" y="61515"/>
                  </a:lnTo>
                  <a:lnTo>
                    <a:pt x="28128" y="74331"/>
                  </a:lnTo>
                  <a:lnTo>
                    <a:pt x="20457" y="84583"/>
                  </a:lnTo>
                  <a:lnTo>
                    <a:pt x="15342" y="97399"/>
                  </a:lnTo>
                  <a:lnTo>
                    <a:pt x="10228" y="110215"/>
                  </a:lnTo>
                  <a:lnTo>
                    <a:pt x="7671" y="125594"/>
                  </a:lnTo>
                  <a:lnTo>
                    <a:pt x="5114" y="138410"/>
                  </a:lnTo>
                  <a:lnTo>
                    <a:pt x="2557" y="151225"/>
                  </a:lnTo>
                  <a:lnTo>
                    <a:pt x="2557" y="166604"/>
                  </a:lnTo>
                  <a:lnTo>
                    <a:pt x="0" y="179420"/>
                  </a:lnTo>
                  <a:lnTo>
                    <a:pt x="2557" y="194799"/>
                  </a:lnTo>
                  <a:lnTo>
                    <a:pt x="5114" y="215304"/>
                  </a:lnTo>
                  <a:lnTo>
                    <a:pt x="10228" y="235809"/>
                  </a:lnTo>
                  <a:lnTo>
                    <a:pt x="15342" y="256315"/>
                  </a:lnTo>
                  <a:lnTo>
                    <a:pt x="25571" y="276820"/>
                  </a:lnTo>
                  <a:lnTo>
                    <a:pt x="35800" y="294762"/>
                  </a:lnTo>
                  <a:lnTo>
                    <a:pt x="48586" y="310141"/>
                  </a:lnTo>
                  <a:lnTo>
                    <a:pt x="61371" y="325520"/>
                  </a:lnTo>
                  <a:lnTo>
                    <a:pt x="92057" y="353714"/>
                  </a:lnTo>
                  <a:lnTo>
                    <a:pt x="130415" y="374220"/>
                  </a:lnTo>
                  <a:lnTo>
                    <a:pt x="168772" y="387035"/>
                  </a:lnTo>
                  <a:lnTo>
                    <a:pt x="212244" y="392162"/>
                  </a:lnTo>
                  <a:lnTo>
                    <a:pt x="232701" y="392162"/>
                  </a:lnTo>
                  <a:lnTo>
                    <a:pt x="273616" y="384472"/>
                  </a:lnTo>
                  <a:lnTo>
                    <a:pt x="324759" y="361404"/>
                  </a:lnTo>
                  <a:lnTo>
                    <a:pt x="340102" y="351151"/>
                  </a:lnTo>
                  <a:lnTo>
                    <a:pt x="370788" y="328083"/>
                  </a:lnTo>
                  <a:lnTo>
                    <a:pt x="404031" y="281946"/>
                  </a:lnTo>
                  <a:lnTo>
                    <a:pt x="424488" y="228120"/>
                  </a:lnTo>
                  <a:lnTo>
                    <a:pt x="429602" y="210178"/>
                  </a:lnTo>
                  <a:lnTo>
                    <a:pt x="432159" y="189673"/>
                  </a:lnTo>
                </a:path>
              </a:pathLst>
            </a:custGeom>
            <a:ln w="153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6194298" y="4488942"/>
              <a:ext cx="0" cy="683895"/>
            </a:xfrm>
            <a:custGeom>
              <a:avLst/>
              <a:gdLst/>
              <a:ahLst/>
              <a:cxnLst/>
              <a:rect l="l" t="t" r="r" b="b"/>
              <a:pathLst>
                <a:path w="0" h="683895">
                  <a:moveTo>
                    <a:pt x="0" y="683513"/>
                  </a:moveTo>
                  <a:lnTo>
                    <a:pt x="0" y="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6150867" y="4416550"/>
              <a:ext cx="86995" cy="86995"/>
            </a:xfrm>
            <a:custGeom>
              <a:avLst/>
              <a:gdLst/>
              <a:ahLst/>
              <a:cxnLst/>
              <a:rect l="l" t="t" r="r" b="b"/>
              <a:pathLst>
                <a:path w="86995" h="86995">
                  <a:moveTo>
                    <a:pt x="43433" y="0"/>
                  </a:moveTo>
                  <a:lnTo>
                    <a:pt x="0" y="86867"/>
                  </a:lnTo>
                  <a:lnTo>
                    <a:pt x="86867" y="86867"/>
                  </a:lnTo>
                  <a:lnTo>
                    <a:pt x="434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6518148" y="5567172"/>
              <a:ext cx="862965" cy="0"/>
            </a:xfrm>
            <a:custGeom>
              <a:avLst/>
              <a:gdLst/>
              <a:ahLst/>
              <a:cxnLst/>
              <a:rect l="l" t="t" r="r" b="b"/>
              <a:pathLst>
                <a:path w="862965" h="0">
                  <a:moveTo>
                    <a:pt x="0" y="0"/>
                  </a:moveTo>
                  <a:lnTo>
                    <a:pt x="862584" y="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7366255" y="5523734"/>
              <a:ext cx="86995" cy="86995"/>
            </a:xfrm>
            <a:custGeom>
              <a:avLst/>
              <a:gdLst/>
              <a:ahLst/>
              <a:cxnLst/>
              <a:rect l="l" t="t" r="r" b="b"/>
              <a:pathLst>
                <a:path w="86995" h="86995">
                  <a:moveTo>
                    <a:pt x="0" y="0"/>
                  </a:moveTo>
                  <a:lnTo>
                    <a:pt x="0" y="86867"/>
                  </a:lnTo>
                  <a:lnTo>
                    <a:pt x="86868" y="434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9" name="object 109"/>
          <p:cNvSpPr txBox="1"/>
          <p:nvPr/>
        </p:nvSpPr>
        <p:spPr>
          <a:xfrm>
            <a:off x="5661484" y="4691889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0/</a:t>
            </a:r>
            <a:r>
              <a:rPr dirty="0" sz="2000" spc="-5" b="1">
                <a:solidFill>
                  <a:srgbClr val="FF00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6777498" y="5699950"/>
            <a:ext cx="3505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0066"/>
                </a:solidFill>
                <a:latin typeface="Times New Roman"/>
                <a:cs typeface="Times New Roman"/>
              </a:rPr>
              <a:t>1/0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2514419" y="3290084"/>
            <a:ext cx="353060" cy="3333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000" spc="5" b="1">
                <a:latin typeface="Times New Roman"/>
                <a:cs typeface="Times New Roman"/>
              </a:rPr>
              <a:t>0</a:t>
            </a:r>
            <a:r>
              <a:rPr dirty="0" sz="2000">
                <a:latin typeface="Times New Roman"/>
                <a:cs typeface="Times New Roman"/>
              </a:rPr>
              <a:t>/</a:t>
            </a:r>
            <a:r>
              <a:rPr dirty="0" sz="2000" spc="5" b="1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174166" y="4507581"/>
            <a:ext cx="353060" cy="3333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000" spc="5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dirty="0" sz="2000">
                <a:latin typeface="Times New Roman"/>
                <a:cs typeface="Times New Roman"/>
              </a:rPr>
              <a:t>/</a:t>
            </a:r>
            <a:r>
              <a:rPr dirty="0" sz="2000" spc="5" b="1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849558" y="4661371"/>
            <a:ext cx="353060" cy="3333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000" spc="5" b="1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dirty="0" sz="2000">
                <a:latin typeface="Times New Roman"/>
                <a:cs typeface="Times New Roman"/>
              </a:rPr>
              <a:t>/</a:t>
            </a:r>
            <a:r>
              <a:rPr dirty="0" sz="2000" spc="5" b="1">
                <a:solidFill>
                  <a:srgbClr val="FF00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2527206" y="5525152"/>
            <a:ext cx="353060" cy="3333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000" spc="5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dirty="0" sz="2000">
                <a:latin typeface="Times New Roman"/>
                <a:cs typeface="Times New Roman"/>
              </a:rPr>
              <a:t>/</a:t>
            </a:r>
            <a:r>
              <a:rPr dirty="0" sz="2000" spc="5" b="1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138667" y="5878866"/>
            <a:ext cx="353060" cy="3333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000" spc="5" b="1">
                <a:latin typeface="Times New Roman"/>
                <a:cs typeface="Times New Roman"/>
              </a:rPr>
              <a:t>1</a:t>
            </a:r>
            <a:r>
              <a:rPr dirty="0" sz="2000">
                <a:latin typeface="Times New Roman"/>
                <a:cs typeface="Times New Roman"/>
              </a:rPr>
              <a:t>/</a:t>
            </a:r>
            <a:r>
              <a:rPr dirty="0" sz="2000" spc="5" b="1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2642276" y="4815160"/>
            <a:ext cx="353060" cy="3333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000" spc="5" b="1">
                <a:latin typeface="Times New Roman"/>
                <a:cs typeface="Times New Roman"/>
              </a:rPr>
              <a:t>0</a:t>
            </a:r>
            <a:r>
              <a:rPr dirty="0" sz="2000">
                <a:latin typeface="Times New Roman"/>
                <a:cs typeface="Times New Roman"/>
              </a:rPr>
              <a:t>/</a:t>
            </a:r>
            <a:r>
              <a:rPr dirty="0" sz="2000" spc="5" b="1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2550219" y="4059030"/>
            <a:ext cx="281305" cy="3333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000" spc="5" b="1">
                <a:latin typeface="Times New Roman"/>
                <a:cs typeface="Times New Roman"/>
              </a:rPr>
              <a:t>00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765171" y="5314974"/>
            <a:ext cx="255904" cy="3333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000" spc="-100" b="1">
                <a:latin typeface="Times New Roman"/>
                <a:cs typeface="Times New Roman"/>
              </a:rPr>
              <a:t>11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253439" y="5340605"/>
            <a:ext cx="281305" cy="3333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000" spc="5" b="1">
                <a:latin typeface="Times New Roman"/>
                <a:cs typeface="Times New Roman"/>
              </a:rPr>
              <a:t>01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120" name="object 120"/>
          <p:cNvGraphicFramePr>
            <a:graphicFrameLocks noGrp="1"/>
          </p:cNvGraphicFramePr>
          <p:nvPr/>
        </p:nvGraphicFramePr>
        <p:xfrm>
          <a:off x="6565389" y="1600533"/>
          <a:ext cx="1978660" cy="885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0695"/>
                <a:gridCol w="487680"/>
                <a:gridCol w="483234"/>
                <a:gridCol w="485775"/>
              </a:tblGrid>
              <a:tr h="442595">
                <a:tc>
                  <a:txBody>
                    <a:bodyPr/>
                    <a:lstStyle/>
                    <a:p>
                      <a:pPr algn="r" marR="18097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287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287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287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287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442595">
                <a:tc>
                  <a:txBody>
                    <a:bodyPr/>
                    <a:lstStyle/>
                    <a:p>
                      <a:pPr algn="r" marR="144780">
                        <a:lnSpc>
                          <a:spcPts val="2660"/>
                        </a:lnSpc>
                      </a:pPr>
                      <a:r>
                        <a:rPr dirty="0" sz="1450" spc="-545" b="1">
                          <a:latin typeface="宋体"/>
                          <a:cs typeface="宋体"/>
                        </a:rPr>
                        <a:t>×</a:t>
                      </a:r>
                      <a:r>
                        <a:rPr dirty="0" baseline="-9259" sz="3600" spc="-817" b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  <a:endParaRPr baseline="-9259" sz="3600">
                        <a:latin typeface="Arial Narrow"/>
                        <a:cs typeface="Arial Narrow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450" b="1">
                          <a:latin typeface="宋体"/>
                          <a:cs typeface="宋体"/>
                        </a:rPr>
                        <a:t>×</a:t>
                      </a:r>
                      <a:endParaRPr sz="145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652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652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21" name="object 121"/>
          <p:cNvGrpSpPr/>
          <p:nvPr/>
        </p:nvGrpSpPr>
        <p:grpSpPr>
          <a:xfrm>
            <a:off x="3825113" y="1033272"/>
            <a:ext cx="3997325" cy="4098290"/>
            <a:chOff x="3825113" y="1033272"/>
            <a:chExt cx="3997325" cy="4098290"/>
          </a:xfrm>
        </p:grpSpPr>
        <p:sp>
          <p:nvSpPr>
            <p:cNvPr id="122" name="object 122"/>
            <p:cNvSpPr/>
            <p:nvPr/>
          </p:nvSpPr>
          <p:spPr>
            <a:xfrm>
              <a:off x="3830193" y="4658489"/>
              <a:ext cx="1764030" cy="467995"/>
            </a:xfrm>
            <a:custGeom>
              <a:avLst/>
              <a:gdLst/>
              <a:ahLst/>
              <a:cxnLst/>
              <a:rect l="l" t="t" r="r" b="b"/>
              <a:pathLst>
                <a:path w="1764029" h="467995">
                  <a:moveTo>
                    <a:pt x="1476971" y="0"/>
                  </a:moveTo>
                  <a:lnTo>
                    <a:pt x="1476971" y="101714"/>
                  </a:lnTo>
                  <a:lnTo>
                    <a:pt x="0" y="101714"/>
                  </a:lnTo>
                  <a:lnTo>
                    <a:pt x="0" y="366153"/>
                  </a:lnTo>
                  <a:lnTo>
                    <a:pt x="1476971" y="366153"/>
                  </a:lnTo>
                  <a:lnTo>
                    <a:pt x="1476971" y="467867"/>
                  </a:lnTo>
                  <a:lnTo>
                    <a:pt x="1764030" y="233933"/>
                  </a:lnTo>
                  <a:lnTo>
                    <a:pt x="1476971" y="0"/>
                  </a:lnTo>
                  <a:close/>
                </a:path>
              </a:pathLst>
            </a:custGeom>
            <a:solidFill>
              <a:srgbClr val="CC3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3830193" y="4658489"/>
              <a:ext cx="1764030" cy="467995"/>
            </a:xfrm>
            <a:custGeom>
              <a:avLst/>
              <a:gdLst/>
              <a:ahLst/>
              <a:cxnLst/>
              <a:rect l="l" t="t" r="r" b="b"/>
              <a:pathLst>
                <a:path w="1764029" h="467995">
                  <a:moveTo>
                    <a:pt x="0" y="101714"/>
                  </a:moveTo>
                  <a:lnTo>
                    <a:pt x="1476971" y="101714"/>
                  </a:lnTo>
                  <a:lnTo>
                    <a:pt x="1476971" y="0"/>
                  </a:lnTo>
                  <a:lnTo>
                    <a:pt x="1764030" y="233933"/>
                  </a:lnTo>
                  <a:lnTo>
                    <a:pt x="1476971" y="467867"/>
                  </a:lnTo>
                  <a:lnTo>
                    <a:pt x="1476971" y="366153"/>
                  </a:lnTo>
                  <a:lnTo>
                    <a:pt x="0" y="366153"/>
                  </a:lnTo>
                  <a:lnTo>
                    <a:pt x="0" y="101714"/>
                  </a:lnTo>
                  <a:close/>
                </a:path>
              </a:pathLst>
            </a:custGeom>
            <a:ln w="9906">
              <a:solidFill>
                <a:srgbClr val="CC339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4" name="object 1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75882" y="1042416"/>
              <a:ext cx="457961" cy="510539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29044" y="1033272"/>
              <a:ext cx="992885" cy="510539"/>
            </a:xfrm>
            <a:prstGeom prst="rect">
              <a:avLst/>
            </a:prstGeom>
          </p:spPr>
        </p:pic>
      </p:grpSp>
      <p:sp>
        <p:nvSpPr>
          <p:cNvPr id="126" name="object 126"/>
          <p:cNvSpPr txBox="1"/>
          <p:nvPr/>
        </p:nvSpPr>
        <p:spPr>
          <a:xfrm>
            <a:off x="6805683" y="1101573"/>
            <a:ext cx="8667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FF0000"/>
                </a:solidFill>
                <a:latin typeface="Tahoma"/>
                <a:cs typeface="Tahoma"/>
              </a:rPr>
              <a:t>Y</a:t>
            </a:r>
            <a:r>
              <a:rPr dirty="0" sz="1800" spc="-5" b="1">
                <a:solidFill>
                  <a:srgbClr val="FF0000"/>
                </a:solidFill>
                <a:latin typeface="新宋体"/>
                <a:cs typeface="新宋体"/>
              </a:rPr>
              <a:t>卡诺图</a:t>
            </a:r>
            <a:endParaRPr sz="1800">
              <a:latin typeface="新宋体"/>
              <a:cs typeface="新宋体"/>
            </a:endParaRPr>
          </a:p>
        </p:txBody>
      </p:sp>
      <p:grpSp>
        <p:nvGrpSpPr>
          <p:cNvPr id="127" name="object 127"/>
          <p:cNvGrpSpPr/>
          <p:nvPr/>
        </p:nvGrpSpPr>
        <p:grpSpPr>
          <a:xfrm>
            <a:off x="835152" y="2753105"/>
            <a:ext cx="7042150" cy="577215"/>
            <a:chOff x="835152" y="2753105"/>
            <a:chExt cx="7042150" cy="577215"/>
          </a:xfrm>
        </p:grpSpPr>
        <p:pic>
          <p:nvPicPr>
            <p:cNvPr id="128" name="object 1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5152" y="2763011"/>
              <a:ext cx="508253" cy="566927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05078" y="2753105"/>
              <a:ext cx="593597" cy="566927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60348" y="2753105"/>
              <a:ext cx="593597" cy="566927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15618" y="2753105"/>
              <a:ext cx="2891028" cy="566927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68318" y="2763011"/>
              <a:ext cx="579881" cy="566927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09872" y="2753105"/>
              <a:ext cx="1104899" cy="566927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76443" y="2763011"/>
              <a:ext cx="500633" cy="566927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38749" y="2753105"/>
              <a:ext cx="2638043" cy="566927"/>
            </a:xfrm>
            <a:prstGeom prst="rect">
              <a:avLst/>
            </a:prstGeom>
          </p:spPr>
        </p:pic>
      </p:grpSp>
      <p:sp>
        <p:nvSpPr>
          <p:cNvPr id="136" name="object 136"/>
          <p:cNvSpPr txBox="1"/>
          <p:nvPr/>
        </p:nvSpPr>
        <p:spPr>
          <a:xfrm>
            <a:off x="980729" y="2488991"/>
            <a:ext cx="6729095" cy="67246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algn="r" marR="86360">
              <a:lnSpc>
                <a:spcPct val="100000"/>
              </a:lnSpc>
              <a:spcBef>
                <a:spcPts val="495"/>
              </a:spcBef>
            </a:pPr>
            <a:r>
              <a:rPr dirty="0" sz="1450" spc="85" b="1" i="1">
                <a:latin typeface="Times New Roman"/>
                <a:cs typeface="Times New Roman"/>
              </a:rPr>
              <a:t>A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2000" spc="-10" b="1">
                <a:solidFill>
                  <a:srgbClr val="000066"/>
                </a:solidFill>
                <a:latin typeface="Tahoma"/>
                <a:cs typeface="Tahoma"/>
              </a:rPr>
              <a:t>Y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卡诺图中有两个地方出现了</a:t>
            </a:r>
            <a:r>
              <a:rPr dirty="0" sz="2000" spc="-5" b="1">
                <a:solidFill>
                  <a:srgbClr val="000066"/>
                </a:solidFill>
                <a:latin typeface="Tahoma"/>
                <a:cs typeface="Tahoma"/>
              </a:rPr>
              <a:t>1.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使</a:t>
            </a:r>
            <a:r>
              <a:rPr dirty="0" sz="2000" spc="5" b="1">
                <a:solidFill>
                  <a:srgbClr val="000066"/>
                </a:solidFill>
                <a:latin typeface="新宋体"/>
                <a:cs typeface="新宋体"/>
              </a:rPr>
              <a:t>输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出</a:t>
            </a:r>
            <a:r>
              <a:rPr dirty="0" sz="2000" b="1">
                <a:solidFill>
                  <a:srgbClr val="000066"/>
                </a:solidFill>
                <a:latin typeface="Tahoma"/>
                <a:cs typeface="Tahoma"/>
              </a:rPr>
              <a:t>1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指</a:t>
            </a:r>
            <a:r>
              <a:rPr dirty="0" sz="2000" spc="5" b="1">
                <a:solidFill>
                  <a:srgbClr val="000066"/>
                </a:solidFill>
                <a:latin typeface="新宋体"/>
                <a:cs typeface="新宋体"/>
              </a:rPr>
              <a:t>代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不明</a:t>
            </a:r>
            <a:r>
              <a:rPr dirty="0" sz="2000" spc="5" b="1">
                <a:solidFill>
                  <a:srgbClr val="000066"/>
                </a:solidFill>
                <a:latin typeface="新宋体"/>
                <a:cs typeface="新宋体"/>
              </a:rPr>
              <a:t>。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要</a:t>
            </a:r>
            <a:r>
              <a:rPr dirty="0" sz="2000" spc="5" b="1">
                <a:solidFill>
                  <a:srgbClr val="000066"/>
                </a:solidFill>
                <a:latin typeface="新宋体"/>
                <a:cs typeface="新宋体"/>
              </a:rPr>
              <a:t>修</a:t>
            </a:r>
            <a:r>
              <a:rPr dirty="0" sz="2000" b="1">
                <a:solidFill>
                  <a:srgbClr val="000066"/>
                </a:solidFill>
                <a:latin typeface="新宋体"/>
                <a:cs typeface="新宋体"/>
              </a:rPr>
              <a:t>订。</a:t>
            </a:r>
            <a:endParaRPr sz="2000">
              <a:latin typeface="新宋体"/>
              <a:cs typeface="新宋体"/>
            </a:endParaRPr>
          </a:p>
        </p:txBody>
      </p:sp>
    </p:spTree>
  </p:cSld>
  <p:clrMapOvr>
    <a:masterClrMapping/>
  </p:clrMapOvr>
  <p:transition spd="fast">
    <p:pull dir="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0252" y="786002"/>
            <a:ext cx="8219440" cy="1905"/>
          </a:xfrm>
          <a:custGeom>
            <a:avLst/>
            <a:gdLst/>
            <a:ahLst/>
            <a:cxnLst/>
            <a:rect l="l" t="t" r="r" b="b"/>
            <a:pathLst>
              <a:path w="8219440" h="1904">
                <a:moveTo>
                  <a:pt x="0" y="0"/>
                </a:moveTo>
                <a:lnTo>
                  <a:pt x="8218932" y="1524"/>
                </a:lnTo>
              </a:path>
            </a:pathLst>
          </a:custGeom>
          <a:ln w="101346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574" y="333756"/>
            <a:ext cx="230504" cy="3527425"/>
          </a:xfrm>
          <a:custGeom>
            <a:avLst/>
            <a:gdLst/>
            <a:ahLst/>
            <a:cxnLst/>
            <a:rect l="l" t="t" r="r" b="b"/>
            <a:pathLst>
              <a:path w="230504" h="3527425">
                <a:moveTo>
                  <a:pt x="230124" y="0"/>
                </a:moveTo>
                <a:lnTo>
                  <a:pt x="0" y="0"/>
                </a:lnTo>
                <a:lnTo>
                  <a:pt x="0" y="3527298"/>
                </a:lnTo>
                <a:lnTo>
                  <a:pt x="230124" y="3527298"/>
                </a:lnTo>
                <a:lnTo>
                  <a:pt x="23012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934" y="1575306"/>
            <a:ext cx="229235" cy="104266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计算机学院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0697" y="6813804"/>
            <a:ext cx="8893810" cy="1905"/>
          </a:xfrm>
          <a:custGeom>
            <a:avLst/>
            <a:gdLst/>
            <a:ahLst/>
            <a:cxnLst/>
            <a:rect l="l" t="t" r="r" b="b"/>
            <a:pathLst>
              <a:path w="8893810" h="1904">
                <a:moveTo>
                  <a:pt x="0" y="0"/>
                </a:moveTo>
                <a:lnTo>
                  <a:pt x="889330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-16502" y="4755324"/>
            <a:ext cx="229235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600">
                <a:latin typeface="宋体"/>
                <a:cs typeface="宋体"/>
              </a:rPr>
              <a:t>数字逻辑电路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2806" y="710183"/>
            <a:ext cx="3081655" cy="224154"/>
            <a:chOff x="352806" y="710183"/>
            <a:chExt cx="3081655" cy="224154"/>
          </a:xfrm>
        </p:grpSpPr>
        <p:sp>
          <p:nvSpPr>
            <p:cNvPr id="8" name="object 8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3071622" y="0"/>
                  </a:moveTo>
                  <a:lnTo>
                    <a:pt x="53568" y="0"/>
                  </a:lnTo>
                  <a:lnTo>
                    <a:pt x="0" y="214122"/>
                  </a:lnTo>
                  <a:lnTo>
                    <a:pt x="3018053" y="214122"/>
                  </a:lnTo>
                  <a:lnTo>
                    <a:pt x="307162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57759" y="715136"/>
              <a:ext cx="3072130" cy="214629"/>
            </a:xfrm>
            <a:custGeom>
              <a:avLst/>
              <a:gdLst/>
              <a:ahLst/>
              <a:cxnLst/>
              <a:rect l="l" t="t" r="r" b="b"/>
              <a:pathLst>
                <a:path w="3072129" h="214630">
                  <a:moveTo>
                    <a:pt x="0" y="214122"/>
                  </a:moveTo>
                  <a:lnTo>
                    <a:pt x="53568" y="0"/>
                  </a:lnTo>
                  <a:lnTo>
                    <a:pt x="3071622" y="0"/>
                  </a:lnTo>
                  <a:lnTo>
                    <a:pt x="3018053" y="214122"/>
                  </a:lnTo>
                  <a:lnTo>
                    <a:pt x="0" y="21412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641069" y="3263968"/>
            <a:ext cx="7650480" cy="2698750"/>
            <a:chOff x="641069" y="3263968"/>
            <a:chExt cx="7650480" cy="2698750"/>
          </a:xfrm>
        </p:grpSpPr>
        <p:sp>
          <p:nvSpPr>
            <p:cNvPr id="11" name="object 11"/>
            <p:cNvSpPr/>
            <p:nvPr/>
          </p:nvSpPr>
          <p:spPr>
            <a:xfrm>
              <a:off x="5315988" y="4095470"/>
              <a:ext cx="215900" cy="0"/>
            </a:xfrm>
            <a:custGeom>
              <a:avLst/>
              <a:gdLst/>
              <a:ahLst/>
              <a:cxnLst/>
              <a:rect l="l" t="t" r="r" b="b"/>
              <a:pathLst>
                <a:path w="215900" h="0">
                  <a:moveTo>
                    <a:pt x="0" y="0"/>
                  </a:moveTo>
                  <a:lnTo>
                    <a:pt x="215313" y="0"/>
                  </a:lnTo>
                </a:path>
              </a:pathLst>
            </a:custGeom>
            <a:ln w="284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054898" y="3971485"/>
              <a:ext cx="273685" cy="118110"/>
            </a:xfrm>
            <a:custGeom>
              <a:avLst/>
              <a:gdLst/>
              <a:ahLst/>
              <a:cxnLst/>
              <a:rect l="l" t="t" r="r" b="b"/>
              <a:pathLst>
                <a:path w="273685" h="118110">
                  <a:moveTo>
                    <a:pt x="0" y="0"/>
                  </a:moveTo>
                  <a:lnTo>
                    <a:pt x="273285" y="0"/>
                  </a:lnTo>
                  <a:lnTo>
                    <a:pt x="273285" y="117888"/>
                  </a:lnTo>
                </a:path>
              </a:pathLst>
            </a:custGeom>
            <a:ln w="240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990057" y="4369865"/>
              <a:ext cx="310515" cy="0"/>
            </a:xfrm>
            <a:custGeom>
              <a:avLst/>
              <a:gdLst/>
              <a:ahLst/>
              <a:cxnLst/>
              <a:rect l="l" t="t" r="r" b="b"/>
              <a:pathLst>
                <a:path w="310515" h="0">
                  <a:moveTo>
                    <a:pt x="0" y="0"/>
                  </a:moveTo>
                  <a:lnTo>
                    <a:pt x="310216" y="0"/>
                  </a:lnTo>
                </a:path>
              </a:pathLst>
            </a:custGeom>
            <a:ln w="243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929334" y="4918655"/>
              <a:ext cx="601980" cy="0"/>
            </a:xfrm>
            <a:custGeom>
              <a:avLst/>
              <a:gdLst/>
              <a:ahLst/>
              <a:cxnLst/>
              <a:rect l="l" t="t" r="r" b="b"/>
              <a:pathLst>
                <a:path w="601979" h="0">
                  <a:moveTo>
                    <a:pt x="0" y="0"/>
                  </a:moveTo>
                  <a:lnTo>
                    <a:pt x="601967" y="0"/>
                  </a:lnTo>
                </a:path>
              </a:pathLst>
            </a:custGeom>
            <a:ln w="243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55356" y="4111731"/>
              <a:ext cx="2379980" cy="0"/>
            </a:xfrm>
            <a:custGeom>
              <a:avLst/>
              <a:gdLst/>
              <a:ahLst/>
              <a:cxnLst/>
              <a:rect l="l" t="t" r="r" b="b"/>
              <a:pathLst>
                <a:path w="2379980" h="0">
                  <a:moveTo>
                    <a:pt x="0" y="0"/>
                  </a:moveTo>
                  <a:lnTo>
                    <a:pt x="2379441" y="0"/>
                  </a:lnTo>
                </a:path>
              </a:pathLst>
            </a:custGeom>
            <a:ln w="284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13582" y="4920688"/>
              <a:ext cx="2021839" cy="0"/>
            </a:xfrm>
            <a:custGeom>
              <a:avLst/>
              <a:gdLst/>
              <a:ahLst/>
              <a:cxnLst/>
              <a:rect l="l" t="t" r="r" b="b"/>
              <a:pathLst>
                <a:path w="2021839" h="0">
                  <a:moveTo>
                    <a:pt x="0" y="0"/>
                  </a:moveTo>
                  <a:lnTo>
                    <a:pt x="2021215" y="0"/>
                  </a:lnTo>
                </a:path>
              </a:pathLst>
            </a:custGeom>
            <a:ln w="284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036857" y="3296676"/>
              <a:ext cx="3810" cy="1626235"/>
            </a:xfrm>
            <a:custGeom>
              <a:avLst/>
              <a:gdLst/>
              <a:ahLst/>
              <a:cxnLst/>
              <a:rect l="l" t="t" r="r" b="b"/>
              <a:pathLst>
                <a:path w="3809" h="1626235">
                  <a:moveTo>
                    <a:pt x="0" y="1626043"/>
                  </a:moveTo>
                  <a:lnTo>
                    <a:pt x="3693" y="0"/>
                  </a:lnTo>
                </a:path>
              </a:pathLst>
            </a:custGeom>
            <a:ln w="22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040550" y="3276351"/>
              <a:ext cx="3397885" cy="0"/>
            </a:xfrm>
            <a:custGeom>
              <a:avLst/>
              <a:gdLst/>
              <a:ahLst/>
              <a:cxnLst/>
              <a:rect l="l" t="t" r="r" b="b"/>
              <a:pathLst>
                <a:path w="3397885" h="0">
                  <a:moveTo>
                    <a:pt x="3397608" y="0"/>
                  </a:moveTo>
                  <a:lnTo>
                    <a:pt x="0" y="0"/>
                  </a:lnTo>
                </a:path>
              </a:pathLst>
            </a:custGeom>
            <a:ln w="243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447603" y="4499949"/>
              <a:ext cx="565150" cy="4445"/>
            </a:xfrm>
            <a:custGeom>
              <a:avLst/>
              <a:gdLst/>
              <a:ahLst/>
              <a:cxnLst/>
              <a:rect l="l" t="t" r="r" b="b"/>
              <a:pathLst>
                <a:path w="565150" h="4445">
                  <a:moveTo>
                    <a:pt x="565036" y="0"/>
                  </a:moveTo>
                  <a:lnTo>
                    <a:pt x="0" y="4065"/>
                  </a:lnTo>
                </a:path>
              </a:pathLst>
            </a:custGeom>
            <a:ln w="243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447603" y="4504014"/>
              <a:ext cx="0" cy="1382395"/>
            </a:xfrm>
            <a:custGeom>
              <a:avLst/>
              <a:gdLst/>
              <a:ahLst/>
              <a:cxnLst/>
              <a:rect l="l" t="t" r="r" b="b"/>
              <a:pathLst>
                <a:path w="0" h="1382395">
                  <a:moveTo>
                    <a:pt x="0" y="1382137"/>
                  </a:moveTo>
                  <a:lnTo>
                    <a:pt x="0" y="0"/>
                  </a:lnTo>
                </a:path>
              </a:pathLst>
            </a:custGeom>
            <a:ln w="22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724582" y="4922720"/>
              <a:ext cx="0" cy="687070"/>
            </a:xfrm>
            <a:custGeom>
              <a:avLst/>
              <a:gdLst/>
              <a:ahLst/>
              <a:cxnLst/>
              <a:rect l="l" t="t" r="r" b="b"/>
              <a:pathLst>
                <a:path w="0" h="687070">
                  <a:moveTo>
                    <a:pt x="0" y="687003"/>
                  </a:moveTo>
                  <a:lnTo>
                    <a:pt x="0" y="0"/>
                  </a:lnTo>
                </a:path>
              </a:pathLst>
            </a:custGeom>
            <a:ln w="22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633890" y="4495884"/>
              <a:ext cx="772160" cy="4445"/>
            </a:xfrm>
            <a:custGeom>
              <a:avLst/>
              <a:gdLst/>
              <a:ahLst/>
              <a:cxnLst/>
              <a:rect l="l" t="t" r="r" b="b"/>
              <a:pathLst>
                <a:path w="772160" h="4445">
                  <a:moveTo>
                    <a:pt x="771847" y="4065"/>
                  </a:moveTo>
                  <a:lnTo>
                    <a:pt x="0" y="0"/>
                  </a:lnTo>
                </a:path>
              </a:pathLst>
            </a:custGeom>
            <a:ln w="243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637583" y="4516209"/>
              <a:ext cx="3810" cy="1362075"/>
            </a:xfrm>
            <a:custGeom>
              <a:avLst/>
              <a:gdLst/>
              <a:ahLst/>
              <a:cxnLst/>
              <a:rect l="l" t="t" r="r" b="b"/>
              <a:pathLst>
                <a:path w="3810" h="1362075">
                  <a:moveTo>
                    <a:pt x="0" y="1361811"/>
                  </a:moveTo>
                  <a:lnTo>
                    <a:pt x="3693" y="0"/>
                  </a:lnTo>
                </a:path>
              </a:pathLst>
            </a:custGeom>
            <a:ln w="22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728275" y="5601593"/>
              <a:ext cx="4258310" cy="0"/>
            </a:xfrm>
            <a:custGeom>
              <a:avLst/>
              <a:gdLst/>
              <a:ahLst/>
              <a:cxnLst/>
              <a:rect l="l" t="t" r="r" b="b"/>
              <a:pathLst>
                <a:path w="4258309" h="0">
                  <a:moveTo>
                    <a:pt x="0" y="0"/>
                  </a:moveTo>
                  <a:lnTo>
                    <a:pt x="4258089" y="0"/>
                  </a:lnTo>
                </a:path>
              </a:pathLst>
            </a:custGeom>
            <a:ln w="243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56473" y="5882086"/>
              <a:ext cx="3985260" cy="0"/>
            </a:xfrm>
            <a:custGeom>
              <a:avLst/>
              <a:gdLst/>
              <a:ahLst/>
              <a:cxnLst/>
              <a:rect l="l" t="t" r="r" b="b"/>
              <a:pathLst>
                <a:path w="3985260" h="0">
                  <a:moveTo>
                    <a:pt x="0" y="0"/>
                  </a:moveTo>
                  <a:lnTo>
                    <a:pt x="3984803" y="0"/>
                  </a:lnTo>
                </a:path>
              </a:pathLst>
            </a:custGeom>
            <a:ln w="243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925641" y="4918655"/>
              <a:ext cx="3810" cy="634365"/>
            </a:xfrm>
            <a:custGeom>
              <a:avLst/>
              <a:gdLst/>
              <a:ahLst/>
              <a:cxnLst/>
              <a:rect l="l" t="t" r="r" b="b"/>
              <a:pathLst>
                <a:path w="3810" h="634364">
                  <a:moveTo>
                    <a:pt x="3693" y="634156"/>
                  </a:moveTo>
                  <a:lnTo>
                    <a:pt x="0" y="0"/>
                  </a:lnTo>
                </a:path>
              </a:pathLst>
            </a:custGeom>
            <a:ln w="22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986364" y="4369865"/>
              <a:ext cx="0" cy="1228090"/>
            </a:xfrm>
            <a:custGeom>
              <a:avLst/>
              <a:gdLst/>
              <a:ahLst/>
              <a:cxnLst/>
              <a:rect l="l" t="t" r="r" b="b"/>
              <a:pathLst>
                <a:path w="0" h="1228089">
                  <a:moveTo>
                    <a:pt x="0" y="1227662"/>
                  </a:moveTo>
                  <a:lnTo>
                    <a:pt x="0" y="0"/>
                  </a:lnTo>
                </a:path>
              </a:pathLst>
            </a:custGeom>
            <a:ln w="22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8422" y="5512904"/>
              <a:ext cx="149210" cy="16111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3670" y="4842162"/>
              <a:ext cx="145517" cy="15705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76715" y="5801551"/>
              <a:ext cx="145470" cy="16106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5945" y="4029140"/>
              <a:ext cx="149210" cy="16111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028226" y="4920688"/>
              <a:ext cx="348615" cy="0"/>
            </a:xfrm>
            <a:custGeom>
              <a:avLst/>
              <a:gdLst/>
              <a:ahLst/>
              <a:cxnLst/>
              <a:rect l="l" t="t" r="r" b="b"/>
              <a:pathLst>
                <a:path w="348614" h="0">
                  <a:moveTo>
                    <a:pt x="0" y="0"/>
                  </a:moveTo>
                  <a:lnTo>
                    <a:pt x="348266" y="0"/>
                  </a:lnTo>
                </a:path>
              </a:pathLst>
            </a:custGeom>
            <a:ln w="284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16423" y="4813723"/>
              <a:ext cx="186105" cy="20579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38322" y="4399065"/>
              <a:ext cx="186140" cy="20176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441851" y="3284481"/>
              <a:ext cx="0" cy="541020"/>
            </a:xfrm>
            <a:custGeom>
              <a:avLst/>
              <a:gdLst/>
              <a:ahLst/>
              <a:cxnLst/>
              <a:rect l="l" t="t" r="r" b="b"/>
              <a:pathLst>
                <a:path w="0" h="541020">
                  <a:moveTo>
                    <a:pt x="0" y="540659"/>
                  </a:moveTo>
                  <a:lnTo>
                    <a:pt x="0" y="0"/>
                  </a:lnTo>
                </a:path>
              </a:pathLst>
            </a:custGeom>
            <a:ln w="22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445544" y="3833271"/>
              <a:ext cx="196215" cy="0"/>
            </a:xfrm>
            <a:custGeom>
              <a:avLst/>
              <a:gdLst/>
              <a:ahLst/>
              <a:cxnLst/>
              <a:rect l="l" t="t" r="r" b="b"/>
              <a:pathLst>
                <a:path w="196214" h="0">
                  <a:moveTo>
                    <a:pt x="0" y="0"/>
                  </a:moveTo>
                  <a:lnTo>
                    <a:pt x="195731" y="0"/>
                  </a:lnTo>
                </a:path>
              </a:pathLst>
            </a:custGeom>
            <a:ln w="243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524733" y="4918655"/>
              <a:ext cx="288290" cy="0"/>
            </a:xfrm>
            <a:custGeom>
              <a:avLst/>
              <a:gdLst/>
              <a:ahLst/>
              <a:cxnLst/>
              <a:rect l="l" t="t" r="r" b="b"/>
              <a:pathLst>
                <a:path w="288290" h="0">
                  <a:moveTo>
                    <a:pt x="0" y="0"/>
                  </a:moveTo>
                  <a:lnTo>
                    <a:pt x="288057" y="0"/>
                  </a:lnTo>
                </a:path>
              </a:pathLst>
            </a:custGeom>
            <a:ln w="243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028226" y="4111731"/>
              <a:ext cx="548005" cy="0"/>
            </a:xfrm>
            <a:custGeom>
              <a:avLst/>
              <a:gdLst/>
              <a:ahLst/>
              <a:cxnLst/>
              <a:rect l="l" t="t" r="r" b="b"/>
              <a:pathLst>
                <a:path w="548004" h="0">
                  <a:moveTo>
                    <a:pt x="0" y="0"/>
                  </a:moveTo>
                  <a:lnTo>
                    <a:pt x="547691" y="0"/>
                  </a:lnTo>
                </a:path>
              </a:pathLst>
            </a:custGeom>
            <a:ln w="284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524733" y="4095470"/>
              <a:ext cx="777240" cy="0"/>
            </a:xfrm>
            <a:custGeom>
              <a:avLst/>
              <a:gdLst/>
              <a:ahLst/>
              <a:cxnLst/>
              <a:rect l="l" t="t" r="r" b="b"/>
              <a:pathLst>
                <a:path w="777240" h="0">
                  <a:moveTo>
                    <a:pt x="0" y="0"/>
                  </a:moveTo>
                  <a:lnTo>
                    <a:pt x="776656" y="0"/>
                  </a:lnTo>
                </a:path>
              </a:pathLst>
            </a:custGeom>
            <a:ln w="284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850538" y="4227586"/>
              <a:ext cx="428625" cy="4445"/>
            </a:xfrm>
            <a:custGeom>
              <a:avLst/>
              <a:gdLst/>
              <a:ahLst/>
              <a:cxnLst/>
              <a:rect l="l" t="t" r="r" b="b"/>
              <a:pathLst>
                <a:path w="428625" h="4445">
                  <a:moveTo>
                    <a:pt x="428394" y="0"/>
                  </a:moveTo>
                  <a:lnTo>
                    <a:pt x="0" y="4065"/>
                  </a:lnTo>
                </a:path>
              </a:pathLst>
            </a:custGeom>
            <a:ln w="243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3269985" y="3308367"/>
            <a:ext cx="4787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105">
                <a:latin typeface="Times New Roman"/>
                <a:cs typeface="Times New Roman"/>
              </a:rPr>
              <a:t>FF</a:t>
            </a:r>
            <a:r>
              <a:rPr dirty="0" baseline="-13888" sz="2400" spc="-157">
                <a:latin typeface="Times New Roman"/>
                <a:cs typeface="Times New Roman"/>
              </a:rPr>
              <a:t>0</a:t>
            </a:r>
            <a:endParaRPr baseline="-13888"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11110" y="3926263"/>
            <a:ext cx="19494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35" i="1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22765" y="5645805"/>
            <a:ext cx="37973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45" i="1">
                <a:latin typeface="Times New Roman"/>
                <a:cs typeface="Times New Roman"/>
              </a:rPr>
              <a:t>CP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034798" y="3727578"/>
            <a:ext cx="993775" cy="1551305"/>
          </a:xfrm>
          <a:prstGeom prst="rect">
            <a:avLst/>
          </a:prstGeom>
          <a:solidFill>
            <a:srgbClr val="FFFFFF"/>
          </a:solidFill>
          <a:ln w="49618">
            <a:solidFill>
              <a:srgbClr val="000000"/>
            </a:solidFill>
          </a:ln>
        </p:spPr>
        <p:txBody>
          <a:bodyPr wrap="square" lIns="0" tIns="133985" rIns="0" bIns="0" rtlCol="0" vert="horz">
            <a:spAutoFit/>
          </a:bodyPr>
          <a:lstStyle/>
          <a:p>
            <a:pPr marL="121285">
              <a:lnSpc>
                <a:spcPct val="100000"/>
              </a:lnSpc>
              <a:spcBef>
                <a:spcPts val="1055"/>
              </a:spcBef>
            </a:pPr>
            <a:r>
              <a:rPr dirty="0" sz="2400" spc="-85">
                <a:latin typeface="Times New Roman"/>
                <a:cs typeface="Times New Roman"/>
              </a:rPr>
              <a:t>1J</a:t>
            </a:r>
            <a:endParaRPr sz="2400">
              <a:latin typeface="Times New Roman"/>
              <a:cs typeface="Times New Roman"/>
            </a:endParaRPr>
          </a:p>
          <a:p>
            <a:pPr marL="73660" marR="396240" indent="-114935">
              <a:lnSpc>
                <a:spcPct val="112900"/>
              </a:lnSpc>
            </a:pPr>
            <a:r>
              <a:rPr dirty="0" sz="2800" spc="-395">
                <a:latin typeface="宋体"/>
                <a:cs typeface="宋体"/>
              </a:rPr>
              <a:t>＞</a:t>
            </a:r>
            <a:r>
              <a:rPr dirty="0" sz="2400" spc="-95">
                <a:latin typeface="Times New Roman"/>
                <a:cs typeface="Times New Roman"/>
              </a:rPr>
              <a:t>C1  </a:t>
            </a:r>
            <a:r>
              <a:rPr dirty="0" sz="2400" spc="-120">
                <a:latin typeface="Times New Roman"/>
                <a:cs typeface="Times New Roman"/>
              </a:rPr>
              <a:t>1K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338519" y="4399065"/>
            <a:ext cx="1360805" cy="621030"/>
            <a:chOff x="5338519" y="4399065"/>
            <a:chExt cx="1360805" cy="621030"/>
          </a:xfrm>
        </p:grpSpPr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12909" y="4817771"/>
              <a:ext cx="186140" cy="20176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38519" y="4399065"/>
              <a:ext cx="186140" cy="201767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5777567" y="3288041"/>
            <a:ext cx="4787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105">
                <a:latin typeface="Times New Roman"/>
                <a:cs typeface="Times New Roman"/>
              </a:rPr>
              <a:t>FF</a:t>
            </a:r>
            <a:r>
              <a:rPr dirty="0" baseline="-13888" sz="2400" spc="-157">
                <a:latin typeface="Times New Roman"/>
                <a:cs typeface="Times New Roman"/>
              </a:rPr>
              <a:t>1</a:t>
            </a:r>
            <a:endParaRPr baseline="-13888" sz="2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531301" y="3727578"/>
            <a:ext cx="993775" cy="1551305"/>
          </a:xfrm>
          <a:prstGeom prst="rect">
            <a:avLst/>
          </a:prstGeom>
          <a:solidFill>
            <a:srgbClr val="FFFFFF"/>
          </a:solidFill>
          <a:ln w="49613">
            <a:solidFill>
              <a:srgbClr val="000000"/>
            </a:solidFill>
          </a:ln>
        </p:spPr>
        <p:txBody>
          <a:bodyPr wrap="square" lIns="0" tIns="133985" rIns="0" bIns="0" rtlCol="0" vert="horz">
            <a:spAutoFit/>
          </a:bodyPr>
          <a:lstStyle/>
          <a:p>
            <a:pPr marL="121285">
              <a:lnSpc>
                <a:spcPct val="100000"/>
              </a:lnSpc>
              <a:spcBef>
                <a:spcPts val="1055"/>
              </a:spcBef>
            </a:pPr>
            <a:r>
              <a:rPr dirty="0" sz="2400" spc="-85">
                <a:latin typeface="Times New Roman"/>
                <a:cs typeface="Times New Roman"/>
              </a:rPr>
              <a:t>1J</a:t>
            </a:r>
            <a:endParaRPr sz="2400">
              <a:latin typeface="Times New Roman"/>
              <a:cs typeface="Times New Roman"/>
            </a:endParaRPr>
          </a:p>
          <a:p>
            <a:pPr marL="73660" marR="396240" indent="-114935">
              <a:lnSpc>
                <a:spcPct val="112900"/>
              </a:lnSpc>
            </a:pPr>
            <a:r>
              <a:rPr dirty="0" sz="2800" spc="-395">
                <a:latin typeface="宋体"/>
                <a:cs typeface="宋体"/>
              </a:rPr>
              <a:t>＞</a:t>
            </a:r>
            <a:r>
              <a:rPr dirty="0" sz="2400" spc="-95">
                <a:latin typeface="Times New Roman"/>
                <a:cs typeface="Times New Roman"/>
              </a:rPr>
              <a:t>C1  </a:t>
            </a:r>
            <a:r>
              <a:rPr dirty="0" sz="2400" spc="-120">
                <a:latin typeface="Times New Roman"/>
                <a:cs typeface="Times New Roman"/>
              </a:rPr>
              <a:t>1K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295778" y="3999435"/>
            <a:ext cx="17970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25" i="1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063991" y="3666097"/>
            <a:ext cx="3683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120" i="1">
                <a:latin typeface="Times New Roman"/>
                <a:cs typeface="Times New Roman"/>
              </a:rPr>
              <a:t>Q</a:t>
            </a:r>
            <a:r>
              <a:rPr dirty="0" baseline="-13888" sz="2400" spc="-179">
                <a:latin typeface="Times New Roman"/>
                <a:cs typeface="Times New Roman"/>
              </a:rPr>
              <a:t>0</a:t>
            </a:r>
            <a:endParaRPr baseline="-13888" sz="24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619584" y="3641707"/>
            <a:ext cx="3683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120" i="1">
                <a:latin typeface="Times New Roman"/>
                <a:cs typeface="Times New Roman"/>
              </a:rPr>
              <a:t>Q</a:t>
            </a:r>
            <a:r>
              <a:rPr dirty="0" baseline="-13888" sz="2400" spc="-179">
                <a:latin typeface="Times New Roman"/>
                <a:cs typeface="Times New Roman"/>
              </a:rPr>
              <a:t>1</a:t>
            </a:r>
            <a:endParaRPr baseline="-13888" sz="2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90861" y="5662570"/>
            <a:ext cx="284480" cy="16510"/>
          </a:xfrm>
          <a:custGeom>
            <a:avLst/>
            <a:gdLst/>
            <a:ahLst/>
            <a:cxnLst/>
            <a:rect l="l" t="t" r="r" b="b"/>
            <a:pathLst>
              <a:path w="284480" h="16510">
                <a:moveTo>
                  <a:pt x="0" y="16260"/>
                </a:moveTo>
                <a:lnTo>
                  <a:pt x="284365" y="0"/>
                </a:lnTo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754411" y="1816873"/>
            <a:ext cx="349250" cy="0"/>
          </a:xfrm>
          <a:custGeom>
            <a:avLst/>
            <a:gdLst/>
            <a:ahLst/>
            <a:cxnLst/>
            <a:rect l="l" t="t" r="r" b="b"/>
            <a:pathLst>
              <a:path w="349250" h="0">
                <a:moveTo>
                  <a:pt x="0" y="0"/>
                </a:moveTo>
                <a:lnTo>
                  <a:pt x="348707" y="0"/>
                </a:lnTo>
              </a:path>
            </a:pathLst>
          </a:custGeom>
          <a:ln w="92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5" name="object 55"/>
          <p:cNvGrpSpPr/>
          <p:nvPr/>
        </p:nvGrpSpPr>
        <p:grpSpPr>
          <a:xfrm>
            <a:off x="1362812" y="3090672"/>
            <a:ext cx="6498590" cy="2190750"/>
            <a:chOff x="1362812" y="3090672"/>
            <a:chExt cx="6498590" cy="2190750"/>
          </a:xfrm>
        </p:grpSpPr>
        <p:sp>
          <p:nvSpPr>
            <p:cNvPr id="56" name="object 56"/>
            <p:cNvSpPr/>
            <p:nvPr/>
          </p:nvSpPr>
          <p:spPr>
            <a:xfrm>
              <a:off x="1384004" y="4577185"/>
              <a:ext cx="539750" cy="683260"/>
            </a:xfrm>
            <a:custGeom>
              <a:avLst/>
              <a:gdLst/>
              <a:ahLst/>
              <a:cxnLst/>
              <a:rect l="l" t="t" r="r" b="b"/>
              <a:pathLst>
                <a:path w="539750" h="683260">
                  <a:moveTo>
                    <a:pt x="0" y="682938"/>
                  </a:moveTo>
                  <a:lnTo>
                    <a:pt x="0" y="0"/>
                  </a:lnTo>
                  <a:lnTo>
                    <a:pt x="539185" y="341469"/>
                  </a:lnTo>
                  <a:lnTo>
                    <a:pt x="0" y="6829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384004" y="4577185"/>
              <a:ext cx="539750" cy="683260"/>
            </a:xfrm>
            <a:custGeom>
              <a:avLst/>
              <a:gdLst/>
              <a:ahLst/>
              <a:cxnLst/>
              <a:rect l="l" t="t" r="r" b="b"/>
              <a:pathLst>
                <a:path w="539750" h="683260">
                  <a:moveTo>
                    <a:pt x="539185" y="341469"/>
                  </a:moveTo>
                  <a:lnTo>
                    <a:pt x="0" y="682938"/>
                  </a:lnTo>
                  <a:lnTo>
                    <a:pt x="0" y="0"/>
                  </a:lnTo>
                  <a:lnTo>
                    <a:pt x="539185" y="341469"/>
                  </a:lnTo>
                  <a:close/>
                </a:path>
              </a:pathLst>
            </a:custGeom>
            <a:ln w="421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78129" y="4838096"/>
              <a:ext cx="160289" cy="173311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4574801" y="3707253"/>
              <a:ext cx="576580" cy="528955"/>
            </a:xfrm>
            <a:custGeom>
              <a:avLst/>
              <a:gdLst/>
              <a:ahLst/>
              <a:cxnLst/>
              <a:rect l="l" t="t" r="r" b="b"/>
              <a:pathLst>
                <a:path w="576579" h="528954">
                  <a:moveTo>
                    <a:pt x="288058" y="528464"/>
                  </a:moveTo>
                  <a:lnTo>
                    <a:pt x="0" y="528464"/>
                  </a:lnTo>
                  <a:lnTo>
                    <a:pt x="0" y="0"/>
                  </a:lnTo>
                  <a:lnTo>
                    <a:pt x="317602" y="0"/>
                  </a:lnTo>
                  <a:lnTo>
                    <a:pt x="347146" y="4061"/>
                  </a:lnTo>
                  <a:lnTo>
                    <a:pt x="398849" y="20325"/>
                  </a:lnTo>
                  <a:lnTo>
                    <a:pt x="450552" y="44716"/>
                  </a:lnTo>
                  <a:lnTo>
                    <a:pt x="509641" y="93497"/>
                  </a:lnTo>
                  <a:lnTo>
                    <a:pt x="542878" y="138213"/>
                  </a:lnTo>
                  <a:lnTo>
                    <a:pt x="565036" y="182929"/>
                  </a:lnTo>
                  <a:lnTo>
                    <a:pt x="568730" y="211385"/>
                  </a:lnTo>
                  <a:lnTo>
                    <a:pt x="576116" y="235776"/>
                  </a:lnTo>
                  <a:lnTo>
                    <a:pt x="576116" y="288622"/>
                  </a:lnTo>
                  <a:lnTo>
                    <a:pt x="568730" y="317078"/>
                  </a:lnTo>
                  <a:lnTo>
                    <a:pt x="565036" y="341469"/>
                  </a:lnTo>
                  <a:lnTo>
                    <a:pt x="542878" y="390250"/>
                  </a:lnTo>
                  <a:lnTo>
                    <a:pt x="491175" y="451227"/>
                  </a:lnTo>
                  <a:lnTo>
                    <a:pt x="450552" y="483747"/>
                  </a:lnTo>
                  <a:lnTo>
                    <a:pt x="398849" y="508138"/>
                  </a:lnTo>
                  <a:lnTo>
                    <a:pt x="347146" y="520333"/>
                  </a:lnTo>
                  <a:lnTo>
                    <a:pt x="288058" y="528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574801" y="3707252"/>
              <a:ext cx="576580" cy="528955"/>
            </a:xfrm>
            <a:custGeom>
              <a:avLst/>
              <a:gdLst/>
              <a:ahLst/>
              <a:cxnLst/>
              <a:rect l="l" t="t" r="r" b="b"/>
              <a:pathLst>
                <a:path w="576579" h="528954">
                  <a:moveTo>
                    <a:pt x="288058" y="528464"/>
                  </a:moveTo>
                  <a:lnTo>
                    <a:pt x="317602" y="524399"/>
                  </a:lnTo>
                  <a:lnTo>
                    <a:pt x="347146" y="520333"/>
                  </a:lnTo>
                  <a:lnTo>
                    <a:pt x="372998" y="516268"/>
                  </a:lnTo>
                  <a:lnTo>
                    <a:pt x="398849" y="508138"/>
                  </a:lnTo>
                  <a:lnTo>
                    <a:pt x="424701" y="495943"/>
                  </a:lnTo>
                  <a:lnTo>
                    <a:pt x="450552" y="483747"/>
                  </a:lnTo>
                  <a:lnTo>
                    <a:pt x="472710" y="467487"/>
                  </a:lnTo>
                  <a:lnTo>
                    <a:pt x="491175" y="451227"/>
                  </a:lnTo>
                  <a:lnTo>
                    <a:pt x="509641" y="430901"/>
                  </a:lnTo>
                  <a:lnTo>
                    <a:pt x="528106" y="410575"/>
                  </a:lnTo>
                  <a:lnTo>
                    <a:pt x="542878" y="390250"/>
                  </a:lnTo>
                  <a:lnTo>
                    <a:pt x="553957" y="365859"/>
                  </a:lnTo>
                  <a:lnTo>
                    <a:pt x="565036" y="341469"/>
                  </a:lnTo>
                  <a:lnTo>
                    <a:pt x="568730" y="317078"/>
                  </a:lnTo>
                  <a:lnTo>
                    <a:pt x="576116" y="288622"/>
                  </a:lnTo>
                  <a:lnTo>
                    <a:pt x="576116" y="264232"/>
                  </a:lnTo>
                  <a:lnTo>
                    <a:pt x="576116" y="235776"/>
                  </a:lnTo>
                  <a:lnTo>
                    <a:pt x="568730" y="211385"/>
                  </a:lnTo>
                  <a:lnTo>
                    <a:pt x="565036" y="182929"/>
                  </a:lnTo>
                  <a:lnTo>
                    <a:pt x="542878" y="138213"/>
                  </a:lnTo>
                  <a:lnTo>
                    <a:pt x="509641" y="93497"/>
                  </a:lnTo>
                  <a:lnTo>
                    <a:pt x="491175" y="77237"/>
                  </a:lnTo>
                  <a:lnTo>
                    <a:pt x="472710" y="60976"/>
                  </a:lnTo>
                  <a:lnTo>
                    <a:pt x="450552" y="44716"/>
                  </a:lnTo>
                  <a:lnTo>
                    <a:pt x="424701" y="32520"/>
                  </a:lnTo>
                  <a:lnTo>
                    <a:pt x="398849" y="20325"/>
                  </a:lnTo>
                  <a:lnTo>
                    <a:pt x="372998" y="12195"/>
                  </a:lnTo>
                  <a:lnTo>
                    <a:pt x="347146" y="4065"/>
                  </a:lnTo>
                  <a:lnTo>
                    <a:pt x="317602" y="0"/>
                  </a:lnTo>
                  <a:lnTo>
                    <a:pt x="288058" y="0"/>
                  </a:lnTo>
                  <a:lnTo>
                    <a:pt x="0" y="0"/>
                  </a:lnTo>
                  <a:lnTo>
                    <a:pt x="0" y="528464"/>
                  </a:lnTo>
                  <a:lnTo>
                    <a:pt x="288058" y="528464"/>
                  </a:lnTo>
                </a:path>
              </a:pathLst>
            </a:custGeom>
            <a:ln w="428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7259651" y="3967416"/>
              <a:ext cx="580390" cy="528955"/>
            </a:xfrm>
            <a:custGeom>
              <a:avLst/>
              <a:gdLst/>
              <a:ahLst/>
              <a:cxnLst/>
              <a:rect l="l" t="t" r="r" b="b"/>
              <a:pathLst>
                <a:path w="580390" h="528954">
                  <a:moveTo>
                    <a:pt x="288054" y="528468"/>
                  </a:moveTo>
                  <a:lnTo>
                    <a:pt x="0" y="528468"/>
                  </a:lnTo>
                  <a:lnTo>
                    <a:pt x="0" y="0"/>
                  </a:lnTo>
                  <a:lnTo>
                    <a:pt x="317602" y="0"/>
                  </a:lnTo>
                  <a:lnTo>
                    <a:pt x="376691" y="8134"/>
                  </a:lnTo>
                  <a:lnTo>
                    <a:pt x="402542" y="20329"/>
                  </a:lnTo>
                  <a:lnTo>
                    <a:pt x="428394" y="28459"/>
                  </a:lnTo>
                  <a:lnTo>
                    <a:pt x="450552" y="44720"/>
                  </a:lnTo>
                  <a:lnTo>
                    <a:pt x="472710" y="56915"/>
                  </a:lnTo>
                  <a:lnTo>
                    <a:pt x="494868" y="77241"/>
                  </a:lnTo>
                  <a:lnTo>
                    <a:pt x="528106" y="113827"/>
                  </a:lnTo>
                  <a:lnTo>
                    <a:pt x="553954" y="158543"/>
                  </a:lnTo>
                  <a:lnTo>
                    <a:pt x="572423" y="207324"/>
                  </a:lnTo>
                  <a:lnTo>
                    <a:pt x="579809" y="264236"/>
                  </a:lnTo>
                  <a:lnTo>
                    <a:pt x="576116" y="288626"/>
                  </a:lnTo>
                  <a:lnTo>
                    <a:pt x="572423" y="317082"/>
                  </a:lnTo>
                  <a:lnTo>
                    <a:pt x="542878" y="390254"/>
                  </a:lnTo>
                  <a:lnTo>
                    <a:pt x="513334" y="430905"/>
                  </a:lnTo>
                  <a:lnTo>
                    <a:pt x="472710" y="467491"/>
                  </a:lnTo>
                  <a:lnTo>
                    <a:pt x="450552" y="479686"/>
                  </a:lnTo>
                  <a:lnTo>
                    <a:pt x="428394" y="495947"/>
                  </a:lnTo>
                  <a:lnTo>
                    <a:pt x="402542" y="504077"/>
                  </a:lnTo>
                  <a:lnTo>
                    <a:pt x="376691" y="516272"/>
                  </a:lnTo>
                  <a:lnTo>
                    <a:pt x="288054" y="5284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7259650" y="3967419"/>
              <a:ext cx="580390" cy="528955"/>
            </a:xfrm>
            <a:custGeom>
              <a:avLst/>
              <a:gdLst/>
              <a:ahLst/>
              <a:cxnLst/>
              <a:rect l="l" t="t" r="r" b="b"/>
              <a:pathLst>
                <a:path w="580390" h="528954">
                  <a:moveTo>
                    <a:pt x="288058" y="528464"/>
                  </a:moveTo>
                  <a:lnTo>
                    <a:pt x="317602" y="524399"/>
                  </a:lnTo>
                  <a:lnTo>
                    <a:pt x="347146" y="520333"/>
                  </a:lnTo>
                  <a:lnTo>
                    <a:pt x="376691" y="516268"/>
                  </a:lnTo>
                  <a:lnTo>
                    <a:pt x="402542" y="504073"/>
                  </a:lnTo>
                  <a:lnTo>
                    <a:pt x="428394" y="495943"/>
                  </a:lnTo>
                  <a:lnTo>
                    <a:pt x="450552" y="479682"/>
                  </a:lnTo>
                  <a:lnTo>
                    <a:pt x="472710" y="467487"/>
                  </a:lnTo>
                  <a:lnTo>
                    <a:pt x="494868" y="451227"/>
                  </a:lnTo>
                  <a:lnTo>
                    <a:pt x="513334" y="430901"/>
                  </a:lnTo>
                  <a:lnTo>
                    <a:pt x="528106" y="410575"/>
                  </a:lnTo>
                  <a:lnTo>
                    <a:pt x="542878" y="390250"/>
                  </a:lnTo>
                  <a:lnTo>
                    <a:pt x="553957" y="365859"/>
                  </a:lnTo>
                  <a:lnTo>
                    <a:pt x="565036" y="341469"/>
                  </a:lnTo>
                  <a:lnTo>
                    <a:pt x="572423" y="317078"/>
                  </a:lnTo>
                  <a:lnTo>
                    <a:pt x="576116" y="288622"/>
                  </a:lnTo>
                  <a:lnTo>
                    <a:pt x="579809" y="264232"/>
                  </a:lnTo>
                  <a:lnTo>
                    <a:pt x="576116" y="235776"/>
                  </a:lnTo>
                  <a:lnTo>
                    <a:pt x="565036" y="182929"/>
                  </a:lnTo>
                  <a:lnTo>
                    <a:pt x="542878" y="138213"/>
                  </a:lnTo>
                  <a:lnTo>
                    <a:pt x="513334" y="93497"/>
                  </a:lnTo>
                  <a:lnTo>
                    <a:pt x="494868" y="77237"/>
                  </a:lnTo>
                  <a:lnTo>
                    <a:pt x="472710" y="56911"/>
                  </a:lnTo>
                  <a:lnTo>
                    <a:pt x="450552" y="44716"/>
                  </a:lnTo>
                  <a:lnTo>
                    <a:pt x="428394" y="28455"/>
                  </a:lnTo>
                  <a:lnTo>
                    <a:pt x="402542" y="20325"/>
                  </a:lnTo>
                  <a:lnTo>
                    <a:pt x="376691" y="8130"/>
                  </a:lnTo>
                  <a:lnTo>
                    <a:pt x="347146" y="4065"/>
                  </a:lnTo>
                  <a:lnTo>
                    <a:pt x="317602" y="0"/>
                  </a:lnTo>
                  <a:lnTo>
                    <a:pt x="288058" y="0"/>
                  </a:lnTo>
                  <a:lnTo>
                    <a:pt x="0" y="0"/>
                  </a:lnTo>
                  <a:lnTo>
                    <a:pt x="0" y="528464"/>
                  </a:lnTo>
                  <a:lnTo>
                    <a:pt x="288058" y="528464"/>
                  </a:lnTo>
                </a:path>
              </a:pathLst>
            </a:custGeom>
            <a:ln w="42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4500372" y="3105150"/>
              <a:ext cx="0" cy="1045210"/>
            </a:xfrm>
            <a:custGeom>
              <a:avLst/>
              <a:gdLst/>
              <a:ahLst/>
              <a:cxnLst/>
              <a:rect l="l" t="t" r="r" b="b"/>
              <a:pathLst>
                <a:path w="0" h="1045210">
                  <a:moveTo>
                    <a:pt x="0" y="1044701"/>
                  </a:moveTo>
                  <a:lnTo>
                    <a:pt x="0" y="0"/>
                  </a:lnTo>
                </a:path>
              </a:pathLst>
            </a:custGeom>
            <a:ln w="28956">
              <a:solidFill>
                <a:srgbClr val="CC00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4500372" y="3105150"/>
              <a:ext cx="2592705" cy="0"/>
            </a:xfrm>
            <a:custGeom>
              <a:avLst/>
              <a:gdLst/>
              <a:ahLst/>
              <a:cxnLst/>
              <a:rect l="l" t="t" r="r" b="b"/>
              <a:pathLst>
                <a:path w="2592704" h="0">
                  <a:moveTo>
                    <a:pt x="0" y="0"/>
                  </a:moveTo>
                  <a:lnTo>
                    <a:pt x="2592324" y="0"/>
                  </a:lnTo>
                </a:path>
              </a:pathLst>
            </a:custGeom>
            <a:ln w="28956">
              <a:solidFill>
                <a:srgbClr val="CC00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7056120" y="3105150"/>
              <a:ext cx="253365" cy="1116330"/>
            </a:xfrm>
            <a:custGeom>
              <a:avLst/>
              <a:gdLst/>
              <a:ahLst/>
              <a:cxnLst/>
              <a:rect l="l" t="t" r="r" b="b"/>
              <a:pathLst>
                <a:path w="253365" h="1116329">
                  <a:moveTo>
                    <a:pt x="0" y="1116330"/>
                  </a:moveTo>
                  <a:lnTo>
                    <a:pt x="0" y="0"/>
                  </a:lnTo>
                </a:path>
                <a:path w="253365" h="1116329">
                  <a:moveTo>
                    <a:pt x="0" y="1116330"/>
                  </a:moveTo>
                  <a:lnTo>
                    <a:pt x="252984" y="1116330"/>
                  </a:lnTo>
                </a:path>
              </a:pathLst>
            </a:custGeom>
            <a:ln w="28956">
              <a:solidFill>
                <a:srgbClr val="CC00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3575465" y="2091689"/>
            <a:ext cx="116839" cy="1803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000" spc="215" b="1"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800862" y="1711451"/>
            <a:ext cx="1626235" cy="678180"/>
            <a:chOff x="800862" y="1711451"/>
            <a:chExt cx="1626235" cy="678180"/>
          </a:xfrm>
        </p:grpSpPr>
        <p:pic>
          <p:nvPicPr>
            <p:cNvPr id="68" name="object 6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0862" y="1711451"/>
              <a:ext cx="1014983" cy="678179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11986" y="1711451"/>
              <a:ext cx="1014983" cy="678179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977264" y="1743039"/>
            <a:ext cx="3168650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38325" algn="l"/>
                <a:tab pos="2809240" algn="l"/>
              </a:tabLst>
            </a:pPr>
            <a:r>
              <a:rPr dirty="0" sz="2400" spc="-5" b="1">
                <a:solidFill>
                  <a:srgbClr val="FF0000"/>
                </a:solidFill>
                <a:latin typeface="新宋体"/>
                <a:cs typeface="新宋体"/>
              </a:rPr>
              <a:t>输出</a:t>
            </a:r>
            <a:r>
              <a:rPr dirty="0" sz="2400" spc="-5" b="1">
                <a:solidFill>
                  <a:srgbClr val="000066"/>
                </a:solidFill>
                <a:latin typeface="新宋体"/>
                <a:cs typeface="新宋体"/>
              </a:rPr>
              <a:t>方</a:t>
            </a:r>
            <a:r>
              <a:rPr dirty="0" sz="2400" spc="-10" b="1">
                <a:solidFill>
                  <a:srgbClr val="000066"/>
                </a:solidFill>
                <a:latin typeface="新宋体"/>
                <a:cs typeface="新宋体"/>
              </a:rPr>
              <a:t>程</a:t>
            </a:r>
            <a:r>
              <a:rPr dirty="0" sz="2400" spc="-475" b="1">
                <a:solidFill>
                  <a:srgbClr val="000066"/>
                </a:solidFill>
                <a:latin typeface="新宋体"/>
                <a:cs typeface="新宋体"/>
              </a:rPr>
              <a:t> </a:t>
            </a:r>
            <a:r>
              <a:rPr dirty="0" baseline="-2873" sz="4350" spc="1080" b="1" i="1">
                <a:latin typeface="Times New Roman"/>
                <a:cs typeface="Times New Roman"/>
              </a:rPr>
              <a:t>Y</a:t>
            </a:r>
            <a:r>
              <a:rPr dirty="0" baseline="-2873" sz="4350" b="1" i="1">
                <a:latin typeface="Times New Roman"/>
                <a:cs typeface="Times New Roman"/>
              </a:rPr>
              <a:t>	</a:t>
            </a:r>
            <a:r>
              <a:rPr dirty="0" baseline="-2873" sz="4350" spc="967" b="1">
                <a:latin typeface="Symbol"/>
                <a:cs typeface="Symbol"/>
              </a:rPr>
              <a:t></a:t>
            </a:r>
            <a:r>
              <a:rPr dirty="0" baseline="-2873" sz="4350" spc="337">
                <a:latin typeface="Times New Roman"/>
                <a:cs typeface="Times New Roman"/>
              </a:rPr>
              <a:t> </a:t>
            </a:r>
            <a:r>
              <a:rPr dirty="0" baseline="-2873" sz="4350" spc="1282" b="1" i="1">
                <a:latin typeface="Times New Roman"/>
                <a:cs typeface="Times New Roman"/>
              </a:rPr>
              <a:t>Q</a:t>
            </a:r>
            <a:r>
              <a:rPr dirty="0" baseline="-2873" sz="4350" b="1" i="1">
                <a:latin typeface="Times New Roman"/>
                <a:cs typeface="Times New Roman"/>
              </a:rPr>
              <a:t>	</a:t>
            </a:r>
            <a:r>
              <a:rPr dirty="0" baseline="-2873" sz="4350" spc="1185" b="1" i="1">
                <a:latin typeface="Times New Roman"/>
                <a:cs typeface="Times New Roman"/>
              </a:rPr>
              <a:t>A</a:t>
            </a:r>
            <a:endParaRPr baseline="-2873" sz="43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4319778" y="1773173"/>
            <a:ext cx="467995" cy="517525"/>
          </a:xfrm>
          <a:custGeom>
            <a:avLst/>
            <a:gdLst/>
            <a:ahLst/>
            <a:cxnLst/>
            <a:rect l="l" t="t" r="r" b="b"/>
            <a:pathLst>
              <a:path w="467995" h="517525">
                <a:moveTo>
                  <a:pt x="350901" y="0"/>
                </a:moveTo>
                <a:lnTo>
                  <a:pt x="350901" y="129349"/>
                </a:lnTo>
                <a:lnTo>
                  <a:pt x="0" y="129349"/>
                </a:lnTo>
                <a:lnTo>
                  <a:pt x="0" y="388048"/>
                </a:lnTo>
                <a:lnTo>
                  <a:pt x="350901" y="388048"/>
                </a:lnTo>
                <a:lnTo>
                  <a:pt x="350901" y="517398"/>
                </a:lnTo>
                <a:lnTo>
                  <a:pt x="467868" y="258699"/>
                </a:lnTo>
                <a:lnTo>
                  <a:pt x="350901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505303" y="2536261"/>
            <a:ext cx="349250" cy="0"/>
          </a:xfrm>
          <a:custGeom>
            <a:avLst/>
            <a:gdLst/>
            <a:ahLst/>
            <a:cxnLst/>
            <a:rect l="l" t="t" r="r" b="b"/>
            <a:pathLst>
              <a:path w="349250" h="0">
                <a:moveTo>
                  <a:pt x="0" y="0"/>
                </a:moveTo>
                <a:lnTo>
                  <a:pt x="348707" y="0"/>
                </a:lnTo>
              </a:path>
            </a:pathLst>
          </a:custGeom>
          <a:ln w="92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4562347" y="2479803"/>
            <a:ext cx="2334260" cy="5118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055"/>
              </a:lnSpc>
              <a:spcBef>
                <a:spcPts val="100"/>
              </a:spcBef>
              <a:tabLst>
                <a:tab pos="523240" algn="l"/>
                <a:tab pos="1974850" algn="l"/>
              </a:tabLst>
            </a:pPr>
            <a:r>
              <a:rPr dirty="0" sz="2900" spc="720" b="1" i="1">
                <a:latin typeface="Times New Roman"/>
                <a:cs typeface="Times New Roman"/>
              </a:rPr>
              <a:t>Y</a:t>
            </a:r>
            <a:r>
              <a:rPr dirty="0" sz="2900" spc="720" b="1" i="1">
                <a:latin typeface="Times New Roman"/>
                <a:cs typeface="Times New Roman"/>
              </a:rPr>
              <a:t>	</a:t>
            </a:r>
            <a:r>
              <a:rPr dirty="0" sz="2900" spc="645" b="1">
                <a:latin typeface="Symbol"/>
                <a:cs typeface="Symbol"/>
              </a:rPr>
              <a:t></a:t>
            </a:r>
            <a:r>
              <a:rPr dirty="0" sz="2900" spc="220">
                <a:latin typeface="Times New Roman"/>
                <a:cs typeface="Times New Roman"/>
              </a:rPr>
              <a:t> </a:t>
            </a:r>
            <a:r>
              <a:rPr dirty="0" sz="2900" spc="855" b="1" i="1">
                <a:latin typeface="Times New Roman"/>
                <a:cs typeface="Times New Roman"/>
              </a:rPr>
              <a:t>Q</a:t>
            </a:r>
            <a:r>
              <a:rPr dirty="0" sz="2900" b="1" i="1">
                <a:latin typeface="Times New Roman"/>
                <a:cs typeface="Times New Roman"/>
              </a:rPr>
              <a:t> </a:t>
            </a:r>
            <a:r>
              <a:rPr dirty="0" sz="2900" spc="855" b="1" i="1">
                <a:latin typeface="Times New Roman"/>
                <a:cs typeface="Times New Roman"/>
              </a:rPr>
              <a:t>Q</a:t>
            </a:r>
            <a:r>
              <a:rPr dirty="0" sz="2900" b="1" i="1">
                <a:latin typeface="Times New Roman"/>
                <a:cs typeface="Times New Roman"/>
              </a:rPr>
              <a:t>	</a:t>
            </a:r>
            <a:r>
              <a:rPr dirty="0" sz="2900" spc="790" b="1" i="1">
                <a:latin typeface="Times New Roman"/>
                <a:cs typeface="Times New Roman"/>
              </a:rPr>
              <a:t>A</a:t>
            </a:r>
            <a:endParaRPr sz="2900">
              <a:latin typeface="Times New Roman"/>
              <a:cs typeface="Times New Roman"/>
            </a:endParaRPr>
          </a:p>
          <a:p>
            <a:pPr marL="1295400">
              <a:lnSpc>
                <a:spcPts val="775"/>
              </a:lnSpc>
              <a:tabLst>
                <a:tab pos="1770380" algn="l"/>
              </a:tabLst>
            </a:pPr>
            <a:r>
              <a:rPr dirty="0" sz="1000" spc="215" b="1">
                <a:latin typeface="Times New Roman"/>
                <a:cs typeface="Times New Roman"/>
              </a:rPr>
              <a:t>1	0</a:t>
            </a:r>
            <a:endParaRPr sz="1000">
              <a:latin typeface="Times New Roman"/>
              <a:cs typeface="Times New Roman"/>
            </a:endParaRPr>
          </a:p>
        </p:txBody>
      </p:sp>
      <p:pic>
        <p:nvPicPr>
          <p:cNvPr id="74" name="object 7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57605" y="1134617"/>
            <a:ext cx="1626107" cy="678179"/>
          </a:xfrm>
          <a:prstGeom prst="rect">
            <a:avLst/>
          </a:prstGeom>
        </p:spPr>
      </p:pic>
      <p:sp>
        <p:nvSpPr>
          <p:cNvPr id="75" name="object 75"/>
          <p:cNvSpPr txBox="1"/>
          <p:nvPr/>
        </p:nvSpPr>
        <p:spPr>
          <a:xfrm>
            <a:off x="834389" y="1229995"/>
            <a:ext cx="12471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0000"/>
                </a:solidFill>
                <a:latin typeface="新宋体"/>
                <a:cs typeface="新宋体"/>
              </a:rPr>
              <a:t>修改电</a:t>
            </a:r>
            <a:r>
              <a:rPr dirty="0" sz="2400" spc="-10" b="1">
                <a:solidFill>
                  <a:srgbClr val="FF0000"/>
                </a:solidFill>
                <a:latin typeface="新宋体"/>
                <a:cs typeface="新宋体"/>
              </a:rPr>
              <a:t>路</a:t>
            </a:r>
            <a:endParaRPr sz="2400">
              <a:latin typeface="新宋体"/>
              <a:cs typeface="新宋体"/>
            </a:endParaRPr>
          </a:p>
        </p:txBody>
      </p:sp>
      <p:pic>
        <p:nvPicPr>
          <p:cNvPr id="76" name="object 7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73252" y="2359152"/>
            <a:ext cx="3464051" cy="678179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1050289" y="2453957"/>
            <a:ext cx="30848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0000"/>
                </a:solidFill>
                <a:latin typeface="新宋体"/>
                <a:cs typeface="新宋体"/>
              </a:rPr>
              <a:t>卡诺图化</a:t>
            </a:r>
            <a:r>
              <a:rPr dirty="0" sz="2400" b="1">
                <a:solidFill>
                  <a:srgbClr val="FF0000"/>
                </a:solidFill>
                <a:latin typeface="新宋体"/>
                <a:cs typeface="新宋体"/>
              </a:rPr>
              <a:t>简</a:t>
            </a:r>
            <a:r>
              <a:rPr dirty="0" sz="2400" spc="5" b="1">
                <a:solidFill>
                  <a:srgbClr val="FF0000"/>
                </a:solidFill>
                <a:latin typeface="新宋体"/>
                <a:cs typeface="新宋体"/>
              </a:rPr>
              <a:t>去</a:t>
            </a:r>
            <a:r>
              <a:rPr dirty="0" sz="2400" b="1">
                <a:solidFill>
                  <a:srgbClr val="FF0000"/>
                </a:solidFill>
                <a:latin typeface="新宋体"/>
                <a:cs typeface="新宋体"/>
              </a:rPr>
              <a:t>掉无关</a:t>
            </a:r>
            <a:r>
              <a:rPr dirty="0" sz="2400" spc="-10" b="1">
                <a:solidFill>
                  <a:srgbClr val="FF0000"/>
                </a:solidFill>
                <a:latin typeface="新宋体"/>
                <a:cs typeface="新宋体"/>
              </a:rPr>
              <a:t>项</a:t>
            </a:r>
            <a:endParaRPr sz="2400">
              <a:latin typeface="新宋体"/>
              <a:cs typeface="新宋体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7012712" y="2289822"/>
            <a:ext cx="966469" cy="83185"/>
          </a:xfrm>
          <a:custGeom>
            <a:avLst/>
            <a:gdLst/>
            <a:ahLst/>
            <a:cxnLst/>
            <a:rect l="l" t="t" r="r" b="b"/>
            <a:pathLst>
              <a:path w="966470" h="83185">
                <a:moveTo>
                  <a:pt x="966379" y="0"/>
                </a:moveTo>
                <a:lnTo>
                  <a:pt x="961820" y="16636"/>
                </a:lnTo>
                <a:lnTo>
                  <a:pt x="957262" y="33272"/>
                </a:lnTo>
                <a:lnTo>
                  <a:pt x="952703" y="45749"/>
                </a:lnTo>
                <a:lnTo>
                  <a:pt x="943587" y="58227"/>
                </a:lnTo>
                <a:lnTo>
                  <a:pt x="929911" y="70704"/>
                </a:lnTo>
                <a:lnTo>
                  <a:pt x="916236" y="79022"/>
                </a:lnTo>
                <a:lnTo>
                  <a:pt x="902561" y="83181"/>
                </a:lnTo>
                <a:lnTo>
                  <a:pt x="884328" y="83181"/>
                </a:lnTo>
                <a:lnTo>
                  <a:pt x="82051" y="83181"/>
                </a:lnTo>
                <a:lnTo>
                  <a:pt x="63817" y="83181"/>
                </a:lnTo>
                <a:lnTo>
                  <a:pt x="50142" y="79022"/>
                </a:lnTo>
                <a:lnTo>
                  <a:pt x="36467" y="70704"/>
                </a:lnTo>
                <a:lnTo>
                  <a:pt x="22791" y="58227"/>
                </a:lnTo>
                <a:lnTo>
                  <a:pt x="13675" y="45749"/>
                </a:lnTo>
                <a:lnTo>
                  <a:pt x="4558" y="33272"/>
                </a:lnTo>
                <a:lnTo>
                  <a:pt x="0" y="16636"/>
                </a:lnTo>
                <a:lnTo>
                  <a:pt x="0" y="0"/>
                </a:lnTo>
              </a:path>
            </a:pathLst>
          </a:custGeom>
          <a:ln w="166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500460" y="1337392"/>
            <a:ext cx="966469" cy="83185"/>
          </a:xfrm>
          <a:custGeom>
            <a:avLst/>
            <a:gdLst/>
            <a:ahLst/>
            <a:cxnLst/>
            <a:rect l="l" t="t" r="r" b="b"/>
            <a:pathLst>
              <a:path w="966470" h="83184">
                <a:moveTo>
                  <a:pt x="966379" y="83181"/>
                </a:moveTo>
                <a:lnTo>
                  <a:pt x="966379" y="66545"/>
                </a:lnTo>
                <a:lnTo>
                  <a:pt x="961820" y="49909"/>
                </a:lnTo>
                <a:lnTo>
                  <a:pt x="952703" y="37431"/>
                </a:lnTo>
                <a:lnTo>
                  <a:pt x="943587" y="24954"/>
                </a:lnTo>
                <a:lnTo>
                  <a:pt x="934470" y="12477"/>
                </a:lnTo>
                <a:lnTo>
                  <a:pt x="920795" y="4159"/>
                </a:lnTo>
                <a:lnTo>
                  <a:pt x="902561" y="0"/>
                </a:lnTo>
                <a:lnTo>
                  <a:pt x="888886" y="0"/>
                </a:lnTo>
                <a:lnTo>
                  <a:pt x="82051" y="0"/>
                </a:lnTo>
                <a:lnTo>
                  <a:pt x="63817" y="0"/>
                </a:lnTo>
                <a:lnTo>
                  <a:pt x="50142" y="4159"/>
                </a:lnTo>
                <a:lnTo>
                  <a:pt x="36467" y="12477"/>
                </a:lnTo>
                <a:lnTo>
                  <a:pt x="22791" y="24954"/>
                </a:lnTo>
                <a:lnTo>
                  <a:pt x="13675" y="37431"/>
                </a:lnTo>
                <a:lnTo>
                  <a:pt x="4558" y="49909"/>
                </a:lnTo>
                <a:lnTo>
                  <a:pt x="0" y="66545"/>
                </a:lnTo>
                <a:lnTo>
                  <a:pt x="0" y="83181"/>
                </a:lnTo>
              </a:path>
            </a:pathLst>
          </a:custGeom>
          <a:ln w="166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0" name="object 80"/>
          <p:cNvGrpSpPr/>
          <p:nvPr/>
        </p:nvGrpSpPr>
        <p:grpSpPr>
          <a:xfrm>
            <a:off x="6001348" y="999908"/>
            <a:ext cx="550545" cy="429895"/>
            <a:chOff x="6001348" y="999908"/>
            <a:chExt cx="550545" cy="429895"/>
          </a:xfrm>
        </p:grpSpPr>
        <p:sp>
          <p:nvSpPr>
            <p:cNvPr id="81" name="object 81"/>
            <p:cNvSpPr/>
            <p:nvPr/>
          </p:nvSpPr>
          <p:spPr>
            <a:xfrm>
              <a:off x="6283369" y="1233415"/>
              <a:ext cx="260350" cy="187325"/>
            </a:xfrm>
            <a:custGeom>
              <a:avLst/>
              <a:gdLst/>
              <a:ahLst/>
              <a:cxnLst/>
              <a:rect l="l" t="t" r="r" b="b"/>
              <a:pathLst>
                <a:path w="260350" h="187325">
                  <a:moveTo>
                    <a:pt x="259828" y="187158"/>
                  </a:moveTo>
                  <a:lnTo>
                    <a:pt x="0" y="0"/>
                  </a:lnTo>
                </a:path>
              </a:pathLst>
            </a:custGeom>
            <a:ln w="171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6014426" y="1012984"/>
              <a:ext cx="314960" cy="287020"/>
            </a:xfrm>
            <a:custGeom>
              <a:avLst/>
              <a:gdLst/>
              <a:ahLst/>
              <a:cxnLst/>
              <a:rect l="l" t="t" r="r" b="b"/>
              <a:pathLst>
                <a:path w="314960" h="287019">
                  <a:moveTo>
                    <a:pt x="154985" y="286976"/>
                  </a:moveTo>
                  <a:lnTo>
                    <a:pt x="141310" y="282817"/>
                  </a:lnTo>
                  <a:lnTo>
                    <a:pt x="127630" y="282817"/>
                  </a:lnTo>
                  <a:lnTo>
                    <a:pt x="109401" y="278654"/>
                  </a:lnTo>
                  <a:lnTo>
                    <a:pt x="95721" y="274495"/>
                  </a:lnTo>
                  <a:lnTo>
                    <a:pt x="82051" y="266181"/>
                  </a:lnTo>
                  <a:lnTo>
                    <a:pt x="68375" y="262022"/>
                  </a:lnTo>
                  <a:lnTo>
                    <a:pt x="59259" y="253704"/>
                  </a:lnTo>
                  <a:lnTo>
                    <a:pt x="45579" y="245385"/>
                  </a:lnTo>
                  <a:lnTo>
                    <a:pt x="27350" y="220431"/>
                  </a:lnTo>
                  <a:lnTo>
                    <a:pt x="18233" y="212113"/>
                  </a:lnTo>
                  <a:lnTo>
                    <a:pt x="13670" y="199631"/>
                  </a:lnTo>
                  <a:lnTo>
                    <a:pt x="9112" y="182999"/>
                  </a:lnTo>
                  <a:lnTo>
                    <a:pt x="0" y="158045"/>
                  </a:lnTo>
                  <a:lnTo>
                    <a:pt x="0" y="128927"/>
                  </a:lnTo>
                  <a:lnTo>
                    <a:pt x="4553" y="112295"/>
                  </a:lnTo>
                  <a:lnTo>
                    <a:pt x="18233" y="74863"/>
                  </a:lnTo>
                  <a:lnTo>
                    <a:pt x="36467" y="49904"/>
                  </a:lnTo>
                  <a:lnTo>
                    <a:pt x="45579" y="41590"/>
                  </a:lnTo>
                  <a:lnTo>
                    <a:pt x="59259" y="33272"/>
                  </a:lnTo>
                  <a:lnTo>
                    <a:pt x="68375" y="24954"/>
                  </a:lnTo>
                  <a:lnTo>
                    <a:pt x="82051" y="16632"/>
                  </a:lnTo>
                  <a:lnTo>
                    <a:pt x="95721" y="12473"/>
                  </a:lnTo>
                  <a:lnTo>
                    <a:pt x="109401" y="4159"/>
                  </a:lnTo>
                  <a:lnTo>
                    <a:pt x="127630" y="4159"/>
                  </a:lnTo>
                  <a:lnTo>
                    <a:pt x="141310" y="0"/>
                  </a:lnTo>
                  <a:lnTo>
                    <a:pt x="173214" y="0"/>
                  </a:lnTo>
                  <a:lnTo>
                    <a:pt x="186894" y="4159"/>
                  </a:lnTo>
                  <a:lnTo>
                    <a:pt x="205127" y="4159"/>
                  </a:lnTo>
                  <a:lnTo>
                    <a:pt x="218798" y="12473"/>
                  </a:lnTo>
                  <a:lnTo>
                    <a:pt x="232477" y="16632"/>
                  </a:lnTo>
                  <a:lnTo>
                    <a:pt x="246153" y="24954"/>
                  </a:lnTo>
                  <a:lnTo>
                    <a:pt x="255265" y="33272"/>
                  </a:lnTo>
                  <a:lnTo>
                    <a:pt x="268945" y="41590"/>
                  </a:lnTo>
                  <a:lnTo>
                    <a:pt x="278061" y="49904"/>
                  </a:lnTo>
                  <a:lnTo>
                    <a:pt x="296290" y="74863"/>
                  </a:lnTo>
                  <a:lnTo>
                    <a:pt x="309970" y="112295"/>
                  </a:lnTo>
                  <a:lnTo>
                    <a:pt x="314529" y="128927"/>
                  </a:lnTo>
                  <a:lnTo>
                    <a:pt x="314529" y="158045"/>
                  </a:lnTo>
                  <a:lnTo>
                    <a:pt x="305412" y="182999"/>
                  </a:lnTo>
                  <a:lnTo>
                    <a:pt x="300849" y="199631"/>
                  </a:lnTo>
                  <a:lnTo>
                    <a:pt x="296290" y="212113"/>
                  </a:lnTo>
                  <a:lnTo>
                    <a:pt x="287178" y="220431"/>
                  </a:lnTo>
                  <a:lnTo>
                    <a:pt x="268945" y="245385"/>
                  </a:lnTo>
                  <a:lnTo>
                    <a:pt x="255265" y="253704"/>
                  </a:lnTo>
                  <a:lnTo>
                    <a:pt x="246153" y="262022"/>
                  </a:lnTo>
                  <a:lnTo>
                    <a:pt x="232477" y="266181"/>
                  </a:lnTo>
                  <a:lnTo>
                    <a:pt x="218798" y="274495"/>
                  </a:lnTo>
                  <a:lnTo>
                    <a:pt x="205127" y="278654"/>
                  </a:lnTo>
                  <a:lnTo>
                    <a:pt x="186894" y="282817"/>
                  </a:lnTo>
                  <a:lnTo>
                    <a:pt x="173214" y="282817"/>
                  </a:lnTo>
                  <a:lnTo>
                    <a:pt x="154985" y="2869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6014424" y="1012984"/>
              <a:ext cx="314960" cy="287020"/>
            </a:xfrm>
            <a:custGeom>
              <a:avLst/>
              <a:gdLst/>
              <a:ahLst/>
              <a:cxnLst/>
              <a:rect l="l" t="t" r="r" b="b"/>
              <a:pathLst>
                <a:path w="314960" h="287019">
                  <a:moveTo>
                    <a:pt x="154985" y="0"/>
                  </a:moveTo>
                  <a:lnTo>
                    <a:pt x="141310" y="0"/>
                  </a:lnTo>
                  <a:lnTo>
                    <a:pt x="127634" y="4159"/>
                  </a:lnTo>
                  <a:lnTo>
                    <a:pt x="109401" y="4159"/>
                  </a:lnTo>
                  <a:lnTo>
                    <a:pt x="95726" y="12477"/>
                  </a:lnTo>
                  <a:lnTo>
                    <a:pt x="82051" y="16636"/>
                  </a:lnTo>
                  <a:lnTo>
                    <a:pt x="68375" y="24954"/>
                  </a:lnTo>
                  <a:lnTo>
                    <a:pt x="59259" y="33272"/>
                  </a:lnTo>
                  <a:lnTo>
                    <a:pt x="45583" y="41590"/>
                  </a:lnTo>
                  <a:lnTo>
                    <a:pt x="36467" y="49909"/>
                  </a:lnTo>
                  <a:lnTo>
                    <a:pt x="27350" y="62386"/>
                  </a:lnTo>
                  <a:lnTo>
                    <a:pt x="18233" y="74863"/>
                  </a:lnTo>
                  <a:lnTo>
                    <a:pt x="13675" y="87340"/>
                  </a:lnTo>
                  <a:lnTo>
                    <a:pt x="9116" y="99818"/>
                  </a:lnTo>
                  <a:lnTo>
                    <a:pt x="4558" y="112295"/>
                  </a:lnTo>
                  <a:lnTo>
                    <a:pt x="0" y="128931"/>
                  </a:lnTo>
                  <a:lnTo>
                    <a:pt x="0" y="141408"/>
                  </a:lnTo>
                  <a:lnTo>
                    <a:pt x="0" y="158045"/>
                  </a:lnTo>
                  <a:lnTo>
                    <a:pt x="4558" y="170522"/>
                  </a:lnTo>
                  <a:lnTo>
                    <a:pt x="9116" y="182999"/>
                  </a:lnTo>
                  <a:lnTo>
                    <a:pt x="13675" y="199636"/>
                  </a:lnTo>
                  <a:lnTo>
                    <a:pt x="18233" y="212113"/>
                  </a:lnTo>
                  <a:lnTo>
                    <a:pt x="27350" y="220431"/>
                  </a:lnTo>
                  <a:lnTo>
                    <a:pt x="36467" y="232908"/>
                  </a:lnTo>
                  <a:lnTo>
                    <a:pt x="45583" y="245385"/>
                  </a:lnTo>
                  <a:lnTo>
                    <a:pt x="59259" y="253704"/>
                  </a:lnTo>
                  <a:lnTo>
                    <a:pt x="68375" y="262022"/>
                  </a:lnTo>
                  <a:lnTo>
                    <a:pt x="82051" y="266181"/>
                  </a:lnTo>
                  <a:lnTo>
                    <a:pt x="95726" y="274499"/>
                  </a:lnTo>
                  <a:lnTo>
                    <a:pt x="109401" y="278658"/>
                  </a:lnTo>
                  <a:lnTo>
                    <a:pt x="127634" y="282817"/>
                  </a:lnTo>
                  <a:lnTo>
                    <a:pt x="141310" y="282817"/>
                  </a:lnTo>
                  <a:lnTo>
                    <a:pt x="154985" y="286976"/>
                  </a:lnTo>
                  <a:lnTo>
                    <a:pt x="173218" y="282817"/>
                  </a:lnTo>
                  <a:lnTo>
                    <a:pt x="186894" y="282817"/>
                  </a:lnTo>
                  <a:lnTo>
                    <a:pt x="205127" y="278658"/>
                  </a:lnTo>
                  <a:lnTo>
                    <a:pt x="218802" y="274499"/>
                  </a:lnTo>
                  <a:lnTo>
                    <a:pt x="232477" y="266181"/>
                  </a:lnTo>
                  <a:lnTo>
                    <a:pt x="246153" y="262022"/>
                  </a:lnTo>
                  <a:lnTo>
                    <a:pt x="255269" y="253704"/>
                  </a:lnTo>
                  <a:lnTo>
                    <a:pt x="268945" y="245385"/>
                  </a:lnTo>
                  <a:lnTo>
                    <a:pt x="278061" y="232908"/>
                  </a:lnTo>
                  <a:lnTo>
                    <a:pt x="287178" y="220431"/>
                  </a:lnTo>
                  <a:lnTo>
                    <a:pt x="296295" y="212113"/>
                  </a:lnTo>
                  <a:lnTo>
                    <a:pt x="300853" y="199636"/>
                  </a:lnTo>
                  <a:lnTo>
                    <a:pt x="305412" y="182999"/>
                  </a:lnTo>
                  <a:lnTo>
                    <a:pt x="309970" y="170522"/>
                  </a:lnTo>
                  <a:lnTo>
                    <a:pt x="314529" y="158045"/>
                  </a:lnTo>
                  <a:lnTo>
                    <a:pt x="314529" y="141408"/>
                  </a:lnTo>
                  <a:lnTo>
                    <a:pt x="314529" y="128931"/>
                  </a:lnTo>
                  <a:lnTo>
                    <a:pt x="309970" y="112295"/>
                  </a:lnTo>
                  <a:lnTo>
                    <a:pt x="305412" y="99818"/>
                  </a:lnTo>
                  <a:lnTo>
                    <a:pt x="300853" y="87340"/>
                  </a:lnTo>
                  <a:lnTo>
                    <a:pt x="296295" y="74863"/>
                  </a:lnTo>
                  <a:lnTo>
                    <a:pt x="287178" y="62386"/>
                  </a:lnTo>
                  <a:lnTo>
                    <a:pt x="278061" y="49909"/>
                  </a:lnTo>
                  <a:lnTo>
                    <a:pt x="268945" y="41590"/>
                  </a:lnTo>
                  <a:lnTo>
                    <a:pt x="255269" y="33272"/>
                  </a:lnTo>
                  <a:lnTo>
                    <a:pt x="246153" y="24954"/>
                  </a:lnTo>
                  <a:lnTo>
                    <a:pt x="232477" y="16636"/>
                  </a:lnTo>
                  <a:lnTo>
                    <a:pt x="218802" y="12477"/>
                  </a:lnTo>
                  <a:lnTo>
                    <a:pt x="205127" y="4159"/>
                  </a:lnTo>
                  <a:lnTo>
                    <a:pt x="186894" y="4159"/>
                  </a:lnTo>
                  <a:lnTo>
                    <a:pt x="173218" y="0"/>
                  </a:lnTo>
                  <a:lnTo>
                    <a:pt x="154985" y="0"/>
                  </a:lnTo>
                </a:path>
              </a:pathLst>
            </a:custGeom>
            <a:ln w="26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/>
          <p:cNvSpPr txBox="1"/>
          <p:nvPr/>
        </p:nvSpPr>
        <p:spPr>
          <a:xfrm>
            <a:off x="6092892" y="1046034"/>
            <a:ext cx="14795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75" b="1" i="1">
                <a:latin typeface="Times New Roman"/>
                <a:cs typeface="Times New Roman"/>
              </a:rPr>
              <a:t>Y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419384" y="2343668"/>
            <a:ext cx="15938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85" b="1" i="1">
                <a:latin typeface="Times New Roman"/>
                <a:cs typeface="Times New Roman"/>
              </a:rPr>
              <a:t>A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261552" y="1952715"/>
            <a:ext cx="17081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90" b="1" i="1">
                <a:latin typeface="Times New Roman"/>
                <a:cs typeface="Times New Roman"/>
              </a:rPr>
              <a:t>Q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407420" y="1890328"/>
            <a:ext cx="103505" cy="320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dirty="0" sz="950" spc="50" b="1" i="1">
                <a:latin typeface="Times New Roman"/>
                <a:cs typeface="Times New Roman"/>
              </a:rPr>
              <a:t>n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950" spc="45" b="1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856989" y="1083466"/>
            <a:ext cx="17081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90" b="1" i="1">
                <a:latin typeface="Times New Roman"/>
                <a:cs typeface="Times New Roman"/>
              </a:rPr>
              <a:t>Q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002858" y="1021079"/>
            <a:ext cx="103505" cy="320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dirty="0" sz="950" spc="50" b="1" i="1">
                <a:latin typeface="Times New Roman"/>
                <a:cs typeface="Times New Roman"/>
              </a:rPr>
              <a:t>n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950" spc="45" b="1">
                <a:latin typeface="Times New Roman"/>
                <a:cs typeface="Times New Roman"/>
              </a:rPr>
              <a:t>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6556871" y="1898868"/>
            <a:ext cx="374015" cy="353695"/>
          </a:xfrm>
          <a:custGeom>
            <a:avLst/>
            <a:gdLst/>
            <a:ahLst/>
            <a:cxnLst/>
            <a:rect l="l" t="t" r="r" b="b"/>
            <a:pathLst>
              <a:path w="374015" h="353694">
                <a:moveTo>
                  <a:pt x="45583" y="353522"/>
                </a:moveTo>
                <a:lnTo>
                  <a:pt x="4558" y="353522"/>
                </a:lnTo>
                <a:lnTo>
                  <a:pt x="0" y="349363"/>
                </a:lnTo>
                <a:lnTo>
                  <a:pt x="0" y="341044"/>
                </a:lnTo>
                <a:lnTo>
                  <a:pt x="54705" y="341044"/>
                </a:lnTo>
                <a:lnTo>
                  <a:pt x="54705" y="349363"/>
                </a:lnTo>
                <a:lnTo>
                  <a:pt x="50146" y="349363"/>
                </a:lnTo>
                <a:lnTo>
                  <a:pt x="45583" y="353522"/>
                </a:lnTo>
                <a:close/>
              </a:path>
              <a:path w="374015" h="353694">
                <a:moveTo>
                  <a:pt x="246153" y="345203"/>
                </a:moveTo>
                <a:lnTo>
                  <a:pt x="196010" y="345203"/>
                </a:lnTo>
                <a:lnTo>
                  <a:pt x="196010" y="336885"/>
                </a:lnTo>
                <a:lnTo>
                  <a:pt x="200569" y="336885"/>
                </a:lnTo>
                <a:lnTo>
                  <a:pt x="205127" y="332730"/>
                </a:lnTo>
                <a:lnTo>
                  <a:pt x="250711" y="332730"/>
                </a:lnTo>
                <a:lnTo>
                  <a:pt x="255274" y="336885"/>
                </a:lnTo>
                <a:lnTo>
                  <a:pt x="255274" y="341044"/>
                </a:lnTo>
                <a:lnTo>
                  <a:pt x="250711" y="341044"/>
                </a:lnTo>
                <a:lnTo>
                  <a:pt x="246153" y="345203"/>
                </a:lnTo>
                <a:close/>
              </a:path>
              <a:path w="374015" h="353694">
                <a:moveTo>
                  <a:pt x="205127" y="349363"/>
                </a:moveTo>
                <a:lnTo>
                  <a:pt x="200569" y="349363"/>
                </a:lnTo>
                <a:lnTo>
                  <a:pt x="200569" y="345203"/>
                </a:lnTo>
                <a:lnTo>
                  <a:pt x="237036" y="345203"/>
                </a:lnTo>
                <a:lnTo>
                  <a:pt x="205127" y="349363"/>
                </a:lnTo>
                <a:close/>
              </a:path>
              <a:path w="374015" h="353694">
                <a:moveTo>
                  <a:pt x="150426" y="349363"/>
                </a:moveTo>
                <a:lnTo>
                  <a:pt x="100289" y="349363"/>
                </a:lnTo>
                <a:lnTo>
                  <a:pt x="95730" y="345203"/>
                </a:lnTo>
                <a:lnTo>
                  <a:pt x="100289" y="341044"/>
                </a:lnTo>
                <a:lnTo>
                  <a:pt x="100289" y="336885"/>
                </a:lnTo>
                <a:lnTo>
                  <a:pt x="150426" y="336885"/>
                </a:lnTo>
                <a:lnTo>
                  <a:pt x="154985" y="341044"/>
                </a:lnTo>
                <a:lnTo>
                  <a:pt x="154985" y="345203"/>
                </a:lnTo>
                <a:lnTo>
                  <a:pt x="150426" y="349363"/>
                </a:lnTo>
                <a:close/>
              </a:path>
              <a:path w="374015" h="353694">
                <a:moveTo>
                  <a:pt x="305416" y="341044"/>
                </a:moveTo>
                <a:lnTo>
                  <a:pt x="296300" y="336885"/>
                </a:lnTo>
                <a:lnTo>
                  <a:pt x="296300" y="328567"/>
                </a:lnTo>
                <a:lnTo>
                  <a:pt x="305416" y="328567"/>
                </a:lnTo>
                <a:lnTo>
                  <a:pt x="319087" y="324408"/>
                </a:lnTo>
                <a:lnTo>
                  <a:pt x="337325" y="320249"/>
                </a:lnTo>
                <a:lnTo>
                  <a:pt x="350996" y="320249"/>
                </a:lnTo>
                <a:lnTo>
                  <a:pt x="350996" y="332730"/>
                </a:lnTo>
                <a:lnTo>
                  <a:pt x="346442" y="332730"/>
                </a:lnTo>
                <a:lnTo>
                  <a:pt x="337325" y="336885"/>
                </a:lnTo>
                <a:lnTo>
                  <a:pt x="323645" y="336885"/>
                </a:lnTo>
                <a:lnTo>
                  <a:pt x="305416" y="341044"/>
                </a:lnTo>
                <a:close/>
              </a:path>
              <a:path w="374015" h="353694">
                <a:moveTo>
                  <a:pt x="369229" y="295299"/>
                </a:moveTo>
                <a:lnTo>
                  <a:pt x="364671" y="295299"/>
                </a:lnTo>
                <a:lnTo>
                  <a:pt x="360112" y="291135"/>
                </a:lnTo>
                <a:lnTo>
                  <a:pt x="360112" y="245385"/>
                </a:lnTo>
                <a:lnTo>
                  <a:pt x="364671" y="241226"/>
                </a:lnTo>
                <a:lnTo>
                  <a:pt x="369229" y="241226"/>
                </a:lnTo>
                <a:lnTo>
                  <a:pt x="369229" y="245385"/>
                </a:lnTo>
                <a:lnTo>
                  <a:pt x="373788" y="245385"/>
                </a:lnTo>
                <a:lnTo>
                  <a:pt x="373788" y="291135"/>
                </a:lnTo>
                <a:lnTo>
                  <a:pt x="369229" y="291135"/>
                </a:lnTo>
                <a:lnTo>
                  <a:pt x="369229" y="295299"/>
                </a:lnTo>
                <a:close/>
              </a:path>
              <a:path w="374015" h="353694">
                <a:moveTo>
                  <a:pt x="369229" y="153886"/>
                </a:moveTo>
                <a:lnTo>
                  <a:pt x="364671" y="153886"/>
                </a:lnTo>
                <a:lnTo>
                  <a:pt x="364671" y="149727"/>
                </a:lnTo>
                <a:lnTo>
                  <a:pt x="369229" y="153886"/>
                </a:lnTo>
                <a:close/>
              </a:path>
              <a:path w="374015" h="353694">
                <a:moveTo>
                  <a:pt x="369229" y="203795"/>
                </a:moveTo>
                <a:lnTo>
                  <a:pt x="364671" y="203795"/>
                </a:lnTo>
                <a:lnTo>
                  <a:pt x="360112" y="199636"/>
                </a:lnTo>
                <a:lnTo>
                  <a:pt x="360112" y="153886"/>
                </a:lnTo>
                <a:lnTo>
                  <a:pt x="373788" y="153886"/>
                </a:lnTo>
                <a:lnTo>
                  <a:pt x="373788" y="199636"/>
                </a:lnTo>
                <a:lnTo>
                  <a:pt x="369229" y="199636"/>
                </a:lnTo>
                <a:lnTo>
                  <a:pt x="369229" y="203795"/>
                </a:lnTo>
                <a:close/>
              </a:path>
              <a:path w="374015" h="353694">
                <a:moveTo>
                  <a:pt x="369229" y="112295"/>
                </a:moveTo>
                <a:lnTo>
                  <a:pt x="360112" y="112295"/>
                </a:lnTo>
                <a:lnTo>
                  <a:pt x="360112" y="62386"/>
                </a:lnTo>
                <a:lnTo>
                  <a:pt x="373788" y="62386"/>
                </a:lnTo>
                <a:lnTo>
                  <a:pt x="373788" y="108136"/>
                </a:lnTo>
                <a:lnTo>
                  <a:pt x="369229" y="112295"/>
                </a:lnTo>
                <a:close/>
              </a:path>
              <a:path w="374015" h="353694">
                <a:moveTo>
                  <a:pt x="350996" y="33272"/>
                </a:moveTo>
                <a:lnTo>
                  <a:pt x="337325" y="33272"/>
                </a:lnTo>
                <a:lnTo>
                  <a:pt x="323645" y="29113"/>
                </a:lnTo>
                <a:lnTo>
                  <a:pt x="305416" y="24954"/>
                </a:lnTo>
                <a:lnTo>
                  <a:pt x="296300" y="24954"/>
                </a:lnTo>
                <a:lnTo>
                  <a:pt x="296300" y="20795"/>
                </a:lnTo>
                <a:lnTo>
                  <a:pt x="305416" y="12477"/>
                </a:lnTo>
                <a:lnTo>
                  <a:pt x="323645" y="16636"/>
                </a:lnTo>
                <a:lnTo>
                  <a:pt x="337325" y="20795"/>
                </a:lnTo>
                <a:lnTo>
                  <a:pt x="346442" y="20795"/>
                </a:lnTo>
                <a:lnTo>
                  <a:pt x="350996" y="24954"/>
                </a:lnTo>
                <a:lnTo>
                  <a:pt x="350996" y="33272"/>
                </a:lnTo>
                <a:close/>
              </a:path>
              <a:path w="374015" h="353694">
                <a:moveTo>
                  <a:pt x="250711" y="20795"/>
                </a:moveTo>
                <a:lnTo>
                  <a:pt x="205127" y="20795"/>
                </a:lnTo>
                <a:lnTo>
                  <a:pt x="196010" y="12477"/>
                </a:lnTo>
                <a:lnTo>
                  <a:pt x="205127" y="4159"/>
                </a:lnTo>
                <a:lnTo>
                  <a:pt x="209686" y="4159"/>
                </a:lnTo>
                <a:lnTo>
                  <a:pt x="237036" y="8318"/>
                </a:lnTo>
                <a:lnTo>
                  <a:pt x="246153" y="8318"/>
                </a:lnTo>
                <a:lnTo>
                  <a:pt x="250711" y="12477"/>
                </a:lnTo>
                <a:lnTo>
                  <a:pt x="255274" y="12477"/>
                </a:lnTo>
                <a:lnTo>
                  <a:pt x="255274" y="16636"/>
                </a:lnTo>
                <a:lnTo>
                  <a:pt x="250711" y="20795"/>
                </a:lnTo>
                <a:close/>
              </a:path>
              <a:path w="374015" h="353694">
                <a:moveTo>
                  <a:pt x="150426" y="16636"/>
                </a:moveTo>
                <a:lnTo>
                  <a:pt x="100289" y="16636"/>
                </a:lnTo>
                <a:lnTo>
                  <a:pt x="100289" y="12477"/>
                </a:lnTo>
                <a:lnTo>
                  <a:pt x="95730" y="8318"/>
                </a:lnTo>
                <a:lnTo>
                  <a:pt x="100289" y="4159"/>
                </a:lnTo>
                <a:lnTo>
                  <a:pt x="154985" y="4159"/>
                </a:lnTo>
                <a:lnTo>
                  <a:pt x="154985" y="12477"/>
                </a:lnTo>
                <a:lnTo>
                  <a:pt x="150426" y="16636"/>
                </a:lnTo>
                <a:close/>
              </a:path>
              <a:path w="374015" h="353694">
                <a:moveTo>
                  <a:pt x="54705" y="12477"/>
                </a:moveTo>
                <a:lnTo>
                  <a:pt x="0" y="12477"/>
                </a:lnTo>
                <a:lnTo>
                  <a:pt x="0" y="4159"/>
                </a:lnTo>
                <a:lnTo>
                  <a:pt x="4558" y="0"/>
                </a:lnTo>
                <a:lnTo>
                  <a:pt x="50146" y="0"/>
                </a:lnTo>
                <a:lnTo>
                  <a:pt x="54705" y="4159"/>
                </a:lnTo>
                <a:lnTo>
                  <a:pt x="54705" y="12477"/>
                </a:lnTo>
                <a:close/>
              </a:path>
              <a:path w="374015" h="353694">
                <a:moveTo>
                  <a:pt x="45583" y="16636"/>
                </a:moveTo>
                <a:lnTo>
                  <a:pt x="4558" y="12477"/>
                </a:lnTo>
                <a:lnTo>
                  <a:pt x="50146" y="12477"/>
                </a:lnTo>
                <a:lnTo>
                  <a:pt x="45583" y="166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91" name="object 91"/>
          <p:cNvGraphicFramePr>
            <a:graphicFrameLocks noGrp="1"/>
          </p:cNvGraphicFramePr>
          <p:nvPr/>
        </p:nvGraphicFramePr>
        <p:xfrm>
          <a:off x="6515834" y="1403943"/>
          <a:ext cx="1978660" cy="885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0695"/>
                <a:gridCol w="487680"/>
                <a:gridCol w="483234"/>
                <a:gridCol w="485775"/>
              </a:tblGrid>
              <a:tr h="442595">
                <a:tc>
                  <a:txBody>
                    <a:bodyPr/>
                    <a:lstStyle/>
                    <a:p>
                      <a:pPr algn="r" marR="18097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287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287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287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287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442595">
                <a:tc>
                  <a:txBody>
                    <a:bodyPr/>
                    <a:lstStyle/>
                    <a:p>
                      <a:pPr algn="r" marR="161925">
                        <a:lnSpc>
                          <a:spcPts val="2660"/>
                        </a:lnSpc>
                      </a:pPr>
                      <a:r>
                        <a:rPr dirty="0" sz="1450" spc="-680" b="1">
                          <a:latin typeface="宋体"/>
                          <a:cs typeface="宋体"/>
                        </a:rPr>
                        <a:t>×</a:t>
                      </a:r>
                      <a:r>
                        <a:rPr dirty="0" baseline="-9259" sz="3600" spc="-1019" b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  <a:r>
                        <a:rPr dirty="0" baseline="1543" sz="2700" spc="-1019" b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  <a:endParaRPr baseline="1543" sz="2700">
                        <a:latin typeface="Arial Narrow"/>
                        <a:cs typeface="Arial Narrow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450" b="1">
                          <a:latin typeface="宋体"/>
                          <a:cs typeface="宋体"/>
                        </a:rPr>
                        <a:t>×</a:t>
                      </a:r>
                      <a:endParaRPr sz="145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652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652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2" name="object 92"/>
          <p:cNvSpPr/>
          <p:nvPr/>
        </p:nvSpPr>
        <p:spPr>
          <a:xfrm>
            <a:off x="8070258" y="1898868"/>
            <a:ext cx="374015" cy="353695"/>
          </a:xfrm>
          <a:custGeom>
            <a:avLst/>
            <a:gdLst/>
            <a:ahLst/>
            <a:cxnLst/>
            <a:rect l="l" t="t" r="r" b="b"/>
            <a:pathLst>
              <a:path w="374015" h="353694">
                <a:moveTo>
                  <a:pt x="369229" y="353522"/>
                </a:moveTo>
                <a:lnTo>
                  <a:pt x="323645" y="353522"/>
                </a:lnTo>
                <a:lnTo>
                  <a:pt x="319087" y="349363"/>
                </a:lnTo>
                <a:lnTo>
                  <a:pt x="319087" y="341044"/>
                </a:lnTo>
                <a:lnTo>
                  <a:pt x="369229" y="341044"/>
                </a:lnTo>
                <a:lnTo>
                  <a:pt x="373788" y="345203"/>
                </a:lnTo>
                <a:lnTo>
                  <a:pt x="369229" y="349363"/>
                </a:lnTo>
                <a:lnTo>
                  <a:pt x="369229" y="353522"/>
                </a:lnTo>
                <a:close/>
              </a:path>
              <a:path w="374015" h="353694">
                <a:moveTo>
                  <a:pt x="273503" y="349363"/>
                </a:moveTo>
                <a:lnTo>
                  <a:pt x="218802" y="349363"/>
                </a:lnTo>
                <a:lnTo>
                  <a:pt x="218802" y="336885"/>
                </a:lnTo>
                <a:lnTo>
                  <a:pt x="268945" y="336885"/>
                </a:lnTo>
                <a:lnTo>
                  <a:pt x="273503" y="341044"/>
                </a:lnTo>
                <a:lnTo>
                  <a:pt x="273503" y="349363"/>
                </a:lnTo>
                <a:close/>
              </a:path>
              <a:path w="374015" h="353694">
                <a:moveTo>
                  <a:pt x="168660" y="349363"/>
                </a:moveTo>
                <a:lnTo>
                  <a:pt x="164102" y="349363"/>
                </a:lnTo>
                <a:lnTo>
                  <a:pt x="136751" y="345203"/>
                </a:lnTo>
                <a:lnTo>
                  <a:pt x="123076" y="345203"/>
                </a:lnTo>
                <a:lnTo>
                  <a:pt x="118518" y="341044"/>
                </a:lnTo>
                <a:lnTo>
                  <a:pt x="118518" y="332730"/>
                </a:lnTo>
                <a:lnTo>
                  <a:pt x="168660" y="332730"/>
                </a:lnTo>
                <a:lnTo>
                  <a:pt x="173218" y="336885"/>
                </a:lnTo>
                <a:lnTo>
                  <a:pt x="173218" y="345203"/>
                </a:lnTo>
                <a:lnTo>
                  <a:pt x="168660" y="349363"/>
                </a:lnTo>
                <a:close/>
              </a:path>
              <a:path w="374015" h="353694">
                <a:moveTo>
                  <a:pt x="72934" y="341044"/>
                </a:moveTo>
                <a:lnTo>
                  <a:pt x="68375" y="341044"/>
                </a:lnTo>
                <a:lnTo>
                  <a:pt x="45583" y="336885"/>
                </a:lnTo>
                <a:lnTo>
                  <a:pt x="31908" y="336885"/>
                </a:lnTo>
                <a:lnTo>
                  <a:pt x="22791" y="332730"/>
                </a:lnTo>
                <a:lnTo>
                  <a:pt x="18233" y="328567"/>
                </a:lnTo>
                <a:lnTo>
                  <a:pt x="18233" y="324408"/>
                </a:lnTo>
                <a:lnTo>
                  <a:pt x="22791" y="320249"/>
                </a:lnTo>
                <a:lnTo>
                  <a:pt x="36467" y="320249"/>
                </a:lnTo>
                <a:lnTo>
                  <a:pt x="50142" y="324408"/>
                </a:lnTo>
                <a:lnTo>
                  <a:pt x="68375" y="328567"/>
                </a:lnTo>
                <a:lnTo>
                  <a:pt x="72934" y="328567"/>
                </a:lnTo>
                <a:lnTo>
                  <a:pt x="77492" y="332730"/>
                </a:lnTo>
                <a:lnTo>
                  <a:pt x="72934" y="336885"/>
                </a:lnTo>
                <a:lnTo>
                  <a:pt x="72934" y="341044"/>
                </a:lnTo>
                <a:close/>
              </a:path>
              <a:path w="374015" h="353694">
                <a:moveTo>
                  <a:pt x="9116" y="295299"/>
                </a:moveTo>
                <a:lnTo>
                  <a:pt x="4558" y="295299"/>
                </a:lnTo>
                <a:lnTo>
                  <a:pt x="0" y="291135"/>
                </a:lnTo>
                <a:lnTo>
                  <a:pt x="0" y="245385"/>
                </a:lnTo>
                <a:lnTo>
                  <a:pt x="4558" y="241226"/>
                </a:lnTo>
                <a:lnTo>
                  <a:pt x="9116" y="241226"/>
                </a:lnTo>
                <a:lnTo>
                  <a:pt x="9116" y="245385"/>
                </a:lnTo>
                <a:lnTo>
                  <a:pt x="13675" y="245385"/>
                </a:lnTo>
                <a:lnTo>
                  <a:pt x="13675" y="291135"/>
                </a:lnTo>
                <a:lnTo>
                  <a:pt x="9116" y="291135"/>
                </a:lnTo>
                <a:lnTo>
                  <a:pt x="9116" y="295299"/>
                </a:lnTo>
                <a:close/>
              </a:path>
              <a:path w="374015" h="353694">
                <a:moveTo>
                  <a:pt x="9116" y="153886"/>
                </a:moveTo>
                <a:lnTo>
                  <a:pt x="4558" y="153886"/>
                </a:lnTo>
                <a:lnTo>
                  <a:pt x="4558" y="149727"/>
                </a:lnTo>
                <a:lnTo>
                  <a:pt x="9116" y="153886"/>
                </a:lnTo>
                <a:close/>
              </a:path>
              <a:path w="374015" h="353694">
                <a:moveTo>
                  <a:pt x="9116" y="203795"/>
                </a:moveTo>
                <a:lnTo>
                  <a:pt x="4558" y="203795"/>
                </a:lnTo>
                <a:lnTo>
                  <a:pt x="0" y="199636"/>
                </a:lnTo>
                <a:lnTo>
                  <a:pt x="0" y="153886"/>
                </a:lnTo>
                <a:lnTo>
                  <a:pt x="13675" y="153886"/>
                </a:lnTo>
                <a:lnTo>
                  <a:pt x="13675" y="199636"/>
                </a:lnTo>
                <a:lnTo>
                  <a:pt x="9116" y="199636"/>
                </a:lnTo>
                <a:lnTo>
                  <a:pt x="9116" y="203795"/>
                </a:lnTo>
                <a:close/>
              </a:path>
              <a:path w="374015" h="353694">
                <a:moveTo>
                  <a:pt x="9116" y="112295"/>
                </a:moveTo>
                <a:lnTo>
                  <a:pt x="0" y="112295"/>
                </a:lnTo>
                <a:lnTo>
                  <a:pt x="0" y="62386"/>
                </a:lnTo>
                <a:lnTo>
                  <a:pt x="13675" y="62386"/>
                </a:lnTo>
                <a:lnTo>
                  <a:pt x="13675" y="108136"/>
                </a:lnTo>
                <a:lnTo>
                  <a:pt x="9116" y="112295"/>
                </a:lnTo>
                <a:close/>
              </a:path>
              <a:path w="374015" h="353694">
                <a:moveTo>
                  <a:pt x="36467" y="33272"/>
                </a:moveTo>
                <a:lnTo>
                  <a:pt x="22791" y="33272"/>
                </a:lnTo>
                <a:lnTo>
                  <a:pt x="18233" y="29113"/>
                </a:lnTo>
                <a:lnTo>
                  <a:pt x="18233" y="24954"/>
                </a:lnTo>
                <a:lnTo>
                  <a:pt x="22791" y="20795"/>
                </a:lnTo>
                <a:lnTo>
                  <a:pt x="31908" y="20795"/>
                </a:lnTo>
                <a:lnTo>
                  <a:pt x="68375" y="12477"/>
                </a:lnTo>
                <a:lnTo>
                  <a:pt x="72934" y="16636"/>
                </a:lnTo>
                <a:lnTo>
                  <a:pt x="72934" y="24954"/>
                </a:lnTo>
                <a:lnTo>
                  <a:pt x="68375" y="24954"/>
                </a:lnTo>
                <a:lnTo>
                  <a:pt x="50142" y="29113"/>
                </a:lnTo>
                <a:lnTo>
                  <a:pt x="36467" y="33272"/>
                </a:lnTo>
                <a:close/>
              </a:path>
              <a:path w="374015" h="353694">
                <a:moveTo>
                  <a:pt x="168660" y="8318"/>
                </a:moveTo>
                <a:lnTo>
                  <a:pt x="136751" y="8318"/>
                </a:lnTo>
                <a:lnTo>
                  <a:pt x="164102" y="4159"/>
                </a:lnTo>
                <a:lnTo>
                  <a:pt x="168660" y="4159"/>
                </a:lnTo>
                <a:lnTo>
                  <a:pt x="168660" y="8318"/>
                </a:lnTo>
                <a:close/>
              </a:path>
              <a:path w="374015" h="353694">
                <a:moveTo>
                  <a:pt x="168660" y="20795"/>
                </a:moveTo>
                <a:lnTo>
                  <a:pt x="118518" y="20795"/>
                </a:lnTo>
                <a:lnTo>
                  <a:pt x="118518" y="12477"/>
                </a:lnTo>
                <a:lnTo>
                  <a:pt x="123076" y="8318"/>
                </a:lnTo>
                <a:lnTo>
                  <a:pt x="173218" y="8318"/>
                </a:lnTo>
                <a:lnTo>
                  <a:pt x="173218" y="16636"/>
                </a:lnTo>
                <a:lnTo>
                  <a:pt x="168660" y="20795"/>
                </a:lnTo>
                <a:close/>
              </a:path>
              <a:path w="374015" h="353694">
                <a:moveTo>
                  <a:pt x="323645" y="16636"/>
                </a:moveTo>
                <a:lnTo>
                  <a:pt x="314529" y="8318"/>
                </a:lnTo>
                <a:lnTo>
                  <a:pt x="323645" y="0"/>
                </a:lnTo>
                <a:lnTo>
                  <a:pt x="364671" y="0"/>
                </a:lnTo>
                <a:lnTo>
                  <a:pt x="373788" y="8318"/>
                </a:lnTo>
                <a:lnTo>
                  <a:pt x="373788" y="12477"/>
                </a:lnTo>
                <a:lnTo>
                  <a:pt x="364671" y="12477"/>
                </a:lnTo>
                <a:lnTo>
                  <a:pt x="323645" y="16636"/>
                </a:lnTo>
                <a:close/>
              </a:path>
              <a:path w="374015" h="353694">
                <a:moveTo>
                  <a:pt x="268945" y="16636"/>
                </a:moveTo>
                <a:lnTo>
                  <a:pt x="218802" y="16636"/>
                </a:lnTo>
                <a:lnTo>
                  <a:pt x="218802" y="4159"/>
                </a:lnTo>
                <a:lnTo>
                  <a:pt x="273503" y="4159"/>
                </a:lnTo>
                <a:lnTo>
                  <a:pt x="273503" y="12477"/>
                </a:lnTo>
                <a:lnTo>
                  <a:pt x="268945" y="166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8070259" y="1898868"/>
            <a:ext cx="374015" cy="353695"/>
          </a:xfrm>
          <a:custGeom>
            <a:avLst/>
            <a:gdLst/>
            <a:ahLst/>
            <a:cxnLst/>
            <a:rect l="l" t="t" r="r" b="b"/>
            <a:pathLst>
              <a:path w="374015" h="353694">
                <a:moveTo>
                  <a:pt x="364671" y="12477"/>
                </a:moveTo>
                <a:lnTo>
                  <a:pt x="323645" y="16636"/>
                </a:lnTo>
                <a:lnTo>
                  <a:pt x="319087" y="12477"/>
                </a:lnTo>
                <a:lnTo>
                  <a:pt x="314529" y="8318"/>
                </a:lnTo>
                <a:lnTo>
                  <a:pt x="319087" y="4159"/>
                </a:lnTo>
                <a:lnTo>
                  <a:pt x="323645" y="0"/>
                </a:lnTo>
                <a:lnTo>
                  <a:pt x="364671" y="0"/>
                </a:lnTo>
                <a:lnTo>
                  <a:pt x="369229" y="4159"/>
                </a:lnTo>
                <a:lnTo>
                  <a:pt x="373788" y="8318"/>
                </a:lnTo>
                <a:lnTo>
                  <a:pt x="373788" y="12477"/>
                </a:lnTo>
                <a:lnTo>
                  <a:pt x="369229" y="12477"/>
                </a:lnTo>
                <a:lnTo>
                  <a:pt x="364671" y="12477"/>
                </a:lnTo>
                <a:close/>
              </a:path>
              <a:path w="374015" h="353694">
                <a:moveTo>
                  <a:pt x="268945" y="16636"/>
                </a:moveTo>
                <a:lnTo>
                  <a:pt x="227919" y="16636"/>
                </a:lnTo>
                <a:lnTo>
                  <a:pt x="223361" y="16636"/>
                </a:lnTo>
                <a:lnTo>
                  <a:pt x="218802" y="16636"/>
                </a:lnTo>
                <a:lnTo>
                  <a:pt x="218802" y="12477"/>
                </a:lnTo>
                <a:lnTo>
                  <a:pt x="218802" y="8318"/>
                </a:lnTo>
                <a:lnTo>
                  <a:pt x="218802" y="4159"/>
                </a:lnTo>
                <a:lnTo>
                  <a:pt x="223361" y="4159"/>
                </a:lnTo>
                <a:lnTo>
                  <a:pt x="227919" y="4159"/>
                </a:lnTo>
                <a:lnTo>
                  <a:pt x="264386" y="4159"/>
                </a:lnTo>
                <a:lnTo>
                  <a:pt x="273503" y="4159"/>
                </a:lnTo>
                <a:lnTo>
                  <a:pt x="273503" y="8318"/>
                </a:lnTo>
                <a:lnTo>
                  <a:pt x="273503" y="12477"/>
                </a:lnTo>
                <a:lnTo>
                  <a:pt x="268945" y="16636"/>
                </a:lnTo>
                <a:close/>
              </a:path>
              <a:path w="374015" h="353694">
                <a:moveTo>
                  <a:pt x="168660" y="20795"/>
                </a:moveTo>
                <a:lnTo>
                  <a:pt x="164102" y="20795"/>
                </a:lnTo>
                <a:lnTo>
                  <a:pt x="136751" y="20795"/>
                </a:lnTo>
                <a:lnTo>
                  <a:pt x="123076" y="20795"/>
                </a:lnTo>
                <a:lnTo>
                  <a:pt x="118518" y="20795"/>
                </a:lnTo>
                <a:lnTo>
                  <a:pt x="118518" y="16636"/>
                </a:lnTo>
                <a:lnTo>
                  <a:pt x="118518" y="12477"/>
                </a:lnTo>
                <a:lnTo>
                  <a:pt x="123076" y="8318"/>
                </a:lnTo>
                <a:lnTo>
                  <a:pt x="136751" y="8318"/>
                </a:lnTo>
                <a:lnTo>
                  <a:pt x="164102" y="4159"/>
                </a:lnTo>
                <a:lnTo>
                  <a:pt x="168660" y="4159"/>
                </a:lnTo>
                <a:lnTo>
                  <a:pt x="168660" y="8318"/>
                </a:lnTo>
                <a:lnTo>
                  <a:pt x="173218" y="8318"/>
                </a:lnTo>
                <a:lnTo>
                  <a:pt x="173218" y="12477"/>
                </a:lnTo>
                <a:lnTo>
                  <a:pt x="173218" y="16636"/>
                </a:lnTo>
                <a:lnTo>
                  <a:pt x="168660" y="20795"/>
                </a:lnTo>
                <a:close/>
              </a:path>
              <a:path w="374015" h="353694">
                <a:moveTo>
                  <a:pt x="68375" y="24954"/>
                </a:moveTo>
                <a:lnTo>
                  <a:pt x="50142" y="29113"/>
                </a:lnTo>
                <a:lnTo>
                  <a:pt x="36467" y="33272"/>
                </a:lnTo>
                <a:lnTo>
                  <a:pt x="27350" y="33272"/>
                </a:lnTo>
                <a:lnTo>
                  <a:pt x="22791" y="33272"/>
                </a:lnTo>
                <a:lnTo>
                  <a:pt x="18233" y="29113"/>
                </a:lnTo>
                <a:lnTo>
                  <a:pt x="18233" y="24954"/>
                </a:lnTo>
                <a:lnTo>
                  <a:pt x="22791" y="20795"/>
                </a:lnTo>
                <a:lnTo>
                  <a:pt x="31908" y="20795"/>
                </a:lnTo>
                <a:lnTo>
                  <a:pt x="50142" y="16636"/>
                </a:lnTo>
                <a:lnTo>
                  <a:pt x="68375" y="12477"/>
                </a:lnTo>
                <a:lnTo>
                  <a:pt x="72934" y="16636"/>
                </a:lnTo>
                <a:lnTo>
                  <a:pt x="72934" y="20795"/>
                </a:lnTo>
                <a:lnTo>
                  <a:pt x="72934" y="24954"/>
                </a:lnTo>
                <a:lnTo>
                  <a:pt x="68375" y="24954"/>
                </a:lnTo>
                <a:close/>
              </a:path>
              <a:path w="374015" h="353694">
                <a:moveTo>
                  <a:pt x="13675" y="66545"/>
                </a:moveTo>
                <a:lnTo>
                  <a:pt x="13675" y="103977"/>
                </a:lnTo>
                <a:lnTo>
                  <a:pt x="13675" y="108136"/>
                </a:lnTo>
                <a:lnTo>
                  <a:pt x="9116" y="112295"/>
                </a:lnTo>
                <a:lnTo>
                  <a:pt x="4558" y="112295"/>
                </a:lnTo>
                <a:lnTo>
                  <a:pt x="0" y="112295"/>
                </a:lnTo>
                <a:lnTo>
                  <a:pt x="0" y="108136"/>
                </a:lnTo>
                <a:lnTo>
                  <a:pt x="0" y="103977"/>
                </a:lnTo>
                <a:lnTo>
                  <a:pt x="0" y="66545"/>
                </a:lnTo>
                <a:lnTo>
                  <a:pt x="0" y="62386"/>
                </a:lnTo>
                <a:lnTo>
                  <a:pt x="4558" y="62386"/>
                </a:lnTo>
                <a:lnTo>
                  <a:pt x="9116" y="62386"/>
                </a:lnTo>
                <a:lnTo>
                  <a:pt x="13675" y="62386"/>
                </a:lnTo>
                <a:lnTo>
                  <a:pt x="13675" y="66545"/>
                </a:lnTo>
                <a:close/>
              </a:path>
              <a:path w="374015" h="353694">
                <a:moveTo>
                  <a:pt x="13675" y="158045"/>
                </a:moveTo>
                <a:lnTo>
                  <a:pt x="13675" y="195476"/>
                </a:lnTo>
                <a:lnTo>
                  <a:pt x="13675" y="199636"/>
                </a:lnTo>
                <a:lnTo>
                  <a:pt x="9116" y="199636"/>
                </a:lnTo>
                <a:lnTo>
                  <a:pt x="9116" y="203795"/>
                </a:lnTo>
                <a:lnTo>
                  <a:pt x="4558" y="203795"/>
                </a:lnTo>
                <a:lnTo>
                  <a:pt x="0" y="199636"/>
                </a:lnTo>
                <a:lnTo>
                  <a:pt x="0" y="195476"/>
                </a:lnTo>
                <a:lnTo>
                  <a:pt x="0" y="158045"/>
                </a:lnTo>
                <a:lnTo>
                  <a:pt x="0" y="153886"/>
                </a:lnTo>
                <a:lnTo>
                  <a:pt x="4558" y="153886"/>
                </a:lnTo>
                <a:lnTo>
                  <a:pt x="4558" y="149727"/>
                </a:lnTo>
                <a:lnTo>
                  <a:pt x="9116" y="153886"/>
                </a:lnTo>
                <a:lnTo>
                  <a:pt x="13675" y="153886"/>
                </a:lnTo>
                <a:lnTo>
                  <a:pt x="13675" y="158045"/>
                </a:lnTo>
                <a:close/>
              </a:path>
              <a:path w="374015" h="353694">
                <a:moveTo>
                  <a:pt x="13675" y="249545"/>
                </a:moveTo>
                <a:lnTo>
                  <a:pt x="13675" y="286976"/>
                </a:lnTo>
                <a:lnTo>
                  <a:pt x="13675" y="291135"/>
                </a:lnTo>
                <a:lnTo>
                  <a:pt x="9116" y="291135"/>
                </a:lnTo>
                <a:lnTo>
                  <a:pt x="9116" y="295294"/>
                </a:lnTo>
                <a:lnTo>
                  <a:pt x="4558" y="295294"/>
                </a:lnTo>
                <a:lnTo>
                  <a:pt x="0" y="291135"/>
                </a:lnTo>
                <a:lnTo>
                  <a:pt x="0" y="286976"/>
                </a:lnTo>
                <a:lnTo>
                  <a:pt x="0" y="249545"/>
                </a:lnTo>
                <a:lnTo>
                  <a:pt x="0" y="245385"/>
                </a:lnTo>
                <a:lnTo>
                  <a:pt x="4558" y="241226"/>
                </a:lnTo>
                <a:lnTo>
                  <a:pt x="9116" y="241226"/>
                </a:lnTo>
                <a:lnTo>
                  <a:pt x="9116" y="245385"/>
                </a:lnTo>
                <a:lnTo>
                  <a:pt x="13675" y="245385"/>
                </a:lnTo>
                <a:lnTo>
                  <a:pt x="13675" y="249545"/>
                </a:lnTo>
                <a:close/>
              </a:path>
              <a:path w="374015" h="353694">
                <a:moveTo>
                  <a:pt x="27350" y="320249"/>
                </a:moveTo>
                <a:lnTo>
                  <a:pt x="36467" y="320249"/>
                </a:lnTo>
                <a:lnTo>
                  <a:pt x="50142" y="324408"/>
                </a:lnTo>
                <a:lnTo>
                  <a:pt x="68375" y="328567"/>
                </a:lnTo>
                <a:lnTo>
                  <a:pt x="72934" y="328567"/>
                </a:lnTo>
                <a:lnTo>
                  <a:pt x="77492" y="332726"/>
                </a:lnTo>
                <a:lnTo>
                  <a:pt x="72934" y="336885"/>
                </a:lnTo>
                <a:lnTo>
                  <a:pt x="72934" y="341044"/>
                </a:lnTo>
                <a:lnTo>
                  <a:pt x="68375" y="341044"/>
                </a:lnTo>
                <a:lnTo>
                  <a:pt x="45583" y="336885"/>
                </a:lnTo>
                <a:lnTo>
                  <a:pt x="31908" y="336885"/>
                </a:lnTo>
                <a:lnTo>
                  <a:pt x="22791" y="332726"/>
                </a:lnTo>
                <a:lnTo>
                  <a:pt x="18233" y="328567"/>
                </a:lnTo>
                <a:lnTo>
                  <a:pt x="18233" y="324408"/>
                </a:lnTo>
                <a:lnTo>
                  <a:pt x="22791" y="320249"/>
                </a:lnTo>
                <a:lnTo>
                  <a:pt x="27350" y="320249"/>
                </a:lnTo>
                <a:close/>
              </a:path>
              <a:path w="374015" h="353694">
                <a:moveTo>
                  <a:pt x="127634" y="332726"/>
                </a:moveTo>
                <a:lnTo>
                  <a:pt x="136751" y="332726"/>
                </a:lnTo>
                <a:lnTo>
                  <a:pt x="164102" y="332726"/>
                </a:lnTo>
                <a:lnTo>
                  <a:pt x="168660" y="332726"/>
                </a:lnTo>
                <a:lnTo>
                  <a:pt x="173218" y="336885"/>
                </a:lnTo>
                <a:lnTo>
                  <a:pt x="173218" y="341044"/>
                </a:lnTo>
                <a:lnTo>
                  <a:pt x="173218" y="345203"/>
                </a:lnTo>
                <a:lnTo>
                  <a:pt x="168660" y="349363"/>
                </a:lnTo>
                <a:lnTo>
                  <a:pt x="164102" y="349363"/>
                </a:lnTo>
                <a:lnTo>
                  <a:pt x="136751" y="345203"/>
                </a:lnTo>
                <a:lnTo>
                  <a:pt x="123076" y="345203"/>
                </a:lnTo>
                <a:lnTo>
                  <a:pt x="118518" y="341044"/>
                </a:lnTo>
                <a:lnTo>
                  <a:pt x="118518" y="336885"/>
                </a:lnTo>
                <a:lnTo>
                  <a:pt x="118518" y="332726"/>
                </a:lnTo>
                <a:lnTo>
                  <a:pt x="123076" y="332726"/>
                </a:lnTo>
                <a:lnTo>
                  <a:pt x="127634" y="332726"/>
                </a:lnTo>
                <a:close/>
              </a:path>
              <a:path w="374015" h="353694">
                <a:moveTo>
                  <a:pt x="223361" y="336885"/>
                </a:moveTo>
                <a:lnTo>
                  <a:pt x="227919" y="336885"/>
                </a:lnTo>
                <a:lnTo>
                  <a:pt x="268945" y="336885"/>
                </a:lnTo>
                <a:lnTo>
                  <a:pt x="273503" y="341044"/>
                </a:lnTo>
                <a:lnTo>
                  <a:pt x="273503" y="345203"/>
                </a:lnTo>
                <a:lnTo>
                  <a:pt x="273503" y="349363"/>
                </a:lnTo>
                <a:lnTo>
                  <a:pt x="268945" y="349363"/>
                </a:lnTo>
                <a:lnTo>
                  <a:pt x="227919" y="349363"/>
                </a:lnTo>
                <a:lnTo>
                  <a:pt x="223361" y="349363"/>
                </a:lnTo>
                <a:lnTo>
                  <a:pt x="218802" y="349363"/>
                </a:lnTo>
                <a:lnTo>
                  <a:pt x="218802" y="345203"/>
                </a:lnTo>
                <a:lnTo>
                  <a:pt x="218802" y="341044"/>
                </a:lnTo>
                <a:lnTo>
                  <a:pt x="218802" y="336885"/>
                </a:lnTo>
                <a:lnTo>
                  <a:pt x="223361" y="336885"/>
                </a:lnTo>
                <a:close/>
              </a:path>
              <a:path w="374015" h="353694">
                <a:moveTo>
                  <a:pt x="323645" y="341044"/>
                </a:moveTo>
                <a:lnTo>
                  <a:pt x="364671" y="341044"/>
                </a:lnTo>
                <a:lnTo>
                  <a:pt x="369229" y="341044"/>
                </a:lnTo>
                <a:lnTo>
                  <a:pt x="373788" y="345203"/>
                </a:lnTo>
                <a:lnTo>
                  <a:pt x="369229" y="349363"/>
                </a:lnTo>
                <a:lnTo>
                  <a:pt x="369229" y="353522"/>
                </a:lnTo>
                <a:lnTo>
                  <a:pt x="364671" y="353522"/>
                </a:lnTo>
                <a:lnTo>
                  <a:pt x="323645" y="353522"/>
                </a:lnTo>
                <a:lnTo>
                  <a:pt x="319087" y="349363"/>
                </a:lnTo>
                <a:lnTo>
                  <a:pt x="319087" y="345203"/>
                </a:lnTo>
                <a:lnTo>
                  <a:pt x="319087" y="341044"/>
                </a:lnTo>
                <a:lnTo>
                  <a:pt x="323645" y="341044"/>
                </a:lnTo>
                <a:close/>
              </a:path>
            </a:pathLst>
          </a:custGeom>
          <a:ln w="43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6556873" y="1898868"/>
            <a:ext cx="374015" cy="353695"/>
          </a:xfrm>
          <a:custGeom>
            <a:avLst/>
            <a:gdLst/>
            <a:ahLst/>
            <a:cxnLst/>
            <a:rect l="l" t="t" r="r" b="b"/>
            <a:pathLst>
              <a:path w="374015" h="353694">
                <a:moveTo>
                  <a:pt x="4558" y="0"/>
                </a:moveTo>
                <a:lnTo>
                  <a:pt x="50142" y="0"/>
                </a:lnTo>
                <a:lnTo>
                  <a:pt x="54700" y="4159"/>
                </a:lnTo>
                <a:lnTo>
                  <a:pt x="54700" y="8318"/>
                </a:lnTo>
                <a:lnTo>
                  <a:pt x="54700" y="12477"/>
                </a:lnTo>
                <a:lnTo>
                  <a:pt x="50142" y="12477"/>
                </a:lnTo>
                <a:lnTo>
                  <a:pt x="45583" y="16636"/>
                </a:lnTo>
                <a:lnTo>
                  <a:pt x="4558" y="12477"/>
                </a:lnTo>
                <a:lnTo>
                  <a:pt x="0" y="12477"/>
                </a:lnTo>
                <a:lnTo>
                  <a:pt x="0" y="8318"/>
                </a:lnTo>
                <a:lnTo>
                  <a:pt x="0" y="4159"/>
                </a:lnTo>
                <a:lnTo>
                  <a:pt x="4558" y="0"/>
                </a:lnTo>
                <a:close/>
              </a:path>
              <a:path w="374015" h="353694">
                <a:moveTo>
                  <a:pt x="104843" y="4159"/>
                </a:moveTo>
                <a:lnTo>
                  <a:pt x="145868" y="4159"/>
                </a:lnTo>
                <a:lnTo>
                  <a:pt x="150426" y="4159"/>
                </a:lnTo>
                <a:lnTo>
                  <a:pt x="154985" y="4159"/>
                </a:lnTo>
                <a:lnTo>
                  <a:pt x="154985" y="8318"/>
                </a:lnTo>
                <a:lnTo>
                  <a:pt x="154985" y="12477"/>
                </a:lnTo>
                <a:lnTo>
                  <a:pt x="150426" y="16636"/>
                </a:lnTo>
                <a:lnTo>
                  <a:pt x="145868" y="16636"/>
                </a:lnTo>
                <a:lnTo>
                  <a:pt x="104843" y="16636"/>
                </a:lnTo>
                <a:lnTo>
                  <a:pt x="100284" y="16636"/>
                </a:lnTo>
                <a:lnTo>
                  <a:pt x="100284" y="12477"/>
                </a:lnTo>
                <a:lnTo>
                  <a:pt x="95726" y="8318"/>
                </a:lnTo>
                <a:lnTo>
                  <a:pt x="100284" y="4159"/>
                </a:lnTo>
                <a:lnTo>
                  <a:pt x="104843" y="4159"/>
                </a:lnTo>
                <a:close/>
              </a:path>
              <a:path w="374015" h="353694">
                <a:moveTo>
                  <a:pt x="205127" y="4159"/>
                </a:moveTo>
                <a:lnTo>
                  <a:pt x="209686" y="4159"/>
                </a:lnTo>
                <a:lnTo>
                  <a:pt x="237036" y="8318"/>
                </a:lnTo>
                <a:lnTo>
                  <a:pt x="246153" y="8318"/>
                </a:lnTo>
                <a:lnTo>
                  <a:pt x="250711" y="12477"/>
                </a:lnTo>
                <a:lnTo>
                  <a:pt x="255269" y="12477"/>
                </a:lnTo>
                <a:lnTo>
                  <a:pt x="255269" y="16636"/>
                </a:lnTo>
                <a:lnTo>
                  <a:pt x="250711" y="20795"/>
                </a:lnTo>
                <a:lnTo>
                  <a:pt x="246153" y="20795"/>
                </a:lnTo>
                <a:lnTo>
                  <a:pt x="232477" y="20795"/>
                </a:lnTo>
                <a:lnTo>
                  <a:pt x="205127" y="20795"/>
                </a:lnTo>
                <a:lnTo>
                  <a:pt x="200569" y="16636"/>
                </a:lnTo>
                <a:lnTo>
                  <a:pt x="196010" y="12477"/>
                </a:lnTo>
                <a:lnTo>
                  <a:pt x="200569" y="8318"/>
                </a:lnTo>
                <a:lnTo>
                  <a:pt x="205127" y="4159"/>
                </a:lnTo>
                <a:close/>
              </a:path>
              <a:path w="374015" h="353694">
                <a:moveTo>
                  <a:pt x="305412" y="12477"/>
                </a:moveTo>
                <a:lnTo>
                  <a:pt x="323645" y="16636"/>
                </a:lnTo>
                <a:lnTo>
                  <a:pt x="337321" y="20795"/>
                </a:lnTo>
                <a:lnTo>
                  <a:pt x="346437" y="20795"/>
                </a:lnTo>
                <a:lnTo>
                  <a:pt x="350996" y="24954"/>
                </a:lnTo>
                <a:lnTo>
                  <a:pt x="350996" y="29113"/>
                </a:lnTo>
                <a:lnTo>
                  <a:pt x="350996" y="33272"/>
                </a:lnTo>
                <a:lnTo>
                  <a:pt x="346437" y="33272"/>
                </a:lnTo>
                <a:lnTo>
                  <a:pt x="337321" y="33272"/>
                </a:lnTo>
                <a:lnTo>
                  <a:pt x="323645" y="29113"/>
                </a:lnTo>
                <a:lnTo>
                  <a:pt x="305412" y="24954"/>
                </a:lnTo>
                <a:lnTo>
                  <a:pt x="300853" y="24954"/>
                </a:lnTo>
                <a:lnTo>
                  <a:pt x="296295" y="24954"/>
                </a:lnTo>
                <a:lnTo>
                  <a:pt x="296295" y="20795"/>
                </a:lnTo>
                <a:lnTo>
                  <a:pt x="300853" y="16636"/>
                </a:lnTo>
                <a:lnTo>
                  <a:pt x="305412" y="12477"/>
                </a:lnTo>
                <a:close/>
              </a:path>
              <a:path w="374015" h="353694">
                <a:moveTo>
                  <a:pt x="373788" y="66545"/>
                </a:moveTo>
                <a:lnTo>
                  <a:pt x="373788" y="103977"/>
                </a:lnTo>
                <a:lnTo>
                  <a:pt x="373788" y="108136"/>
                </a:lnTo>
                <a:lnTo>
                  <a:pt x="369229" y="112295"/>
                </a:lnTo>
                <a:lnTo>
                  <a:pt x="364671" y="112295"/>
                </a:lnTo>
                <a:lnTo>
                  <a:pt x="360112" y="112295"/>
                </a:lnTo>
                <a:lnTo>
                  <a:pt x="360112" y="108136"/>
                </a:lnTo>
                <a:lnTo>
                  <a:pt x="360112" y="103977"/>
                </a:lnTo>
                <a:lnTo>
                  <a:pt x="360112" y="66545"/>
                </a:lnTo>
                <a:lnTo>
                  <a:pt x="360112" y="62386"/>
                </a:lnTo>
                <a:lnTo>
                  <a:pt x="364671" y="62386"/>
                </a:lnTo>
                <a:lnTo>
                  <a:pt x="369229" y="62386"/>
                </a:lnTo>
                <a:lnTo>
                  <a:pt x="373788" y="62386"/>
                </a:lnTo>
                <a:lnTo>
                  <a:pt x="373788" y="66545"/>
                </a:lnTo>
                <a:close/>
              </a:path>
              <a:path w="374015" h="353694">
                <a:moveTo>
                  <a:pt x="373788" y="158045"/>
                </a:moveTo>
                <a:lnTo>
                  <a:pt x="373788" y="195476"/>
                </a:lnTo>
                <a:lnTo>
                  <a:pt x="373788" y="199636"/>
                </a:lnTo>
                <a:lnTo>
                  <a:pt x="369229" y="199636"/>
                </a:lnTo>
                <a:lnTo>
                  <a:pt x="369229" y="203795"/>
                </a:lnTo>
                <a:lnTo>
                  <a:pt x="364671" y="203795"/>
                </a:lnTo>
                <a:lnTo>
                  <a:pt x="360112" y="199636"/>
                </a:lnTo>
                <a:lnTo>
                  <a:pt x="360112" y="195476"/>
                </a:lnTo>
                <a:lnTo>
                  <a:pt x="360112" y="158045"/>
                </a:lnTo>
                <a:lnTo>
                  <a:pt x="360112" y="153886"/>
                </a:lnTo>
                <a:lnTo>
                  <a:pt x="364671" y="153886"/>
                </a:lnTo>
                <a:lnTo>
                  <a:pt x="364671" y="149727"/>
                </a:lnTo>
                <a:lnTo>
                  <a:pt x="369229" y="153886"/>
                </a:lnTo>
                <a:lnTo>
                  <a:pt x="373788" y="153886"/>
                </a:lnTo>
                <a:lnTo>
                  <a:pt x="373788" y="158045"/>
                </a:lnTo>
                <a:close/>
              </a:path>
              <a:path w="374015" h="353694">
                <a:moveTo>
                  <a:pt x="373788" y="249545"/>
                </a:moveTo>
                <a:lnTo>
                  <a:pt x="373788" y="286976"/>
                </a:lnTo>
                <a:lnTo>
                  <a:pt x="373788" y="291135"/>
                </a:lnTo>
                <a:lnTo>
                  <a:pt x="369229" y="291135"/>
                </a:lnTo>
                <a:lnTo>
                  <a:pt x="369229" y="295294"/>
                </a:lnTo>
                <a:lnTo>
                  <a:pt x="364671" y="295294"/>
                </a:lnTo>
                <a:lnTo>
                  <a:pt x="360112" y="291135"/>
                </a:lnTo>
                <a:lnTo>
                  <a:pt x="360112" y="286976"/>
                </a:lnTo>
                <a:lnTo>
                  <a:pt x="360112" y="249545"/>
                </a:lnTo>
                <a:lnTo>
                  <a:pt x="360112" y="245385"/>
                </a:lnTo>
                <a:lnTo>
                  <a:pt x="364671" y="241226"/>
                </a:lnTo>
                <a:lnTo>
                  <a:pt x="369229" y="241226"/>
                </a:lnTo>
                <a:lnTo>
                  <a:pt x="369229" y="245385"/>
                </a:lnTo>
                <a:lnTo>
                  <a:pt x="373788" y="245385"/>
                </a:lnTo>
                <a:lnTo>
                  <a:pt x="373788" y="249545"/>
                </a:lnTo>
                <a:close/>
              </a:path>
              <a:path w="374015" h="353694">
                <a:moveTo>
                  <a:pt x="346437" y="332726"/>
                </a:moveTo>
                <a:lnTo>
                  <a:pt x="337321" y="336885"/>
                </a:lnTo>
                <a:lnTo>
                  <a:pt x="323645" y="336885"/>
                </a:lnTo>
                <a:lnTo>
                  <a:pt x="305412" y="341044"/>
                </a:lnTo>
                <a:lnTo>
                  <a:pt x="296295" y="336885"/>
                </a:lnTo>
                <a:lnTo>
                  <a:pt x="296295" y="332726"/>
                </a:lnTo>
                <a:lnTo>
                  <a:pt x="296295" y="328567"/>
                </a:lnTo>
                <a:lnTo>
                  <a:pt x="300853" y="328567"/>
                </a:lnTo>
                <a:lnTo>
                  <a:pt x="305412" y="328567"/>
                </a:lnTo>
                <a:lnTo>
                  <a:pt x="319087" y="324408"/>
                </a:lnTo>
                <a:lnTo>
                  <a:pt x="337321" y="320249"/>
                </a:lnTo>
                <a:lnTo>
                  <a:pt x="341879" y="320249"/>
                </a:lnTo>
                <a:lnTo>
                  <a:pt x="346437" y="320249"/>
                </a:lnTo>
                <a:lnTo>
                  <a:pt x="350996" y="320249"/>
                </a:lnTo>
                <a:lnTo>
                  <a:pt x="350996" y="324408"/>
                </a:lnTo>
                <a:lnTo>
                  <a:pt x="350996" y="328567"/>
                </a:lnTo>
                <a:lnTo>
                  <a:pt x="350996" y="332726"/>
                </a:lnTo>
                <a:lnTo>
                  <a:pt x="346437" y="332726"/>
                </a:lnTo>
                <a:close/>
              </a:path>
              <a:path w="374015" h="353694">
                <a:moveTo>
                  <a:pt x="246153" y="345203"/>
                </a:moveTo>
                <a:lnTo>
                  <a:pt x="237036" y="345203"/>
                </a:lnTo>
                <a:lnTo>
                  <a:pt x="205127" y="349363"/>
                </a:lnTo>
                <a:lnTo>
                  <a:pt x="200569" y="349363"/>
                </a:lnTo>
                <a:lnTo>
                  <a:pt x="200569" y="345203"/>
                </a:lnTo>
                <a:lnTo>
                  <a:pt x="196010" y="345203"/>
                </a:lnTo>
                <a:lnTo>
                  <a:pt x="196010" y="341044"/>
                </a:lnTo>
                <a:lnTo>
                  <a:pt x="196010" y="336885"/>
                </a:lnTo>
                <a:lnTo>
                  <a:pt x="200569" y="336885"/>
                </a:lnTo>
                <a:lnTo>
                  <a:pt x="205127" y="332726"/>
                </a:lnTo>
                <a:lnTo>
                  <a:pt x="232477" y="332726"/>
                </a:lnTo>
                <a:lnTo>
                  <a:pt x="246153" y="332726"/>
                </a:lnTo>
                <a:lnTo>
                  <a:pt x="250711" y="332726"/>
                </a:lnTo>
                <a:lnTo>
                  <a:pt x="255269" y="336885"/>
                </a:lnTo>
                <a:lnTo>
                  <a:pt x="255269" y="341044"/>
                </a:lnTo>
                <a:lnTo>
                  <a:pt x="250711" y="341044"/>
                </a:lnTo>
                <a:lnTo>
                  <a:pt x="246153" y="345203"/>
                </a:lnTo>
                <a:close/>
              </a:path>
              <a:path w="374015" h="353694">
                <a:moveTo>
                  <a:pt x="145868" y="349363"/>
                </a:moveTo>
                <a:lnTo>
                  <a:pt x="104843" y="349363"/>
                </a:lnTo>
                <a:lnTo>
                  <a:pt x="100284" y="349363"/>
                </a:lnTo>
                <a:lnTo>
                  <a:pt x="95726" y="345203"/>
                </a:lnTo>
                <a:lnTo>
                  <a:pt x="100284" y="341044"/>
                </a:lnTo>
                <a:lnTo>
                  <a:pt x="100284" y="336885"/>
                </a:lnTo>
                <a:lnTo>
                  <a:pt x="104843" y="336885"/>
                </a:lnTo>
                <a:lnTo>
                  <a:pt x="145868" y="336885"/>
                </a:lnTo>
                <a:lnTo>
                  <a:pt x="150426" y="336885"/>
                </a:lnTo>
                <a:lnTo>
                  <a:pt x="154985" y="341044"/>
                </a:lnTo>
                <a:lnTo>
                  <a:pt x="154985" y="345203"/>
                </a:lnTo>
                <a:lnTo>
                  <a:pt x="150426" y="349363"/>
                </a:lnTo>
                <a:lnTo>
                  <a:pt x="145868" y="349363"/>
                </a:lnTo>
                <a:close/>
              </a:path>
              <a:path w="374015" h="353694">
                <a:moveTo>
                  <a:pt x="45583" y="353522"/>
                </a:moveTo>
                <a:lnTo>
                  <a:pt x="4558" y="353522"/>
                </a:lnTo>
                <a:lnTo>
                  <a:pt x="0" y="349363"/>
                </a:lnTo>
                <a:lnTo>
                  <a:pt x="0" y="345203"/>
                </a:lnTo>
                <a:lnTo>
                  <a:pt x="0" y="341044"/>
                </a:lnTo>
                <a:lnTo>
                  <a:pt x="4558" y="341044"/>
                </a:lnTo>
                <a:lnTo>
                  <a:pt x="45583" y="341044"/>
                </a:lnTo>
                <a:lnTo>
                  <a:pt x="50142" y="341044"/>
                </a:lnTo>
                <a:lnTo>
                  <a:pt x="54700" y="341044"/>
                </a:lnTo>
                <a:lnTo>
                  <a:pt x="54700" y="345203"/>
                </a:lnTo>
                <a:lnTo>
                  <a:pt x="54700" y="349363"/>
                </a:lnTo>
                <a:lnTo>
                  <a:pt x="50142" y="349363"/>
                </a:lnTo>
                <a:lnTo>
                  <a:pt x="45583" y="353522"/>
                </a:lnTo>
                <a:close/>
              </a:path>
            </a:pathLst>
          </a:custGeom>
          <a:ln w="43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ransition spd="fast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luojie</dc:creator>
  <dc:title>PowerPoint 演示文稿</dc:title>
  <dcterms:created xsi:type="dcterms:W3CDTF">2024-01-12T13:04:21Z</dcterms:created>
  <dcterms:modified xsi:type="dcterms:W3CDTF">2024-01-12T13:04:21Z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2024-01-05T00:00:00Z</vt:filetime>
  </property>
  <property fmtid="{D5CDD505-2E9C-101B-9397-08002B2CF9AE}" pid="3" name="Creator">
    <vt:lpwstr>Acrobat PDFMaker 21 PowerPoint 版</vt:lpwstr>
  </property>
  <property fmtid="{D5CDD505-2E9C-101B-9397-08002B2CF9AE}" pid="4" name="LastSaved">
    <vt:filetime>2024-01-12T00:00:00Z</vt:filetime>
  </property>
</Properties>
</file>