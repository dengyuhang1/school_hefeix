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jpeg" ContentType="image/jpeg"/>
  <Default Extension="JPG" ContentType="image/.jpg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9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84" y="38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.emf"/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23.emf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.emf"/><Relationship Id="rId8" Type="http://schemas.openxmlformats.org/officeDocument/2006/relationships/image" Target="../media/image31.emf"/><Relationship Id="rId7" Type="http://schemas.openxmlformats.org/officeDocument/2006/relationships/image" Target="../media/image30.emf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37.emf"/><Relationship Id="rId4" Type="http://schemas.openxmlformats.org/officeDocument/2006/relationships/image" Target="../media/image36.emf"/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42.emf"/><Relationship Id="rId4" Type="http://schemas.openxmlformats.org/officeDocument/2006/relationships/image" Target="../media/image41.emf"/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46.emf"/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55.wmf"/><Relationship Id="rId8" Type="http://schemas.openxmlformats.org/officeDocument/2006/relationships/image" Target="../media/image54.wmf"/><Relationship Id="rId7" Type="http://schemas.openxmlformats.org/officeDocument/2006/relationships/image" Target="../media/image53.wmf"/><Relationship Id="rId6" Type="http://schemas.openxmlformats.org/officeDocument/2006/relationships/image" Target="../media/image52.wmf"/><Relationship Id="rId5" Type="http://schemas.openxmlformats.org/officeDocument/2006/relationships/image" Target="../media/image51.emf"/><Relationship Id="rId4" Type="http://schemas.openxmlformats.org/officeDocument/2006/relationships/image" Target="../media/image50.emf"/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4" Type="http://schemas.openxmlformats.org/officeDocument/2006/relationships/image" Target="../media/image60.emf"/><Relationship Id="rId13" Type="http://schemas.openxmlformats.org/officeDocument/2006/relationships/image" Target="../media/image59.wmf"/><Relationship Id="rId12" Type="http://schemas.openxmlformats.org/officeDocument/2006/relationships/image" Target="../media/image58.wmf"/><Relationship Id="rId11" Type="http://schemas.openxmlformats.org/officeDocument/2006/relationships/image" Target="../media/image57.wmf"/><Relationship Id="rId10" Type="http://schemas.openxmlformats.org/officeDocument/2006/relationships/image" Target="../media/image56.wmf"/><Relationship Id="rId1" Type="http://schemas.openxmlformats.org/officeDocument/2006/relationships/image" Target="../media/image47.e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55.wmf"/><Relationship Id="rId8" Type="http://schemas.openxmlformats.org/officeDocument/2006/relationships/image" Target="../media/image54.wmf"/><Relationship Id="rId7" Type="http://schemas.openxmlformats.org/officeDocument/2006/relationships/image" Target="../media/image66.wmf"/><Relationship Id="rId6" Type="http://schemas.openxmlformats.org/officeDocument/2006/relationships/image" Target="../media/image52.wmf"/><Relationship Id="rId5" Type="http://schemas.openxmlformats.org/officeDocument/2006/relationships/image" Target="../media/image65.emf"/><Relationship Id="rId4" Type="http://schemas.openxmlformats.org/officeDocument/2006/relationships/image" Target="../media/image64.emf"/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6" Type="http://schemas.openxmlformats.org/officeDocument/2006/relationships/image" Target="../media/image71.emf"/><Relationship Id="rId15" Type="http://schemas.openxmlformats.org/officeDocument/2006/relationships/image" Target="../media/image70.emf"/><Relationship Id="rId14" Type="http://schemas.openxmlformats.org/officeDocument/2006/relationships/image" Target="../media/image69.wmf"/><Relationship Id="rId13" Type="http://schemas.openxmlformats.org/officeDocument/2006/relationships/image" Target="../media/image68.emf"/><Relationship Id="rId12" Type="http://schemas.openxmlformats.org/officeDocument/2006/relationships/image" Target="../media/image67.wmf"/><Relationship Id="rId11" Type="http://schemas.openxmlformats.org/officeDocument/2006/relationships/image" Target="../media/image57.wmf"/><Relationship Id="rId10" Type="http://schemas.openxmlformats.org/officeDocument/2006/relationships/image" Target="../media/image56.wmf"/><Relationship Id="rId1" Type="http://schemas.openxmlformats.org/officeDocument/2006/relationships/image" Target="../media/image61.e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75.emf"/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/Relationships>
</file>

<file path=ppt/drawings/_rels/vmlDrawing12.vml.rels><?xml version="1.0" encoding="UTF-8" standalone="yes"?>
<Relationships xmlns="http://schemas.openxmlformats.org/package/2006/relationships"><Relationship Id="rId7" Type="http://schemas.openxmlformats.org/officeDocument/2006/relationships/image" Target="../media/image82.emf"/><Relationship Id="rId6" Type="http://schemas.openxmlformats.org/officeDocument/2006/relationships/image" Target="../media/image81.emf"/><Relationship Id="rId5" Type="http://schemas.openxmlformats.org/officeDocument/2006/relationships/image" Target="../media/image80.emf"/><Relationship Id="rId4" Type="http://schemas.openxmlformats.org/officeDocument/2006/relationships/image" Target="../media/image79.emf"/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image" Target="../media/image76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emf"/><Relationship Id="rId7" Type="http://schemas.openxmlformats.org/officeDocument/2006/relationships/image" Target="../media/image89.emf"/><Relationship Id="rId6" Type="http://schemas.openxmlformats.org/officeDocument/2006/relationships/image" Target="../media/image88.emf"/><Relationship Id="rId5" Type="http://schemas.openxmlformats.org/officeDocument/2006/relationships/image" Target="../media/image87.emf"/><Relationship Id="rId4" Type="http://schemas.openxmlformats.org/officeDocument/2006/relationships/image" Target="../media/image86.emf"/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image" Target="../media/image83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7" Type="http://schemas.openxmlformats.org/officeDocument/2006/relationships/image" Target="../media/image97.emf"/><Relationship Id="rId6" Type="http://schemas.openxmlformats.org/officeDocument/2006/relationships/image" Target="../media/image96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image" Target="../media/image91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image" Target="../media/image99.e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5.emf"/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emf"/><Relationship Id="rId1" Type="http://schemas.openxmlformats.org/officeDocument/2006/relationships/image" Target="../media/image106.emf"/></Relationships>
</file>

<file path=ppt/drawings/_rels/vmlDrawing18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4.emf"/><Relationship Id="rId4" Type="http://schemas.openxmlformats.org/officeDocument/2006/relationships/image" Target="../media/image113.emf"/><Relationship Id="rId3" Type="http://schemas.openxmlformats.org/officeDocument/2006/relationships/image" Target="../media/image112.emf"/><Relationship Id="rId2" Type="http://schemas.openxmlformats.org/officeDocument/2006/relationships/image" Target="../media/image111.emf"/><Relationship Id="rId1" Type="http://schemas.openxmlformats.org/officeDocument/2006/relationships/image" Target="../media/image110.emf"/></Relationships>
</file>

<file path=ppt/drawings/_rels/vmlDrawing19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1.emf"/><Relationship Id="rId6" Type="http://schemas.openxmlformats.org/officeDocument/2006/relationships/image" Target="../media/image120.emf"/><Relationship Id="rId5" Type="http://schemas.openxmlformats.org/officeDocument/2006/relationships/image" Target="../media/image119.emf"/><Relationship Id="rId4" Type="http://schemas.openxmlformats.org/officeDocument/2006/relationships/image" Target="../media/image118.emf"/><Relationship Id="rId3" Type="http://schemas.openxmlformats.org/officeDocument/2006/relationships/image" Target="../media/image117.emf"/><Relationship Id="rId2" Type="http://schemas.openxmlformats.org/officeDocument/2006/relationships/image" Target="../media/image116.emf"/><Relationship Id="rId1" Type="http://schemas.openxmlformats.org/officeDocument/2006/relationships/image" Target="../media/image1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tags" Target="../tags/tag53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  <a:endParaRPr lang="zh-CN" altLang="en-US" sz="2400" b="1" dirty="0">
                <a:solidFill>
                  <a:srgbClr val="00B0F0"/>
                </a:solidFill>
                <a:effectLst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3.doc"/><Relationship Id="rId8" Type="http://schemas.openxmlformats.org/officeDocument/2006/relationships/image" Target="../media/image6.emf"/><Relationship Id="rId7" Type="http://schemas.openxmlformats.org/officeDocument/2006/relationships/oleObject" Target="../embeddings/oleObject2.bin"/><Relationship Id="rId6" Type="http://schemas.openxmlformats.org/officeDocument/2006/relationships/image" Target="../media/image5.emf"/><Relationship Id="rId5" Type="http://schemas.openxmlformats.org/officeDocument/2006/relationships/oleObject" Target="../embeddings/Document2.doc"/><Relationship Id="rId4" Type="http://schemas.openxmlformats.org/officeDocument/2006/relationships/image" Target="../media/image4.emf"/><Relationship Id="rId3" Type="http://schemas.openxmlformats.org/officeDocument/2006/relationships/oleObject" Target="../embeddings/Document1.doc"/><Relationship Id="rId2" Type="http://schemas.openxmlformats.org/officeDocument/2006/relationships/image" Target="../media/image3.emf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7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emf"/><Relationship Id="rId3" Type="http://schemas.openxmlformats.org/officeDocument/2006/relationships/oleObject" Target="../embeddings/Document5.doc"/><Relationship Id="rId2" Type="http://schemas.openxmlformats.org/officeDocument/2006/relationships/image" Target="../media/image8.emf"/><Relationship Id="rId1" Type="http://schemas.openxmlformats.org/officeDocument/2006/relationships/oleObject" Target="../embeddings/Document4.doc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.emf"/><Relationship Id="rId7" Type="http://schemas.openxmlformats.org/officeDocument/2006/relationships/oleObject" Target="../embeddings/Document9.doc"/><Relationship Id="rId6" Type="http://schemas.openxmlformats.org/officeDocument/2006/relationships/image" Target="../media/image12.emf"/><Relationship Id="rId5" Type="http://schemas.openxmlformats.org/officeDocument/2006/relationships/oleObject" Target="../embeddings/Document8.doc"/><Relationship Id="rId4" Type="http://schemas.openxmlformats.org/officeDocument/2006/relationships/image" Target="../media/image11.emf"/><Relationship Id="rId3" Type="http://schemas.openxmlformats.org/officeDocument/2006/relationships/oleObject" Target="../embeddings/Document7.doc"/><Relationship Id="rId2" Type="http://schemas.openxmlformats.org/officeDocument/2006/relationships/image" Target="../media/image10.e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Document6.doc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.bin"/><Relationship Id="rId8" Type="http://schemas.openxmlformats.org/officeDocument/2006/relationships/image" Target="../media/image17.emf"/><Relationship Id="rId7" Type="http://schemas.openxmlformats.org/officeDocument/2006/relationships/oleObject" Target="../embeddings/Document12.doc"/><Relationship Id="rId6" Type="http://schemas.openxmlformats.org/officeDocument/2006/relationships/image" Target="../media/image16.emf"/><Relationship Id="rId5" Type="http://schemas.openxmlformats.org/officeDocument/2006/relationships/oleObject" Target="../embeddings/Document11.doc"/><Relationship Id="rId4" Type="http://schemas.openxmlformats.org/officeDocument/2006/relationships/image" Target="../media/image15.e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4.emf"/><Relationship Id="rId19" Type="http://schemas.openxmlformats.org/officeDocument/2006/relationships/vmlDrawing" Target="../drawings/vmlDrawing4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23.emf"/><Relationship Id="rId16" Type="http://schemas.openxmlformats.org/officeDocument/2006/relationships/oleObject" Target="../embeddings/Document13.doc"/><Relationship Id="rId15" Type="http://schemas.openxmlformats.org/officeDocument/2006/relationships/image" Target="../media/image22.png"/><Relationship Id="rId14" Type="http://schemas.openxmlformats.org/officeDocument/2006/relationships/image" Target="../media/image21.png"/><Relationship Id="rId13" Type="http://schemas.openxmlformats.org/officeDocument/2006/relationships/image" Target="../media/image20.png"/><Relationship Id="rId12" Type="http://schemas.openxmlformats.org/officeDocument/2006/relationships/image" Target="../media/image19.emf"/><Relationship Id="rId11" Type="http://schemas.openxmlformats.org/officeDocument/2006/relationships/oleObject" Target="../embeddings/oleObject5.bin"/><Relationship Id="rId10" Type="http://schemas.openxmlformats.org/officeDocument/2006/relationships/image" Target="../media/image18.emf"/><Relationship Id="rId1" Type="http://schemas.openxmlformats.org/officeDocument/2006/relationships/oleObject" Target="../embeddings/Document10.doc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18.doc"/><Relationship Id="rId8" Type="http://schemas.openxmlformats.org/officeDocument/2006/relationships/image" Target="../media/image27.emf"/><Relationship Id="rId7" Type="http://schemas.openxmlformats.org/officeDocument/2006/relationships/oleObject" Target="../embeddings/Document17.doc"/><Relationship Id="rId6" Type="http://schemas.openxmlformats.org/officeDocument/2006/relationships/image" Target="../media/image26.emf"/><Relationship Id="rId5" Type="http://schemas.openxmlformats.org/officeDocument/2006/relationships/oleObject" Target="../embeddings/Document16.doc"/><Relationship Id="rId4" Type="http://schemas.openxmlformats.org/officeDocument/2006/relationships/image" Target="../media/image25.emf"/><Relationship Id="rId3" Type="http://schemas.openxmlformats.org/officeDocument/2006/relationships/oleObject" Target="../embeddings/Document15.doc"/><Relationship Id="rId20" Type="http://schemas.openxmlformats.org/officeDocument/2006/relationships/vmlDrawing" Target="../drawings/vmlDrawing5.vml"/><Relationship Id="rId2" Type="http://schemas.openxmlformats.org/officeDocument/2006/relationships/image" Target="../media/image24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32.emf"/><Relationship Id="rId17" Type="http://schemas.openxmlformats.org/officeDocument/2006/relationships/oleObject" Target="../embeddings/Document22.doc"/><Relationship Id="rId16" Type="http://schemas.openxmlformats.org/officeDocument/2006/relationships/image" Target="../media/image31.emf"/><Relationship Id="rId15" Type="http://schemas.openxmlformats.org/officeDocument/2006/relationships/oleObject" Target="../embeddings/Document21.doc"/><Relationship Id="rId14" Type="http://schemas.openxmlformats.org/officeDocument/2006/relationships/image" Target="../media/image30.emf"/><Relationship Id="rId13" Type="http://schemas.openxmlformats.org/officeDocument/2006/relationships/oleObject" Target="../embeddings/Document20.doc"/><Relationship Id="rId12" Type="http://schemas.openxmlformats.org/officeDocument/2006/relationships/image" Target="../media/image29.emf"/><Relationship Id="rId11" Type="http://schemas.openxmlformats.org/officeDocument/2006/relationships/oleObject" Target="../embeddings/Document19.doc"/><Relationship Id="rId10" Type="http://schemas.openxmlformats.org/officeDocument/2006/relationships/image" Target="../media/image28.emf"/><Relationship Id="rId1" Type="http://schemas.openxmlformats.org/officeDocument/2006/relationships/oleObject" Target="../embeddings/Document14.doc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27.doc"/><Relationship Id="rId8" Type="http://schemas.openxmlformats.org/officeDocument/2006/relationships/image" Target="../media/image36.emf"/><Relationship Id="rId7" Type="http://schemas.openxmlformats.org/officeDocument/2006/relationships/oleObject" Target="../embeddings/Document26.doc"/><Relationship Id="rId6" Type="http://schemas.openxmlformats.org/officeDocument/2006/relationships/image" Target="../media/image35.emf"/><Relationship Id="rId5" Type="http://schemas.openxmlformats.org/officeDocument/2006/relationships/oleObject" Target="../embeddings/Document25.doc"/><Relationship Id="rId4" Type="http://schemas.openxmlformats.org/officeDocument/2006/relationships/image" Target="../media/image34.emf"/><Relationship Id="rId3" Type="http://schemas.openxmlformats.org/officeDocument/2006/relationships/oleObject" Target="../embeddings/Document24.doc"/><Relationship Id="rId2" Type="http://schemas.openxmlformats.org/officeDocument/2006/relationships/image" Target="../media/image33.emf"/><Relationship Id="rId12" Type="http://schemas.openxmlformats.org/officeDocument/2006/relationships/vmlDrawing" Target="../drawings/vmlDrawing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7.emf"/><Relationship Id="rId1" Type="http://schemas.openxmlformats.org/officeDocument/2006/relationships/oleObject" Target="../embeddings/Document23.doc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32.doc"/><Relationship Id="rId8" Type="http://schemas.openxmlformats.org/officeDocument/2006/relationships/image" Target="../media/image41.emf"/><Relationship Id="rId7" Type="http://schemas.openxmlformats.org/officeDocument/2006/relationships/oleObject" Target="../embeddings/Document31.doc"/><Relationship Id="rId6" Type="http://schemas.openxmlformats.org/officeDocument/2006/relationships/image" Target="../media/image40.emf"/><Relationship Id="rId5" Type="http://schemas.openxmlformats.org/officeDocument/2006/relationships/oleObject" Target="../embeddings/Document30.doc"/><Relationship Id="rId4" Type="http://schemas.openxmlformats.org/officeDocument/2006/relationships/image" Target="../media/image39.emf"/><Relationship Id="rId3" Type="http://schemas.openxmlformats.org/officeDocument/2006/relationships/oleObject" Target="../embeddings/Document29.doc"/><Relationship Id="rId2" Type="http://schemas.openxmlformats.org/officeDocument/2006/relationships/image" Target="../media/image38.emf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2.emf"/><Relationship Id="rId1" Type="http://schemas.openxmlformats.org/officeDocument/2006/relationships/oleObject" Target="../embeddings/Document28.doc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6.emf"/><Relationship Id="rId7" Type="http://schemas.openxmlformats.org/officeDocument/2006/relationships/oleObject" Target="../embeddings/Document36.doc"/><Relationship Id="rId6" Type="http://schemas.openxmlformats.org/officeDocument/2006/relationships/image" Target="../media/image45.emf"/><Relationship Id="rId5" Type="http://schemas.openxmlformats.org/officeDocument/2006/relationships/oleObject" Target="../embeddings/Document35.doc"/><Relationship Id="rId4" Type="http://schemas.openxmlformats.org/officeDocument/2006/relationships/image" Target="../media/image44.emf"/><Relationship Id="rId3" Type="http://schemas.openxmlformats.org/officeDocument/2006/relationships/oleObject" Target="../embeddings/Document34.doc"/><Relationship Id="rId2" Type="http://schemas.openxmlformats.org/officeDocument/2006/relationships/image" Target="../media/image43.e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Document33.doc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40.doc"/><Relationship Id="rId8" Type="http://schemas.openxmlformats.org/officeDocument/2006/relationships/image" Target="../media/image50.emf"/><Relationship Id="rId7" Type="http://schemas.openxmlformats.org/officeDocument/2006/relationships/oleObject" Target="../embeddings/Document39.doc"/><Relationship Id="rId6" Type="http://schemas.openxmlformats.org/officeDocument/2006/relationships/image" Target="../media/image49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48.emf"/><Relationship Id="rId36" Type="http://schemas.openxmlformats.org/officeDocument/2006/relationships/vmlDrawing" Target="../drawings/vmlDrawing9.vml"/><Relationship Id="rId35" Type="http://schemas.openxmlformats.org/officeDocument/2006/relationships/slideLayout" Target="../slideLayouts/slideLayout7.xml"/><Relationship Id="rId34" Type="http://schemas.openxmlformats.org/officeDocument/2006/relationships/image" Target="../media/image60.emf"/><Relationship Id="rId33" Type="http://schemas.openxmlformats.org/officeDocument/2006/relationships/oleObject" Target="../embeddings/Document41.doc"/><Relationship Id="rId32" Type="http://schemas.openxmlformats.org/officeDocument/2006/relationships/image" Target="../media/image59.wmf"/><Relationship Id="rId31" Type="http://schemas.openxmlformats.org/officeDocument/2006/relationships/oleObject" Target="../embeddings/oleObject20.bin"/><Relationship Id="rId30" Type="http://schemas.openxmlformats.org/officeDocument/2006/relationships/image" Target="../media/image58.wmf"/><Relationship Id="rId3" Type="http://schemas.openxmlformats.org/officeDocument/2006/relationships/oleObject" Target="../embeddings/Document38.doc"/><Relationship Id="rId29" Type="http://schemas.openxmlformats.org/officeDocument/2006/relationships/oleObject" Target="../embeddings/oleObject19.bin"/><Relationship Id="rId28" Type="http://schemas.openxmlformats.org/officeDocument/2006/relationships/oleObject" Target="../embeddings/oleObject18.bin"/><Relationship Id="rId27" Type="http://schemas.openxmlformats.org/officeDocument/2006/relationships/oleObject" Target="../embeddings/oleObject17.bin"/><Relationship Id="rId26" Type="http://schemas.openxmlformats.org/officeDocument/2006/relationships/oleObject" Target="../embeddings/oleObject16.bin"/><Relationship Id="rId25" Type="http://schemas.openxmlformats.org/officeDocument/2006/relationships/oleObject" Target="../embeddings/oleObject15.bin"/><Relationship Id="rId24" Type="http://schemas.openxmlformats.org/officeDocument/2006/relationships/oleObject" Target="../embeddings/oleObject14.bin"/><Relationship Id="rId23" Type="http://schemas.openxmlformats.org/officeDocument/2006/relationships/oleObject" Target="../embeddings/oleObject13.bin"/><Relationship Id="rId22" Type="http://schemas.openxmlformats.org/officeDocument/2006/relationships/image" Target="../media/image57.wmf"/><Relationship Id="rId21" Type="http://schemas.openxmlformats.org/officeDocument/2006/relationships/oleObject" Target="../embeddings/oleObject12.bin"/><Relationship Id="rId20" Type="http://schemas.openxmlformats.org/officeDocument/2006/relationships/image" Target="../media/image56.wmf"/><Relationship Id="rId2" Type="http://schemas.openxmlformats.org/officeDocument/2006/relationships/image" Target="../media/image47.emf"/><Relationship Id="rId19" Type="http://schemas.openxmlformats.org/officeDocument/2006/relationships/oleObject" Target="../embeddings/oleObject11.bin"/><Relationship Id="rId18" Type="http://schemas.openxmlformats.org/officeDocument/2006/relationships/image" Target="../media/image55.wmf"/><Relationship Id="rId17" Type="http://schemas.openxmlformats.org/officeDocument/2006/relationships/oleObject" Target="../embeddings/oleObject10.bin"/><Relationship Id="rId16" Type="http://schemas.openxmlformats.org/officeDocument/2006/relationships/image" Target="../media/image54.wmf"/><Relationship Id="rId15" Type="http://schemas.openxmlformats.org/officeDocument/2006/relationships/oleObject" Target="../embeddings/oleObject9.bin"/><Relationship Id="rId14" Type="http://schemas.openxmlformats.org/officeDocument/2006/relationships/image" Target="../media/image53.wmf"/><Relationship Id="rId13" Type="http://schemas.openxmlformats.org/officeDocument/2006/relationships/oleObject" Target="../embeddings/oleObject8.bin"/><Relationship Id="rId12" Type="http://schemas.openxmlformats.org/officeDocument/2006/relationships/image" Target="../media/image52.wmf"/><Relationship Id="rId11" Type="http://schemas.openxmlformats.org/officeDocument/2006/relationships/oleObject" Target="../embeddings/oleObject7.bin"/><Relationship Id="rId10" Type="http://schemas.openxmlformats.org/officeDocument/2006/relationships/image" Target="../media/image51.emf"/><Relationship Id="rId1" Type="http://schemas.openxmlformats.org/officeDocument/2006/relationships/oleObject" Target="../embeddings/Document37.doc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46.doc"/><Relationship Id="rId8" Type="http://schemas.openxmlformats.org/officeDocument/2006/relationships/image" Target="../media/image64.emf"/><Relationship Id="rId7" Type="http://schemas.openxmlformats.org/officeDocument/2006/relationships/oleObject" Target="../embeddings/Document45.doc"/><Relationship Id="rId6" Type="http://schemas.openxmlformats.org/officeDocument/2006/relationships/image" Target="../media/image63.emf"/><Relationship Id="rId5" Type="http://schemas.openxmlformats.org/officeDocument/2006/relationships/oleObject" Target="../embeddings/Document44.doc"/><Relationship Id="rId41" Type="http://schemas.openxmlformats.org/officeDocument/2006/relationships/vmlDrawing" Target="../drawings/vmlDrawing10.vml"/><Relationship Id="rId40" Type="http://schemas.openxmlformats.org/officeDocument/2006/relationships/slideLayout" Target="../slideLayouts/slideLayout7.xml"/><Relationship Id="rId4" Type="http://schemas.openxmlformats.org/officeDocument/2006/relationships/image" Target="../media/image62.emf"/><Relationship Id="rId39" Type="http://schemas.openxmlformats.org/officeDocument/2006/relationships/image" Target="../media/image71.emf"/><Relationship Id="rId38" Type="http://schemas.openxmlformats.org/officeDocument/2006/relationships/oleObject" Target="../embeddings/Document49.doc"/><Relationship Id="rId37" Type="http://schemas.openxmlformats.org/officeDocument/2006/relationships/image" Target="../media/image70.emf"/><Relationship Id="rId36" Type="http://schemas.openxmlformats.org/officeDocument/2006/relationships/oleObject" Target="../embeddings/Document48.doc"/><Relationship Id="rId35" Type="http://schemas.openxmlformats.org/officeDocument/2006/relationships/image" Target="../media/image69.wmf"/><Relationship Id="rId34" Type="http://schemas.openxmlformats.org/officeDocument/2006/relationships/oleObject" Target="../embeddings/oleObject35.bin"/><Relationship Id="rId33" Type="http://schemas.openxmlformats.org/officeDocument/2006/relationships/oleObject" Target="../embeddings/oleObject34.bin"/><Relationship Id="rId32" Type="http://schemas.openxmlformats.org/officeDocument/2006/relationships/oleObject" Target="../embeddings/oleObject33.bin"/><Relationship Id="rId31" Type="http://schemas.openxmlformats.org/officeDocument/2006/relationships/oleObject" Target="../embeddings/oleObject32.bin"/><Relationship Id="rId30" Type="http://schemas.openxmlformats.org/officeDocument/2006/relationships/oleObject" Target="../embeddings/oleObject31.bin"/><Relationship Id="rId3" Type="http://schemas.openxmlformats.org/officeDocument/2006/relationships/oleObject" Target="../embeddings/Document43.doc"/><Relationship Id="rId29" Type="http://schemas.openxmlformats.org/officeDocument/2006/relationships/oleObject" Target="../embeddings/oleObject30.bin"/><Relationship Id="rId28" Type="http://schemas.openxmlformats.org/officeDocument/2006/relationships/oleObject" Target="../embeddings/oleObject29.bin"/><Relationship Id="rId27" Type="http://schemas.openxmlformats.org/officeDocument/2006/relationships/oleObject" Target="../embeddings/oleObject28.bin"/><Relationship Id="rId26" Type="http://schemas.openxmlformats.org/officeDocument/2006/relationships/image" Target="../media/image68.emf"/><Relationship Id="rId25" Type="http://schemas.openxmlformats.org/officeDocument/2006/relationships/oleObject" Target="../embeddings/Document47.doc"/><Relationship Id="rId24" Type="http://schemas.openxmlformats.org/officeDocument/2006/relationships/image" Target="../media/image67.wmf"/><Relationship Id="rId23" Type="http://schemas.openxmlformats.org/officeDocument/2006/relationships/oleObject" Target="../embeddings/oleObject27.bin"/><Relationship Id="rId22" Type="http://schemas.openxmlformats.org/officeDocument/2006/relationships/image" Target="../media/image57.wmf"/><Relationship Id="rId21" Type="http://schemas.openxmlformats.org/officeDocument/2006/relationships/oleObject" Target="../embeddings/oleObject26.bin"/><Relationship Id="rId20" Type="http://schemas.openxmlformats.org/officeDocument/2006/relationships/image" Target="../media/image56.wmf"/><Relationship Id="rId2" Type="http://schemas.openxmlformats.org/officeDocument/2006/relationships/image" Target="../media/image61.emf"/><Relationship Id="rId19" Type="http://schemas.openxmlformats.org/officeDocument/2006/relationships/oleObject" Target="../embeddings/oleObject25.bin"/><Relationship Id="rId18" Type="http://schemas.openxmlformats.org/officeDocument/2006/relationships/image" Target="../media/image55.wmf"/><Relationship Id="rId17" Type="http://schemas.openxmlformats.org/officeDocument/2006/relationships/oleObject" Target="../embeddings/oleObject24.bin"/><Relationship Id="rId16" Type="http://schemas.openxmlformats.org/officeDocument/2006/relationships/image" Target="../media/image54.wmf"/><Relationship Id="rId15" Type="http://schemas.openxmlformats.org/officeDocument/2006/relationships/oleObject" Target="../embeddings/oleObject23.bin"/><Relationship Id="rId14" Type="http://schemas.openxmlformats.org/officeDocument/2006/relationships/image" Target="../media/image66.wmf"/><Relationship Id="rId13" Type="http://schemas.openxmlformats.org/officeDocument/2006/relationships/oleObject" Target="../embeddings/oleObject22.bin"/><Relationship Id="rId12" Type="http://schemas.openxmlformats.org/officeDocument/2006/relationships/image" Target="../media/image52.wmf"/><Relationship Id="rId11" Type="http://schemas.openxmlformats.org/officeDocument/2006/relationships/oleObject" Target="../embeddings/oleObject21.bin"/><Relationship Id="rId10" Type="http://schemas.openxmlformats.org/officeDocument/2006/relationships/image" Target="../media/image65.emf"/><Relationship Id="rId1" Type="http://schemas.openxmlformats.org/officeDocument/2006/relationships/oleObject" Target="../embeddings/Document42.doc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5.emf"/><Relationship Id="rId7" Type="http://schemas.openxmlformats.org/officeDocument/2006/relationships/oleObject" Target="../embeddings/Document53.doc"/><Relationship Id="rId6" Type="http://schemas.openxmlformats.org/officeDocument/2006/relationships/image" Target="../media/image74.emf"/><Relationship Id="rId5" Type="http://schemas.openxmlformats.org/officeDocument/2006/relationships/oleObject" Target="../embeddings/Document52.doc"/><Relationship Id="rId4" Type="http://schemas.openxmlformats.org/officeDocument/2006/relationships/image" Target="../media/image73.emf"/><Relationship Id="rId3" Type="http://schemas.openxmlformats.org/officeDocument/2006/relationships/oleObject" Target="../embeddings/Document51.doc"/><Relationship Id="rId2" Type="http://schemas.openxmlformats.org/officeDocument/2006/relationships/image" Target="../media/image72.e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Document50.doc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58.doc"/><Relationship Id="rId8" Type="http://schemas.openxmlformats.org/officeDocument/2006/relationships/image" Target="../media/image79.emf"/><Relationship Id="rId7" Type="http://schemas.openxmlformats.org/officeDocument/2006/relationships/oleObject" Target="../embeddings/Document57.doc"/><Relationship Id="rId6" Type="http://schemas.openxmlformats.org/officeDocument/2006/relationships/image" Target="../media/image78.emf"/><Relationship Id="rId5" Type="http://schemas.openxmlformats.org/officeDocument/2006/relationships/oleObject" Target="../embeddings/Document56.doc"/><Relationship Id="rId4" Type="http://schemas.openxmlformats.org/officeDocument/2006/relationships/image" Target="../media/image77.emf"/><Relationship Id="rId3" Type="http://schemas.openxmlformats.org/officeDocument/2006/relationships/oleObject" Target="../embeddings/Document55.doc"/><Relationship Id="rId2" Type="http://schemas.openxmlformats.org/officeDocument/2006/relationships/image" Target="../media/image76.emf"/><Relationship Id="rId16" Type="http://schemas.openxmlformats.org/officeDocument/2006/relationships/vmlDrawing" Target="../drawings/vmlDrawing12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82.emf"/><Relationship Id="rId13" Type="http://schemas.openxmlformats.org/officeDocument/2006/relationships/oleObject" Target="../embeddings/Document60.doc"/><Relationship Id="rId12" Type="http://schemas.openxmlformats.org/officeDocument/2006/relationships/image" Target="../media/image81.emf"/><Relationship Id="rId11" Type="http://schemas.openxmlformats.org/officeDocument/2006/relationships/oleObject" Target="../embeddings/Document59.doc"/><Relationship Id="rId10" Type="http://schemas.openxmlformats.org/officeDocument/2006/relationships/image" Target="../media/image80.emf"/><Relationship Id="rId1" Type="http://schemas.openxmlformats.org/officeDocument/2006/relationships/oleObject" Target="../embeddings/Document54.doc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65.doc"/><Relationship Id="rId8" Type="http://schemas.openxmlformats.org/officeDocument/2006/relationships/image" Target="../media/image86.emf"/><Relationship Id="rId7" Type="http://schemas.openxmlformats.org/officeDocument/2006/relationships/oleObject" Target="../embeddings/Document64.doc"/><Relationship Id="rId6" Type="http://schemas.openxmlformats.org/officeDocument/2006/relationships/image" Target="../media/image85.emf"/><Relationship Id="rId5" Type="http://schemas.openxmlformats.org/officeDocument/2006/relationships/oleObject" Target="../embeddings/Document63.doc"/><Relationship Id="rId4" Type="http://schemas.openxmlformats.org/officeDocument/2006/relationships/image" Target="../media/image84.emf"/><Relationship Id="rId3" Type="http://schemas.openxmlformats.org/officeDocument/2006/relationships/oleObject" Target="../embeddings/Document62.doc"/><Relationship Id="rId2" Type="http://schemas.openxmlformats.org/officeDocument/2006/relationships/image" Target="../media/image83.emf"/><Relationship Id="rId18" Type="http://schemas.openxmlformats.org/officeDocument/2006/relationships/vmlDrawing" Target="../drawings/vmlDrawing13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90.emf"/><Relationship Id="rId15" Type="http://schemas.openxmlformats.org/officeDocument/2006/relationships/oleObject" Target="../embeddings/Document68.doc"/><Relationship Id="rId14" Type="http://schemas.openxmlformats.org/officeDocument/2006/relationships/image" Target="../media/image89.emf"/><Relationship Id="rId13" Type="http://schemas.openxmlformats.org/officeDocument/2006/relationships/oleObject" Target="../embeddings/Document67.doc"/><Relationship Id="rId12" Type="http://schemas.openxmlformats.org/officeDocument/2006/relationships/image" Target="../media/image88.emf"/><Relationship Id="rId11" Type="http://schemas.openxmlformats.org/officeDocument/2006/relationships/oleObject" Target="../embeddings/Document66.doc"/><Relationship Id="rId10" Type="http://schemas.openxmlformats.org/officeDocument/2006/relationships/image" Target="../media/image87.emf"/><Relationship Id="rId1" Type="http://schemas.openxmlformats.org/officeDocument/2006/relationships/oleObject" Target="../embeddings/Document61.doc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71.doc"/><Relationship Id="rId8" Type="http://schemas.openxmlformats.org/officeDocument/2006/relationships/image" Target="../media/image94.emf"/><Relationship Id="rId7" Type="http://schemas.openxmlformats.org/officeDocument/2006/relationships/oleObject" Target="../embeddings/Document70.doc"/><Relationship Id="rId6" Type="http://schemas.openxmlformats.org/officeDocument/2006/relationships/image" Target="../media/image93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92.emf"/><Relationship Id="rId3" Type="http://schemas.openxmlformats.org/officeDocument/2006/relationships/oleObject" Target="../embeddings/Document69.doc"/><Relationship Id="rId2" Type="http://schemas.openxmlformats.org/officeDocument/2006/relationships/image" Target="../media/image91.emf"/><Relationship Id="rId18" Type="http://schemas.openxmlformats.org/officeDocument/2006/relationships/vmlDrawing" Target="../drawings/vmlDrawing14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98.emf"/><Relationship Id="rId15" Type="http://schemas.openxmlformats.org/officeDocument/2006/relationships/oleObject" Target="../embeddings/Document74.doc"/><Relationship Id="rId14" Type="http://schemas.openxmlformats.org/officeDocument/2006/relationships/image" Target="../media/image97.emf"/><Relationship Id="rId13" Type="http://schemas.openxmlformats.org/officeDocument/2006/relationships/oleObject" Target="../embeddings/Document73.doc"/><Relationship Id="rId12" Type="http://schemas.openxmlformats.org/officeDocument/2006/relationships/image" Target="../media/image96.emf"/><Relationship Id="rId11" Type="http://schemas.openxmlformats.org/officeDocument/2006/relationships/oleObject" Target="../embeddings/Document72.doc"/><Relationship Id="rId10" Type="http://schemas.openxmlformats.org/officeDocument/2006/relationships/image" Target="../media/image95.emf"/><Relationship Id="rId1" Type="http://schemas.openxmlformats.org/officeDocument/2006/relationships/oleObject" Target="../embeddings/oleObject3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1.emf"/><Relationship Id="rId5" Type="http://schemas.openxmlformats.org/officeDocument/2006/relationships/oleObject" Target="../embeddings/Document76.doc"/><Relationship Id="rId4" Type="http://schemas.openxmlformats.org/officeDocument/2006/relationships/image" Target="../media/image100.e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99.emf"/><Relationship Id="rId1" Type="http://schemas.openxmlformats.org/officeDocument/2006/relationships/oleObject" Target="../embeddings/Document75.doc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5.emf"/><Relationship Id="rId7" Type="http://schemas.openxmlformats.org/officeDocument/2006/relationships/oleObject" Target="../embeddings/oleObject40.bin"/><Relationship Id="rId6" Type="http://schemas.openxmlformats.org/officeDocument/2006/relationships/image" Target="../media/image104.e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103.emf"/><Relationship Id="rId3" Type="http://schemas.openxmlformats.org/officeDocument/2006/relationships/oleObject" Target="../embeddings/Document78.doc"/><Relationship Id="rId2" Type="http://schemas.openxmlformats.org/officeDocument/2006/relationships/image" Target="../media/image102.emf"/><Relationship Id="rId10" Type="http://schemas.openxmlformats.org/officeDocument/2006/relationships/vmlDrawing" Target="../drawings/vmlDrawing16.vml"/><Relationship Id="rId1" Type="http://schemas.openxmlformats.org/officeDocument/2006/relationships/oleObject" Target="../embeddings/Document77.doc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emf"/><Relationship Id="rId3" Type="http://schemas.openxmlformats.org/officeDocument/2006/relationships/oleObject" Target="../embeddings/Document80.doc"/><Relationship Id="rId2" Type="http://schemas.openxmlformats.org/officeDocument/2006/relationships/image" Target="../media/image106.emf"/><Relationship Id="rId1" Type="http://schemas.openxmlformats.org/officeDocument/2006/relationships/oleObject" Target="../embeddings/Document79.doc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84.doc"/><Relationship Id="rId8" Type="http://schemas.openxmlformats.org/officeDocument/2006/relationships/image" Target="../media/image113.e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112.emf"/><Relationship Id="rId5" Type="http://schemas.openxmlformats.org/officeDocument/2006/relationships/oleObject" Target="../embeddings/Document83.doc"/><Relationship Id="rId4" Type="http://schemas.openxmlformats.org/officeDocument/2006/relationships/image" Target="../media/image111.emf"/><Relationship Id="rId3" Type="http://schemas.openxmlformats.org/officeDocument/2006/relationships/oleObject" Target="../embeddings/Document82.doc"/><Relationship Id="rId2" Type="http://schemas.openxmlformats.org/officeDocument/2006/relationships/image" Target="../media/image110.emf"/><Relationship Id="rId12" Type="http://schemas.openxmlformats.org/officeDocument/2006/relationships/vmlDrawing" Target="../drawings/vmlDrawing18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14.emf"/><Relationship Id="rId1" Type="http://schemas.openxmlformats.org/officeDocument/2006/relationships/oleObject" Target="../embeddings/Document81.doc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118.e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117.e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116.e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115.emf"/><Relationship Id="rId17" Type="http://schemas.openxmlformats.org/officeDocument/2006/relationships/vmlDrawing" Target="../drawings/vmlDrawing19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22.png"/><Relationship Id="rId14" Type="http://schemas.openxmlformats.org/officeDocument/2006/relationships/image" Target="../media/image121.emf"/><Relationship Id="rId13" Type="http://schemas.openxmlformats.org/officeDocument/2006/relationships/oleObject" Target="../embeddings/oleObject48.bin"/><Relationship Id="rId12" Type="http://schemas.openxmlformats.org/officeDocument/2006/relationships/image" Target="../media/image120.emf"/><Relationship Id="rId11" Type="http://schemas.openxmlformats.org/officeDocument/2006/relationships/oleObject" Target="../embeddings/oleObject47.bin"/><Relationship Id="rId10" Type="http://schemas.openxmlformats.org/officeDocument/2006/relationships/image" Target="../media/image119.emf"/><Relationship Id="rId1" Type="http://schemas.openxmlformats.org/officeDocument/2006/relationships/oleObject" Target="../embeddings/oleObject4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753720" y="960251"/>
          <a:ext cx="785653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Document" r:id="rId1" imgW="4610100" imgH="342900" progId="Word.Document.8">
                  <p:embed/>
                </p:oleObj>
              </mc:Choice>
              <mc:Fallback>
                <p:oleObj name="Document" r:id="rId1" imgW="4610100" imgH="342900" progId="Word.Document.8">
                  <p:embed/>
                  <p:pic>
                    <p:nvPicPr>
                      <p:cNvPr id="0" name="图片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3720" y="960251"/>
                        <a:ext cx="785653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759945" y="1346014"/>
          <a:ext cx="1011237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Document" r:id="rId3" imgW="4449445" imgH="342265" progId="Word.Document.8">
                  <p:embed/>
                </p:oleObj>
              </mc:Choice>
              <mc:Fallback>
                <p:oleObj name="Document" r:id="rId3" imgW="4449445" imgH="342265" progId="Word.Document.8">
                  <p:embed/>
                  <p:pic>
                    <p:nvPicPr>
                      <p:cNvPr id="0" name="图片 10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945" y="1346014"/>
                        <a:ext cx="1011237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464888" y="4508687"/>
          <a:ext cx="64119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Document" r:id="rId5" imgW="2736850" imgH="367030" progId="Word.Document.8">
                  <p:embed/>
                </p:oleObj>
              </mc:Choice>
              <mc:Fallback>
                <p:oleObj name="Document" r:id="rId5" imgW="2736850" imgH="367030" progId="Word.Document.8">
                  <p:embed/>
                  <p:pic>
                    <p:nvPicPr>
                      <p:cNvPr id="0" name="图片 10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4888" y="4508687"/>
                        <a:ext cx="64119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807944" y="3270904"/>
          <a:ext cx="81280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Document" r:id="rId7" imgW="4622800" imgH="812800" progId="Word.Document.8">
                  <p:embed/>
                </p:oleObj>
              </mc:Choice>
              <mc:Fallback>
                <p:oleObj name="Document" r:id="rId7" imgW="4622800" imgH="812800" progId="Word.Document.8">
                  <p:embed/>
                  <p:pic>
                    <p:nvPicPr>
                      <p:cNvPr id="0" name="图片 10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944" y="3270904"/>
                        <a:ext cx="8128000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759945" y="1946883"/>
          <a:ext cx="10972800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Document" r:id="rId9" imgW="4862830" imgH="550545" progId="Word.Document.8">
                  <p:embed/>
                </p:oleObj>
              </mc:Choice>
              <mc:Fallback>
                <p:oleObj name="Document" r:id="rId9" imgW="4862830" imgH="550545" progId="Word.Document.8">
                  <p:embed/>
                  <p:pic>
                    <p:nvPicPr>
                      <p:cNvPr id="0" name="图片 10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945" y="1946883"/>
                        <a:ext cx="10972800" cy="124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716182" y="692058"/>
          <a:ext cx="8185345" cy="939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Document" r:id="rId1" imgW="3459480" imgH="396240" progId="Word.Document.8">
                  <p:embed/>
                </p:oleObj>
              </mc:Choice>
              <mc:Fallback>
                <p:oleObj name="Document" r:id="rId1" imgW="3459480" imgH="396240" progId="Word.Document.8">
                  <p:embed/>
                  <p:pic>
                    <p:nvPicPr>
                      <p:cNvPr id="0" name="图片 20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182" y="692058"/>
                        <a:ext cx="8185345" cy="939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896004" y="1511860"/>
          <a:ext cx="10823575" cy="494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Document" r:id="rId3" imgW="4636135" imgH="2125345" progId="Word.Document.8">
                  <p:embed/>
                </p:oleObj>
              </mc:Choice>
              <mc:Fallback>
                <p:oleObj name="Document" r:id="rId3" imgW="4636135" imgH="2125345" progId="Word.Document.8">
                  <p:embed/>
                  <p:pic>
                    <p:nvPicPr>
                      <p:cNvPr id="0" name="图片 20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004" y="1511860"/>
                        <a:ext cx="10823575" cy="494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709707" y="2838264"/>
          <a:ext cx="65436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Document" r:id="rId1" imgW="3067685" imgH="335280" progId="Word.Document.8">
                  <p:embed/>
                </p:oleObj>
              </mc:Choice>
              <mc:Fallback>
                <p:oleObj name="Document" r:id="rId1" imgW="3067685" imgH="335280" progId="Word.Document.8">
                  <p:embed/>
                  <p:pic>
                    <p:nvPicPr>
                      <p:cNvPr id="0" name="图片 3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707" y="2838264"/>
                        <a:ext cx="654367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1166813" y="651669"/>
          <a:ext cx="10387012" cy="226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Document" r:id="rId3" imgW="4330700" imgH="1039495" progId="Word.Document.8">
                  <p:embed/>
                </p:oleObj>
              </mc:Choice>
              <mc:Fallback>
                <p:oleObj name="Document" r:id="rId3" imgW="4330700" imgH="1039495" progId="Word.Document.8">
                  <p:embed/>
                  <p:pic>
                    <p:nvPicPr>
                      <p:cNvPr id="0" name="图片 3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651669"/>
                        <a:ext cx="10387012" cy="226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244600" y="3585695"/>
          <a:ext cx="10914063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Document" r:id="rId5" imgW="5092065" imgH="483235" progId="Word.Document.8">
                  <p:embed/>
                </p:oleObj>
              </mc:Choice>
              <mc:Fallback>
                <p:oleObj name="Document" r:id="rId5" imgW="5092065" imgH="483235" progId="Word.Document.8">
                  <p:embed/>
                  <p:pic>
                    <p:nvPicPr>
                      <p:cNvPr id="0" name="图片 3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3585695"/>
                        <a:ext cx="10914063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1244600" y="4562335"/>
          <a:ext cx="985520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Document" r:id="rId7" imgW="4593590" imgH="339725" progId="Word.Document.8">
                  <p:embed/>
                </p:oleObj>
              </mc:Choice>
              <mc:Fallback>
                <p:oleObj name="Document" r:id="rId7" imgW="4593590" imgH="339725" progId="Word.Document.8">
                  <p:embed/>
                  <p:pic>
                    <p:nvPicPr>
                      <p:cNvPr id="0" name="图片 3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4562335"/>
                        <a:ext cx="9855200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021354" y="2184379"/>
          <a:ext cx="8280000" cy="1857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5" name="Document" r:id="rId1" imgW="3816350" imgH="882650" progId="Word.Document.8">
                  <p:embed/>
                </p:oleObj>
              </mc:Choice>
              <mc:Fallback>
                <p:oleObj name="Document" r:id="rId1" imgW="3816350" imgH="882650" progId="Word.Document.8">
                  <p:embed/>
                  <p:pic>
                    <p:nvPicPr>
                      <p:cNvPr id="0" name="图片 4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1354" y="2184379"/>
                        <a:ext cx="8280000" cy="1857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198713" y="956333"/>
          <a:ext cx="71628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6" name="Document" r:id="rId3" imgW="4152900" imgH="406400" progId="Word.Document.8">
                  <p:embed/>
                </p:oleObj>
              </mc:Choice>
              <mc:Fallback>
                <p:oleObj name="Document" r:id="rId3" imgW="4152900" imgH="406400" progId="Word.Document.8">
                  <p:embed/>
                  <p:pic>
                    <p:nvPicPr>
                      <p:cNvPr id="0" name="图片 4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713" y="956333"/>
                        <a:ext cx="71628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549865" y="1802174"/>
          <a:ext cx="87852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" name="Document" r:id="rId5" imgW="3938905" imgH="269240" progId="Word.Document.8">
                  <p:embed/>
                </p:oleObj>
              </mc:Choice>
              <mc:Fallback>
                <p:oleObj name="Document" r:id="rId5" imgW="3938905" imgH="269240" progId="Word.Document.8">
                  <p:embed/>
                  <p:pic>
                    <p:nvPicPr>
                      <p:cNvPr id="0" name="图片 4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865" y="1802174"/>
                        <a:ext cx="87852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1198713" y="5245268"/>
          <a:ext cx="6164262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" name="Document" r:id="rId7" imgW="2893060" imgH="523240" progId="Word.Document.8">
                  <p:embed/>
                </p:oleObj>
              </mc:Choice>
              <mc:Fallback>
                <p:oleObj name="Document" r:id="rId7" imgW="2893060" imgH="523240" progId="Word.Document.8">
                  <p:embed/>
                  <p:pic>
                    <p:nvPicPr>
                      <p:cNvPr id="0" name="图片 4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713" y="5245268"/>
                        <a:ext cx="6164262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6794611" y="5245652"/>
          <a:ext cx="26574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Document" r:id="rId9" imgW="1663700" imgH="609600" progId="Word.Document.8">
                  <p:embed/>
                </p:oleObj>
              </mc:Choice>
              <mc:Fallback>
                <p:oleObj name="Document" r:id="rId9" imgW="1663700" imgH="609600" progId="Word.Document.8">
                  <p:embed/>
                  <p:pic>
                    <p:nvPicPr>
                      <p:cNvPr id="0" name="图片 4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611" y="5245652"/>
                        <a:ext cx="26574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9194767" y="5245268"/>
          <a:ext cx="252253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0" name="Document" r:id="rId11" imgW="1574800" imgH="609600" progId="Word.Document.8">
                  <p:embed/>
                </p:oleObj>
              </mc:Choice>
              <mc:Fallback>
                <p:oleObj name="Document" r:id="rId11" imgW="1574800" imgH="609600" progId="Word.Document.8">
                  <p:embed/>
                  <p:pic>
                    <p:nvPicPr>
                      <p:cNvPr id="0" name="图片 4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4767" y="5245268"/>
                        <a:ext cx="2522537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83" name="Picture 11" descr="C:\Users\Ningrj\AppData\Roaming\Tencent\Users\767623779\QQ\WinTemp\RichOle\VV$LHM5J~9QGDAB@S586]EQ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964" y="3721793"/>
            <a:ext cx="5640387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" name="Picture 12" descr="C:\Users\Ningrj\AppData\Roaming\Tencent\Users\767623779\QQ\WinTemp\RichOle\IE4W{131C5NJ_34BZ`64YIR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889" y="4188237"/>
            <a:ext cx="571817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" name="Picture 13" descr="C:\Users\Ningrj\AppData\Roaming\Tencent\Users\767623779\QQ\WinTemp\RichOle\27$KEYKT[]J)_X}588SMNDB.pn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751" y="4693343"/>
            <a:ext cx="5675313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5323677" y="767608"/>
          <a:ext cx="7446963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1" name="Document" r:id="rId16" imgW="3437255" imgH="587375" progId="Word.Document.8">
                  <p:embed/>
                </p:oleObj>
              </mc:Choice>
              <mc:Fallback>
                <p:oleObj name="Document" r:id="rId16" imgW="3437255" imgH="587375" progId="Word.Document.8">
                  <p:embed/>
                  <p:pic>
                    <p:nvPicPr>
                      <p:cNvPr id="0" name="图片 4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3677" y="767608"/>
                        <a:ext cx="7446963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041202" y="1055075"/>
          <a:ext cx="107505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1" name="Document" r:id="rId1" imgW="4844415" imgH="311785" progId="Word.Document.8">
                  <p:embed/>
                </p:oleObj>
              </mc:Choice>
              <mc:Fallback>
                <p:oleObj name="Document" r:id="rId1" imgW="4844415" imgH="311785" progId="Word.Document.8">
                  <p:embed/>
                  <p:pic>
                    <p:nvPicPr>
                      <p:cNvPr id="0" name="图片 52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202" y="1055075"/>
                        <a:ext cx="1075055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059396" y="1830834"/>
          <a:ext cx="3616325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" name="Document" r:id="rId3" imgW="1644650" imgH="483235" progId="Word.Document.8">
                  <p:embed/>
                </p:oleObj>
              </mc:Choice>
              <mc:Fallback>
                <p:oleObj name="Document" r:id="rId3" imgW="1644650" imgH="483235" progId="Word.Document.8">
                  <p:embed/>
                  <p:pic>
                    <p:nvPicPr>
                      <p:cNvPr id="0" name="图片 5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396" y="1830834"/>
                        <a:ext cx="3616325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969751" y="1569222"/>
          <a:ext cx="4302125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" name="Document" r:id="rId5" imgW="1958340" imgH="629285" progId="Word.Document.8">
                  <p:embed/>
                </p:oleObj>
              </mc:Choice>
              <mc:Fallback>
                <p:oleObj name="Document" r:id="rId5" imgW="1958340" imgH="629285" progId="Word.Document.8">
                  <p:embed/>
                  <p:pic>
                    <p:nvPicPr>
                      <p:cNvPr id="0" name="图片 5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751" y="1569222"/>
                        <a:ext cx="4302125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6476988" y="2630440"/>
          <a:ext cx="4489450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" name="Document" r:id="rId7" imgW="1913890" imgH="631190" progId="Word.Document.8">
                  <p:embed/>
                </p:oleObj>
              </mc:Choice>
              <mc:Fallback>
                <p:oleObj name="Document" r:id="rId7" imgW="1913890" imgH="631190" progId="Word.Document.8">
                  <p:embed/>
                  <p:pic>
                    <p:nvPicPr>
                      <p:cNvPr id="0" name="图片 52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6988" y="2630440"/>
                        <a:ext cx="4489450" cy="147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6624097" y="3990364"/>
          <a:ext cx="26416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" name="Document" r:id="rId9" imgW="1203960" imgH="336550" progId="Word.Document.8">
                  <p:embed/>
                </p:oleObj>
              </mc:Choice>
              <mc:Fallback>
                <p:oleObj name="Document" r:id="rId9" imgW="1203960" imgH="336550" progId="Word.Document.8">
                  <p:embed/>
                  <p:pic>
                    <p:nvPicPr>
                      <p:cNvPr id="0" name="图片 52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4097" y="3990364"/>
                        <a:ext cx="26416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609289" y="4873219"/>
          <a:ext cx="53705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" name="Document" r:id="rId11" imgW="2441575" imgH="339725" progId="Word.Document.8">
                  <p:embed/>
                </p:oleObj>
              </mc:Choice>
              <mc:Fallback>
                <p:oleObj name="Document" r:id="rId11" imgW="2441575" imgH="339725" progId="Word.Document.8">
                  <p:embed/>
                  <p:pic>
                    <p:nvPicPr>
                      <p:cNvPr id="0" name="图片 5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289" y="4873219"/>
                        <a:ext cx="537051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3838082" y="1595322"/>
          <a:ext cx="396240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" name="Document" r:id="rId13" imgW="1801495" imgH="483235" progId="Word.Document.8">
                  <p:embed/>
                </p:oleObj>
              </mc:Choice>
              <mc:Fallback>
                <p:oleObj name="Document" r:id="rId13" imgW="1801495" imgH="483235" progId="Word.Document.8">
                  <p:embed/>
                  <p:pic>
                    <p:nvPicPr>
                      <p:cNvPr id="0" name="图片 5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082" y="1595322"/>
                        <a:ext cx="3962400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3455586" y="2632726"/>
          <a:ext cx="3946525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" name="Document" r:id="rId15" imgW="1797050" imgH="629285" progId="Word.Document.8">
                  <p:embed/>
                </p:oleObj>
              </mc:Choice>
              <mc:Fallback>
                <p:oleObj name="Document" r:id="rId15" imgW="1797050" imgH="629285" progId="Word.Document.8">
                  <p:embed/>
                  <p:pic>
                    <p:nvPicPr>
                      <p:cNvPr id="0" name="图片 52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586" y="2632726"/>
                        <a:ext cx="3946525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3120390" y="3752239"/>
          <a:ext cx="3937000" cy="148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9" name="Document" r:id="rId17" imgW="1670050" imgH="628015" progId="Word.Document.8">
                  <p:embed/>
                </p:oleObj>
              </mc:Choice>
              <mc:Fallback>
                <p:oleObj name="Document" r:id="rId17" imgW="1670050" imgH="628015" progId="Word.Document.8">
                  <p:embed/>
                  <p:pic>
                    <p:nvPicPr>
                      <p:cNvPr id="0" name="图片 5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0390" y="3752239"/>
                        <a:ext cx="3937000" cy="148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372248" y="937047"/>
          <a:ext cx="837565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name="Document" r:id="rId1" imgW="3676015" imgH="393065" progId="Word.Document.8">
                  <p:embed/>
                </p:oleObj>
              </mc:Choice>
              <mc:Fallback>
                <p:oleObj name="Document" r:id="rId1" imgW="3676015" imgH="393065" progId="Word.Document.8">
                  <p:embed/>
                  <p:pic>
                    <p:nvPicPr>
                      <p:cNvPr id="0" name="图片 6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248" y="937047"/>
                        <a:ext cx="837565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715022" y="1830810"/>
          <a:ext cx="10744200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" name="Document" r:id="rId3" imgW="4813300" imgH="574675" progId="Word.Document.8">
                  <p:embed/>
                </p:oleObj>
              </mc:Choice>
              <mc:Fallback>
                <p:oleObj name="Document" r:id="rId3" imgW="4813300" imgH="574675" progId="Word.Document.8">
                  <p:embed/>
                  <p:pic>
                    <p:nvPicPr>
                      <p:cNvPr id="0" name="图片 62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22" y="1830810"/>
                        <a:ext cx="10744200" cy="1281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372248" y="2997903"/>
          <a:ext cx="856773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3" name="Document" r:id="rId5" imgW="3844290" imgH="269240" progId="Word.Document.8">
                  <p:embed/>
                </p:oleObj>
              </mc:Choice>
              <mc:Fallback>
                <p:oleObj name="Document" r:id="rId5" imgW="3844290" imgH="269240" progId="Word.Document.8">
                  <p:embed/>
                  <p:pic>
                    <p:nvPicPr>
                      <p:cNvPr id="0" name="图片 6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248" y="2997903"/>
                        <a:ext cx="8567738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1371600" y="3595688"/>
          <a:ext cx="98012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4" name="Document" r:id="rId7" imgW="4385310" imgH="254000" progId="Word.Document.8">
                  <p:embed/>
                </p:oleObj>
              </mc:Choice>
              <mc:Fallback>
                <p:oleObj name="Document" r:id="rId7" imgW="4385310" imgH="254000" progId="Word.Document.8">
                  <p:embed/>
                  <p:pic>
                    <p:nvPicPr>
                      <p:cNvPr id="0" name="图片 6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595688"/>
                        <a:ext cx="98012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800100" y="4243388"/>
          <a:ext cx="1067752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" name="Document" r:id="rId9" imgW="4773930" imgH="532130" progId="Word.Document.8">
                  <p:embed/>
                </p:oleObj>
              </mc:Choice>
              <mc:Fallback>
                <p:oleObj name="Document" r:id="rId9" imgW="4773930" imgH="532130" progId="Word.Document.8">
                  <p:embed/>
                  <p:pic>
                    <p:nvPicPr>
                      <p:cNvPr id="0" name="图片 6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4243388"/>
                        <a:ext cx="10677525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695325" y="2648323"/>
          <a:ext cx="11072812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" name="Document" r:id="rId1" imgW="5156200" imgH="694055" progId="Word.Document.8">
                  <p:embed/>
                </p:oleObj>
              </mc:Choice>
              <mc:Fallback>
                <p:oleObj name="Document" r:id="rId1" imgW="5156200" imgH="694055" progId="Word.Document.8">
                  <p:embed/>
                  <p:pic>
                    <p:nvPicPr>
                      <p:cNvPr id="0" name="图片 7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2648323"/>
                        <a:ext cx="11072812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52043" y="805889"/>
          <a:ext cx="10977563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3" name="Document" r:id="rId3" imgW="4886960" imgH="755650" progId="Word.Document.8">
                  <p:embed/>
                </p:oleObj>
              </mc:Choice>
              <mc:Fallback>
                <p:oleObj name="Document" r:id="rId3" imgW="4886960" imgH="755650" progId="Word.Document.8">
                  <p:embed/>
                  <p:pic>
                    <p:nvPicPr>
                      <p:cNvPr id="0" name="图片 7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043" y="805889"/>
                        <a:ext cx="10977563" cy="169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250858" y="3642096"/>
          <a:ext cx="10609262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4" name="Document" r:id="rId5" imgW="5009515" imgH="461645" progId="Word.Document.8">
                  <p:embed/>
                </p:oleObj>
              </mc:Choice>
              <mc:Fallback>
                <p:oleObj name="Document" r:id="rId5" imgW="5009515" imgH="461645" progId="Word.Document.8">
                  <p:embed/>
                  <p:pic>
                    <p:nvPicPr>
                      <p:cNvPr id="0" name="图片 72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858" y="3642096"/>
                        <a:ext cx="10609262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250858" y="4593010"/>
          <a:ext cx="441642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5" name="Document" r:id="rId7" imgW="2073275" imgH="397510" progId="Word.Document.8">
                  <p:embed/>
                </p:oleObj>
              </mc:Choice>
              <mc:Fallback>
                <p:oleObj name="Document" r:id="rId7" imgW="2073275" imgH="397510" progId="Word.Document.8">
                  <p:embed/>
                  <p:pic>
                    <p:nvPicPr>
                      <p:cNvPr id="0" name="图片 72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858" y="4593010"/>
                        <a:ext cx="4416425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5307947" y="4192961"/>
          <a:ext cx="2655887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6" name="Document" r:id="rId9" imgW="1247775" imgH="795020" progId="Word.Document.8">
                  <p:embed/>
                </p:oleObj>
              </mc:Choice>
              <mc:Fallback>
                <p:oleObj name="Document" r:id="rId9" imgW="1247775" imgH="795020" progId="Word.Document.8">
                  <p:embed/>
                  <p:pic>
                    <p:nvPicPr>
                      <p:cNvPr id="0" name="图片 7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947" y="4192961"/>
                        <a:ext cx="2655887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742764" y="763028"/>
          <a:ext cx="11034713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8" name="Document" r:id="rId1" imgW="4886960" imgH="657225" progId="Word.Document.8">
                  <p:embed/>
                </p:oleObj>
              </mc:Choice>
              <mc:Fallback>
                <p:oleObj name="Document" r:id="rId1" imgW="4886960" imgH="657225" progId="Word.Document.8">
                  <p:embed/>
                  <p:pic>
                    <p:nvPicPr>
                      <p:cNvPr id="0" name="图片 82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764" y="763028"/>
                        <a:ext cx="11034713" cy="147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742764" y="4453965"/>
          <a:ext cx="108458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9" name="Document" r:id="rId3" imgW="5122545" imgH="483235" progId="Word.Document.8">
                  <p:embed/>
                </p:oleObj>
              </mc:Choice>
              <mc:Fallback>
                <p:oleObj name="Document" r:id="rId3" imgW="5122545" imgH="483235" progId="Word.Document.8">
                  <p:embed/>
                  <p:pic>
                    <p:nvPicPr>
                      <p:cNvPr id="0" name="图片 82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764" y="4453965"/>
                        <a:ext cx="10845800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93552" y="2939490"/>
          <a:ext cx="10948987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0" name="Document" r:id="rId5" imgW="4773930" imgH="641985" progId="Word.Document.8">
                  <p:embed/>
                </p:oleObj>
              </mc:Choice>
              <mc:Fallback>
                <p:oleObj name="Document" r:id="rId5" imgW="4773930" imgH="641985" progId="Word.Document.8">
                  <p:embed/>
                  <p:pic>
                    <p:nvPicPr>
                      <p:cNvPr id="0" name="图片 8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552" y="2939490"/>
                        <a:ext cx="10948987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91964" y="2207653"/>
          <a:ext cx="11136312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1" name="Document" r:id="rId7" imgW="4932680" imgH="461645" progId="Word.Document.8">
                  <p:embed/>
                </p:oleObj>
              </mc:Choice>
              <mc:Fallback>
                <p:oleObj name="Document" r:id="rId7" imgW="4932680" imgH="461645" progId="Word.Document.8">
                  <p:embed/>
                  <p:pic>
                    <p:nvPicPr>
                      <p:cNvPr id="0" name="图片 82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64" y="2207653"/>
                        <a:ext cx="11136312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185428" y="1974752"/>
          <a:ext cx="82438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8" name="Document" r:id="rId1" imgW="3654425" imgH="360680" progId="Word.Document.8">
                  <p:embed/>
                </p:oleObj>
              </mc:Choice>
              <mc:Fallback>
                <p:oleObj name="Document" r:id="rId1" imgW="3654425" imgH="360680" progId="Word.Document.8">
                  <p:embed/>
                  <p:pic>
                    <p:nvPicPr>
                      <p:cNvPr id="0" name="图片 94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428" y="1974752"/>
                        <a:ext cx="824388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566738" y="623888"/>
          <a:ext cx="11053762" cy="144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9" name="Document" r:id="rId3" imgW="4896485" imgH="641985" progId="Word.Document.8">
                  <p:embed/>
                </p:oleObj>
              </mc:Choice>
              <mc:Fallback>
                <p:oleObj name="Document" r:id="rId3" imgW="4896485" imgH="641985" progId="Word.Document.8">
                  <p:embed/>
                  <p:pic>
                    <p:nvPicPr>
                      <p:cNvPr id="0" name="图片 94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623888"/>
                        <a:ext cx="11053762" cy="144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554417" y="2724282"/>
          <a:ext cx="82137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0" name="Document" r:id="rId5" imgW="4813300" imgH="469900" progId="Word.Document.8">
                  <p:embed/>
                </p:oleObj>
              </mc:Choice>
              <mc:Fallback>
                <p:oleObj name="Document" r:id="rId5" imgW="4813300" imgH="469900" progId="Word.Document.8">
                  <p:embed/>
                  <p:pic>
                    <p:nvPicPr>
                      <p:cNvPr id="0" name="图片 94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417" y="2724282"/>
                        <a:ext cx="821372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555625" y="3362325"/>
          <a:ext cx="62420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" name="Document" r:id="rId7" imgW="2749550" imgH="507365" progId="Word.Document.8">
                  <p:embed/>
                </p:oleObj>
              </mc:Choice>
              <mc:Fallback>
                <p:oleObj name="Document" r:id="rId7" imgW="2749550" imgH="507365" progId="Word.Document.8">
                  <p:embed/>
                  <p:pic>
                    <p:nvPicPr>
                      <p:cNvPr id="0" name="图片 94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" y="3362325"/>
                        <a:ext cx="624205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564403" y="4516902"/>
          <a:ext cx="8213725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" name="Document" r:id="rId9" imgW="3611880" imgH="694055" progId="Word.Document.8">
                  <p:embed/>
                </p:oleObj>
              </mc:Choice>
              <mc:Fallback>
                <p:oleObj name="Document" r:id="rId9" imgW="3611880" imgH="694055" progId="Word.Document.8">
                  <p:embed/>
                  <p:pic>
                    <p:nvPicPr>
                      <p:cNvPr id="0" name="图片 94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403" y="4516902"/>
                        <a:ext cx="8213725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 bwMode="auto">
          <a:xfrm>
            <a:off x="9167704" y="1220920"/>
            <a:ext cx="2333625" cy="2300286"/>
            <a:chOff x="6319838" y="782479"/>
            <a:chExt cx="2333625" cy="2300286"/>
          </a:xfrm>
        </p:grpSpPr>
        <p:grpSp>
          <p:nvGrpSpPr>
            <p:cNvPr id="12324" name="Group 64"/>
            <p:cNvGrpSpPr/>
            <p:nvPr/>
          </p:nvGrpSpPr>
          <p:grpSpPr bwMode="auto">
            <a:xfrm>
              <a:off x="6319838" y="782479"/>
              <a:ext cx="2333625" cy="2300286"/>
              <a:chOff x="0" y="0"/>
              <a:chExt cx="2211" cy="2300"/>
            </a:xfrm>
          </p:grpSpPr>
          <p:sp>
            <p:nvSpPr>
              <p:cNvPr id="12327" name="Picture 65"/>
              <p:cNvSpPr>
                <a:spLocks noChangeAspect="1" noChangeArrowheads="1"/>
              </p:cNvSpPr>
              <p:nvPr/>
            </p:nvSpPr>
            <p:spPr bwMode="auto">
              <a:xfrm>
                <a:off x="0" y="0"/>
                <a:ext cx="2211" cy="2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graphicFrame>
            <p:nvGraphicFramePr>
              <p:cNvPr id="12328" name="对象 7"/>
              <p:cNvGraphicFramePr>
                <a:graphicFrameLocks noChangeAspect="1"/>
              </p:cNvGraphicFramePr>
              <p:nvPr/>
            </p:nvGraphicFramePr>
            <p:xfrm>
              <a:off x="275" y="559"/>
              <a:ext cx="144" cy="1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43" name="Equation" r:id="rId11" imgW="114300" imgH="127000" progId="Equation.DSMT4">
                      <p:embed/>
                    </p:oleObj>
                  </mc:Choice>
                  <mc:Fallback>
                    <p:oleObj name="Equation" r:id="rId11" imgW="114300" imgH="127000" progId="Equation.DSMT4">
                      <p:embed/>
                      <p:pic>
                        <p:nvPicPr>
                          <p:cNvPr id="0" name="图片 94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" y="559"/>
                            <a:ext cx="144" cy="1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29" name="对象 8"/>
              <p:cNvGraphicFramePr>
                <a:graphicFrameLocks noChangeAspect="1"/>
              </p:cNvGraphicFramePr>
              <p:nvPr/>
            </p:nvGraphicFramePr>
            <p:xfrm>
              <a:off x="1480" y="1862"/>
              <a:ext cx="212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44" name="Equation" r:id="rId13" imgW="127000" imgH="165100" progId="Equation.DSMT4">
                      <p:embed/>
                    </p:oleObj>
                  </mc:Choice>
                  <mc:Fallback>
                    <p:oleObj name="Equation" r:id="rId13" imgW="127000" imgH="165100" progId="Equation.DSMT4">
                      <p:embed/>
                      <p:pic>
                        <p:nvPicPr>
                          <p:cNvPr id="0" name="图片 94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0" y="1862"/>
                            <a:ext cx="212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30" name="对象 9"/>
              <p:cNvGraphicFramePr>
                <a:graphicFrameLocks noChangeAspect="1"/>
              </p:cNvGraphicFramePr>
              <p:nvPr/>
            </p:nvGraphicFramePr>
            <p:xfrm>
              <a:off x="117" y="1900"/>
              <a:ext cx="18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45" name="Equation" r:id="rId15" imgW="152400" imgH="177800" progId="Equation.DSMT4">
                      <p:embed/>
                    </p:oleObj>
                  </mc:Choice>
                  <mc:Fallback>
                    <p:oleObj name="Equation" r:id="rId15" imgW="152400" imgH="177800" progId="Equation.DSMT4">
                      <p:embed/>
                      <p:pic>
                        <p:nvPicPr>
                          <p:cNvPr id="0" name="图片 94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7" y="1900"/>
                            <a:ext cx="18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31" name="对象 10"/>
              <p:cNvGraphicFramePr>
                <a:graphicFrameLocks noChangeAspect="1"/>
              </p:cNvGraphicFramePr>
              <p:nvPr/>
            </p:nvGraphicFramePr>
            <p:xfrm>
              <a:off x="1995" y="1889"/>
              <a:ext cx="216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46" name="Equation" r:id="rId17" imgW="127000" imgH="139700" progId="Equation.DSMT4">
                      <p:embed/>
                    </p:oleObj>
                  </mc:Choice>
                  <mc:Fallback>
                    <p:oleObj name="Equation" r:id="rId17" imgW="127000" imgH="139700" progId="Equation.DSMT4">
                      <p:embed/>
                      <p:pic>
                        <p:nvPicPr>
                          <p:cNvPr id="0" name="图片 94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95" y="1889"/>
                            <a:ext cx="216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32" name="对象 11"/>
              <p:cNvGraphicFramePr>
                <a:graphicFrameLocks noChangeAspect="1"/>
              </p:cNvGraphicFramePr>
              <p:nvPr/>
            </p:nvGraphicFramePr>
            <p:xfrm>
              <a:off x="131" y="1062"/>
              <a:ext cx="150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47" name="Equation" r:id="rId19" imgW="88900" imgH="164465" progId="Equation.DSMT4">
                      <p:embed/>
                    </p:oleObj>
                  </mc:Choice>
                  <mc:Fallback>
                    <p:oleObj name="Equation" r:id="rId19" imgW="88900" imgH="164465" progId="Equation.DSMT4">
                      <p:embed/>
                      <p:pic>
                        <p:nvPicPr>
                          <p:cNvPr id="0" name="图片 94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1" y="1062"/>
                            <a:ext cx="150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33" name="Line 72"/>
              <p:cNvSpPr>
                <a:spLocks noChangeShapeType="1"/>
              </p:cNvSpPr>
              <p:nvPr/>
            </p:nvSpPr>
            <p:spPr bwMode="auto">
              <a:xfrm flipV="1">
                <a:off x="350" y="727"/>
                <a:ext cx="1" cy="13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4" name="Line 73"/>
              <p:cNvSpPr>
                <a:spLocks noChangeShapeType="1"/>
              </p:cNvSpPr>
              <p:nvPr/>
            </p:nvSpPr>
            <p:spPr bwMode="auto">
              <a:xfrm>
                <a:off x="131" y="1856"/>
                <a:ext cx="20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5" name="Line 74"/>
              <p:cNvSpPr>
                <a:spLocks noChangeShapeType="1"/>
              </p:cNvSpPr>
              <p:nvPr/>
            </p:nvSpPr>
            <p:spPr bwMode="auto">
              <a:xfrm flipV="1">
                <a:off x="1586" y="1222"/>
                <a:ext cx="1" cy="648"/>
              </a:xfrm>
              <a:prstGeom prst="line">
                <a:avLst/>
              </a:prstGeom>
              <a:noFill/>
              <a:ln w="25400">
                <a:solidFill>
                  <a:srgbClr val="FF33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36" name="对象 15"/>
              <p:cNvGraphicFramePr>
                <a:graphicFrameLocks noChangeAspect="1"/>
              </p:cNvGraphicFramePr>
              <p:nvPr/>
            </p:nvGraphicFramePr>
            <p:xfrm>
              <a:off x="107" y="723"/>
              <a:ext cx="237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48" name="Equation" r:id="rId21" imgW="139700" imgH="165100" progId="Equation.DSMT4">
                      <p:embed/>
                    </p:oleObj>
                  </mc:Choice>
                  <mc:Fallback>
                    <p:oleObj name="Equation" r:id="rId21" imgW="139700" imgH="165100" progId="Equation.DSMT4">
                      <p:embed/>
                      <p:pic>
                        <p:nvPicPr>
                          <p:cNvPr id="0" name="图片 944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7" y="723"/>
                            <a:ext cx="237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37" name="Line 77"/>
              <p:cNvSpPr>
                <a:spLocks noChangeShapeType="1"/>
              </p:cNvSpPr>
              <p:nvPr/>
            </p:nvSpPr>
            <p:spPr bwMode="auto">
              <a:xfrm flipH="1">
                <a:off x="350" y="1205"/>
                <a:ext cx="1223" cy="1"/>
              </a:xfrm>
              <a:prstGeom prst="line">
                <a:avLst/>
              </a:prstGeom>
              <a:noFill/>
              <a:ln w="25400">
                <a:solidFill>
                  <a:srgbClr val="FF33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25" name="Line 77"/>
            <p:cNvSpPr>
              <a:spLocks noChangeShapeType="1"/>
            </p:cNvSpPr>
            <p:nvPr/>
          </p:nvSpPr>
          <p:spPr bwMode="auto">
            <a:xfrm flipH="1">
              <a:off x="6680278" y="2636092"/>
              <a:ext cx="1290829" cy="1000"/>
            </a:xfrm>
            <a:prstGeom prst="line">
              <a:avLst/>
            </a:prstGeom>
            <a:noFill/>
            <a:ln w="25400">
              <a:solidFill>
                <a:srgbClr val="FF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6" name="Line 74"/>
            <p:cNvSpPr>
              <a:spLocks noChangeShapeType="1"/>
            </p:cNvSpPr>
            <p:nvPr/>
          </p:nvSpPr>
          <p:spPr bwMode="auto">
            <a:xfrm flipV="1">
              <a:off x="6695582" y="2004631"/>
              <a:ext cx="1055" cy="648081"/>
            </a:xfrm>
            <a:prstGeom prst="line">
              <a:avLst/>
            </a:prstGeom>
            <a:noFill/>
            <a:ln w="25400">
              <a:solidFill>
                <a:srgbClr val="FF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30785" name="组合 630784"/>
          <p:cNvGrpSpPr/>
          <p:nvPr/>
        </p:nvGrpSpPr>
        <p:grpSpPr bwMode="auto">
          <a:xfrm>
            <a:off x="9167704" y="1220920"/>
            <a:ext cx="2333625" cy="2300287"/>
            <a:chOff x="1316890" y="4425362"/>
            <a:chExt cx="2333625" cy="2300287"/>
          </a:xfrm>
        </p:grpSpPr>
        <p:grpSp>
          <p:nvGrpSpPr>
            <p:cNvPr id="12298" name="Group 64"/>
            <p:cNvGrpSpPr/>
            <p:nvPr/>
          </p:nvGrpSpPr>
          <p:grpSpPr bwMode="auto">
            <a:xfrm>
              <a:off x="1316890" y="4425362"/>
              <a:ext cx="2333625" cy="2300287"/>
              <a:chOff x="0" y="0"/>
              <a:chExt cx="2211" cy="2300"/>
            </a:xfrm>
          </p:grpSpPr>
          <p:sp>
            <p:nvSpPr>
              <p:cNvPr id="12312" name="Picture 65"/>
              <p:cNvSpPr>
                <a:spLocks noChangeAspect="1" noChangeArrowheads="1"/>
              </p:cNvSpPr>
              <p:nvPr/>
            </p:nvSpPr>
            <p:spPr bwMode="auto">
              <a:xfrm>
                <a:off x="0" y="0"/>
                <a:ext cx="2211" cy="2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66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graphicFrame>
            <p:nvGraphicFramePr>
              <p:cNvPr id="12313" name="对象 7"/>
              <p:cNvGraphicFramePr>
                <a:graphicFrameLocks noChangeAspect="1"/>
              </p:cNvGraphicFramePr>
              <p:nvPr/>
            </p:nvGraphicFramePr>
            <p:xfrm>
              <a:off x="275" y="559"/>
              <a:ext cx="144" cy="1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49" name="Equation" r:id="rId23" imgW="114300" imgH="127000" progId="Equation.DSMT4">
                      <p:embed/>
                    </p:oleObj>
                  </mc:Choice>
                  <mc:Fallback>
                    <p:oleObj name="Equation" r:id="rId23" imgW="114300" imgH="127000" progId="Equation.DSMT4">
                      <p:embed/>
                      <p:pic>
                        <p:nvPicPr>
                          <p:cNvPr id="0" name="图片 94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" y="559"/>
                            <a:ext cx="144" cy="1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4" name="对象 8"/>
              <p:cNvGraphicFramePr>
                <a:graphicFrameLocks noChangeAspect="1"/>
              </p:cNvGraphicFramePr>
              <p:nvPr/>
            </p:nvGraphicFramePr>
            <p:xfrm>
              <a:off x="1480" y="1862"/>
              <a:ext cx="212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50" name="Equation" r:id="rId24" imgW="127000" imgH="165100" progId="Equation.DSMT4">
                      <p:embed/>
                    </p:oleObj>
                  </mc:Choice>
                  <mc:Fallback>
                    <p:oleObj name="Equation" r:id="rId24" imgW="127000" imgH="165100" progId="Equation.DSMT4">
                      <p:embed/>
                      <p:pic>
                        <p:nvPicPr>
                          <p:cNvPr id="0" name="图片 94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0" y="1862"/>
                            <a:ext cx="212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5" name="对象 9"/>
              <p:cNvGraphicFramePr>
                <a:graphicFrameLocks noChangeAspect="1"/>
              </p:cNvGraphicFramePr>
              <p:nvPr/>
            </p:nvGraphicFramePr>
            <p:xfrm>
              <a:off x="117" y="1900"/>
              <a:ext cx="18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51" name="Equation" r:id="rId25" imgW="152400" imgH="177800" progId="Equation.DSMT4">
                      <p:embed/>
                    </p:oleObj>
                  </mc:Choice>
                  <mc:Fallback>
                    <p:oleObj name="Equation" r:id="rId25" imgW="152400" imgH="177800" progId="Equation.DSMT4">
                      <p:embed/>
                      <p:pic>
                        <p:nvPicPr>
                          <p:cNvPr id="0" name="图片 94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7" y="1900"/>
                            <a:ext cx="18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6" name="对象 10"/>
              <p:cNvGraphicFramePr>
                <a:graphicFrameLocks noChangeAspect="1"/>
              </p:cNvGraphicFramePr>
              <p:nvPr/>
            </p:nvGraphicFramePr>
            <p:xfrm>
              <a:off x="1995" y="1889"/>
              <a:ext cx="216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52" name="Equation" r:id="rId26" imgW="127000" imgH="139700" progId="Equation.DSMT4">
                      <p:embed/>
                    </p:oleObj>
                  </mc:Choice>
                  <mc:Fallback>
                    <p:oleObj name="Equation" r:id="rId26" imgW="127000" imgH="139700" progId="Equation.DSMT4">
                      <p:embed/>
                      <p:pic>
                        <p:nvPicPr>
                          <p:cNvPr id="0" name="图片 94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95" y="1889"/>
                            <a:ext cx="216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7" name="对象 11"/>
              <p:cNvGraphicFramePr>
                <a:graphicFrameLocks noChangeAspect="1"/>
              </p:cNvGraphicFramePr>
              <p:nvPr/>
            </p:nvGraphicFramePr>
            <p:xfrm>
              <a:off x="131" y="1062"/>
              <a:ext cx="150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53" name="Equation" r:id="rId27" imgW="88900" imgH="164465" progId="Equation.DSMT4">
                      <p:embed/>
                    </p:oleObj>
                  </mc:Choice>
                  <mc:Fallback>
                    <p:oleObj name="Equation" r:id="rId27" imgW="88900" imgH="164465" progId="Equation.DSMT4">
                      <p:embed/>
                      <p:pic>
                        <p:nvPicPr>
                          <p:cNvPr id="0" name="图片 94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1" y="1062"/>
                            <a:ext cx="150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18" name="Line 72"/>
              <p:cNvSpPr>
                <a:spLocks noChangeShapeType="1"/>
              </p:cNvSpPr>
              <p:nvPr/>
            </p:nvSpPr>
            <p:spPr bwMode="auto">
              <a:xfrm flipV="1">
                <a:off x="350" y="727"/>
                <a:ext cx="1" cy="13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9" name="Line 73"/>
              <p:cNvSpPr>
                <a:spLocks noChangeShapeType="1"/>
              </p:cNvSpPr>
              <p:nvPr/>
            </p:nvSpPr>
            <p:spPr bwMode="auto">
              <a:xfrm>
                <a:off x="131" y="1856"/>
                <a:ext cx="201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0" name="Line 74"/>
              <p:cNvSpPr>
                <a:spLocks noChangeShapeType="1"/>
              </p:cNvSpPr>
              <p:nvPr/>
            </p:nvSpPr>
            <p:spPr bwMode="auto">
              <a:xfrm flipV="1">
                <a:off x="1586" y="1198"/>
                <a:ext cx="1" cy="666"/>
              </a:xfrm>
              <a:prstGeom prst="line">
                <a:avLst/>
              </a:prstGeom>
              <a:noFill/>
              <a:ln w="25400">
                <a:solidFill>
                  <a:srgbClr val="FF33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21" name="对象 15"/>
              <p:cNvGraphicFramePr>
                <a:graphicFrameLocks noChangeAspect="1"/>
              </p:cNvGraphicFramePr>
              <p:nvPr/>
            </p:nvGraphicFramePr>
            <p:xfrm>
              <a:off x="107" y="723"/>
              <a:ext cx="237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54" name="Equation" r:id="rId28" imgW="139700" imgH="165100" progId="Equation.DSMT4">
                      <p:embed/>
                    </p:oleObj>
                  </mc:Choice>
                  <mc:Fallback>
                    <p:oleObj name="Equation" r:id="rId28" imgW="139700" imgH="165100" progId="Equation.DSMT4">
                      <p:embed/>
                      <p:pic>
                        <p:nvPicPr>
                          <p:cNvPr id="0" name="图片 94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7" y="723"/>
                            <a:ext cx="237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22" name="Line 77"/>
              <p:cNvSpPr>
                <a:spLocks noChangeShapeType="1"/>
              </p:cNvSpPr>
              <p:nvPr/>
            </p:nvSpPr>
            <p:spPr bwMode="auto">
              <a:xfrm flipH="1">
                <a:off x="350" y="1205"/>
                <a:ext cx="1238" cy="1"/>
              </a:xfrm>
              <a:prstGeom prst="line">
                <a:avLst/>
              </a:prstGeom>
              <a:noFill/>
              <a:ln w="25400">
                <a:solidFill>
                  <a:srgbClr val="FF33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23" name="对象 36"/>
              <p:cNvGraphicFramePr>
                <a:graphicFrameLocks noChangeAspect="1"/>
              </p:cNvGraphicFramePr>
              <p:nvPr/>
            </p:nvGraphicFramePr>
            <p:xfrm>
              <a:off x="842" y="1889"/>
              <a:ext cx="119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55" name="Equation" r:id="rId29" imgW="114300" imgH="139700" progId="Equation.DSMT4">
                      <p:embed/>
                    </p:oleObj>
                  </mc:Choice>
                  <mc:Fallback>
                    <p:oleObj name="Equation" r:id="rId29" imgW="114300" imgH="139700" progId="Equation.DSMT4">
                      <p:embed/>
                      <p:pic>
                        <p:nvPicPr>
                          <p:cNvPr id="0" name="图片 94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2" y="1889"/>
                            <a:ext cx="119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299" name="组合 630783"/>
            <p:cNvGrpSpPr/>
            <p:nvPr/>
          </p:nvGrpSpPr>
          <p:grpSpPr bwMode="auto">
            <a:xfrm>
              <a:off x="1677329" y="4933347"/>
              <a:ext cx="1971107" cy="1362248"/>
              <a:chOff x="451844" y="3695871"/>
              <a:chExt cx="1971107" cy="1362248"/>
            </a:xfrm>
          </p:grpSpPr>
          <p:sp>
            <p:nvSpPr>
              <p:cNvPr id="12300" name="Line 77"/>
              <p:cNvSpPr>
                <a:spLocks noChangeShapeType="1"/>
              </p:cNvSpPr>
              <p:nvPr/>
            </p:nvSpPr>
            <p:spPr bwMode="auto">
              <a:xfrm flipH="1">
                <a:off x="451844" y="5041499"/>
                <a:ext cx="1299600" cy="1000"/>
              </a:xfrm>
              <a:prstGeom prst="line">
                <a:avLst/>
              </a:prstGeom>
              <a:noFill/>
              <a:ln w="25400">
                <a:solidFill>
                  <a:srgbClr val="FF33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1" name="Line 74"/>
              <p:cNvSpPr>
                <a:spLocks noChangeShapeType="1"/>
              </p:cNvSpPr>
              <p:nvPr/>
            </p:nvSpPr>
            <p:spPr bwMode="auto">
              <a:xfrm flipV="1">
                <a:off x="467149" y="4410038"/>
                <a:ext cx="1055" cy="648081"/>
              </a:xfrm>
              <a:prstGeom prst="line">
                <a:avLst/>
              </a:prstGeom>
              <a:noFill/>
              <a:ln w="25400">
                <a:solidFill>
                  <a:srgbClr val="FF33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2" name="任意多边形 5"/>
              <p:cNvSpPr/>
              <p:nvPr/>
            </p:nvSpPr>
            <p:spPr bwMode="auto">
              <a:xfrm>
                <a:off x="627996" y="3761295"/>
                <a:ext cx="1794955" cy="1111491"/>
              </a:xfrm>
              <a:custGeom>
                <a:avLst/>
                <a:gdLst>
                  <a:gd name="T0" fmla="*/ 0 w 1794955"/>
                  <a:gd name="T1" fmla="*/ 0 h 1111491"/>
                  <a:gd name="T2" fmla="*/ 428919 w 1794955"/>
                  <a:gd name="T3" fmla="*/ 631596 h 1111491"/>
                  <a:gd name="T4" fmla="*/ 1145356 w 1794955"/>
                  <a:gd name="T5" fmla="*/ 999242 h 1111491"/>
                  <a:gd name="T6" fmla="*/ 1753385 w 1794955"/>
                  <a:gd name="T7" fmla="*/ 1102937 h 1111491"/>
                  <a:gd name="T8" fmla="*/ 1692111 w 1794955"/>
                  <a:gd name="T9" fmla="*/ 1098223 h 11114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94955" h="1111491">
                    <a:moveTo>
                      <a:pt x="0" y="0"/>
                    </a:moveTo>
                    <a:cubicBezTo>
                      <a:pt x="119013" y="232528"/>
                      <a:pt x="238026" y="465056"/>
                      <a:pt x="428919" y="631596"/>
                    </a:cubicBezTo>
                    <a:cubicBezTo>
                      <a:pt x="619812" y="798136"/>
                      <a:pt x="924612" y="920685"/>
                      <a:pt x="1145356" y="999242"/>
                    </a:cubicBezTo>
                    <a:cubicBezTo>
                      <a:pt x="1366100" y="1077799"/>
                      <a:pt x="1662259" y="1086440"/>
                      <a:pt x="1753385" y="1102937"/>
                    </a:cubicBezTo>
                    <a:cubicBezTo>
                      <a:pt x="1844511" y="1119434"/>
                      <a:pt x="1768311" y="1108828"/>
                      <a:pt x="1692111" y="1098223"/>
                    </a:cubicBezTo>
                  </a:path>
                </a:pathLst>
              </a:custGeom>
              <a:noFill/>
              <a:ln w="1905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2303" name="Line 101"/>
              <p:cNvSpPr>
                <a:spLocks noChangeShapeType="1"/>
              </p:cNvSpPr>
              <p:nvPr/>
            </p:nvSpPr>
            <p:spPr bwMode="auto">
              <a:xfrm flipV="1">
                <a:off x="1068763" y="4393036"/>
                <a:ext cx="1055" cy="6480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4" name="Line 91"/>
              <p:cNvSpPr>
                <a:spLocks noChangeShapeType="1"/>
              </p:cNvSpPr>
              <p:nvPr/>
            </p:nvSpPr>
            <p:spPr bwMode="auto">
              <a:xfrm flipH="1">
                <a:off x="481924" y="4415688"/>
                <a:ext cx="315583" cy="2670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5" name="Line 91"/>
              <p:cNvSpPr>
                <a:spLocks noChangeShapeType="1"/>
              </p:cNvSpPr>
              <p:nvPr/>
            </p:nvSpPr>
            <p:spPr bwMode="auto">
              <a:xfrm flipH="1">
                <a:off x="468204" y="4471690"/>
                <a:ext cx="494566" cy="405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6" name="Line 91"/>
              <p:cNvSpPr>
                <a:spLocks noChangeShapeType="1"/>
              </p:cNvSpPr>
              <p:nvPr/>
            </p:nvSpPr>
            <p:spPr bwMode="auto">
              <a:xfrm flipH="1">
                <a:off x="507769" y="4521716"/>
                <a:ext cx="672872" cy="5027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7" name="Line 91"/>
              <p:cNvSpPr>
                <a:spLocks noChangeShapeType="1"/>
              </p:cNvSpPr>
              <p:nvPr/>
            </p:nvSpPr>
            <p:spPr bwMode="auto">
              <a:xfrm flipH="1">
                <a:off x="733126" y="4598445"/>
                <a:ext cx="607306" cy="4388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8" name="Line 91"/>
              <p:cNvSpPr>
                <a:spLocks noChangeShapeType="1"/>
              </p:cNvSpPr>
              <p:nvPr/>
            </p:nvSpPr>
            <p:spPr bwMode="auto">
              <a:xfrm flipH="1">
                <a:off x="946572" y="4677269"/>
                <a:ext cx="553651" cy="377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9" name="Line 91"/>
              <p:cNvSpPr>
                <a:spLocks noChangeShapeType="1"/>
              </p:cNvSpPr>
              <p:nvPr/>
            </p:nvSpPr>
            <p:spPr bwMode="auto">
              <a:xfrm flipH="1">
                <a:off x="1420411" y="4795544"/>
                <a:ext cx="351067" cy="2493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0" name="Line 91"/>
              <p:cNvSpPr>
                <a:spLocks noChangeShapeType="1"/>
              </p:cNvSpPr>
              <p:nvPr/>
            </p:nvSpPr>
            <p:spPr bwMode="auto">
              <a:xfrm flipH="1">
                <a:off x="1200197" y="4699317"/>
                <a:ext cx="491286" cy="3387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11" name="对象 36"/>
              <p:cNvGraphicFramePr>
                <a:graphicFrameLocks noChangeAspect="1"/>
              </p:cNvGraphicFramePr>
              <p:nvPr/>
            </p:nvGraphicFramePr>
            <p:xfrm>
              <a:off x="797507" y="3695871"/>
              <a:ext cx="433387" cy="654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56" name="Equation" r:id="rId31" imgW="393700" imgH="393700" progId="Equation.DSMT4">
                      <p:embed/>
                    </p:oleObj>
                  </mc:Choice>
                  <mc:Fallback>
                    <p:oleObj name="Equation" r:id="rId31" imgW="393700" imgH="393700" progId="Equation.DSMT4">
                      <p:embed/>
                      <p:pic>
                        <p:nvPicPr>
                          <p:cNvPr id="0" name="图片 94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97507" y="3695871"/>
                            <a:ext cx="433387" cy="6540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51" name="Object 6"/>
          <p:cNvGraphicFramePr>
            <a:graphicFrameLocks noChangeAspect="1"/>
          </p:cNvGraphicFramePr>
          <p:nvPr/>
        </p:nvGraphicFramePr>
        <p:xfrm>
          <a:off x="6315171" y="3652741"/>
          <a:ext cx="5603875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7" name="Document" r:id="rId33" imgW="2468245" imgH="449580" progId="Word.Document.8">
                  <p:embed/>
                </p:oleObj>
              </mc:Choice>
              <mc:Fallback>
                <p:oleObj name="Document" r:id="rId33" imgW="2468245" imgH="449580" progId="Word.Document.8">
                  <p:embed/>
                  <p:pic>
                    <p:nvPicPr>
                      <p:cNvPr id="0" name="图片 94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5171" y="3652741"/>
                        <a:ext cx="5603875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0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392869" y="2715789"/>
          <a:ext cx="78359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3" name="Document" r:id="rId1" imgW="3608705" imgH="344170" progId="Word.Document.8">
                  <p:embed/>
                </p:oleObj>
              </mc:Choice>
              <mc:Fallback>
                <p:oleObj name="Document" r:id="rId1" imgW="3608705" imgH="344170" progId="Word.Document.8">
                  <p:embed/>
                  <p:pic>
                    <p:nvPicPr>
                      <p:cNvPr id="0" name="图片 104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869" y="2715789"/>
                        <a:ext cx="783590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752851" y="867729"/>
          <a:ext cx="9533613" cy="1956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4" name="Document" r:id="rId3" imgW="4639310" imgH="951230" progId="Word.Document.8">
                  <p:embed/>
                </p:oleObj>
              </mc:Choice>
              <mc:Fallback>
                <p:oleObj name="Document" r:id="rId3" imgW="4639310" imgH="951230" progId="Word.Document.8">
                  <p:embed/>
                  <p:pic>
                    <p:nvPicPr>
                      <p:cNvPr id="0" name="图片 104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851" y="867729"/>
                        <a:ext cx="9533613" cy="1956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367671" y="3429066"/>
          <a:ext cx="36925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5" name="Document" r:id="rId5" imgW="1636395" imgH="232410" progId="Word.Document.8">
                  <p:embed/>
                </p:oleObj>
              </mc:Choice>
              <mc:Fallback>
                <p:oleObj name="Document" r:id="rId5" imgW="1636395" imgH="232410" progId="Word.Document.8">
                  <p:embed/>
                  <p:pic>
                    <p:nvPicPr>
                      <p:cNvPr id="0" name="图片 104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671" y="3429066"/>
                        <a:ext cx="36925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1336021" y="4035220"/>
          <a:ext cx="423068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6" name="Document" r:id="rId7" imgW="1810385" imgH="407035" progId="Word.Document.8">
                  <p:embed/>
                </p:oleObj>
              </mc:Choice>
              <mc:Fallback>
                <p:oleObj name="Document" r:id="rId7" imgW="1810385" imgH="407035" progId="Word.Document.8">
                  <p:embed/>
                  <p:pic>
                    <p:nvPicPr>
                      <p:cNvPr id="0" name="图片 104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021" y="4035220"/>
                        <a:ext cx="4230687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744538" y="4663742"/>
          <a:ext cx="8178800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7" name="Document" r:id="rId9" imgW="3608705" imgH="692150" progId="Word.Document.8">
                  <p:embed/>
                </p:oleObj>
              </mc:Choice>
              <mc:Fallback>
                <p:oleObj name="Document" r:id="rId9" imgW="3608705" imgH="692150" progId="Word.Document.8">
                  <p:embed/>
                  <p:pic>
                    <p:nvPicPr>
                      <p:cNvPr id="0" name="图片 104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4663742"/>
                        <a:ext cx="8178800" cy="156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4"/>
          <p:cNvGrpSpPr/>
          <p:nvPr/>
        </p:nvGrpSpPr>
        <p:grpSpPr bwMode="auto">
          <a:xfrm>
            <a:off x="8923338" y="891886"/>
            <a:ext cx="2333625" cy="2300287"/>
            <a:chOff x="0" y="0"/>
            <a:chExt cx="2211" cy="2300"/>
          </a:xfrm>
        </p:grpSpPr>
        <p:sp>
          <p:nvSpPr>
            <p:cNvPr id="13357" name="Picture 65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2211" cy="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13358" name="对象 7"/>
            <p:cNvGraphicFramePr>
              <a:graphicFrameLocks noChangeAspect="1"/>
            </p:cNvGraphicFramePr>
            <p:nvPr/>
          </p:nvGraphicFramePr>
          <p:xfrm>
            <a:off x="275" y="559"/>
            <a:ext cx="144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8" name="Equation" r:id="rId11" imgW="114300" imgH="127000" progId="Equation.DSMT4">
                    <p:embed/>
                  </p:oleObj>
                </mc:Choice>
                <mc:Fallback>
                  <p:oleObj name="Equation" r:id="rId11" imgW="114300" imgH="127000" progId="Equation.DSMT4">
                    <p:embed/>
                    <p:pic>
                      <p:nvPicPr>
                        <p:cNvPr id="0" name="图片 104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" y="559"/>
                          <a:ext cx="144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9" name="对象 8"/>
            <p:cNvGraphicFramePr>
              <a:graphicFrameLocks noChangeAspect="1"/>
            </p:cNvGraphicFramePr>
            <p:nvPr/>
          </p:nvGraphicFramePr>
          <p:xfrm>
            <a:off x="1630" y="1825"/>
            <a:ext cx="14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9" name="Equation" r:id="rId13" imgW="88900" imgH="164465" progId="Equation.DSMT4">
                    <p:embed/>
                  </p:oleObj>
                </mc:Choice>
                <mc:Fallback>
                  <p:oleObj name="Equation" r:id="rId13" imgW="88900" imgH="164465" progId="Equation.DSMT4">
                    <p:embed/>
                    <p:pic>
                      <p:nvPicPr>
                        <p:cNvPr id="0" name="图片 104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0" y="1825"/>
                          <a:ext cx="14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60" name="对象 9"/>
            <p:cNvGraphicFramePr>
              <a:graphicFrameLocks noChangeAspect="1"/>
            </p:cNvGraphicFramePr>
            <p:nvPr/>
          </p:nvGraphicFramePr>
          <p:xfrm>
            <a:off x="117" y="1900"/>
            <a:ext cx="18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0" name="Equation" r:id="rId15" imgW="152400" imgH="177800" progId="Equation.DSMT4">
                    <p:embed/>
                  </p:oleObj>
                </mc:Choice>
                <mc:Fallback>
                  <p:oleObj name="Equation" r:id="rId15" imgW="152400" imgH="177800" progId="Equation.DSMT4">
                    <p:embed/>
                    <p:pic>
                      <p:nvPicPr>
                        <p:cNvPr id="0" name="图片 104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" y="1900"/>
                          <a:ext cx="18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61" name="对象 10"/>
            <p:cNvGraphicFramePr>
              <a:graphicFrameLocks noChangeAspect="1"/>
            </p:cNvGraphicFramePr>
            <p:nvPr/>
          </p:nvGraphicFramePr>
          <p:xfrm>
            <a:off x="1995" y="1889"/>
            <a:ext cx="216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1" name="Equation" r:id="rId17" imgW="127000" imgH="139700" progId="Equation.DSMT4">
                    <p:embed/>
                  </p:oleObj>
                </mc:Choice>
                <mc:Fallback>
                  <p:oleObj name="Equation" r:id="rId17" imgW="127000" imgH="139700" progId="Equation.DSMT4">
                    <p:embed/>
                    <p:pic>
                      <p:nvPicPr>
                        <p:cNvPr id="0" name="图片 104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5" y="1889"/>
                          <a:ext cx="216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62" name="对象 11"/>
            <p:cNvGraphicFramePr>
              <a:graphicFrameLocks noChangeAspect="1"/>
            </p:cNvGraphicFramePr>
            <p:nvPr/>
          </p:nvGraphicFramePr>
          <p:xfrm>
            <a:off x="125" y="520"/>
            <a:ext cx="150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2" name="Equation" r:id="rId19" imgW="88900" imgH="164465" progId="Equation.DSMT4">
                    <p:embed/>
                  </p:oleObj>
                </mc:Choice>
                <mc:Fallback>
                  <p:oleObj name="Equation" r:id="rId19" imgW="88900" imgH="164465" progId="Equation.DSMT4">
                    <p:embed/>
                    <p:pic>
                      <p:nvPicPr>
                        <p:cNvPr id="0" name="图片 104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" y="520"/>
                          <a:ext cx="150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63" name="Line 72"/>
            <p:cNvSpPr>
              <a:spLocks noChangeShapeType="1"/>
            </p:cNvSpPr>
            <p:nvPr/>
          </p:nvSpPr>
          <p:spPr bwMode="auto">
            <a:xfrm flipV="1">
              <a:off x="350" y="375"/>
              <a:ext cx="1" cy="17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4" name="Line 73"/>
            <p:cNvSpPr>
              <a:spLocks noChangeShapeType="1"/>
            </p:cNvSpPr>
            <p:nvPr/>
          </p:nvSpPr>
          <p:spPr bwMode="auto">
            <a:xfrm>
              <a:off x="131" y="1856"/>
              <a:ext cx="201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5" name="Line 74"/>
            <p:cNvSpPr>
              <a:spLocks noChangeShapeType="1"/>
            </p:cNvSpPr>
            <p:nvPr/>
          </p:nvSpPr>
          <p:spPr bwMode="auto">
            <a:xfrm flipV="1">
              <a:off x="1586" y="633"/>
              <a:ext cx="1" cy="1224"/>
            </a:xfrm>
            <a:prstGeom prst="line">
              <a:avLst/>
            </a:prstGeom>
            <a:noFill/>
            <a:ln w="25400">
              <a:solidFill>
                <a:srgbClr val="FF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66" name="对象 15"/>
            <p:cNvGraphicFramePr>
              <a:graphicFrameLocks noChangeAspect="1"/>
            </p:cNvGraphicFramePr>
            <p:nvPr/>
          </p:nvGraphicFramePr>
          <p:xfrm>
            <a:off x="131" y="246"/>
            <a:ext cx="237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3" name="Equation" r:id="rId21" imgW="139700" imgH="165100" progId="Equation.DSMT4">
                    <p:embed/>
                  </p:oleObj>
                </mc:Choice>
                <mc:Fallback>
                  <p:oleObj name="Equation" r:id="rId21" imgW="139700" imgH="165100" progId="Equation.DSMT4">
                    <p:embed/>
                    <p:pic>
                      <p:nvPicPr>
                        <p:cNvPr id="0" name="图片 104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" y="246"/>
                          <a:ext cx="237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67" name="Line 77"/>
            <p:cNvSpPr>
              <a:spLocks noChangeShapeType="1"/>
            </p:cNvSpPr>
            <p:nvPr/>
          </p:nvSpPr>
          <p:spPr bwMode="auto">
            <a:xfrm flipH="1">
              <a:off x="350" y="633"/>
              <a:ext cx="1223" cy="1"/>
            </a:xfrm>
            <a:prstGeom prst="line">
              <a:avLst/>
            </a:prstGeom>
            <a:noFill/>
            <a:ln w="25400">
              <a:solidFill>
                <a:srgbClr val="FF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3368" name="AutoShape 81"/>
            <p:cNvCxnSpPr>
              <a:cxnSpLocks noChangeShapeType="1"/>
              <a:stCxn id="13367" idx="1"/>
              <a:endCxn id="13365" idx="0"/>
            </p:cNvCxnSpPr>
            <p:nvPr/>
          </p:nvCxnSpPr>
          <p:spPr bwMode="auto">
            <a:xfrm>
              <a:off x="351" y="634"/>
              <a:ext cx="1235" cy="1223"/>
            </a:xfrm>
            <a:prstGeom prst="straightConnector1">
              <a:avLst/>
            </a:prstGeom>
            <a:noFill/>
            <a:ln w="25400">
              <a:solidFill>
                <a:srgbClr val="FF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13369" name="对象 36"/>
            <p:cNvGraphicFramePr>
              <a:graphicFrameLocks noChangeAspect="1"/>
            </p:cNvGraphicFramePr>
            <p:nvPr/>
          </p:nvGraphicFramePr>
          <p:xfrm>
            <a:off x="751" y="1803"/>
            <a:ext cx="316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4" name="Equation" r:id="rId23" imgW="304800" imgH="165100" progId="Equation.DSMT4">
                    <p:embed/>
                  </p:oleObj>
                </mc:Choice>
                <mc:Fallback>
                  <p:oleObj name="Equation" r:id="rId23" imgW="304800" imgH="165100" progId="Equation.DSMT4">
                    <p:embed/>
                    <p:pic>
                      <p:nvPicPr>
                        <p:cNvPr id="0" name="图片 104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" y="1803"/>
                          <a:ext cx="316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" name="Object 6"/>
          <p:cNvGraphicFramePr>
            <a:graphicFrameLocks noChangeAspect="1"/>
          </p:cNvGraphicFramePr>
          <p:nvPr/>
        </p:nvGraphicFramePr>
        <p:xfrm>
          <a:off x="4930778" y="3995211"/>
          <a:ext cx="63246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5" name="Document" r:id="rId25" imgW="2691130" imgH="357505" progId="Word.Document.8">
                  <p:embed/>
                </p:oleObj>
              </mc:Choice>
              <mc:Fallback>
                <p:oleObj name="Document" r:id="rId25" imgW="2691130" imgH="357505" progId="Word.Document.8">
                  <p:embed/>
                  <p:pic>
                    <p:nvPicPr>
                      <p:cNvPr id="0" name="图片 104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8" y="3995211"/>
                        <a:ext cx="6324600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" name="Group 64"/>
          <p:cNvGrpSpPr/>
          <p:nvPr/>
        </p:nvGrpSpPr>
        <p:grpSpPr bwMode="auto">
          <a:xfrm>
            <a:off x="8923338" y="891886"/>
            <a:ext cx="2333625" cy="2300287"/>
            <a:chOff x="0" y="0"/>
            <a:chExt cx="2211" cy="2300"/>
          </a:xfrm>
        </p:grpSpPr>
        <p:sp>
          <p:nvSpPr>
            <p:cNvPr id="13323" name="Picture 65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2211" cy="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13324" name="对象 7"/>
            <p:cNvGraphicFramePr>
              <a:graphicFrameLocks noChangeAspect="1"/>
            </p:cNvGraphicFramePr>
            <p:nvPr/>
          </p:nvGraphicFramePr>
          <p:xfrm>
            <a:off x="275" y="559"/>
            <a:ext cx="144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6" name="Equation" r:id="rId27" imgW="114300" imgH="127000" progId="Equation.DSMT4">
                    <p:embed/>
                  </p:oleObj>
                </mc:Choice>
                <mc:Fallback>
                  <p:oleObj name="Equation" r:id="rId27" imgW="114300" imgH="127000" progId="Equation.DSMT4">
                    <p:embed/>
                    <p:pic>
                      <p:nvPicPr>
                        <p:cNvPr id="0" name="图片 104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" y="559"/>
                          <a:ext cx="144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5" name="对象 8"/>
            <p:cNvGraphicFramePr>
              <a:graphicFrameLocks noChangeAspect="1"/>
            </p:cNvGraphicFramePr>
            <p:nvPr/>
          </p:nvGraphicFramePr>
          <p:xfrm>
            <a:off x="1630" y="1825"/>
            <a:ext cx="14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7" name="Equation" r:id="rId28" imgW="88900" imgH="164465" progId="Equation.DSMT4">
                    <p:embed/>
                  </p:oleObj>
                </mc:Choice>
                <mc:Fallback>
                  <p:oleObj name="Equation" r:id="rId28" imgW="88900" imgH="164465" progId="Equation.DSMT4">
                    <p:embed/>
                    <p:pic>
                      <p:nvPicPr>
                        <p:cNvPr id="0" name="图片 104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0" y="1825"/>
                          <a:ext cx="14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6" name="对象 9"/>
            <p:cNvGraphicFramePr>
              <a:graphicFrameLocks noChangeAspect="1"/>
            </p:cNvGraphicFramePr>
            <p:nvPr/>
          </p:nvGraphicFramePr>
          <p:xfrm>
            <a:off x="117" y="1900"/>
            <a:ext cx="18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8" name="Equation" r:id="rId29" imgW="152400" imgH="177800" progId="Equation.DSMT4">
                    <p:embed/>
                  </p:oleObj>
                </mc:Choice>
                <mc:Fallback>
                  <p:oleObj name="Equation" r:id="rId29" imgW="152400" imgH="177800" progId="Equation.DSMT4">
                    <p:embed/>
                    <p:pic>
                      <p:nvPicPr>
                        <p:cNvPr id="0" name="图片 104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" y="1900"/>
                          <a:ext cx="18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对象 10"/>
            <p:cNvGraphicFramePr>
              <a:graphicFrameLocks noChangeAspect="1"/>
            </p:cNvGraphicFramePr>
            <p:nvPr/>
          </p:nvGraphicFramePr>
          <p:xfrm>
            <a:off x="1995" y="1889"/>
            <a:ext cx="216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9" name="Equation" r:id="rId30" imgW="127000" imgH="139700" progId="Equation.DSMT4">
                    <p:embed/>
                  </p:oleObj>
                </mc:Choice>
                <mc:Fallback>
                  <p:oleObj name="Equation" r:id="rId30" imgW="127000" imgH="139700" progId="Equation.DSMT4">
                    <p:embed/>
                    <p:pic>
                      <p:nvPicPr>
                        <p:cNvPr id="0" name="图片 104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5" y="1889"/>
                          <a:ext cx="216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对象 11"/>
            <p:cNvGraphicFramePr>
              <a:graphicFrameLocks noChangeAspect="1"/>
            </p:cNvGraphicFramePr>
            <p:nvPr/>
          </p:nvGraphicFramePr>
          <p:xfrm>
            <a:off x="125" y="520"/>
            <a:ext cx="150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00" name="Equation" r:id="rId31" imgW="88900" imgH="164465" progId="Equation.DSMT4">
                    <p:embed/>
                  </p:oleObj>
                </mc:Choice>
                <mc:Fallback>
                  <p:oleObj name="Equation" r:id="rId31" imgW="88900" imgH="164465" progId="Equation.DSMT4">
                    <p:embed/>
                    <p:pic>
                      <p:nvPicPr>
                        <p:cNvPr id="0" name="图片 104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" y="520"/>
                          <a:ext cx="150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9" name="Line 72"/>
            <p:cNvSpPr>
              <a:spLocks noChangeShapeType="1"/>
            </p:cNvSpPr>
            <p:nvPr/>
          </p:nvSpPr>
          <p:spPr bwMode="auto">
            <a:xfrm flipV="1">
              <a:off x="350" y="375"/>
              <a:ext cx="1" cy="17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" name="Line 73"/>
            <p:cNvSpPr>
              <a:spLocks noChangeShapeType="1"/>
            </p:cNvSpPr>
            <p:nvPr/>
          </p:nvSpPr>
          <p:spPr bwMode="auto">
            <a:xfrm>
              <a:off x="131" y="1856"/>
              <a:ext cx="201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" name="Line 74"/>
            <p:cNvSpPr>
              <a:spLocks noChangeShapeType="1"/>
            </p:cNvSpPr>
            <p:nvPr/>
          </p:nvSpPr>
          <p:spPr bwMode="auto">
            <a:xfrm flipV="1">
              <a:off x="1586" y="633"/>
              <a:ext cx="1" cy="1224"/>
            </a:xfrm>
            <a:prstGeom prst="line">
              <a:avLst/>
            </a:prstGeom>
            <a:noFill/>
            <a:ln w="25400">
              <a:solidFill>
                <a:srgbClr val="FF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32" name="对象 15"/>
            <p:cNvGraphicFramePr>
              <a:graphicFrameLocks noChangeAspect="1"/>
            </p:cNvGraphicFramePr>
            <p:nvPr/>
          </p:nvGraphicFramePr>
          <p:xfrm>
            <a:off x="131" y="246"/>
            <a:ext cx="237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01" name="Equation" r:id="rId32" imgW="139700" imgH="165100" progId="Equation.DSMT4">
                    <p:embed/>
                  </p:oleObj>
                </mc:Choice>
                <mc:Fallback>
                  <p:oleObj name="Equation" r:id="rId32" imgW="139700" imgH="165100" progId="Equation.DSMT4">
                    <p:embed/>
                    <p:pic>
                      <p:nvPicPr>
                        <p:cNvPr id="0" name="图片 105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" y="246"/>
                          <a:ext cx="237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3" name="Line 77"/>
            <p:cNvSpPr>
              <a:spLocks noChangeShapeType="1"/>
            </p:cNvSpPr>
            <p:nvPr/>
          </p:nvSpPr>
          <p:spPr bwMode="auto">
            <a:xfrm flipH="1">
              <a:off x="350" y="633"/>
              <a:ext cx="1223" cy="1"/>
            </a:xfrm>
            <a:prstGeom prst="line">
              <a:avLst/>
            </a:prstGeom>
            <a:noFill/>
            <a:ln w="25400">
              <a:solidFill>
                <a:srgbClr val="FF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3334" name="AutoShape 81"/>
            <p:cNvCxnSpPr>
              <a:cxnSpLocks noChangeShapeType="1"/>
              <a:stCxn id="13333" idx="1"/>
              <a:endCxn id="13331" idx="0"/>
            </p:cNvCxnSpPr>
            <p:nvPr/>
          </p:nvCxnSpPr>
          <p:spPr bwMode="auto">
            <a:xfrm>
              <a:off x="351" y="634"/>
              <a:ext cx="1235" cy="1223"/>
            </a:xfrm>
            <a:prstGeom prst="straightConnector1">
              <a:avLst/>
            </a:prstGeom>
            <a:noFill/>
            <a:ln w="25400">
              <a:solidFill>
                <a:srgbClr val="FF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5" name="AutoShape 82"/>
            <p:cNvCxnSpPr>
              <a:cxnSpLocks noChangeShapeType="1"/>
            </p:cNvCxnSpPr>
            <p:nvPr/>
          </p:nvCxnSpPr>
          <p:spPr bwMode="auto">
            <a:xfrm>
              <a:off x="657" y="375"/>
              <a:ext cx="1235" cy="12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36" name="Line 83"/>
            <p:cNvSpPr>
              <a:spLocks noChangeShapeType="1"/>
            </p:cNvSpPr>
            <p:nvPr/>
          </p:nvSpPr>
          <p:spPr bwMode="auto">
            <a:xfrm flipH="1">
              <a:off x="1044" y="1061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Line 84"/>
            <p:cNvSpPr>
              <a:spLocks noChangeShapeType="1"/>
            </p:cNvSpPr>
            <p:nvPr/>
          </p:nvSpPr>
          <p:spPr bwMode="auto">
            <a:xfrm flipH="1">
              <a:off x="1284" y="1301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Line 85"/>
            <p:cNvSpPr>
              <a:spLocks noChangeShapeType="1"/>
            </p:cNvSpPr>
            <p:nvPr/>
          </p:nvSpPr>
          <p:spPr bwMode="auto">
            <a:xfrm flipH="1">
              <a:off x="685" y="702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Line 86"/>
            <p:cNvSpPr>
              <a:spLocks noChangeShapeType="1"/>
            </p:cNvSpPr>
            <p:nvPr/>
          </p:nvSpPr>
          <p:spPr bwMode="auto">
            <a:xfrm flipH="1">
              <a:off x="738" y="766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Line 87"/>
            <p:cNvSpPr>
              <a:spLocks noChangeShapeType="1"/>
            </p:cNvSpPr>
            <p:nvPr/>
          </p:nvSpPr>
          <p:spPr bwMode="auto">
            <a:xfrm flipH="1">
              <a:off x="927" y="946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1" name="Line 88"/>
            <p:cNvSpPr>
              <a:spLocks noChangeShapeType="1"/>
            </p:cNvSpPr>
            <p:nvPr/>
          </p:nvSpPr>
          <p:spPr bwMode="auto">
            <a:xfrm flipH="1">
              <a:off x="984" y="1005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Line 89"/>
            <p:cNvSpPr>
              <a:spLocks noChangeShapeType="1"/>
            </p:cNvSpPr>
            <p:nvPr/>
          </p:nvSpPr>
          <p:spPr bwMode="auto">
            <a:xfrm flipH="1">
              <a:off x="1109" y="1123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3" name="Line 90"/>
            <p:cNvSpPr>
              <a:spLocks noChangeShapeType="1"/>
            </p:cNvSpPr>
            <p:nvPr/>
          </p:nvSpPr>
          <p:spPr bwMode="auto">
            <a:xfrm flipH="1">
              <a:off x="1222" y="1236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Line 91"/>
            <p:cNvSpPr>
              <a:spLocks noChangeShapeType="1"/>
            </p:cNvSpPr>
            <p:nvPr/>
          </p:nvSpPr>
          <p:spPr bwMode="auto">
            <a:xfrm flipH="1">
              <a:off x="1159" y="1180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5" name="Line 92"/>
            <p:cNvSpPr>
              <a:spLocks noChangeShapeType="1"/>
            </p:cNvSpPr>
            <p:nvPr/>
          </p:nvSpPr>
          <p:spPr bwMode="auto">
            <a:xfrm flipH="1">
              <a:off x="864" y="883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6" name="Line 93"/>
            <p:cNvSpPr>
              <a:spLocks noChangeShapeType="1"/>
            </p:cNvSpPr>
            <p:nvPr/>
          </p:nvSpPr>
          <p:spPr bwMode="auto">
            <a:xfrm flipH="1">
              <a:off x="796" y="830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7" name="Line 94"/>
            <p:cNvSpPr>
              <a:spLocks noChangeShapeType="1"/>
            </p:cNvSpPr>
            <p:nvPr/>
          </p:nvSpPr>
          <p:spPr bwMode="auto">
            <a:xfrm flipH="1">
              <a:off x="612" y="649"/>
              <a:ext cx="299" cy="2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8" name="Line 95"/>
            <p:cNvSpPr>
              <a:spLocks noChangeShapeType="1"/>
            </p:cNvSpPr>
            <p:nvPr/>
          </p:nvSpPr>
          <p:spPr bwMode="auto">
            <a:xfrm flipH="1">
              <a:off x="556" y="633"/>
              <a:ext cx="240" cy="2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9" name="Line 96"/>
            <p:cNvSpPr>
              <a:spLocks noChangeShapeType="1"/>
            </p:cNvSpPr>
            <p:nvPr/>
          </p:nvSpPr>
          <p:spPr bwMode="auto">
            <a:xfrm flipH="1">
              <a:off x="1339" y="1416"/>
              <a:ext cx="240" cy="2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0" name="Line 97"/>
            <p:cNvSpPr>
              <a:spLocks noChangeShapeType="1"/>
            </p:cNvSpPr>
            <p:nvPr/>
          </p:nvSpPr>
          <p:spPr bwMode="auto">
            <a:xfrm flipH="1">
              <a:off x="502" y="634"/>
              <a:ext cx="155" cy="1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1" name="Line 98"/>
            <p:cNvSpPr>
              <a:spLocks noChangeShapeType="1"/>
            </p:cNvSpPr>
            <p:nvPr/>
          </p:nvSpPr>
          <p:spPr bwMode="auto">
            <a:xfrm flipH="1">
              <a:off x="1411" y="1534"/>
              <a:ext cx="155" cy="1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2" name="Line 99"/>
            <p:cNvSpPr>
              <a:spLocks noChangeShapeType="1"/>
            </p:cNvSpPr>
            <p:nvPr/>
          </p:nvSpPr>
          <p:spPr bwMode="auto">
            <a:xfrm flipH="1">
              <a:off x="439" y="633"/>
              <a:ext cx="117" cy="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3" name="Line 100"/>
            <p:cNvSpPr>
              <a:spLocks noChangeShapeType="1"/>
            </p:cNvSpPr>
            <p:nvPr/>
          </p:nvSpPr>
          <p:spPr bwMode="auto">
            <a:xfrm flipH="1">
              <a:off x="1456" y="1631"/>
              <a:ext cx="127" cy="1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4" name="Line 101"/>
            <p:cNvSpPr>
              <a:spLocks noChangeShapeType="1"/>
            </p:cNvSpPr>
            <p:nvPr/>
          </p:nvSpPr>
          <p:spPr bwMode="auto">
            <a:xfrm flipV="1">
              <a:off x="920" y="633"/>
              <a:ext cx="1" cy="12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55" name="对象 36"/>
            <p:cNvGraphicFramePr>
              <a:graphicFrameLocks noChangeAspect="1"/>
            </p:cNvGraphicFramePr>
            <p:nvPr/>
          </p:nvGraphicFramePr>
          <p:xfrm>
            <a:off x="751" y="1803"/>
            <a:ext cx="316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02" name="Equation" r:id="rId33" imgW="304800" imgH="165100" progId="Equation.DSMT4">
                    <p:embed/>
                  </p:oleObj>
                </mc:Choice>
                <mc:Fallback>
                  <p:oleObj name="Equation" r:id="rId33" imgW="304800" imgH="165100" progId="Equation.DSMT4">
                    <p:embed/>
                    <p:pic>
                      <p:nvPicPr>
                        <p:cNvPr id="0" name="图片 105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" y="1803"/>
                          <a:ext cx="316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6" name="对象 37"/>
            <p:cNvGraphicFramePr>
              <a:graphicFrameLocks noChangeAspect="1"/>
            </p:cNvGraphicFramePr>
            <p:nvPr/>
          </p:nvGraphicFramePr>
          <p:xfrm>
            <a:off x="463" y="165"/>
            <a:ext cx="592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03" name="Equation" r:id="rId34" imgW="571500" imgH="165100" progId="Equation.DSMT4">
                    <p:embed/>
                  </p:oleObj>
                </mc:Choice>
                <mc:Fallback>
                  <p:oleObj name="Equation" r:id="rId34" imgW="571500" imgH="165100" progId="Equation.DSMT4">
                    <p:embed/>
                    <p:pic>
                      <p:nvPicPr>
                        <p:cNvPr id="0" name="图片 105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" y="165"/>
                          <a:ext cx="592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8" name="Object 6"/>
          <p:cNvGraphicFramePr>
            <a:graphicFrameLocks noChangeAspect="1"/>
          </p:cNvGraphicFramePr>
          <p:nvPr/>
        </p:nvGraphicFramePr>
        <p:xfrm>
          <a:off x="8029412" y="3416201"/>
          <a:ext cx="23987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4" name="Document" r:id="rId36" imgW="1024255" imgH="247650" progId="Word.Document.8">
                  <p:embed/>
                </p:oleObj>
              </mc:Choice>
              <mc:Fallback>
                <p:oleObj name="Document" r:id="rId36" imgW="1024255" imgH="247650" progId="Word.Document.8">
                  <p:embed/>
                  <p:pic>
                    <p:nvPicPr>
                      <p:cNvPr id="0" name="图片 105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9412" y="3416201"/>
                        <a:ext cx="239871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4"/>
          <p:cNvGraphicFramePr>
            <a:graphicFrameLocks noChangeAspect="1"/>
          </p:cNvGraphicFramePr>
          <p:nvPr/>
        </p:nvGraphicFramePr>
        <p:xfrm>
          <a:off x="4695864" y="3397151"/>
          <a:ext cx="37655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5" name="Document" r:id="rId38" imgW="1670050" imgH="262890" progId="Word.Document.8">
                  <p:embed/>
                </p:oleObj>
              </mc:Choice>
              <mc:Fallback>
                <p:oleObj name="Document" r:id="rId38" imgW="1670050" imgH="262890" progId="Word.Document.8">
                  <p:embed/>
                  <p:pic>
                    <p:nvPicPr>
                      <p:cNvPr id="0" name="图片 105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5864" y="3397151"/>
                        <a:ext cx="376555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620713" y="740569"/>
          <a:ext cx="11031538" cy="226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Document" r:id="rId1" imgW="4624070" imgH="948055" progId="Word.Document.8">
                  <p:embed/>
                </p:oleObj>
              </mc:Choice>
              <mc:Fallback>
                <p:oleObj name="Document" r:id="rId1" imgW="4624070" imgH="948055" progId="Word.Document.8">
                  <p:embed/>
                  <p:pic>
                    <p:nvPicPr>
                      <p:cNvPr id="0" name="图片 113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740569"/>
                        <a:ext cx="11031538" cy="226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735013" y="2600325"/>
          <a:ext cx="11022012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4" name="Document" r:id="rId3" imgW="4620895" imgH="911225" progId="Word.Document.8">
                  <p:embed/>
                </p:oleObj>
              </mc:Choice>
              <mc:Fallback>
                <p:oleObj name="Document" r:id="rId3" imgW="4620895" imgH="911225" progId="Word.Document.8">
                  <p:embed/>
                  <p:pic>
                    <p:nvPicPr>
                      <p:cNvPr id="0" name="图片 113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3" y="2600325"/>
                        <a:ext cx="11022012" cy="216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2571750" y="5249863"/>
          <a:ext cx="6065838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5" name="Document" r:id="rId5" imgW="2543810" imgH="354965" progId="Word.Document.8">
                  <p:embed/>
                </p:oleObj>
              </mc:Choice>
              <mc:Fallback>
                <p:oleObj name="Document" r:id="rId5" imgW="2543810" imgH="354965" progId="Word.Document.8">
                  <p:embed/>
                  <p:pic>
                    <p:nvPicPr>
                      <p:cNvPr id="0" name="图片 113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5249863"/>
                        <a:ext cx="6065838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/>
          <p:cNvCxnSpPr>
            <a:cxnSpLocks noChangeShapeType="1"/>
          </p:cNvCxnSpPr>
          <p:nvPr/>
        </p:nvCxnSpPr>
        <p:spPr bwMode="auto">
          <a:xfrm flipV="1">
            <a:off x="6873970" y="3954124"/>
            <a:ext cx="844922" cy="1055233"/>
          </a:xfrm>
          <a:prstGeom prst="straightConnector1">
            <a:avLst/>
          </a:prstGeom>
          <a:noFill/>
          <a:ln w="38100" algn="ctr">
            <a:solidFill>
              <a:srgbClr val="990099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直接箭头连接符 9"/>
          <p:cNvCxnSpPr>
            <a:cxnSpLocks noChangeShapeType="1"/>
          </p:cNvCxnSpPr>
          <p:nvPr/>
        </p:nvCxnSpPr>
        <p:spPr bwMode="auto">
          <a:xfrm flipH="1" flipV="1">
            <a:off x="5071502" y="3954124"/>
            <a:ext cx="878915" cy="1002508"/>
          </a:xfrm>
          <a:prstGeom prst="straightConnector1">
            <a:avLst/>
          </a:prstGeom>
          <a:noFill/>
          <a:ln w="38100" algn="ctr">
            <a:solidFill>
              <a:srgbClr val="990099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4181942" y="4729245"/>
          <a:ext cx="353695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6" name="Document" r:id="rId7" imgW="1486535" imgH="333375" progId="Word.Document.8">
                  <p:embed/>
                </p:oleObj>
              </mc:Choice>
              <mc:Fallback>
                <p:oleObj name="Document" r:id="rId7" imgW="1486535" imgH="333375" progId="Word.Document.8">
                  <p:embed/>
                  <p:pic>
                    <p:nvPicPr>
                      <p:cNvPr id="0" name="图片 113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942" y="4729245"/>
                        <a:ext cx="353695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855663" y="1742982"/>
          <a:ext cx="10318750" cy="151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0" name="Document" r:id="rId1" imgW="4572000" imgH="673100" progId="Word.Document.8">
                  <p:embed/>
                </p:oleObj>
              </mc:Choice>
              <mc:Fallback>
                <p:oleObj name="Document" r:id="rId1" imgW="4572000" imgH="673100" progId="Word.Document.8">
                  <p:embed/>
                  <p:pic>
                    <p:nvPicPr>
                      <p:cNvPr id="0" name="图片 123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1742982"/>
                        <a:ext cx="10318750" cy="151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855663" y="806450"/>
          <a:ext cx="10964862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1" name="Document" r:id="rId3" imgW="4890135" imgH="480060" progId="Word.Document.8">
                  <p:embed/>
                </p:oleObj>
              </mc:Choice>
              <mc:Fallback>
                <p:oleObj name="Document" r:id="rId3" imgW="4890135" imgH="480060" progId="Word.Document.8">
                  <p:embed/>
                  <p:pic>
                    <p:nvPicPr>
                      <p:cNvPr id="0" name="图片 123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806450"/>
                        <a:ext cx="10964862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5992813" y="5391897"/>
          <a:ext cx="52895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2" name="Document" r:id="rId5" imgW="2434590" imgH="269240" progId="Word.Document.8">
                  <p:embed/>
                </p:oleObj>
              </mc:Choice>
              <mc:Fallback>
                <p:oleObj name="Document" r:id="rId5" imgW="2434590" imgH="269240" progId="Word.Document.8">
                  <p:embed/>
                  <p:pic>
                    <p:nvPicPr>
                      <p:cNvPr id="0" name="图片 123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813" y="5391897"/>
                        <a:ext cx="52895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766763" y="3217863"/>
          <a:ext cx="72739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3" name="Document" r:id="rId7" imgW="3308985" imgH="290830" progId="Word.Document.8">
                  <p:embed/>
                </p:oleObj>
              </mc:Choice>
              <mc:Fallback>
                <p:oleObj name="Document" r:id="rId7" imgW="3308985" imgH="290830" progId="Word.Document.8">
                  <p:embed/>
                  <p:pic>
                    <p:nvPicPr>
                      <p:cNvPr id="0" name="图片 123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3217863"/>
                        <a:ext cx="727392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470928" y="3756352"/>
          <a:ext cx="11640390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4" name="Document" r:id="rId9" imgW="5474335" imgH="520065" progId="Word.Document.8">
                  <p:embed/>
                </p:oleObj>
              </mc:Choice>
              <mc:Fallback>
                <p:oleObj name="Document" r:id="rId9" imgW="5474335" imgH="520065" progId="Word.Document.8">
                  <p:embed/>
                  <p:pic>
                    <p:nvPicPr>
                      <p:cNvPr id="0" name="图片 123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928" y="3756352"/>
                        <a:ext cx="11640390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10128250" y="4851144"/>
          <a:ext cx="230822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5" name="Document" r:id="rId11" imgW="1052195" imgH="363855" progId="Word.Document.8">
                  <p:embed/>
                </p:oleObj>
              </mc:Choice>
              <mc:Fallback>
                <p:oleObj name="Document" r:id="rId11" imgW="1052195" imgH="363855" progId="Word.Document.8">
                  <p:embed/>
                  <p:pic>
                    <p:nvPicPr>
                      <p:cNvPr id="0" name="图片 123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8250" y="4851144"/>
                        <a:ext cx="2308225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976220" y="5036086"/>
          <a:ext cx="5468937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" name="Document" r:id="rId13" imgW="2489200" imgH="584200" progId="Word.Document.8">
                  <p:embed/>
                </p:oleObj>
              </mc:Choice>
              <mc:Fallback>
                <p:oleObj name="Document" r:id="rId13" imgW="2489200" imgH="584200" progId="Word.Document.8">
                  <p:embed/>
                  <p:pic>
                    <p:nvPicPr>
                      <p:cNvPr id="0" name="图片 123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220" y="5036086"/>
                        <a:ext cx="5468937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552450" y="798512"/>
          <a:ext cx="11229975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2" name="Document" r:id="rId1" imgW="4999990" imgH="528955" progId="Word.Document.8">
                  <p:embed/>
                </p:oleObj>
              </mc:Choice>
              <mc:Fallback>
                <p:oleObj name="Document" r:id="rId1" imgW="4999990" imgH="528955" progId="Word.Document.8">
                  <p:embed/>
                  <p:pic>
                    <p:nvPicPr>
                      <p:cNvPr id="0" name="图片 134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798512"/>
                        <a:ext cx="11229975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552450" y="3240884"/>
          <a:ext cx="80391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3" name="Document" r:id="rId3" imgW="3700145" imgH="287655" progId="Word.Document.8">
                  <p:embed/>
                </p:oleObj>
              </mc:Choice>
              <mc:Fallback>
                <p:oleObj name="Document" r:id="rId3" imgW="3700145" imgH="287655" progId="Word.Document.8">
                  <p:embed/>
                  <p:pic>
                    <p:nvPicPr>
                      <p:cNvPr id="0" name="图片 134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3240884"/>
                        <a:ext cx="80391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590550" y="4471988"/>
          <a:ext cx="110871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4" name="Document" r:id="rId5" imgW="5015230" imgH="504825" progId="Word.Document.8">
                  <p:embed/>
                </p:oleObj>
              </mc:Choice>
              <mc:Fallback>
                <p:oleObj name="Document" r:id="rId5" imgW="5015230" imgH="504825" progId="Word.Document.8">
                  <p:embed/>
                  <p:pic>
                    <p:nvPicPr>
                      <p:cNvPr id="0" name="图片 134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4471988"/>
                        <a:ext cx="11087100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1147763" y="1890713"/>
          <a:ext cx="10810875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5" name="Document" r:id="rId7" imgW="4831715" imgH="278130" progId="Word.Document.8">
                  <p:embed/>
                </p:oleObj>
              </mc:Choice>
              <mc:Fallback>
                <p:oleObj name="Document" r:id="rId7" imgW="4831715" imgH="278130" progId="Word.Document.8">
                  <p:embed/>
                  <p:pic>
                    <p:nvPicPr>
                      <p:cNvPr id="0" name="图片 134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63" y="1890713"/>
                        <a:ext cx="10810875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552450" y="2354263"/>
          <a:ext cx="519747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6" name="Document" r:id="rId9" imgW="2322830" imgH="346075" progId="Word.Document.8">
                  <p:embed/>
                </p:oleObj>
              </mc:Choice>
              <mc:Fallback>
                <p:oleObj name="Document" r:id="rId9" imgW="2322830" imgH="346075" progId="Word.Document.8">
                  <p:embed/>
                  <p:pic>
                    <p:nvPicPr>
                      <p:cNvPr id="0" name="图片 134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2354263"/>
                        <a:ext cx="519747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2100263" y="5058569"/>
          <a:ext cx="953928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7" name="Document" r:id="rId11" imgW="4314825" imgH="269240" progId="Word.Document.8">
                  <p:embed/>
                </p:oleObj>
              </mc:Choice>
              <mc:Fallback>
                <p:oleObj name="Document" r:id="rId11" imgW="4314825" imgH="269240" progId="Word.Document.8">
                  <p:embed/>
                  <p:pic>
                    <p:nvPicPr>
                      <p:cNvPr id="0" name="图片 134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3" y="5058569"/>
                        <a:ext cx="9539287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6038856" y="3842544"/>
          <a:ext cx="52816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8" name="Document" r:id="rId13" imgW="2428240" imgH="314960" progId="Word.Document.8">
                  <p:embed/>
                </p:oleObj>
              </mc:Choice>
              <mc:Fallback>
                <p:oleObj name="Document" r:id="rId13" imgW="2428240" imgH="314960" progId="Word.Document.8">
                  <p:embed/>
                  <p:pic>
                    <p:nvPicPr>
                      <p:cNvPr id="0" name="图片 134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6" y="3842544"/>
                        <a:ext cx="528161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1147763" y="3842544"/>
          <a:ext cx="50768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9" name="Document" r:id="rId15" imgW="2333625" imgH="269240" progId="Word.Document.8">
                  <p:embed/>
                </p:oleObj>
              </mc:Choice>
              <mc:Fallback>
                <p:oleObj name="Document" r:id="rId15" imgW="2333625" imgH="269240" progId="Word.Document.8">
                  <p:embed/>
                  <p:pic>
                    <p:nvPicPr>
                      <p:cNvPr id="0" name="图片 134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63" y="3842544"/>
                        <a:ext cx="507682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214439" y="661198"/>
          <a:ext cx="8567737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1" name="Document" r:id="rId1" imgW="5143500" imgH="533400" progId="Word.Document.8">
                  <p:embed/>
                </p:oleObj>
              </mc:Choice>
              <mc:Fallback>
                <p:oleObj name="Document" r:id="rId1" imgW="5143500" imgH="533400" progId="Word.Document.8">
                  <p:embed/>
                  <p:pic>
                    <p:nvPicPr>
                      <p:cNvPr id="0" name="图片 144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9" y="661198"/>
                        <a:ext cx="8567737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214439" y="2555875"/>
          <a:ext cx="10910887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2" name="Document" r:id="rId3" imgW="4829175" imgH="596265" progId="Word.Document.8">
                  <p:embed/>
                </p:oleObj>
              </mc:Choice>
              <mc:Fallback>
                <p:oleObj name="Document" r:id="rId3" imgW="4829175" imgH="596265" progId="Word.Document.8">
                  <p:embed/>
                  <p:pic>
                    <p:nvPicPr>
                      <p:cNvPr id="0" name="图片 144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9" y="2555875"/>
                        <a:ext cx="10910887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790701" y="1226742"/>
          <a:ext cx="8567737" cy="130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3" name="Document" r:id="rId5" imgW="5143500" imgH="787400" progId="Word.Document.8">
                  <p:embed/>
                </p:oleObj>
              </mc:Choice>
              <mc:Fallback>
                <p:oleObj name="Document" r:id="rId5" imgW="5143500" imgH="787400" progId="Word.Document.8">
                  <p:embed/>
                  <p:pic>
                    <p:nvPicPr>
                      <p:cNvPr id="0" name="图片 144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1" y="1226742"/>
                        <a:ext cx="8567737" cy="1303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671514" y="2171705"/>
          <a:ext cx="856773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4" name="Document" r:id="rId7" imgW="3856990" imgH="396240" progId="Word.Document.8">
                  <p:embed/>
                </p:oleObj>
              </mc:Choice>
              <mc:Fallback>
                <p:oleObj name="Document" r:id="rId7" imgW="3856990" imgH="396240" progId="Word.Document.8">
                  <p:embed/>
                  <p:pic>
                    <p:nvPicPr>
                      <p:cNvPr id="0" name="图片 144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4" y="2171705"/>
                        <a:ext cx="856773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1181100" y="4143375"/>
          <a:ext cx="650557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5" name="Document" r:id="rId9" imgW="2865755" imgH="427990" progId="Word.Document.8">
                  <p:embed/>
                </p:oleObj>
              </mc:Choice>
              <mc:Fallback>
                <p:oleObj name="Document" r:id="rId9" imgW="2865755" imgH="427990" progId="Word.Document.8">
                  <p:embed/>
                  <p:pic>
                    <p:nvPicPr>
                      <p:cNvPr id="0" name="图片 144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4143375"/>
                        <a:ext cx="650557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7138988" y="3943351"/>
          <a:ext cx="2957513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" name="Document" r:id="rId11" imgW="1311910" imgH="602615" progId="Word.Document.8">
                  <p:embed/>
                </p:oleObj>
              </mc:Choice>
              <mc:Fallback>
                <p:oleObj name="Document" r:id="rId11" imgW="1311910" imgH="602615" progId="Word.Document.8">
                  <p:embed/>
                  <p:pic>
                    <p:nvPicPr>
                      <p:cNvPr id="0" name="图片 144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8988" y="3943351"/>
                        <a:ext cx="2957513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671514" y="4827589"/>
          <a:ext cx="603408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7" name="Document" r:id="rId13" imgW="2672715" imgH="434340" progId="Word.Document.8">
                  <p:embed/>
                </p:oleObj>
              </mc:Choice>
              <mc:Fallback>
                <p:oleObj name="Document" r:id="rId13" imgW="2672715" imgH="434340" progId="Word.Document.8">
                  <p:embed/>
                  <p:pic>
                    <p:nvPicPr>
                      <p:cNvPr id="0" name="图片 144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4" y="4827589"/>
                        <a:ext cx="6034087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614363" y="3486150"/>
          <a:ext cx="476726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8" name="Document" r:id="rId15" imgW="2113280" imgH="412750" progId="Word.Document.8">
                  <p:embed/>
                </p:oleObj>
              </mc:Choice>
              <mc:Fallback>
                <p:oleObj name="Document" r:id="rId15" imgW="2113280" imgH="412750" progId="Word.Document.8">
                  <p:embed/>
                  <p:pic>
                    <p:nvPicPr>
                      <p:cNvPr id="0" name="图片 144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" y="3486150"/>
                        <a:ext cx="476726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566738" y="695326"/>
          <a:ext cx="10629900" cy="432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8" name="Document" r:id="rId1" imgW="4584065" imgH="1865630" progId="Word.Document.8">
                  <p:embed/>
                </p:oleObj>
              </mc:Choice>
              <mc:Fallback>
                <p:oleObj name="Document" r:id="rId1" imgW="4584065" imgH="1865630" progId="Word.Document.8">
                  <p:embed/>
                  <p:pic>
                    <p:nvPicPr>
                      <p:cNvPr id="0" name="图片 153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695326"/>
                        <a:ext cx="10629900" cy="432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392112" y="3005137"/>
          <a:ext cx="2617788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9" name="Document" r:id="rId3" imgW="1638300" imgH="1092200" progId="Word.Document.8">
                  <p:embed/>
                </p:oleObj>
              </mc:Choice>
              <mc:Fallback>
                <p:oleObj name="Document" r:id="rId3" imgW="1638300" imgH="1092200" progId="Word.Document.8">
                  <p:embed/>
                  <p:pic>
                    <p:nvPicPr>
                      <p:cNvPr id="0" name="图片 153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2" y="3005137"/>
                        <a:ext cx="2617788" cy="177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566738" y="4943475"/>
          <a:ext cx="1108710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0" name="Document" r:id="rId5" imgW="4777105" imgH="746125" progId="Word.Document.8">
                  <p:embed/>
                </p:oleObj>
              </mc:Choice>
              <mc:Fallback>
                <p:oleObj name="Document" r:id="rId5" imgW="4777105" imgH="746125" progId="Word.Document.8">
                  <p:embed/>
                  <p:pic>
                    <p:nvPicPr>
                      <p:cNvPr id="0" name="图片 153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4943475"/>
                        <a:ext cx="11087100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571625" y="790575"/>
          <a:ext cx="96202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0" name="Document" r:id="rId1" imgW="4302760" imgH="375920" progId="Word.Document.8">
                  <p:embed/>
                </p:oleObj>
              </mc:Choice>
              <mc:Fallback>
                <p:oleObj name="Document" r:id="rId1" imgW="4302760" imgH="375920" progId="Word.Document.8">
                  <p:embed/>
                  <p:pic>
                    <p:nvPicPr>
                      <p:cNvPr id="0" name="图片 164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790575"/>
                        <a:ext cx="9620250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463675" y="1302544"/>
          <a:ext cx="85344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1" name="Document" r:id="rId3" imgW="3814445" imgH="876300" progId="Word.Document.8">
                  <p:embed/>
                </p:oleObj>
              </mc:Choice>
              <mc:Fallback>
                <p:oleObj name="Document" r:id="rId3" imgW="3814445" imgH="876300" progId="Word.Document.8">
                  <p:embed/>
                  <p:pic>
                    <p:nvPicPr>
                      <p:cNvPr id="0" name="图片 164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675" y="1302544"/>
                        <a:ext cx="85344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571625" y="3232944"/>
          <a:ext cx="8534400" cy="206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2" name="Document" r:id="rId5" imgW="5080000" imgH="1231900" progId="Word.Document.8">
                  <p:embed/>
                </p:oleObj>
              </mc:Choice>
              <mc:Fallback>
                <p:oleObj name="Document" r:id="rId5" imgW="5080000" imgH="1231900" progId="Word.Document.8">
                  <p:embed/>
                  <p:pic>
                    <p:nvPicPr>
                      <p:cNvPr id="0" name="图片 164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3232944"/>
                        <a:ext cx="8534400" cy="206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4430713" y="5073651"/>
          <a:ext cx="2505414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3" name="Document" r:id="rId7" imgW="1371600" imgH="431800" progId="Word.Document.8">
                  <p:embed/>
                </p:oleObj>
              </mc:Choice>
              <mc:Fallback>
                <p:oleObj name="Document" r:id="rId7" imgW="1371600" imgH="431800" progId="Word.Document.8">
                  <p:embed/>
                  <p:pic>
                    <p:nvPicPr>
                      <p:cNvPr id="0" name="图片 164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713" y="5073651"/>
                        <a:ext cx="2505414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876300" y="763845"/>
          <a:ext cx="10896600" cy="243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Document" r:id="rId1" imgW="4905375" imgH="1094740" progId="Word.Document.8">
                  <p:embed/>
                </p:oleObj>
              </mc:Choice>
              <mc:Fallback>
                <p:oleObj name="Document" r:id="rId1" imgW="4905375" imgH="1094740" progId="Word.Document.8">
                  <p:embed/>
                  <p:pic>
                    <p:nvPicPr>
                      <p:cNvPr id="0" name="图片 174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763845"/>
                        <a:ext cx="10896600" cy="243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876300" y="3197482"/>
          <a:ext cx="10606088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Document" r:id="rId3" imgW="4746625" imgH="1116330" progId="Word.Document.8">
                  <p:embed/>
                </p:oleObj>
              </mc:Choice>
              <mc:Fallback>
                <p:oleObj name="Document" r:id="rId3" imgW="4746625" imgH="1116330" progId="Word.Document.8">
                  <p:embed/>
                  <p:pic>
                    <p:nvPicPr>
                      <p:cNvPr id="0" name="图片 174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3197482"/>
                        <a:ext cx="10606088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0" name="Picture 6" descr="C:\Users\Ningrj\AppData\Roaming\Tencent\Users\767623779\QQ\WinTemp\RichOle\]J2N%G@`NBACY4C3MQ6KS3J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289" y="4445257"/>
            <a:ext cx="19653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 descr="C:\Users\Ningrj\AppData\Roaming\Tencent\Users\767623779\QQ\WinTemp\RichOle\@D6GUN$MV`})FABNQIN{3@0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421314" y="2492379"/>
            <a:ext cx="3884612" cy="66725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647701" y="866775"/>
          <a:ext cx="11025187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9" name="Document" r:id="rId1" imgW="5107305" imgH="461645" progId="Word.Document.8">
                  <p:embed/>
                </p:oleObj>
              </mc:Choice>
              <mc:Fallback>
                <p:oleObj name="Document" r:id="rId1" imgW="5107305" imgH="461645" progId="Word.Document.8">
                  <p:embed/>
                  <p:pic>
                    <p:nvPicPr>
                      <p:cNvPr id="0" name="图片 184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1" y="866775"/>
                        <a:ext cx="11025187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1204913" y="1883571"/>
          <a:ext cx="10682288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0" name="Document" r:id="rId3" imgW="4834890" imgH="666750" progId="Word.Document.8">
                  <p:embed/>
                </p:oleObj>
              </mc:Choice>
              <mc:Fallback>
                <p:oleObj name="Document" r:id="rId3" imgW="4834890" imgH="666750" progId="Word.Document.8">
                  <p:embed/>
                  <p:pic>
                    <p:nvPicPr>
                      <p:cNvPr id="0" name="图片 184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1883571"/>
                        <a:ext cx="10682288" cy="147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528638" y="3095625"/>
          <a:ext cx="11034713" cy="190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1" name="Document" r:id="rId5" imgW="4994275" imgH="859155" progId="Word.Document.8">
                  <p:embed/>
                </p:oleObj>
              </mc:Choice>
              <mc:Fallback>
                <p:oleObj name="Document" r:id="rId5" imgW="4994275" imgH="859155" progId="Word.Document.8">
                  <p:embed/>
                  <p:pic>
                    <p:nvPicPr>
                      <p:cNvPr id="0" name="图片 184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8" y="3095625"/>
                        <a:ext cx="11034713" cy="190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421482" y="4951413"/>
          <a:ext cx="8229600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2" name="Document" r:id="rId7" imgW="4978400" imgH="660400" progId="Word.Document.8">
                  <p:embed/>
                </p:oleObj>
              </mc:Choice>
              <mc:Fallback>
                <p:oleObj name="Document" r:id="rId7" imgW="4978400" imgH="660400" progId="Word.Document.8">
                  <p:embed/>
                  <p:pic>
                    <p:nvPicPr>
                      <p:cNvPr id="0" name="图片 184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2" y="4951413"/>
                        <a:ext cx="8229600" cy="108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8277226" y="5272881"/>
          <a:ext cx="34575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3" name="Document" r:id="rId9" imgW="1385570" imgH="223520" progId="Word.Document.8">
                  <p:embed/>
                </p:oleObj>
              </mc:Choice>
              <mc:Fallback>
                <p:oleObj name="Document" r:id="rId9" imgW="1385570" imgH="223520" progId="Word.Document.8">
                  <p:embed/>
                  <p:pic>
                    <p:nvPicPr>
                      <p:cNvPr id="0" name="图片 184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7226" y="5272881"/>
                        <a:ext cx="3457575" cy="48577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33CC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42938" y="824708"/>
          <a:ext cx="10815638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3" name="Document" r:id="rId1" imgW="5067300" imgH="892810" progId="Word.Document.8">
                  <p:embed/>
                </p:oleObj>
              </mc:Choice>
              <mc:Fallback>
                <p:oleObj name="Document" r:id="rId1" imgW="5067300" imgH="892810" progId="Word.Document.8">
                  <p:embed/>
                  <p:pic>
                    <p:nvPicPr>
                      <p:cNvPr id="0" name="图片 195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824708"/>
                        <a:ext cx="10815638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1203325" y="2729708"/>
          <a:ext cx="8229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4" name="Document" r:id="rId3" imgW="3883025" imgH="347345" progId="Word.Document.8">
                  <p:embed/>
                </p:oleObj>
              </mc:Choice>
              <mc:Fallback>
                <p:oleObj name="Document" r:id="rId3" imgW="3883025" imgH="347345" progId="Word.Document.8">
                  <p:embed/>
                  <p:pic>
                    <p:nvPicPr>
                      <p:cNvPr id="0" name="图片 195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2729708"/>
                        <a:ext cx="8229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1027535" y="3892152"/>
          <a:ext cx="82296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5" name="Document" r:id="rId5" imgW="3883025" imgH="304800" progId="Word.Document.8">
                  <p:embed/>
                </p:oleObj>
              </mc:Choice>
              <mc:Fallback>
                <p:oleObj name="Document" r:id="rId5" imgW="3883025" imgH="304800" progId="Word.Document.8">
                  <p:embed/>
                  <p:pic>
                    <p:nvPicPr>
                      <p:cNvPr id="0" name="图片 195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535" y="3892152"/>
                        <a:ext cx="82296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948582" y="4512047"/>
          <a:ext cx="8229600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6" name="Document" r:id="rId7" imgW="3883025" imgH="483235" progId="Word.Document.8">
                  <p:embed/>
                </p:oleObj>
              </mc:Choice>
              <mc:Fallback>
                <p:oleObj name="Document" r:id="rId7" imgW="3883025" imgH="483235" progId="Word.Document.8">
                  <p:embed/>
                  <p:pic>
                    <p:nvPicPr>
                      <p:cNvPr id="0" name="图片 195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582" y="4512047"/>
                        <a:ext cx="8229600" cy="102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/>
        </p:nvGraphicFramePr>
        <p:xfrm>
          <a:off x="6688932" y="2906713"/>
          <a:ext cx="186213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7" name="Document" r:id="rId9" imgW="855980" imgH="189865" progId="Word.Document.8">
                  <p:embed/>
                </p:oleObj>
              </mc:Choice>
              <mc:Fallback>
                <p:oleObj name="Document" r:id="rId9" imgW="855980" imgH="189865" progId="Word.Document.8">
                  <p:embed/>
                  <p:pic>
                    <p:nvPicPr>
                      <p:cNvPr id="0" name="图片 195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8932" y="2906713"/>
                        <a:ext cx="186213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7547937" y="4086203"/>
          <a:ext cx="15700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8" name="Document" r:id="rId11" imgW="727075" imgH="220980" progId="Word.Document.8">
                  <p:embed/>
                </p:oleObj>
              </mc:Choice>
              <mc:Fallback>
                <p:oleObj name="Document" r:id="rId11" imgW="727075" imgH="220980" progId="Word.Document.8">
                  <p:embed/>
                  <p:pic>
                    <p:nvPicPr>
                      <p:cNvPr id="0" name="图片 195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7937" y="4086203"/>
                        <a:ext cx="15700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1203325" y="5371308"/>
          <a:ext cx="100012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9" name="Document" r:id="rId13" imgW="4657725" imgH="293370" progId="Word.Document.8">
                  <p:embed/>
                </p:oleObj>
              </mc:Choice>
              <mc:Fallback>
                <p:oleObj name="Document" r:id="rId13" imgW="4657725" imgH="293370" progId="Word.Document.8">
                  <p:embed/>
                  <p:pic>
                    <p:nvPicPr>
                      <p:cNvPr id="0" name="图片 195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5371308"/>
                        <a:ext cx="100012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 descr="截屏2023-12-18 13.10.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4610" y="3357245"/>
            <a:ext cx="5972175" cy="53467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132</vt:i4>
      </vt:variant>
      <vt:variant>
        <vt:lpstr>幻灯片标题</vt:lpstr>
      </vt:variant>
      <vt:variant>
        <vt:i4>19</vt:i4>
      </vt:variant>
    </vt:vector>
  </HeadingPairs>
  <TitlesOfParts>
    <vt:vector size="158" baseType="lpstr">
      <vt:lpstr>Arial</vt:lpstr>
      <vt:lpstr>宋体</vt:lpstr>
      <vt:lpstr>Wingdings</vt:lpstr>
      <vt:lpstr>微软雅黑</vt:lpstr>
      <vt:lpstr>汉仪旗黑</vt:lpstr>
      <vt:lpstr>Arial Unicode MS</vt:lpstr>
      <vt:lpstr>Office 主题​​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基础部-金建军</cp:lastModifiedBy>
  <cp:revision>59</cp:revision>
  <dcterms:created xsi:type="dcterms:W3CDTF">2023-12-21T05:20:38Z</dcterms:created>
  <dcterms:modified xsi:type="dcterms:W3CDTF">2023-12-21T05:20:38Z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2F4337B5CDF4E553FDCA8365EDC0AD32_43</vt:lpwstr>
  </property>
</Properties>
</file>