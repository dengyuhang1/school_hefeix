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4"/>
  </p:notesMasterIdLst>
  <p:handoutMasterIdLst>
    <p:handoutMasterId r:id="rId35"/>
  </p:handoutMasterIdLst>
  <p:sldIdLst>
    <p:sldId id="260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88" r:id="rId12"/>
    <p:sldId id="289" r:id="rId13"/>
    <p:sldId id="271" r:id="rId14"/>
    <p:sldId id="272" r:id="rId15"/>
    <p:sldId id="273" r:id="rId16"/>
    <p:sldId id="274" r:id="rId17"/>
    <p:sldId id="275" r:id="rId18"/>
    <p:sldId id="290" r:id="rId19"/>
    <p:sldId id="295" r:id="rId20"/>
    <p:sldId id="294" r:id="rId21"/>
    <p:sldId id="276" r:id="rId22"/>
    <p:sldId id="277" r:id="rId23"/>
    <p:sldId id="278" r:id="rId24"/>
    <p:sldId id="279" r:id="rId25"/>
    <p:sldId id="280" r:id="rId26"/>
    <p:sldId id="291" r:id="rId27"/>
    <p:sldId id="292" r:id="rId28"/>
    <p:sldId id="293" r:id="rId29"/>
    <p:sldId id="284" r:id="rId30"/>
    <p:sldId id="285" r:id="rId31"/>
    <p:sldId id="286" r:id="rId32"/>
    <p:sldId id="287" r:id="rId3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>
          <p15:clr>
            <a:srgbClr val="A4A3A4"/>
          </p15:clr>
        </p15:guide>
        <p15:guide id="2" pos="386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DCDCDC"/>
    <a:srgbClr val="F0F0F0"/>
    <a:srgbClr val="E6E6E6"/>
    <a:srgbClr val="C8C8C8"/>
    <a:srgbClr val="FFFFFF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6" d="100"/>
          <a:sy n="96" d="100"/>
        </p:scale>
        <p:origin x="237" y="57"/>
      </p:cViewPr>
      <p:guideLst>
        <p:guide orient="horz" pos="2158"/>
        <p:guide pos="3861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  <a:t>2024/1/21</a:t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  <a:t>‹#›</a:t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400135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1AC49D05-6128-4D0D-A32A-06A5E73B386C}" type="datetimeFigureOut">
              <a:rPr lang="zh-CN" altLang="en-US" smtClean="0"/>
              <a:t>2024/1/21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5849F42C-2DAE-424C-A4B8-3140182C3E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1945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8.xml"/><Relationship Id="rId4" Type="http://schemas.openxmlformats.org/officeDocument/2006/relationships/tags" Target="../tags/tag7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3.xml"/><Relationship Id="rId4" Type="http://schemas.openxmlformats.org/officeDocument/2006/relationships/tags" Target="../tags/tag12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16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27.xml"/><Relationship Id="rId3" Type="http://schemas.openxmlformats.org/officeDocument/2006/relationships/tags" Target="../tags/tag22.xml"/><Relationship Id="rId7" Type="http://schemas.openxmlformats.org/officeDocument/2006/relationships/tags" Target="../tags/tag26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37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4" Type="http://schemas.openxmlformats.org/officeDocument/2006/relationships/tags" Target="../tags/tag38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45.xml"/><Relationship Id="rId4" Type="http://schemas.openxmlformats.org/officeDocument/2006/relationships/tags" Target="../tags/tag44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9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669882" y="2588281"/>
            <a:ext cx="10852237" cy="899167"/>
          </a:xfrm>
          <a:prstGeom prst="rect">
            <a:avLst/>
          </a:prstGeo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669882" y="3566160"/>
            <a:ext cx="10852237" cy="950984"/>
          </a:xfrm>
          <a:prstGeom prst="rect">
            <a:avLst/>
          </a:prstGeom>
        </p:spPr>
        <p:txBody>
          <a:bodyPr lIns="101600" tIns="38100" rIns="76200" bIns="3810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69882" y="1296000"/>
            <a:ext cx="10852237" cy="5041355"/>
          </a:xfrm>
          <a:prstGeom prst="rect">
            <a:avLst/>
          </a:prstGeo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2024/1/21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930" y="3808730"/>
            <a:ext cx="10852237" cy="624845"/>
          </a:xfrm>
          <a:prstGeom prst="rect">
            <a:avLst/>
          </a:prstGeom>
        </p:spPr>
        <p:txBody>
          <a:bodyPr lIns="101600" tIns="38100" rIns="63500" bIns="38100" anchor="t" anchorCtr="0">
            <a:noAutofit/>
          </a:bodyPr>
          <a:lstStyle>
            <a:lvl1pPr>
              <a:defRPr sz="3600" b="0" u="none" strike="noStrike" kern="1200" cap="none" spc="300" normalizeH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69925" y="4511675"/>
            <a:ext cx="10852237" cy="1077985"/>
          </a:xfrm>
          <a:prstGeom prst="rect">
            <a:avLst/>
          </a:prstGeom>
        </p:spPr>
        <p:txBody>
          <a:bodyPr lIns="101600" tIns="38100" rIns="76200" bIns="38100">
            <a:noAutofit/>
          </a:bodyPr>
          <a:lstStyle>
            <a:lvl1pPr marL="0" indent="0" eaLnBrk="1" fontAlgn="auto" latinLnBrk="0" hangingPunct="1">
              <a:buNone/>
              <a:defRPr kumimoji="0" lang="zh-CN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2024/1/21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69930" y="1296000"/>
            <a:ext cx="5283242" cy="5040000"/>
          </a:xfrm>
          <a:prstGeom prst="rect">
            <a:avLst/>
          </a:prstGeo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238877" y="1296000"/>
            <a:ext cx="5283242" cy="5040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2024/1/21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69930" y="1296000"/>
            <a:ext cx="5283242" cy="381003"/>
          </a:xfrm>
          <a:prstGeom prst="rect">
            <a:avLst/>
          </a:prstGeo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69925" y="1789043"/>
            <a:ext cx="5283200" cy="4552234"/>
          </a:xfrm>
          <a:prstGeom prst="rect">
            <a:avLst/>
          </a:prstGeo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296000"/>
            <a:ext cx="5283242" cy="381003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789043"/>
            <a:ext cx="5283242" cy="4552234"/>
          </a:xfrm>
          <a:prstGeom prst="rect">
            <a:avLst/>
          </a:prstGeo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2024/1/21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2024/1/21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2024/1/21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69930" y="1296000"/>
            <a:ext cx="5283242" cy="5040000"/>
          </a:xfrm>
          <a:prstGeom prst="rect">
            <a:avLst/>
          </a:prstGeo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238925" y="1296000"/>
            <a:ext cx="5283242" cy="504000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9EFD9D74-47D9-4702-A33C-335B63B48DBF}" type="datetimeFigureOut">
              <a:rPr lang="zh-CN" altLang="en-US" smtClean="0"/>
              <a:t>2024/1/21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1"/>
            </p:custDataLst>
          </p:nvPr>
        </p:nvSpPr>
        <p:spPr>
          <a:xfrm>
            <a:off x="10571135" y="952508"/>
            <a:ext cx="950984" cy="5388907"/>
          </a:xfrm>
          <a:prstGeom prst="rect">
            <a:avLst/>
          </a:prstGeo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669925" y="952500"/>
            <a:ext cx="9828101" cy="5388907"/>
          </a:xfrm>
          <a:prstGeom prst="rect">
            <a:avLst/>
          </a:prstGeom>
        </p:spPr>
        <p:txBody>
          <a:bodyPr vert="eaVert"/>
          <a:lstStyle>
            <a:lvl1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2024/1/21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2024/1/21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69930" y="952508"/>
            <a:ext cx="10852237" cy="504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2024/1/21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669882" y="2588281"/>
            <a:ext cx="10852237" cy="899167"/>
          </a:xfrm>
          <a:prstGeom prst="rect">
            <a:avLst/>
          </a:prstGeom>
        </p:spPr>
        <p:txBody>
          <a:bodyPr vert="horz" lIns="101600" tIns="38100" rIns="25400" bIns="38100" rtlCol="0" anchor="t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5400" b="0" i="0" u="none" strike="noStrike" kern="1200" cap="none" spc="600" normalizeH="0" baseline="0" noProof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2167" y="685800"/>
            <a:ext cx="11387667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06401" y="1981200"/>
            <a:ext cx="5592233" cy="38862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201834" y="1981200"/>
            <a:ext cx="5592233" cy="18669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201834" y="4000500"/>
            <a:ext cx="5592233" cy="18669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3638"/>
            <a:ext cx="2844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805FF8-78E5-4DAD-B4DF-F43D3C2C861F}" type="datetime1">
              <a:rPr lang="zh-CN" altLang="en-US"/>
              <a:pPr>
                <a:defRPr/>
              </a:pPr>
              <a:t>2024/1/21</a:t>
            </a:fld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3638"/>
            <a:ext cx="2844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4B2589-91F6-4FAC-9CB2-11ACC9FDF68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75715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5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KSO_TEMPLATE" hidden="1"/>
          <p:cNvSpPr/>
          <p:nvPr>
            <p:custDataLst>
              <p:tags r:id="rId1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92589C0E-C98B-4A6B-B4CF-F71114176CE7}"/>
              </a:ext>
            </a:extLst>
          </p:cNvPr>
          <p:cNvGrpSpPr/>
          <p:nvPr userDrawn="1"/>
        </p:nvGrpSpPr>
        <p:grpSpPr>
          <a:xfrm>
            <a:off x="6600217" y="234834"/>
            <a:ext cx="5491260" cy="461665"/>
            <a:chOff x="6600217" y="234834"/>
            <a:chExt cx="5491260" cy="461665"/>
          </a:xfrm>
        </p:grpSpPr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086E06BA-2668-4C3A-8E45-593AD2CA1B6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6"/>
            <a:stretch>
              <a:fillRect/>
            </a:stretch>
          </p:blipFill>
          <p:spPr>
            <a:xfrm>
              <a:off x="6600217" y="243967"/>
              <a:ext cx="2821020" cy="437940"/>
            </a:xfrm>
            <a:prstGeom prst="rect">
              <a:avLst/>
            </a:prstGeom>
          </p:spPr>
        </p:pic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6561B98C-21BF-43F5-A1B5-5D7BD0822FCB}"/>
                </a:ext>
              </a:extLst>
            </p:cNvPr>
            <p:cNvSpPr txBox="1"/>
            <p:nvPr userDrawn="1"/>
          </p:nvSpPr>
          <p:spPr>
            <a:xfrm>
              <a:off x="9401781" y="234834"/>
              <a:ext cx="2689696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2400" b="1" dirty="0">
                  <a:solidFill>
                    <a:srgbClr val="00B0F0"/>
                  </a:solidFill>
                  <a:effectLst/>
                </a:rPr>
                <a:t>概率论与数理统计</a:t>
              </a: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7" Type="http://schemas.openxmlformats.org/officeDocument/2006/relationships/image" Target="../media/image5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4.emf"/><Relationship Id="rId4" Type="http://schemas.openxmlformats.org/officeDocument/2006/relationships/oleObject" Target="../embeddings/oleObject2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image" Target="../media/image6.emf"/><Relationship Id="rId7" Type="http://schemas.openxmlformats.org/officeDocument/2006/relationships/image" Target="../media/image8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.bin"/><Relationship Id="rId11" Type="http://schemas.openxmlformats.org/officeDocument/2006/relationships/image" Target="../media/image10.emf"/><Relationship Id="rId5" Type="http://schemas.openxmlformats.org/officeDocument/2006/relationships/image" Target="../media/image7.emf"/><Relationship Id="rId10" Type="http://schemas.openxmlformats.org/officeDocument/2006/relationships/oleObject" Target="../embeddings/oleObject8.bin"/><Relationship Id="rId4" Type="http://schemas.openxmlformats.org/officeDocument/2006/relationships/oleObject" Target="../embeddings/oleObject5.bin"/><Relationship Id="rId9" Type="http://schemas.openxmlformats.org/officeDocument/2006/relationships/image" Target="../media/image9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.bin"/><Relationship Id="rId3" Type="http://schemas.openxmlformats.org/officeDocument/2006/relationships/image" Target="../media/image11.emf"/><Relationship Id="rId7" Type="http://schemas.openxmlformats.org/officeDocument/2006/relationships/image" Target="../media/image13.e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11.bin"/><Relationship Id="rId11" Type="http://schemas.openxmlformats.org/officeDocument/2006/relationships/image" Target="../media/image15.emf"/><Relationship Id="rId5" Type="http://schemas.openxmlformats.org/officeDocument/2006/relationships/image" Target="../media/image12.emf"/><Relationship Id="rId10" Type="http://schemas.openxmlformats.org/officeDocument/2006/relationships/oleObject" Target="../embeddings/oleObject13.bin"/><Relationship Id="rId4" Type="http://schemas.openxmlformats.org/officeDocument/2006/relationships/oleObject" Target="../embeddings/oleObject10.bin"/><Relationship Id="rId9" Type="http://schemas.openxmlformats.org/officeDocument/2006/relationships/image" Target="../media/image14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7" Type="http://schemas.openxmlformats.org/officeDocument/2006/relationships/image" Target="../media/image18.e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16.bin"/><Relationship Id="rId5" Type="http://schemas.openxmlformats.org/officeDocument/2006/relationships/image" Target="../media/image17.emf"/><Relationship Id="rId4" Type="http://schemas.openxmlformats.org/officeDocument/2006/relationships/oleObject" Target="../embeddings/oleObject15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7" Type="http://schemas.openxmlformats.org/officeDocument/2006/relationships/image" Target="../media/image21.e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19.bin"/><Relationship Id="rId5" Type="http://schemas.openxmlformats.org/officeDocument/2006/relationships/image" Target="../media/image20.emf"/><Relationship Id="rId4" Type="http://schemas.openxmlformats.org/officeDocument/2006/relationships/oleObject" Target="../embeddings/oleObject18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.bin"/><Relationship Id="rId13" Type="http://schemas.openxmlformats.org/officeDocument/2006/relationships/image" Target="../media/image26.emf"/><Relationship Id="rId3" Type="http://schemas.openxmlformats.org/officeDocument/2006/relationships/image" Target="../media/image19.wmf"/><Relationship Id="rId7" Type="http://schemas.openxmlformats.org/officeDocument/2006/relationships/image" Target="../media/image23.emf"/><Relationship Id="rId12" Type="http://schemas.openxmlformats.org/officeDocument/2006/relationships/oleObject" Target="../embeddings/oleObject25.bin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22.bin"/><Relationship Id="rId11" Type="http://schemas.openxmlformats.org/officeDocument/2006/relationships/image" Target="../media/image25.emf"/><Relationship Id="rId5" Type="http://schemas.openxmlformats.org/officeDocument/2006/relationships/image" Target="../media/image22.emf"/><Relationship Id="rId10" Type="http://schemas.openxmlformats.org/officeDocument/2006/relationships/oleObject" Target="../embeddings/oleObject24.bin"/><Relationship Id="rId4" Type="http://schemas.openxmlformats.org/officeDocument/2006/relationships/oleObject" Target="../embeddings/oleObject21.bin"/><Relationship Id="rId9" Type="http://schemas.openxmlformats.org/officeDocument/2006/relationships/image" Target="../media/image24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oleObject" Target="../embeddings/oleObject26.bin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8.emf"/><Relationship Id="rId4" Type="http://schemas.openxmlformats.org/officeDocument/2006/relationships/oleObject" Target="../embeddings/oleObject27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.bin"/><Relationship Id="rId3" Type="http://schemas.openxmlformats.org/officeDocument/2006/relationships/image" Target="../media/image29.emf"/><Relationship Id="rId7" Type="http://schemas.openxmlformats.org/officeDocument/2006/relationships/image" Target="../media/image31.emf"/><Relationship Id="rId2" Type="http://schemas.openxmlformats.org/officeDocument/2006/relationships/oleObject" Target="../embeddings/oleObject28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30.bin"/><Relationship Id="rId5" Type="http://schemas.openxmlformats.org/officeDocument/2006/relationships/image" Target="../media/image30.emf"/><Relationship Id="rId4" Type="http://schemas.openxmlformats.org/officeDocument/2006/relationships/oleObject" Target="../embeddings/oleObject29.bin"/><Relationship Id="rId9" Type="http://schemas.openxmlformats.org/officeDocument/2006/relationships/image" Target="../media/image32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5.bin"/><Relationship Id="rId3" Type="http://schemas.openxmlformats.org/officeDocument/2006/relationships/image" Target="../media/image33.emf"/><Relationship Id="rId7" Type="http://schemas.openxmlformats.org/officeDocument/2006/relationships/image" Target="../media/image35.emf"/><Relationship Id="rId2" Type="http://schemas.openxmlformats.org/officeDocument/2006/relationships/oleObject" Target="../embeddings/oleObject32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34.bin"/><Relationship Id="rId5" Type="http://schemas.openxmlformats.org/officeDocument/2006/relationships/image" Target="../media/image34.emf"/><Relationship Id="rId4" Type="http://schemas.openxmlformats.org/officeDocument/2006/relationships/oleObject" Target="../embeddings/oleObject33.bin"/><Relationship Id="rId9" Type="http://schemas.openxmlformats.org/officeDocument/2006/relationships/image" Target="../media/image36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9.bin"/><Relationship Id="rId3" Type="http://schemas.openxmlformats.org/officeDocument/2006/relationships/image" Target="../media/image33.emf"/><Relationship Id="rId7" Type="http://schemas.openxmlformats.org/officeDocument/2006/relationships/image" Target="../media/image38.emf"/><Relationship Id="rId2" Type="http://schemas.openxmlformats.org/officeDocument/2006/relationships/oleObject" Target="../embeddings/oleObject36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38.bin"/><Relationship Id="rId5" Type="http://schemas.openxmlformats.org/officeDocument/2006/relationships/image" Target="../media/image37.emf"/><Relationship Id="rId4" Type="http://schemas.openxmlformats.org/officeDocument/2006/relationships/oleObject" Target="../embeddings/oleObject37.bin"/><Relationship Id="rId9" Type="http://schemas.openxmlformats.org/officeDocument/2006/relationships/image" Target="../media/image39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3.bin"/><Relationship Id="rId3" Type="http://schemas.openxmlformats.org/officeDocument/2006/relationships/image" Target="../media/image33.emf"/><Relationship Id="rId7" Type="http://schemas.openxmlformats.org/officeDocument/2006/relationships/image" Target="../media/image41.emf"/><Relationship Id="rId2" Type="http://schemas.openxmlformats.org/officeDocument/2006/relationships/oleObject" Target="../embeddings/oleObject40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42.bin"/><Relationship Id="rId5" Type="http://schemas.openxmlformats.org/officeDocument/2006/relationships/image" Target="../media/image40.emf"/><Relationship Id="rId4" Type="http://schemas.openxmlformats.org/officeDocument/2006/relationships/oleObject" Target="../embeddings/oleObject41.bin"/><Relationship Id="rId9" Type="http://schemas.openxmlformats.org/officeDocument/2006/relationships/image" Target="../media/image42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7.bin"/><Relationship Id="rId3" Type="http://schemas.openxmlformats.org/officeDocument/2006/relationships/image" Target="../media/image43.emf"/><Relationship Id="rId7" Type="http://schemas.openxmlformats.org/officeDocument/2006/relationships/image" Target="../media/image45.emf"/><Relationship Id="rId2" Type="http://schemas.openxmlformats.org/officeDocument/2006/relationships/oleObject" Target="../embeddings/oleObject44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46.bin"/><Relationship Id="rId11" Type="http://schemas.openxmlformats.org/officeDocument/2006/relationships/image" Target="../media/image47.emf"/><Relationship Id="rId5" Type="http://schemas.openxmlformats.org/officeDocument/2006/relationships/image" Target="../media/image44.emf"/><Relationship Id="rId10" Type="http://schemas.openxmlformats.org/officeDocument/2006/relationships/oleObject" Target="../embeddings/oleObject48.bin"/><Relationship Id="rId4" Type="http://schemas.openxmlformats.org/officeDocument/2006/relationships/oleObject" Target="../embeddings/oleObject45.bin"/><Relationship Id="rId9" Type="http://schemas.openxmlformats.org/officeDocument/2006/relationships/image" Target="../media/image46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2.bin"/><Relationship Id="rId3" Type="http://schemas.openxmlformats.org/officeDocument/2006/relationships/image" Target="../media/image48.emf"/><Relationship Id="rId7" Type="http://schemas.openxmlformats.org/officeDocument/2006/relationships/image" Target="../media/image50.emf"/><Relationship Id="rId2" Type="http://schemas.openxmlformats.org/officeDocument/2006/relationships/oleObject" Target="../embeddings/oleObject49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51.bin"/><Relationship Id="rId5" Type="http://schemas.openxmlformats.org/officeDocument/2006/relationships/image" Target="../media/image49.emf"/><Relationship Id="rId4" Type="http://schemas.openxmlformats.org/officeDocument/2006/relationships/oleObject" Target="../embeddings/oleObject50.bin"/><Relationship Id="rId9" Type="http://schemas.openxmlformats.org/officeDocument/2006/relationships/image" Target="../media/image51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emf"/><Relationship Id="rId7" Type="http://schemas.openxmlformats.org/officeDocument/2006/relationships/image" Target="../media/image54.emf"/><Relationship Id="rId2" Type="http://schemas.openxmlformats.org/officeDocument/2006/relationships/oleObject" Target="../embeddings/oleObject53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55.bin"/><Relationship Id="rId5" Type="http://schemas.openxmlformats.org/officeDocument/2006/relationships/image" Target="../media/image53.emf"/><Relationship Id="rId4" Type="http://schemas.openxmlformats.org/officeDocument/2006/relationships/oleObject" Target="../embeddings/oleObject54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emf"/><Relationship Id="rId7" Type="http://schemas.openxmlformats.org/officeDocument/2006/relationships/image" Target="../media/image57.emf"/><Relationship Id="rId2" Type="http://schemas.openxmlformats.org/officeDocument/2006/relationships/oleObject" Target="../embeddings/oleObject56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58.bin"/><Relationship Id="rId5" Type="http://schemas.openxmlformats.org/officeDocument/2006/relationships/image" Target="../media/image56.emf"/><Relationship Id="rId4" Type="http://schemas.openxmlformats.org/officeDocument/2006/relationships/oleObject" Target="../embeddings/oleObject57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2.bin"/><Relationship Id="rId3" Type="http://schemas.openxmlformats.org/officeDocument/2006/relationships/image" Target="../media/image58.emf"/><Relationship Id="rId7" Type="http://schemas.openxmlformats.org/officeDocument/2006/relationships/image" Target="../media/image60.emf"/><Relationship Id="rId2" Type="http://schemas.openxmlformats.org/officeDocument/2006/relationships/oleObject" Target="../embeddings/oleObject59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61.bin"/><Relationship Id="rId5" Type="http://schemas.openxmlformats.org/officeDocument/2006/relationships/image" Target="../media/image59.emf"/><Relationship Id="rId4" Type="http://schemas.openxmlformats.org/officeDocument/2006/relationships/oleObject" Target="../embeddings/oleObject60.bin"/><Relationship Id="rId9" Type="http://schemas.openxmlformats.org/officeDocument/2006/relationships/image" Target="../media/image61.e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6.bin"/><Relationship Id="rId13" Type="http://schemas.openxmlformats.org/officeDocument/2006/relationships/image" Target="../media/image67.emf"/><Relationship Id="rId3" Type="http://schemas.openxmlformats.org/officeDocument/2006/relationships/image" Target="../media/image62.emf"/><Relationship Id="rId7" Type="http://schemas.openxmlformats.org/officeDocument/2006/relationships/image" Target="../media/image64.emf"/><Relationship Id="rId12" Type="http://schemas.openxmlformats.org/officeDocument/2006/relationships/oleObject" Target="../embeddings/oleObject68.bin"/><Relationship Id="rId2" Type="http://schemas.openxmlformats.org/officeDocument/2006/relationships/oleObject" Target="../embeddings/oleObject63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65.bin"/><Relationship Id="rId11" Type="http://schemas.openxmlformats.org/officeDocument/2006/relationships/image" Target="../media/image66.emf"/><Relationship Id="rId5" Type="http://schemas.openxmlformats.org/officeDocument/2006/relationships/image" Target="../media/image63.emf"/><Relationship Id="rId15" Type="http://schemas.openxmlformats.org/officeDocument/2006/relationships/image" Target="../media/image68.emf"/><Relationship Id="rId10" Type="http://schemas.openxmlformats.org/officeDocument/2006/relationships/oleObject" Target="../embeddings/oleObject67.bin"/><Relationship Id="rId4" Type="http://schemas.openxmlformats.org/officeDocument/2006/relationships/oleObject" Target="../embeddings/oleObject64.bin"/><Relationship Id="rId9" Type="http://schemas.openxmlformats.org/officeDocument/2006/relationships/image" Target="../media/image65.emf"/><Relationship Id="rId14" Type="http://schemas.openxmlformats.org/officeDocument/2006/relationships/oleObject" Target="../embeddings/oleObject69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7" Type="http://schemas.openxmlformats.org/officeDocument/2006/relationships/image" Target="../media/image70.emf"/><Relationship Id="rId2" Type="http://schemas.openxmlformats.org/officeDocument/2006/relationships/oleObject" Target="../embeddings/oleObject70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72.bin"/><Relationship Id="rId5" Type="http://schemas.openxmlformats.org/officeDocument/2006/relationships/image" Target="../media/image69.emf"/><Relationship Id="rId4" Type="http://schemas.openxmlformats.org/officeDocument/2006/relationships/oleObject" Target="../embeddings/oleObject71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emf"/><Relationship Id="rId2" Type="http://schemas.openxmlformats.org/officeDocument/2006/relationships/oleObject" Target="../embeddings/oleObject73.bin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2.emf"/><Relationship Id="rId4" Type="http://schemas.openxmlformats.org/officeDocument/2006/relationships/oleObject" Target="../embeddings/oleObject74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8.bin"/><Relationship Id="rId3" Type="http://schemas.openxmlformats.org/officeDocument/2006/relationships/image" Target="../media/image19.wmf"/><Relationship Id="rId7" Type="http://schemas.openxmlformats.org/officeDocument/2006/relationships/image" Target="../media/image74.emf"/><Relationship Id="rId2" Type="http://schemas.openxmlformats.org/officeDocument/2006/relationships/oleObject" Target="../embeddings/oleObject75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77.bin"/><Relationship Id="rId5" Type="http://schemas.openxmlformats.org/officeDocument/2006/relationships/image" Target="../media/image73.emf"/><Relationship Id="rId4" Type="http://schemas.openxmlformats.org/officeDocument/2006/relationships/oleObject" Target="../embeddings/oleObject76.bin"/><Relationship Id="rId9" Type="http://schemas.openxmlformats.org/officeDocument/2006/relationships/image" Target="../media/image75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emf"/><Relationship Id="rId7" Type="http://schemas.openxmlformats.org/officeDocument/2006/relationships/image" Target="../media/image78.emf"/><Relationship Id="rId2" Type="http://schemas.openxmlformats.org/officeDocument/2006/relationships/oleObject" Target="../embeddings/oleObject79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81.bin"/><Relationship Id="rId5" Type="http://schemas.openxmlformats.org/officeDocument/2006/relationships/image" Target="../media/image77.emf"/><Relationship Id="rId4" Type="http://schemas.openxmlformats.org/officeDocument/2006/relationships/oleObject" Target="../embeddings/oleObject80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5.bin"/><Relationship Id="rId13" Type="http://schemas.openxmlformats.org/officeDocument/2006/relationships/image" Target="../media/image83.emf"/><Relationship Id="rId3" Type="http://schemas.openxmlformats.org/officeDocument/2006/relationships/image" Target="../media/image19.wmf"/><Relationship Id="rId7" Type="http://schemas.openxmlformats.org/officeDocument/2006/relationships/image" Target="../media/image80.emf"/><Relationship Id="rId12" Type="http://schemas.openxmlformats.org/officeDocument/2006/relationships/oleObject" Target="../embeddings/oleObject87.bin"/><Relationship Id="rId2" Type="http://schemas.openxmlformats.org/officeDocument/2006/relationships/oleObject" Target="../embeddings/oleObject82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84.bin"/><Relationship Id="rId11" Type="http://schemas.openxmlformats.org/officeDocument/2006/relationships/image" Target="../media/image82.emf"/><Relationship Id="rId5" Type="http://schemas.openxmlformats.org/officeDocument/2006/relationships/image" Target="../media/image79.emf"/><Relationship Id="rId15" Type="http://schemas.openxmlformats.org/officeDocument/2006/relationships/image" Target="../media/image84.emf"/><Relationship Id="rId10" Type="http://schemas.openxmlformats.org/officeDocument/2006/relationships/oleObject" Target="../embeddings/oleObject86.bin"/><Relationship Id="rId4" Type="http://schemas.openxmlformats.org/officeDocument/2006/relationships/oleObject" Target="../embeddings/oleObject83.bin"/><Relationship Id="rId9" Type="http://schemas.openxmlformats.org/officeDocument/2006/relationships/image" Target="../media/image81.emf"/><Relationship Id="rId14" Type="http://schemas.openxmlformats.org/officeDocument/2006/relationships/oleObject" Target="../embeddings/oleObject88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2.bin"/><Relationship Id="rId13" Type="http://schemas.openxmlformats.org/officeDocument/2006/relationships/image" Target="../media/image90.emf"/><Relationship Id="rId3" Type="http://schemas.openxmlformats.org/officeDocument/2006/relationships/image" Target="../media/image85.emf"/><Relationship Id="rId7" Type="http://schemas.openxmlformats.org/officeDocument/2006/relationships/image" Target="../media/image87.emf"/><Relationship Id="rId12" Type="http://schemas.openxmlformats.org/officeDocument/2006/relationships/oleObject" Target="../embeddings/oleObject94.bin"/><Relationship Id="rId2" Type="http://schemas.openxmlformats.org/officeDocument/2006/relationships/oleObject" Target="../embeddings/oleObject89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91.bin"/><Relationship Id="rId11" Type="http://schemas.openxmlformats.org/officeDocument/2006/relationships/image" Target="../media/image89.emf"/><Relationship Id="rId5" Type="http://schemas.openxmlformats.org/officeDocument/2006/relationships/image" Target="../media/image86.emf"/><Relationship Id="rId10" Type="http://schemas.openxmlformats.org/officeDocument/2006/relationships/oleObject" Target="../embeddings/oleObject93.bin"/><Relationship Id="rId4" Type="http://schemas.openxmlformats.org/officeDocument/2006/relationships/oleObject" Target="../embeddings/oleObject90.bin"/><Relationship Id="rId9" Type="http://schemas.openxmlformats.org/officeDocument/2006/relationships/image" Target="../media/image88.e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8.bin"/><Relationship Id="rId3" Type="http://schemas.openxmlformats.org/officeDocument/2006/relationships/image" Target="../media/image91.emf"/><Relationship Id="rId7" Type="http://schemas.openxmlformats.org/officeDocument/2006/relationships/image" Target="../media/image93.emf"/><Relationship Id="rId2" Type="http://schemas.openxmlformats.org/officeDocument/2006/relationships/oleObject" Target="../embeddings/oleObject95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97.bin"/><Relationship Id="rId5" Type="http://schemas.openxmlformats.org/officeDocument/2006/relationships/image" Target="../media/image92.emf"/><Relationship Id="rId4" Type="http://schemas.openxmlformats.org/officeDocument/2006/relationships/oleObject" Target="../embeddings/oleObject96.bin"/><Relationship Id="rId9" Type="http://schemas.openxmlformats.org/officeDocument/2006/relationships/image" Target="../media/image94.e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2.bin"/><Relationship Id="rId3" Type="http://schemas.openxmlformats.org/officeDocument/2006/relationships/image" Target="../media/image95.emf"/><Relationship Id="rId7" Type="http://schemas.openxmlformats.org/officeDocument/2006/relationships/image" Target="../media/image97.emf"/><Relationship Id="rId2" Type="http://schemas.openxmlformats.org/officeDocument/2006/relationships/oleObject" Target="../embeddings/oleObject99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101.bin"/><Relationship Id="rId5" Type="http://schemas.openxmlformats.org/officeDocument/2006/relationships/image" Target="../media/image96.emf"/><Relationship Id="rId4" Type="http://schemas.openxmlformats.org/officeDocument/2006/relationships/oleObject" Target="../embeddings/oleObject100.bin"/><Relationship Id="rId9" Type="http://schemas.openxmlformats.org/officeDocument/2006/relationships/image" Target="../media/image98.e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6.bin"/><Relationship Id="rId3" Type="http://schemas.openxmlformats.org/officeDocument/2006/relationships/image" Target="../media/image99.emf"/><Relationship Id="rId7" Type="http://schemas.openxmlformats.org/officeDocument/2006/relationships/image" Target="../media/image101.emf"/><Relationship Id="rId2" Type="http://schemas.openxmlformats.org/officeDocument/2006/relationships/oleObject" Target="../embeddings/oleObject103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105.bin"/><Relationship Id="rId5" Type="http://schemas.openxmlformats.org/officeDocument/2006/relationships/image" Target="../media/image100.emf"/><Relationship Id="rId4" Type="http://schemas.openxmlformats.org/officeDocument/2006/relationships/oleObject" Target="../embeddings/oleObject104.bin"/><Relationship Id="rId9" Type="http://schemas.openxmlformats.org/officeDocument/2006/relationships/image" Target="../media/image102.e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0.bin"/><Relationship Id="rId13" Type="http://schemas.openxmlformats.org/officeDocument/2006/relationships/image" Target="../media/image108.emf"/><Relationship Id="rId3" Type="http://schemas.openxmlformats.org/officeDocument/2006/relationships/image" Target="../media/image103.emf"/><Relationship Id="rId7" Type="http://schemas.openxmlformats.org/officeDocument/2006/relationships/image" Target="../media/image105.emf"/><Relationship Id="rId12" Type="http://schemas.openxmlformats.org/officeDocument/2006/relationships/oleObject" Target="../embeddings/oleObject112.bin"/><Relationship Id="rId2" Type="http://schemas.openxmlformats.org/officeDocument/2006/relationships/oleObject" Target="../embeddings/oleObject107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109.bin"/><Relationship Id="rId11" Type="http://schemas.openxmlformats.org/officeDocument/2006/relationships/image" Target="../media/image107.emf"/><Relationship Id="rId5" Type="http://schemas.openxmlformats.org/officeDocument/2006/relationships/image" Target="../media/image104.emf"/><Relationship Id="rId10" Type="http://schemas.openxmlformats.org/officeDocument/2006/relationships/oleObject" Target="../embeddings/oleObject111.bin"/><Relationship Id="rId4" Type="http://schemas.openxmlformats.org/officeDocument/2006/relationships/oleObject" Target="../embeddings/oleObject108.bin"/><Relationship Id="rId9" Type="http://schemas.openxmlformats.org/officeDocument/2006/relationships/image" Target="../media/image106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7" Type="http://schemas.openxmlformats.org/officeDocument/2006/relationships/image" Target="../media/image110.emf"/><Relationship Id="rId2" Type="http://schemas.openxmlformats.org/officeDocument/2006/relationships/oleObject" Target="../embeddings/oleObject113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115.bin"/><Relationship Id="rId5" Type="http://schemas.openxmlformats.org/officeDocument/2006/relationships/image" Target="../media/image109.emf"/><Relationship Id="rId4" Type="http://schemas.openxmlformats.org/officeDocument/2006/relationships/oleObject" Target="../embeddings/oleObject114.bin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emf"/><Relationship Id="rId2" Type="http://schemas.openxmlformats.org/officeDocument/2006/relationships/oleObject" Target="../embeddings/oleObject116.bin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2.emf"/><Relationship Id="rId4" Type="http://schemas.openxmlformats.org/officeDocument/2006/relationships/oleObject" Target="../embeddings/oleObject117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1.bin"/><Relationship Id="rId3" Type="http://schemas.openxmlformats.org/officeDocument/2006/relationships/image" Target="../media/image113.emf"/><Relationship Id="rId7" Type="http://schemas.openxmlformats.org/officeDocument/2006/relationships/image" Target="../media/image115.emf"/><Relationship Id="rId2" Type="http://schemas.openxmlformats.org/officeDocument/2006/relationships/oleObject" Target="../embeddings/oleObject118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120.bin"/><Relationship Id="rId5" Type="http://schemas.openxmlformats.org/officeDocument/2006/relationships/image" Target="../media/image114.emf"/><Relationship Id="rId4" Type="http://schemas.openxmlformats.org/officeDocument/2006/relationships/oleObject" Target="../embeddings/oleObject119.bin"/><Relationship Id="rId9" Type="http://schemas.openxmlformats.org/officeDocument/2006/relationships/image" Target="../media/image116.e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5.bin"/><Relationship Id="rId3" Type="http://schemas.openxmlformats.org/officeDocument/2006/relationships/image" Target="../media/image117.emf"/><Relationship Id="rId7" Type="http://schemas.openxmlformats.org/officeDocument/2006/relationships/image" Target="../media/image119.emf"/><Relationship Id="rId2" Type="http://schemas.openxmlformats.org/officeDocument/2006/relationships/oleObject" Target="../embeddings/oleObject122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124.bin"/><Relationship Id="rId11" Type="http://schemas.openxmlformats.org/officeDocument/2006/relationships/image" Target="../media/image121.emf"/><Relationship Id="rId5" Type="http://schemas.openxmlformats.org/officeDocument/2006/relationships/image" Target="../media/image118.emf"/><Relationship Id="rId10" Type="http://schemas.openxmlformats.org/officeDocument/2006/relationships/oleObject" Target="../embeddings/oleObject126.bin"/><Relationship Id="rId4" Type="http://schemas.openxmlformats.org/officeDocument/2006/relationships/oleObject" Target="../embeddings/oleObject123.bin"/><Relationship Id="rId9" Type="http://schemas.openxmlformats.org/officeDocument/2006/relationships/image" Target="../media/image120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4"/>
          <p:cNvSpPr>
            <a:spLocks noGrp="1" noChangeArrowheads="1"/>
          </p:cNvSpPr>
          <p:nvPr>
            <p:ph type="title"/>
          </p:nvPr>
        </p:nvSpPr>
        <p:spPr>
          <a:xfrm>
            <a:off x="1879600" y="2317750"/>
            <a:ext cx="8047038" cy="1066800"/>
          </a:xfrm>
          <a:noFill/>
        </p:spPr>
        <p:txBody>
          <a:bodyPr anchor="ctr"/>
          <a:lstStyle/>
          <a:p>
            <a:pPr algn="ctr" eaLnBrk="1" hangingPunct="1"/>
            <a:r>
              <a:rPr lang="zh-CN" altLang="en-US" sz="3200" b="1" dirty="0">
                <a:solidFill>
                  <a:srgbClr val="FF0000"/>
                </a:solidFill>
              </a:rPr>
              <a:t>第七章     </a:t>
            </a:r>
            <a:r>
              <a:rPr lang="zh-CN" altLang="zh-CN" sz="3200" b="1" dirty="0">
                <a:solidFill>
                  <a:srgbClr val="FF0000"/>
                </a:solidFill>
              </a:rPr>
              <a:t>参数估计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9102750"/>
      </p:ext>
    </p:extLst>
  </p:cSld>
  <p:clrMapOvr>
    <a:masterClrMapping/>
  </p:clrMapOvr>
  <p:transition spd="med">
    <p:strips dir="r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8480332"/>
              </p:ext>
            </p:extLst>
          </p:nvPr>
        </p:nvGraphicFramePr>
        <p:xfrm>
          <a:off x="768257" y="1136558"/>
          <a:ext cx="8072438" cy="919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3562466" imgH="405375" progId="Word.Document.8">
                  <p:embed/>
                </p:oleObj>
              </mc:Choice>
              <mc:Fallback>
                <p:oleObj name="Document" r:id="rId2" imgW="3562466" imgH="40537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8257" y="1136558"/>
                        <a:ext cx="8072438" cy="919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3800639"/>
              </p:ext>
            </p:extLst>
          </p:nvPr>
        </p:nvGraphicFramePr>
        <p:xfrm>
          <a:off x="768257" y="1806239"/>
          <a:ext cx="10750550" cy="2690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4750738" imgH="1188097" progId="Word.Document.8">
                  <p:embed/>
                </p:oleObj>
              </mc:Choice>
              <mc:Fallback>
                <p:oleObj name="Document" r:id="rId4" imgW="4750738" imgH="118809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8257" y="1806239"/>
                        <a:ext cx="10750550" cy="2690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2355319"/>
              </p:ext>
            </p:extLst>
          </p:nvPr>
        </p:nvGraphicFramePr>
        <p:xfrm>
          <a:off x="817563" y="3884613"/>
          <a:ext cx="10852150" cy="909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4784500" imgH="401185" progId="Word.Document.8">
                  <p:embed/>
                </p:oleObj>
              </mc:Choice>
              <mc:Fallback>
                <p:oleObj name="Document" r:id="rId6" imgW="4784500" imgH="40118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7563" y="3884613"/>
                        <a:ext cx="10852150" cy="909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3871700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1433720"/>
              </p:ext>
            </p:extLst>
          </p:nvPr>
        </p:nvGraphicFramePr>
        <p:xfrm>
          <a:off x="1758111" y="720818"/>
          <a:ext cx="8042275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3715466" imgH="374398" progId="Word.Document.8">
                  <p:embed/>
                </p:oleObj>
              </mc:Choice>
              <mc:Fallback>
                <p:oleObj name="Document" r:id="rId2" imgW="3715466" imgH="37439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8111" y="720818"/>
                        <a:ext cx="8042275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7559550"/>
              </p:ext>
            </p:extLst>
          </p:nvPr>
        </p:nvGraphicFramePr>
        <p:xfrm>
          <a:off x="1602723" y="1223961"/>
          <a:ext cx="8245475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3804817" imgH="327699" progId="Word.Document.8">
                  <p:embed/>
                </p:oleObj>
              </mc:Choice>
              <mc:Fallback>
                <p:oleObj name="Document" r:id="rId4" imgW="3804817" imgH="32769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2723" y="1223961"/>
                        <a:ext cx="8245475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7487136"/>
              </p:ext>
            </p:extLst>
          </p:nvPr>
        </p:nvGraphicFramePr>
        <p:xfrm>
          <a:off x="900113" y="1717675"/>
          <a:ext cx="10783887" cy="233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4986713" imgH="1080611" progId="Word.Document.8">
                  <p:embed/>
                </p:oleObj>
              </mc:Choice>
              <mc:Fallback>
                <p:oleObj name="Document" r:id="rId6" imgW="4986713" imgH="1080611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1717675"/>
                        <a:ext cx="10783887" cy="233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9204534"/>
              </p:ext>
            </p:extLst>
          </p:nvPr>
        </p:nvGraphicFramePr>
        <p:xfrm>
          <a:off x="900113" y="3586069"/>
          <a:ext cx="10696575" cy="1465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4946126" imgH="678348" progId="Word.Document.8">
                  <p:embed/>
                </p:oleObj>
              </mc:Choice>
              <mc:Fallback>
                <p:oleObj name="Document" r:id="rId8" imgW="4946126" imgH="67834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3586069"/>
                        <a:ext cx="10696575" cy="1465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4401825"/>
              </p:ext>
            </p:extLst>
          </p:nvPr>
        </p:nvGraphicFramePr>
        <p:xfrm>
          <a:off x="900113" y="4963245"/>
          <a:ext cx="8210550" cy="779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0" imgW="3796065" imgH="361282" progId="Word.Document.8">
                  <p:embed/>
                </p:oleObj>
              </mc:Choice>
              <mc:Fallback>
                <p:oleObj name="Document" r:id="rId10" imgW="3796065" imgH="36128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4963245"/>
                        <a:ext cx="8210550" cy="779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55391534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078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1150649"/>
              </p:ext>
            </p:extLst>
          </p:nvPr>
        </p:nvGraphicFramePr>
        <p:xfrm>
          <a:off x="803369" y="703729"/>
          <a:ext cx="10725150" cy="2090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022630" imgH="978158" progId="Word.Document.8">
                  <p:embed/>
                </p:oleObj>
              </mc:Choice>
              <mc:Fallback>
                <p:oleObj name="Document" r:id="rId2" imgW="5022630" imgH="97815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3369" y="703729"/>
                        <a:ext cx="10725150" cy="2090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9622005"/>
              </p:ext>
            </p:extLst>
          </p:nvPr>
        </p:nvGraphicFramePr>
        <p:xfrm>
          <a:off x="1453218" y="2638892"/>
          <a:ext cx="7502525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3411614" imgH="410775" progId="Word.Document.8">
                  <p:embed/>
                </p:oleObj>
              </mc:Choice>
              <mc:Fallback>
                <p:oleObj name="Document" r:id="rId4" imgW="3411614" imgH="41077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3218" y="2638892"/>
                        <a:ext cx="7502525" cy="90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2338847"/>
              </p:ext>
            </p:extLst>
          </p:nvPr>
        </p:nvGraphicFramePr>
        <p:xfrm>
          <a:off x="3294063" y="4779963"/>
          <a:ext cx="4141787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1741614" imgH="364517" progId="Word.Document.8">
                  <p:embed/>
                </p:oleObj>
              </mc:Choice>
              <mc:Fallback>
                <p:oleObj name="Document" r:id="rId6" imgW="1741614" imgH="36451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4063" y="4779963"/>
                        <a:ext cx="4141787" cy="866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2512108"/>
              </p:ext>
            </p:extLst>
          </p:nvPr>
        </p:nvGraphicFramePr>
        <p:xfrm>
          <a:off x="8172264" y="2013417"/>
          <a:ext cx="3713163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1744330" imgH="399974" progId="Word.Document.8">
                  <p:embed/>
                </p:oleObj>
              </mc:Choice>
              <mc:Fallback>
                <p:oleObj name="Document" r:id="rId8" imgW="1744330" imgH="39997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72264" y="2013417"/>
                        <a:ext cx="3713163" cy="85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7210432"/>
              </p:ext>
            </p:extLst>
          </p:nvPr>
        </p:nvGraphicFramePr>
        <p:xfrm>
          <a:off x="803369" y="3354854"/>
          <a:ext cx="10672762" cy="1471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0" imgW="4847355" imgH="668282" progId="Word.Document.8">
                  <p:embed/>
                </p:oleObj>
              </mc:Choice>
              <mc:Fallback>
                <p:oleObj name="Document" r:id="rId10" imgW="4847355" imgH="66828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3369" y="3354854"/>
                        <a:ext cx="10672762" cy="1471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69241452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078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4787857"/>
              </p:ext>
            </p:extLst>
          </p:nvPr>
        </p:nvGraphicFramePr>
        <p:xfrm>
          <a:off x="1524188" y="718631"/>
          <a:ext cx="6691965" cy="793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2921840" imgH="344165" progId="Word.Document.8">
                  <p:embed/>
                </p:oleObj>
              </mc:Choice>
              <mc:Fallback>
                <p:oleObj name="Document" r:id="rId2" imgW="2921840" imgH="34416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188" y="718631"/>
                        <a:ext cx="6691965" cy="7936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159700"/>
              </p:ext>
            </p:extLst>
          </p:nvPr>
        </p:nvGraphicFramePr>
        <p:xfrm>
          <a:off x="872472" y="1451274"/>
          <a:ext cx="10769600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5067526" imgH="496448" progId="Word.Document.8">
                  <p:embed/>
                </p:oleObj>
              </mc:Choice>
              <mc:Fallback>
                <p:oleObj name="Document" r:id="rId4" imgW="5067526" imgH="49644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2472" y="1451274"/>
                        <a:ext cx="10769600" cy="1054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9729249"/>
              </p:ext>
            </p:extLst>
          </p:nvPr>
        </p:nvGraphicFramePr>
        <p:xfrm>
          <a:off x="886759" y="2444376"/>
          <a:ext cx="10755313" cy="264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4593781" imgH="1128782" progId="Word.Document.8">
                  <p:embed/>
                </p:oleObj>
              </mc:Choice>
              <mc:Fallback>
                <p:oleObj name="Document" r:id="rId6" imgW="4593781" imgH="112878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6759" y="2444376"/>
                        <a:ext cx="10755313" cy="264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直接箭头连接符 6"/>
          <p:cNvCxnSpPr>
            <a:cxnSpLocks noChangeShapeType="1"/>
          </p:cNvCxnSpPr>
          <p:nvPr/>
        </p:nvCxnSpPr>
        <p:spPr bwMode="auto">
          <a:xfrm>
            <a:off x="6772835" y="2339137"/>
            <a:ext cx="51547" cy="1056625"/>
          </a:xfrm>
          <a:prstGeom prst="straightConnector1">
            <a:avLst/>
          </a:prstGeom>
          <a:noFill/>
          <a:ln w="38100" algn="ctr">
            <a:solidFill>
              <a:srgbClr val="9966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2662361366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18" name="Object 1029"/>
          <p:cNvGraphicFramePr>
            <a:graphicFrameLocks noChangeAspect="1"/>
          </p:cNvGraphicFramePr>
          <p:nvPr/>
        </p:nvGraphicFramePr>
        <p:xfrm>
          <a:off x="1924050" y="95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102" imgH="177492" progId="Equation.DSMT4">
                  <p:embed/>
                </p:oleObj>
              </mc:Choice>
              <mc:Fallback>
                <p:oleObj name="Equation" r:id="rId2" imgW="114102" imgH="17749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4050" y="9525"/>
                        <a:ext cx="1143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078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5111661"/>
              </p:ext>
            </p:extLst>
          </p:nvPr>
        </p:nvGraphicFramePr>
        <p:xfrm>
          <a:off x="761534" y="969216"/>
          <a:ext cx="10726737" cy="219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5234899" imgH="1072343" progId="Word.Document.8">
                  <p:embed/>
                </p:oleObj>
              </mc:Choice>
              <mc:Fallback>
                <p:oleObj name="Document" r:id="rId4" imgW="5234899" imgH="107234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1534" y="969216"/>
                        <a:ext cx="10726737" cy="219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6247247"/>
              </p:ext>
            </p:extLst>
          </p:nvPr>
        </p:nvGraphicFramePr>
        <p:xfrm>
          <a:off x="761534" y="3166316"/>
          <a:ext cx="10785007" cy="14768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5019397" imgH="687335" progId="Word.Document.8">
                  <p:embed/>
                </p:oleObj>
              </mc:Choice>
              <mc:Fallback>
                <p:oleObj name="Document" r:id="rId6" imgW="5019397" imgH="68733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1534" y="3166316"/>
                        <a:ext cx="10785007" cy="14768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51163423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42" name="Object 1029"/>
          <p:cNvGraphicFramePr>
            <a:graphicFrameLocks noChangeAspect="1"/>
          </p:cNvGraphicFramePr>
          <p:nvPr/>
        </p:nvGraphicFramePr>
        <p:xfrm>
          <a:off x="1924050" y="-37147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102" imgH="177492" progId="Equation.DSMT4">
                  <p:embed/>
                </p:oleObj>
              </mc:Choice>
              <mc:Fallback>
                <p:oleObj name="Equation" r:id="rId2" imgW="114102" imgH="17749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4050" y="-371475"/>
                        <a:ext cx="1143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8907837"/>
              </p:ext>
            </p:extLst>
          </p:nvPr>
        </p:nvGraphicFramePr>
        <p:xfrm>
          <a:off x="803275" y="744538"/>
          <a:ext cx="10842625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4787014" imgH="396152" progId="Word.Document.8">
                  <p:embed/>
                </p:oleObj>
              </mc:Choice>
              <mc:Fallback>
                <p:oleObj name="Document" r:id="rId4" imgW="4787014" imgH="39615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3275" y="744538"/>
                        <a:ext cx="10842625" cy="895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9817008"/>
              </p:ext>
            </p:extLst>
          </p:nvPr>
        </p:nvGraphicFramePr>
        <p:xfrm>
          <a:off x="836613" y="1528763"/>
          <a:ext cx="10837862" cy="219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5418897" imgH="1101240" progId="Word.Document.8">
                  <p:embed/>
                </p:oleObj>
              </mc:Choice>
              <mc:Fallback>
                <p:oleObj name="Document" r:id="rId6" imgW="5418897" imgH="110124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6613" y="1528763"/>
                        <a:ext cx="10837862" cy="219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10"/>
          <p:cNvGrpSpPr>
            <a:grpSpLocks/>
          </p:cNvGrpSpPr>
          <p:nvPr/>
        </p:nvGrpSpPr>
        <p:grpSpPr bwMode="auto">
          <a:xfrm flipH="1">
            <a:off x="6347013" y="1317812"/>
            <a:ext cx="2353234" cy="3271936"/>
            <a:chOff x="4123113" y="1330036"/>
            <a:chExt cx="2747429" cy="5471448"/>
          </a:xfrm>
        </p:grpSpPr>
        <p:cxnSp>
          <p:nvCxnSpPr>
            <p:cNvPr id="10249" name="直接箭头连接符 6"/>
            <p:cNvCxnSpPr>
              <a:cxnSpLocks noChangeShapeType="1"/>
            </p:cNvCxnSpPr>
            <p:nvPr/>
          </p:nvCxnSpPr>
          <p:spPr bwMode="auto">
            <a:xfrm flipH="1" flipV="1">
              <a:off x="4123113" y="1330036"/>
              <a:ext cx="2122387" cy="5471448"/>
            </a:xfrm>
            <a:prstGeom prst="straightConnector1">
              <a:avLst/>
            </a:prstGeom>
            <a:noFill/>
            <a:ln w="28575" algn="ctr">
              <a:solidFill>
                <a:srgbClr val="FF00FF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250" name="直接箭头连接符 8"/>
            <p:cNvCxnSpPr>
              <a:cxnSpLocks noChangeShapeType="1"/>
            </p:cNvCxnSpPr>
            <p:nvPr/>
          </p:nvCxnSpPr>
          <p:spPr bwMode="auto">
            <a:xfrm flipV="1">
              <a:off x="6245500" y="4628079"/>
              <a:ext cx="625042" cy="2173405"/>
            </a:xfrm>
            <a:prstGeom prst="straightConnector1">
              <a:avLst/>
            </a:prstGeom>
            <a:noFill/>
            <a:ln w="31750" algn="ctr">
              <a:solidFill>
                <a:srgbClr val="FF00FF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aphicFrame>
        <p:nvGraphicFramePr>
          <p:cNvPr id="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0269860"/>
              </p:ext>
            </p:extLst>
          </p:nvPr>
        </p:nvGraphicFramePr>
        <p:xfrm>
          <a:off x="1439865" y="4464805"/>
          <a:ext cx="5776724" cy="5865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2723433" imgH="276142" progId="Word.Document.8">
                  <p:embed/>
                </p:oleObj>
              </mc:Choice>
              <mc:Fallback>
                <p:oleObj name="Document" r:id="rId8" imgW="2723433" imgH="27614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9865" y="4464805"/>
                        <a:ext cx="5776724" cy="5865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9479636"/>
              </p:ext>
            </p:extLst>
          </p:nvPr>
        </p:nvGraphicFramePr>
        <p:xfrm>
          <a:off x="1004980" y="4974325"/>
          <a:ext cx="9944098" cy="7636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0" imgW="4862440" imgH="374224" progId="Word.Document.8">
                  <p:embed/>
                </p:oleObj>
              </mc:Choice>
              <mc:Fallback>
                <p:oleObj name="Document" r:id="rId10" imgW="4862440" imgH="37422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4980" y="4974325"/>
                        <a:ext cx="9944098" cy="7636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003694"/>
              </p:ext>
            </p:extLst>
          </p:nvPr>
        </p:nvGraphicFramePr>
        <p:xfrm>
          <a:off x="1528854" y="3652049"/>
          <a:ext cx="8896350" cy="893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2" imgW="3930394" imgH="395793" progId="Word.Document.8">
                  <p:embed/>
                </p:oleObj>
              </mc:Choice>
              <mc:Fallback>
                <p:oleObj name="Document" r:id="rId12" imgW="3930394" imgH="39579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8854" y="3652049"/>
                        <a:ext cx="8896350" cy="893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7790781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078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1962641"/>
              </p:ext>
            </p:extLst>
          </p:nvPr>
        </p:nvGraphicFramePr>
        <p:xfrm>
          <a:off x="668338" y="3348038"/>
          <a:ext cx="10956925" cy="2497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4634367" imgH="1055447" progId="Word.Document.8">
                  <p:embed/>
                </p:oleObj>
              </mc:Choice>
              <mc:Fallback>
                <p:oleObj name="Document" r:id="rId2" imgW="4634367" imgH="105544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8338" y="3348038"/>
                        <a:ext cx="10956925" cy="2497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59830"/>
              </p:ext>
            </p:extLst>
          </p:nvPr>
        </p:nvGraphicFramePr>
        <p:xfrm>
          <a:off x="668338" y="720725"/>
          <a:ext cx="10696575" cy="2849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4446880" imgH="1187018" progId="Word.Document.8">
                  <p:embed/>
                </p:oleObj>
              </mc:Choice>
              <mc:Fallback>
                <p:oleObj name="Document" r:id="rId4" imgW="4446880" imgH="118701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8338" y="720725"/>
                        <a:ext cx="10696575" cy="2849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61376947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3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8066425"/>
              </p:ext>
            </p:extLst>
          </p:nvPr>
        </p:nvGraphicFramePr>
        <p:xfrm>
          <a:off x="564964" y="661381"/>
          <a:ext cx="10918825" cy="1490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349115" imgH="730832" progId="Word.Document.8">
                  <p:embed/>
                </p:oleObj>
              </mc:Choice>
              <mc:Fallback>
                <p:oleObj name="Document" r:id="rId2" imgW="5349115" imgH="73083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964" y="661381"/>
                        <a:ext cx="10918825" cy="1490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0668996"/>
              </p:ext>
            </p:extLst>
          </p:nvPr>
        </p:nvGraphicFramePr>
        <p:xfrm>
          <a:off x="1153366" y="2049860"/>
          <a:ext cx="7867650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3416782" imgH="298013" progId="Word.Document.8">
                  <p:embed/>
                </p:oleObj>
              </mc:Choice>
              <mc:Fallback>
                <p:oleObj name="Document" r:id="rId4" imgW="3416782" imgH="29801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3366" y="2049860"/>
                        <a:ext cx="7867650" cy="682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065492"/>
              </p:ext>
            </p:extLst>
          </p:nvPr>
        </p:nvGraphicFramePr>
        <p:xfrm>
          <a:off x="1153366" y="2566336"/>
          <a:ext cx="6847634" cy="6561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3416782" imgH="326412" progId="Word.Document.8">
                  <p:embed/>
                </p:oleObj>
              </mc:Choice>
              <mc:Fallback>
                <p:oleObj name="Document" r:id="rId6" imgW="3416782" imgH="32641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3366" y="2566336"/>
                        <a:ext cx="6847634" cy="6561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4506137"/>
              </p:ext>
            </p:extLst>
          </p:nvPr>
        </p:nvGraphicFramePr>
        <p:xfrm>
          <a:off x="512065" y="3006243"/>
          <a:ext cx="10860088" cy="2520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5386468" imgH="1252445" progId="Word.Document.8">
                  <p:embed/>
                </p:oleObj>
              </mc:Choice>
              <mc:Fallback>
                <p:oleObj name="Document" r:id="rId8" imgW="5386468" imgH="125244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065" y="3006243"/>
                        <a:ext cx="10860088" cy="2520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37198300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5285758"/>
              </p:ext>
            </p:extLst>
          </p:nvPr>
        </p:nvGraphicFramePr>
        <p:xfrm>
          <a:off x="968375" y="795335"/>
          <a:ext cx="10518775" cy="2738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299549" imgH="1382578" progId="Word.Document.8">
                  <p:embed/>
                </p:oleObj>
              </mc:Choice>
              <mc:Fallback>
                <p:oleObj name="Document" r:id="rId2" imgW="5299549" imgH="138257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8375" y="795335"/>
                        <a:ext cx="10518775" cy="2738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9907141"/>
              </p:ext>
            </p:extLst>
          </p:nvPr>
        </p:nvGraphicFramePr>
        <p:xfrm>
          <a:off x="1582830" y="3163585"/>
          <a:ext cx="6875369" cy="8316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3444017" imgH="419055" progId="Word.Document.8">
                  <p:embed/>
                </p:oleObj>
              </mc:Choice>
              <mc:Fallback>
                <p:oleObj name="Document" r:id="rId4" imgW="3444017" imgH="41905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2830" y="3163585"/>
                        <a:ext cx="6875369" cy="8316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2714120"/>
              </p:ext>
            </p:extLst>
          </p:nvPr>
        </p:nvGraphicFramePr>
        <p:xfrm>
          <a:off x="1490663" y="4392613"/>
          <a:ext cx="727075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3712019" imgH="395793" progId="Word.Document.8">
                  <p:embed/>
                </p:oleObj>
              </mc:Choice>
              <mc:Fallback>
                <p:oleObj name="Document" r:id="rId6" imgW="3712019" imgH="39579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0663" y="4392613"/>
                        <a:ext cx="7270750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40769"/>
              </p:ext>
            </p:extLst>
          </p:nvPr>
        </p:nvGraphicFramePr>
        <p:xfrm>
          <a:off x="2160776" y="3723522"/>
          <a:ext cx="4629989" cy="7781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2346097" imgH="396152" progId="Word.Document.8">
                  <p:embed/>
                </p:oleObj>
              </mc:Choice>
              <mc:Fallback>
                <p:oleObj name="Document" r:id="rId8" imgW="2346097" imgH="39615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0776" y="3723522"/>
                        <a:ext cx="4629989" cy="7781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90753219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3"/>
          <p:cNvGraphicFramePr>
            <a:graphicFrameLocks noChangeAspect="1"/>
          </p:cNvGraphicFramePr>
          <p:nvPr/>
        </p:nvGraphicFramePr>
        <p:xfrm>
          <a:off x="968375" y="795335"/>
          <a:ext cx="10518775" cy="2738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299549" imgH="1382578" progId="Word.Document.8">
                  <p:embed/>
                </p:oleObj>
              </mc:Choice>
              <mc:Fallback>
                <p:oleObj name="Document" r:id="rId2" imgW="5299549" imgH="138257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8375" y="795335"/>
                        <a:ext cx="10518775" cy="2738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2734062"/>
              </p:ext>
            </p:extLst>
          </p:nvPr>
        </p:nvGraphicFramePr>
        <p:xfrm>
          <a:off x="1327244" y="3334218"/>
          <a:ext cx="2476500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1242368" imgH="416643" progId="Word.Document.8">
                  <p:embed/>
                </p:oleObj>
              </mc:Choice>
              <mc:Fallback>
                <p:oleObj name="Document" r:id="rId4" imgW="1242368" imgH="41664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7244" y="3334218"/>
                        <a:ext cx="2476500" cy="831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2487409"/>
              </p:ext>
            </p:extLst>
          </p:nvPr>
        </p:nvGraphicFramePr>
        <p:xfrm>
          <a:off x="3130596" y="3322918"/>
          <a:ext cx="3942136" cy="6035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1984772" imgH="303405" progId="Word.Document.8">
                  <p:embed/>
                </p:oleObj>
              </mc:Choice>
              <mc:Fallback>
                <p:oleObj name="Document" r:id="rId6" imgW="1984772" imgH="30340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0596" y="3322918"/>
                        <a:ext cx="3942136" cy="6035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1158468"/>
              </p:ext>
            </p:extLst>
          </p:nvPr>
        </p:nvGraphicFramePr>
        <p:xfrm>
          <a:off x="968375" y="3832225"/>
          <a:ext cx="10925097" cy="20396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5502558" imgH="1042920" progId="Word.Document.8">
                  <p:embed/>
                </p:oleObj>
              </mc:Choice>
              <mc:Fallback>
                <p:oleObj name="Document" r:id="rId8" imgW="5502558" imgH="104292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8375" y="3832225"/>
                        <a:ext cx="10925097" cy="20396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4852977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3"/>
          <p:cNvGraphicFramePr>
            <a:graphicFrameLocks noChangeAspect="1"/>
          </p:cNvGraphicFramePr>
          <p:nvPr/>
        </p:nvGraphicFramePr>
        <p:xfrm>
          <a:off x="968375" y="795335"/>
          <a:ext cx="10518775" cy="2738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299549" imgH="1382578" progId="Word.Document.8">
                  <p:embed/>
                </p:oleObj>
              </mc:Choice>
              <mc:Fallback>
                <p:oleObj name="Document" r:id="rId2" imgW="5299549" imgH="138257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8375" y="795335"/>
                        <a:ext cx="10518775" cy="2738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8491021"/>
              </p:ext>
            </p:extLst>
          </p:nvPr>
        </p:nvGraphicFramePr>
        <p:xfrm>
          <a:off x="1325563" y="3333750"/>
          <a:ext cx="2481262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1242368" imgH="415205" progId="Word.Document.8">
                  <p:embed/>
                </p:oleObj>
              </mc:Choice>
              <mc:Fallback>
                <p:oleObj name="Document" r:id="rId4" imgW="1242368" imgH="41520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5563" y="3333750"/>
                        <a:ext cx="2481262" cy="827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5743069"/>
              </p:ext>
            </p:extLst>
          </p:nvPr>
        </p:nvGraphicFramePr>
        <p:xfrm>
          <a:off x="3180509" y="3333751"/>
          <a:ext cx="5932115" cy="612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2908556" imgH="300170" progId="Word.Document.8">
                  <p:embed/>
                </p:oleObj>
              </mc:Choice>
              <mc:Fallback>
                <p:oleObj name="Document" r:id="rId6" imgW="2908556" imgH="30017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0509" y="3333751"/>
                        <a:ext cx="5932115" cy="612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7777803"/>
              </p:ext>
            </p:extLst>
          </p:nvPr>
        </p:nvGraphicFramePr>
        <p:xfrm>
          <a:off x="2240430" y="3915395"/>
          <a:ext cx="8422892" cy="15351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4261908" imgH="777565" progId="Word.Document.8">
                  <p:embed/>
                </p:oleObj>
              </mc:Choice>
              <mc:Fallback>
                <p:oleObj name="Document" r:id="rId8" imgW="4261908" imgH="77756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0430" y="3915395"/>
                        <a:ext cx="8422892" cy="15351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91866304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6657604"/>
              </p:ext>
            </p:extLst>
          </p:nvPr>
        </p:nvGraphicFramePr>
        <p:xfrm>
          <a:off x="720725" y="798513"/>
          <a:ext cx="10687050" cy="162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453008" imgH="828360" progId="Word.Document.8">
                  <p:embed/>
                </p:oleObj>
              </mc:Choice>
              <mc:Fallback>
                <p:oleObj name="Document" r:id="rId2" imgW="5453008" imgH="82836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0725" y="798513"/>
                        <a:ext cx="10687050" cy="1620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6434201"/>
              </p:ext>
            </p:extLst>
          </p:nvPr>
        </p:nvGraphicFramePr>
        <p:xfrm>
          <a:off x="1031785" y="4220977"/>
          <a:ext cx="1560789" cy="863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801994" imgH="441341" progId="Word.Document.8">
                  <p:embed/>
                </p:oleObj>
              </mc:Choice>
              <mc:Fallback>
                <p:oleObj name="Document" r:id="rId4" imgW="801994" imgH="441341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1785" y="4220977"/>
                        <a:ext cx="1560789" cy="863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2593784"/>
              </p:ext>
            </p:extLst>
          </p:nvPr>
        </p:nvGraphicFramePr>
        <p:xfrm>
          <a:off x="1289610" y="2312241"/>
          <a:ext cx="10207625" cy="1209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5275485" imgH="625503" progId="Word.Document.8">
                  <p:embed/>
                </p:oleObj>
              </mc:Choice>
              <mc:Fallback>
                <p:oleObj name="Document" r:id="rId6" imgW="5275485" imgH="62550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9610" y="2312241"/>
                        <a:ext cx="10207625" cy="1209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5551396"/>
              </p:ext>
            </p:extLst>
          </p:nvPr>
        </p:nvGraphicFramePr>
        <p:xfrm>
          <a:off x="2968345" y="3521916"/>
          <a:ext cx="4614862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2388479" imgH="447918" progId="Word.Document.8">
                  <p:embed/>
                </p:oleObj>
              </mc:Choice>
              <mc:Fallback>
                <p:oleObj name="Document" r:id="rId8" imgW="2388479" imgH="44791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8345" y="3521916"/>
                        <a:ext cx="4614862" cy="866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151291"/>
              </p:ext>
            </p:extLst>
          </p:nvPr>
        </p:nvGraphicFramePr>
        <p:xfrm>
          <a:off x="720725" y="4253192"/>
          <a:ext cx="8104187" cy="110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0" imgW="4190792" imgH="575535" progId="Word.Document.8">
                  <p:embed/>
                </p:oleObj>
              </mc:Choice>
              <mc:Fallback>
                <p:oleObj name="Document" r:id="rId10" imgW="4190792" imgH="57553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0725" y="4253192"/>
                        <a:ext cx="8104187" cy="1108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50256017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0397956"/>
              </p:ext>
            </p:extLst>
          </p:nvPr>
        </p:nvGraphicFramePr>
        <p:xfrm>
          <a:off x="935039" y="634440"/>
          <a:ext cx="10347044" cy="26328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024425" imgH="1300975" progId="Word.Document.8">
                  <p:embed/>
                </p:oleObj>
              </mc:Choice>
              <mc:Fallback>
                <p:oleObj name="Document" r:id="rId2" imgW="5024425" imgH="130097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5039" y="634440"/>
                        <a:ext cx="10347044" cy="26328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078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6697010"/>
              </p:ext>
            </p:extLst>
          </p:nvPr>
        </p:nvGraphicFramePr>
        <p:xfrm>
          <a:off x="1639983" y="4345548"/>
          <a:ext cx="2067857" cy="8380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825479" imgH="396262" progId="Word.Document.8">
                  <p:embed/>
                </p:oleObj>
              </mc:Choice>
              <mc:Fallback>
                <p:oleObj name="Document" r:id="rId4" imgW="825479" imgH="39626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9983" y="4345548"/>
                        <a:ext cx="2067857" cy="8380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6499749"/>
              </p:ext>
            </p:extLst>
          </p:nvPr>
        </p:nvGraphicFramePr>
        <p:xfrm>
          <a:off x="1563221" y="3128123"/>
          <a:ext cx="7754938" cy="131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3833419" imgH="650667" progId="Word.Document.8">
                  <p:embed/>
                </p:oleObj>
              </mc:Choice>
              <mc:Fallback>
                <p:oleObj name="Document" r:id="rId6" imgW="3833419" imgH="65066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3221" y="3128123"/>
                        <a:ext cx="7754938" cy="131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2806391"/>
              </p:ext>
            </p:extLst>
          </p:nvPr>
        </p:nvGraphicFramePr>
        <p:xfrm>
          <a:off x="1033651" y="4354369"/>
          <a:ext cx="5577820" cy="854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2754113" imgH="422395" progId="Word.Document.8">
                  <p:embed/>
                </p:oleObj>
              </mc:Choice>
              <mc:Fallback>
                <p:oleObj name="Document" r:id="rId8" imgW="2754113" imgH="42239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3651" y="4354369"/>
                        <a:ext cx="5577820" cy="854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47890366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3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7292882"/>
              </p:ext>
            </p:extLst>
          </p:nvPr>
        </p:nvGraphicFramePr>
        <p:xfrm>
          <a:off x="1250576" y="860052"/>
          <a:ext cx="4592638" cy="100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2184643" imgH="479537" progId="Word.Document.8">
                  <p:embed/>
                </p:oleObj>
              </mc:Choice>
              <mc:Fallback>
                <p:oleObj name="Document" r:id="rId2" imgW="2184643" imgH="47953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0576" y="860052"/>
                        <a:ext cx="4592638" cy="1009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730153"/>
              </p:ext>
            </p:extLst>
          </p:nvPr>
        </p:nvGraphicFramePr>
        <p:xfrm>
          <a:off x="568698" y="1549308"/>
          <a:ext cx="10833100" cy="1263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5161269" imgH="611483" progId="Word.Document.8">
                  <p:embed/>
                </p:oleObj>
              </mc:Choice>
              <mc:Fallback>
                <p:oleObj name="Document" r:id="rId4" imgW="5161269" imgH="61148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698" y="1549308"/>
                        <a:ext cx="10833100" cy="1263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3540170"/>
              </p:ext>
            </p:extLst>
          </p:nvPr>
        </p:nvGraphicFramePr>
        <p:xfrm>
          <a:off x="639342" y="2747496"/>
          <a:ext cx="10691812" cy="231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5281950" imgH="1146037" progId="Word.Document.8">
                  <p:embed/>
                </p:oleObj>
              </mc:Choice>
              <mc:Fallback>
                <p:oleObj name="Document" r:id="rId6" imgW="5281950" imgH="114603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9342" y="2747496"/>
                        <a:ext cx="10691812" cy="2317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43177340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6702724"/>
              </p:ext>
            </p:extLst>
          </p:nvPr>
        </p:nvGraphicFramePr>
        <p:xfrm>
          <a:off x="628650" y="808038"/>
          <a:ext cx="10861675" cy="1982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175277" imgH="945085" progId="Word.Document.8">
                  <p:embed/>
                </p:oleObj>
              </mc:Choice>
              <mc:Fallback>
                <p:oleObj name="Document" r:id="rId2" imgW="5175277" imgH="94508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650" y="808038"/>
                        <a:ext cx="10861675" cy="1982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7005653"/>
              </p:ext>
            </p:extLst>
          </p:nvPr>
        </p:nvGraphicFramePr>
        <p:xfrm>
          <a:off x="645318" y="2764631"/>
          <a:ext cx="10828338" cy="175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5289852" imgH="858090" progId="Word.Document.8">
                  <p:embed/>
                </p:oleObj>
              </mc:Choice>
              <mc:Fallback>
                <p:oleObj name="Document" r:id="rId4" imgW="5289852" imgH="85809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5318" y="2764631"/>
                        <a:ext cx="10828338" cy="175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6823844"/>
              </p:ext>
            </p:extLst>
          </p:nvPr>
        </p:nvGraphicFramePr>
        <p:xfrm>
          <a:off x="1174377" y="4239418"/>
          <a:ext cx="10691813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5187848" imgH="492854" progId="Word.Document.8">
                  <p:embed/>
                </p:oleObj>
              </mc:Choice>
              <mc:Fallback>
                <p:oleObj name="Document" r:id="rId6" imgW="5187848" imgH="49285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4377" y="4239418"/>
                        <a:ext cx="10691813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24648210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078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9966332"/>
              </p:ext>
            </p:extLst>
          </p:nvPr>
        </p:nvGraphicFramePr>
        <p:xfrm>
          <a:off x="765175" y="978741"/>
          <a:ext cx="7048500" cy="543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3043604" imgH="2351030" progId="Word.Document.8">
                  <p:embed/>
                </p:oleObj>
              </mc:Choice>
              <mc:Fallback>
                <p:oleObj name="Document" r:id="rId2" imgW="3043604" imgH="235103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5175" y="978741"/>
                        <a:ext cx="7048500" cy="5437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686156"/>
              </p:ext>
            </p:extLst>
          </p:nvPr>
        </p:nvGraphicFramePr>
        <p:xfrm>
          <a:off x="7415068" y="2289268"/>
          <a:ext cx="4740275" cy="1209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2318081" imgH="590274" progId="Word.Document.8">
                  <p:embed/>
                </p:oleObj>
              </mc:Choice>
              <mc:Fallback>
                <p:oleObj name="Document" r:id="rId4" imgW="2318081" imgH="59027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15068" y="2289268"/>
                        <a:ext cx="4740275" cy="1209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071418"/>
              </p:ext>
            </p:extLst>
          </p:nvPr>
        </p:nvGraphicFramePr>
        <p:xfrm>
          <a:off x="7719868" y="3060233"/>
          <a:ext cx="4435475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2169385" imgH="460500" progId="Word.Document.8">
                  <p:embed/>
                </p:oleObj>
              </mc:Choice>
              <mc:Fallback>
                <p:oleObj name="Document" r:id="rId6" imgW="2169385" imgH="4605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19868" y="3060233"/>
                        <a:ext cx="4435475" cy="942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3640340"/>
              </p:ext>
            </p:extLst>
          </p:nvPr>
        </p:nvGraphicFramePr>
        <p:xfrm>
          <a:off x="7738026" y="4095003"/>
          <a:ext cx="4106863" cy="110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2069177" imgH="558280" progId="Word.Document.8">
                  <p:embed/>
                </p:oleObj>
              </mc:Choice>
              <mc:Fallback>
                <p:oleObj name="Document" r:id="rId8" imgW="2069177" imgH="55828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38026" y="4095003"/>
                        <a:ext cx="4106863" cy="1108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直接连接符 3"/>
          <p:cNvCxnSpPr/>
          <p:nvPr/>
        </p:nvCxnSpPr>
        <p:spPr>
          <a:xfrm flipV="1">
            <a:off x="2140548" y="1824318"/>
            <a:ext cx="0" cy="1008529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3849208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6748154"/>
              </p:ext>
            </p:extLst>
          </p:nvPr>
        </p:nvGraphicFramePr>
        <p:xfrm>
          <a:off x="831850" y="919163"/>
          <a:ext cx="10639425" cy="2487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258963" imgH="1230157" progId="Word.Document.8">
                  <p:embed/>
                </p:oleObj>
              </mc:Choice>
              <mc:Fallback>
                <p:oleObj name="Document" r:id="rId2" imgW="5258963" imgH="123015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1850" y="919163"/>
                        <a:ext cx="10639425" cy="2487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3064720"/>
              </p:ext>
            </p:extLst>
          </p:nvPr>
        </p:nvGraphicFramePr>
        <p:xfrm>
          <a:off x="831850" y="3213100"/>
          <a:ext cx="6889750" cy="715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3402774" imgH="353733" progId="Word.Document.8">
                  <p:embed/>
                </p:oleObj>
              </mc:Choice>
              <mc:Fallback>
                <p:oleObj name="Document" r:id="rId4" imgW="3402774" imgH="35373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1850" y="3213100"/>
                        <a:ext cx="6889750" cy="715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8798103"/>
              </p:ext>
            </p:extLst>
          </p:nvPr>
        </p:nvGraphicFramePr>
        <p:xfrm>
          <a:off x="831850" y="3744913"/>
          <a:ext cx="10566400" cy="808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5221610" imgH="401185" progId="Word.Document.8">
                  <p:embed/>
                </p:oleObj>
              </mc:Choice>
              <mc:Fallback>
                <p:oleObj name="Document" r:id="rId6" imgW="5221610" imgH="40118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1850" y="3744913"/>
                        <a:ext cx="10566400" cy="808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8600148"/>
              </p:ext>
            </p:extLst>
          </p:nvPr>
        </p:nvGraphicFramePr>
        <p:xfrm>
          <a:off x="1429684" y="4491177"/>
          <a:ext cx="4432300" cy="76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1899290" imgH="379975" progId="Word.Document.8">
                  <p:embed/>
                </p:oleObj>
              </mc:Choice>
              <mc:Fallback>
                <p:oleObj name="Document" r:id="rId8" imgW="1899290" imgH="37997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684" y="4491177"/>
                        <a:ext cx="4432300" cy="768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9898463"/>
              </p:ext>
            </p:extLst>
          </p:nvPr>
        </p:nvGraphicFramePr>
        <p:xfrm>
          <a:off x="5785318" y="4342606"/>
          <a:ext cx="5146675" cy="1122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0" imgW="2544358" imgH="557201" progId="Word.Document.8">
                  <p:embed/>
                </p:oleObj>
              </mc:Choice>
              <mc:Fallback>
                <p:oleObj name="Document" r:id="rId10" imgW="2544358" imgH="557201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85318" y="4342606"/>
                        <a:ext cx="5146675" cy="1122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1061143"/>
              </p:ext>
            </p:extLst>
          </p:nvPr>
        </p:nvGraphicFramePr>
        <p:xfrm>
          <a:off x="1179420" y="4940299"/>
          <a:ext cx="4856163" cy="1122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2" imgW="2399254" imgH="555044" progId="Word.Document.8">
                  <p:embed/>
                </p:oleObj>
              </mc:Choice>
              <mc:Fallback>
                <p:oleObj name="Document" r:id="rId12" imgW="2399254" imgH="55504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9420" y="4940299"/>
                        <a:ext cx="4856163" cy="1122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2653224"/>
              </p:ext>
            </p:extLst>
          </p:nvPr>
        </p:nvGraphicFramePr>
        <p:xfrm>
          <a:off x="5495925" y="4978400"/>
          <a:ext cx="2665413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4" imgW="1319590" imgH="428146" progId="Word.Document.8">
                  <p:embed/>
                </p:oleObj>
              </mc:Choice>
              <mc:Fallback>
                <p:oleObj name="Document" r:id="rId14" imgW="1319590" imgH="42814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5925" y="4978400"/>
                        <a:ext cx="2665413" cy="86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46835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482" name="Object 10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3040053"/>
              </p:ext>
            </p:extLst>
          </p:nvPr>
        </p:nvGraphicFramePr>
        <p:xfrm>
          <a:off x="1924050" y="7675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102" imgH="177492" progId="Equation.DSMT4">
                  <p:embed/>
                </p:oleObj>
              </mc:Choice>
              <mc:Fallback>
                <p:oleObj name="Equation" r:id="rId2" imgW="114102" imgH="17749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4050" y="76755"/>
                        <a:ext cx="1143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7153770"/>
              </p:ext>
            </p:extLst>
          </p:nvPr>
        </p:nvGraphicFramePr>
        <p:xfrm>
          <a:off x="871538" y="695880"/>
          <a:ext cx="10347325" cy="220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4928168" imgH="1049336" progId="Word.Document.8">
                  <p:embed/>
                </p:oleObj>
              </mc:Choice>
              <mc:Fallback>
                <p:oleObj name="Document" r:id="rId4" imgW="4928168" imgH="104933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1538" y="695880"/>
                        <a:ext cx="10347325" cy="2201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9873576"/>
              </p:ext>
            </p:extLst>
          </p:nvPr>
        </p:nvGraphicFramePr>
        <p:xfrm>
          <a:off x="891381" y="3054155"/>
          <a:ext cx="10358437" cy="2403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4787732" imgH="1111886" progId="Word.Document.8">
                  <p:embed/>
                </p:oleObj>
              </mc:Choice>
              <mc:Fallback>
                <p:oleObj name="Document" r:id="rId6" imgW="4787732" imgH="111188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1381" y="3054155"/>
                        <a:ext cx="10358437" cy="2403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64756214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0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2024128"/>
              </p:ext>
            </p:extLst>
          </p:nvPr>
        </p:nvGraphicFramePr>
        <p:xfrm>
          <a:off x="902914" y="1051392"/>
          <a:ext cx="10604500" cy="2767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4903026" imgH="1280485" progId="Word.Document.8">
                  <p:embed/>
                </p:oleObj>
              </mc:Choice>
              <mc:Fallback>
                <p:oleObj name="Document" r:id="rId2" imgW="4903026" imgH="128048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2914" y="1051392"/>
                        <a:ext cx="10604500" cy="2767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7504255"/>
              </p:ext>
            </p:extLst>
          </p:nvPr>
        </p:nvGraphicFramePr>
        <p:xfrm>
          <a:off x="867055" y="3773581"/>
          <a:ext cx="10518775" cy="163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4863158" imgH="755277" progId="Word.Document.8">
                  <p:embed/>
                </p:oleObj>
              </mc:Choice>
              <mc:Fallback>
                <p:oleObj name="Document" r:id="rId4" imgW="4863158" imgH="75527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7055" y="3773581"/>
                        <a:ext cx="10518775" cy="1630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628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482" name="Object 1029"/>
          <p:cNvGraphicFramePr>
            <a:graphicFrameLocks noChangeAspect="1"/>
          </p:cNvGraphicFramePr>
          <p:nvPr/>
        </p:nvGraphicFramePr>
        <p:xfrm>
          <a:off x="1924050" y="95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102" imgH="177492" progId="Equation.DSMT4">
                  <p:embed/>
                </p:oleObj>
              </mc:Choice>
              <mc:Fallback>
                <p:oleObj name="Equation" r:id="rId2" imgW="114102" imgH="17749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4050" y="9525"/>
                        <a:ext cx="1143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0217470"/>
              </p:ext>
            </p:extLst>
          </p:nvPr>
        </p:nvGraphicFramePr>
        <p:xfrm>
          <a:off x="830635" y="533586"/>
          <a:ext cx="10537825" cy="234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5274048" imgH="1177312" progId="Word.Document.8">
                  <p:embed/>
                </p:oleObj>
              </mc:Choice>
              <mc:Fallback>
                <p:oleObj name="Document" r:id="rId4" imgW="5274048" imgH="117731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0635" y="533586"/>
                        <a:ext cx="10537825" cy="2346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6199443"/>
              </p:ext>
            </p:extLst>
          </p:nvPr>
        </p:nvGraphicFramePr>
        <p:xfrm>
          <a:off x="830635" y="2466695"/>
          <a:ext cx="7564811" cy="8264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3677180" imgH="402623" progId="Word.Document.8">
                  <p:embed/>
                </p:oleObj>
              </mc:Choice>
              <mc:Fallback>
                <p:oleObj name="Document" r:id="rId6" imgW="3677180" imgH="40262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0635" y="2466695"/>
                        <a:ext cx="7564811" cy="8264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9762882"/>
              </p:ext>
            </p:extLst>
          </p:nvPr>
        </p:nvGraphicFramePr>
        <p:xfrm>
          <a:off x="1449760" y="3293127"/>
          <a:ext cx="9918700" cy="3173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4848432" imgH="1549739" progId="Word.Document.8">
                  <p:embed/>
                </p:oleObj>
              </mc:Choice>
              <mc:Fallback>
                <p:oleObj name="Document" r:id="rId8" imgW="4848432" imgH="154973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9760" y="3293127"/>
                        <a:ext cx="9918700" cy="3173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22397461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844975"/>
              </p:ext>
            </p:extLst>
          </p:nvPr>
        </p:nvGraphicFramePr>
        <p:xfrm>
          <a:off x="831850" y="590550"/>
          <a:ext cx="10818813" cy="2074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151931" imgH="990021" progId="Word.Document.8">
                  <p:embed/>
                </p:oleObj>
              </mc:Choice>
              <mc:Fallback>
                <p:oleObj name="Document" r:id="rId2" imgW="5151931" imgH="990021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1850" y="590550"/>
                        <a:ext cx="10818813" cy="2074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8523555"/>
              </p:ext>
            </p:extLst>
          </p:nvPr>
        </p:nvGraphicFramePr>
        <p:xfrm>
          <a:off x="696913" y="4122738"/>
          <a:ext cx="10837862" cy="2316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5129662" imgH="1100023" progId="Word.Document.8">
                  <p:embed/>
                </p:oleObj>
              </mc:Choice>
              <mc:Fallback>
                <p:oleObj name="Document" r:id="rId4" imgW="5129662" imgH="110002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6913" y="4122738"/>
                        <a:ext cx="10837862" cy="2316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1714784"/>
              </p:ext>
            </p:extLst>
          </p:nvPr>
        </p:nvGraphicFramePr>
        <p:xfrm>
          <a:off x="850900" y="2332038"/>
          <a:ext cx="10799763" cy="2074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5209039" imgH="1001165" progId="Word.Document.8">
                  <p:embed/>
                </p:oleObj>
              </mc:Choice>
              <mc:Fallback>
                <p:oleObj name="Document" r:id="rId6" imgW="5209039" imgH="100116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0900" y="2332038"/>
                        <a:ext cx="10799763" cy="2074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8023216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530" name="Object 1029"/>
          <p:cNvGraphicFramePr>
            <a:graphicFrameLocks noChangeAspect="1"/>
          </p:cNvGraphicFramePr>
          <p:nvPr/>
        </p:nvGraphicFramePr>
        <p:xfrm>
          <a:off x="1924050" y="95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102" imgH="177492" progId="Equation.DSMT4">
                  <p:embed/>
                </p:oleObj>
              </mc:Choice>
              <mc:Fallback>
                <p:oleObj name="Equation" r:id="rId2" imgW="114102" imgH="17749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4050" y="9525"/>
                        <a:ext cx="1143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1684027"/>
              </p:ext>
            </p:extLst>
          </p:nvPr>
        </p:nvGraphicFramePr>
        <p:xfrm>
          <a:off x="3924674" y="903754"/>
          <a:ext cx="5443538" cy="92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2486532" imgH="424551" progId="Word.Document.8">
                  <p:embed/>
                </p:oleObj>
              </mc:Choice>
              <mc:Fallback>
                <p:oleObj name="Document" r:id="rId4" imgW="2486532" imgH="424551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674" y="903754"/>
                        <a:ext cx="5443538" cy="923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4739868"/>
              </p:ext>
            </p:extLst>
          </p:nvPr>
        </p:nvGraphicFramePr>
        <p:xfrm>
          <a:off x="9994573" y="3550078"/>
          <a:ext cx="1482725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671090" imgH="243009" progId="Word.Document.8">
                  <p:embed/>
                </p:oleObj>
              </mc:Choice>
              <mc:Fallback>
                <p:oleObj name="Document" r:id="rId6" imgW="671090" imgH="24300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94573" y="3550078"/>
                        <a:ext cx="1482725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3381261"/>
              </p:ext>
            </p:extLst>
          </p:nvPr>
        </p:nvGraphicFramePr>
        <p:xfrm>
          <a:off x="9692855" y="4637270"/>
          <a:ext cx="1987550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899707" imgH="240849" progId="Word.Document.8">
                  <p:embed/>
                </p:oleObj>
              </mc:Choice>
              <mc:Fallback>
                <p:oleObj name="Document" r:id="rId8" imgW="899707" imgH="24084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92855" y="4637270"/>
                        <a:ext cx="1987550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4157126"/>
              </p:ext>
            </p:extLst>
          </p:nvPr>
        </p:nvGraphicFramePr>
        <p:xfrm>
          <a:off x="849410" y="1530469"/>
          <a:ext cx="7103670" cy="6926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0" imgW="3494003" imgH="340792" progId="Word.Document.8">
                  <p:embed/>
                </p:oleObj>
              </mc:Choice>
              <mc:Fallback>
                <p:oleObj name="Document" r:id="rId10" imgW="3494003" imgH="34079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9410" y="1530469"/>
                        <a:ext cx="7103670" cy="6926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8818799"/>
              </p:ext>
            </p:extLst>
          </p:nvPr>
        </p:nvGraphicFramePr>
        <p:xfrm>
          <a:off x="849410" y="2056253"/>
          <a:ext cx="10596563" cy="164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2" imgW="5408019" imgH="844789" progId="Word.Document.8">
                  <p:embed/>
                </p:oleObj>
              </mc:Choice>
              <mc:Fallback>
                <p:oleObj name="Document" r:id="rId12" imgW="5408019" imgH="84478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9410" y="2056253"/>
                        <a:ext cx="10596563" cy="1649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3700328"/>
              </p:ext>
            </p:extLst>
          </p:nvPr>
        </p:nvGraphicFramePr>
        <p:xfrm>
          <a:off x="780584" y="3858559"/>
          <a:ext cx="10493375" cy="1266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4" imgW="5388983" imgH="653184" progId="Word.Document.8">
                  <p:embed/>
                </p:oleObj>
              </mc:Choice>
              <mc:Fallback>
                <p:oleObj name="Document" r:id="rId14" imgW="5388983" imgH="65318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0584" y="3858559"/>
                        <a:ext cx="10493375" cy="1266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32193563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2677234"/>
              </p:ext>
            </p:extLst>
          </p:nvPr>
        </p:nvGraphicFramePr>
        <p:xfrm>
          <a:off x="646907" y="742484"/>
          <a:ext cx="10726738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4538110" imgH="515142" progId="Word.Document.8">
                  <p:embed/>
                </p:oleObj>
              </mc:Choice>
              <mc:Fallback>
                <p:oleObj name="Document" r:id="rId2" imgW="4538110" imgH="51514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907" y="742484"/>
                        <a:ext cx="10726738" cy="121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5113574"/>
              </p:ext>
            </p:extLst>
          </p:nvPr>
        </p:nvGraphicFramePr>
        <p:xfrm>
          <a:off x="1290638" y="1751155"/>
          <a:ext cx="10028237" cy="1301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4307523" imgH="561156" progId="Word.Document.8">
                  <p:embed/>
                </p:oleObj>
              </mc:Choice>
              <mc:Fallback>
                <p:oleObj name="Document" r:id="rId4" imgW="4307523" imgH="56115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0638" y="1751155"/>
                        <a:ext cx="10028237" cy="1301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8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3637942"/>
              </p:ext>
            </p:extLst>
          </p:nvPr>
        </p:nvGraphicFramePr>
        <p:xfrm>
          <a:off x="735013" y="3565525"/>
          <a:ext cx="10769600" cy="2090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4650170" imgH="905182" progId="Word.Document.8">
                  <p:embed/>
                </p:oleObj>
              </mc:Choice>
              <mc:Fallback>
                <p:oleObj name="Document" r:id="rId6" imgW="4650170" imgH="90518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5013" y="3565525"/>
                        <a:ext cx="10769600" cy="2090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8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4912662"/>
              </p:ext>
            </p:extLst>
          </p:nvPr>
        </p:nvGraphicFramePr>
        <p:xfrm>
          <a:off x="1316038" y="2525713"/>
          <a:ext cx="8631237" cy="1538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3708787" imgH="660733" progId="Word.Document.8">
                  <p:embed/>
                </p:oleObj>
              </mc:Choice>
              <mc:Fallback>
                <p:oleObj name="Document" r:id="rId8" imgW="3708787" imgH="66073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6038" y="2525713"/>
                        <a:ext cx="8631237" cy="1538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8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583400"/>
              </p:ext>
            </p:extLst>
          </p:nvPr>
        </p:nvGraphicFramePr>
        <p:xfrm>
          <a:off x="7988300" y="1262063"/>
          <a:ext cx="2249488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0" imgW="862726" imgH="202749" progId="Word.Document.8">
                  <p:embed/>
                </p:oleObj>
              </mc:Choice>
              <mc:Fallback>
                <p:oleObj name="Document" r:id="rId10" imgW="862726" imgH="20274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88300" y="1262063"/>
                        <a:ext cx="2249488" cy="48895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7" name="直接箭头连接符 16"/>
          <p:cNvCxnSpPr>
            <a:cxnSpLocks noChangeShapeType="1"/>
            <a:endCxn id="9" idx="1"/>
          </p:cNvCxnSpPr>
          <p:nvPr/>
        </p:nvCxnSpPr>
        <p:spPr bwMode="auto">
          <a:xfrm flipV="1">
            <a:off x="6979024" y="1519914"/>
            <a:ext cx="1011657" cy="335530"/>
          </a:xfrm>
          <a:prstGeom prst="straightConnector1">
            <a:avLst/>
          </a:prstGeom>
          <a:noFill/>
          <a:ln w="19050" algn="ctr">
            <a:solidFill>
              <a:srgbClr val="FF0066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" name="直接箭头连接符 18"/>
          <p:cNvCxnSpPr>
            <a:cxnSpLocks noChangeShapeType="1"/>
          </p:cNvCxnSpPr>
          <p:nvPr/>
        </p:nvCxnSpPr>
        <p:spPr bwMode="auto">
          <a:xfrm flipH="1">
            <a:off x="5793908" y="1777883"/>
            <a:ext cx="3273893" cy="1046823"/>
          </a:xfrm>
          <a:prstGeom prst="straightConnector1">
            <a:avLst/>
          </a:prstGeom>
          <a:noFill/>
          <a:ln w="19050" algn="ctr">
            <a:solidFill>
              <a:srgbClr val="00B05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" name="直接箭头连接符 22"/>
          <p:cNvCxnSpPr>
            <a:cxnSpLocks noChangeShapeType="1"/>
            <a:endCxn id="9" idx="1"/>
          </p:cNvCxnSpPr>
          <p:nvPr/>
        </p:nvCxnSpPr>
        <p:spPr bwMode="auto">
          <a:xfrm flipV="1">
            <a:off x="6777318" y="1519914"/>
            <a:ext cx="1213363" cy="925513"/>
          </a:xfrm>
          <a:prstGeom prst="straightConnector1">
            <a:avLst/>
          </a:prstGeom>
          <a:noFill/>
          <a:ln w="19050" algn="ctr">
            <a:solidFill>
              <a:srgbClr val="FF0066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" name="直接箭头连接符 24"/>
          <p:cNvCxnSpPr>
            <a:cxnSpLocks noChangeShapeType="1"/>
            <a:stCxn id="9" idx="2"/>
          </p:cNvCxnSpPr>
          <p:nvPr/>
        </p:nvCxnSpPr>
        <p:spPr bwMode="auto">
          <a:xfrm flipH="1">
            <a:off x="5680356" y="1777883"/>
            <a:ext cx="3412843" cy="1652634"/>
          </a:xfrm>
          <a:prstGeom prst="straightConnector1">
            <a:avLst/>
          </a:prstGeom>
          <a:noFill/>
          <a:ln w="19050" algn="ctr">
            <a:solidFill>
              <a:srgbClr val="00B05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直接箭头连接符 26"/>
          <p:cNvCxnSpPr>
            <a:cxnSpLocks noChangeShapeType="1"/>
            <a:endCxn id="9" idx="1"/>
          </p:cNvCxnSpPr>
          <p:nvPr/>
        </p:nvCxnSpPr>
        <p:spPr bwMode="auto">
          <a:xfrm flipV="1">
            <a:off x="6168231" y="1519914"/>
            <a:ext cx="1822450" cy="688777"/>
          </a:xfrm>
          <a:prstGeom prst="straightConnector1">
            <a:avLst/>
          </a:prstGeom>
          <a:noFill/>
          <a:ln w="19050" algn="ctr">
            <a:solidFill>
              <a:srgbClr val="FF0066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32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5147637"/>
              </p:ext>
            </p:extLst>
          </p:nvPr>
        </p:nvGraphicFramePr>
        <p:xfrm>
          <a:off x="5317951" y="4683520"/>
          <a:ext cx="1500188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2" imgW="648661" imgH="302686" progId="Word.Document.8">
                  <p:embed/>
                </p:oleObj>
              </mc:Choice>
              <mc:Fallback>
                <p:oleObj name="Document" r:id="rId12" imgW="648661" imgH="30268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7951" y="4683520"/>
                        <a:ext cx="1500188" cy="701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8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09381710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2757202"/>
              </p:ext>
            </p:extLst>
          </p:nvPr>
        </p:nvGraphicFramePr>
        <p:xfrm>
          <a:off x="1404843" y="837173"/>
          <a:ext cx="10406063" cy="215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080456" imgH="1055807" progId="Word.Document.8">
                  <p:embed/>
                </p:oleObj>
              </mc:Choice>
              <mc:Fallback>
                <p:oleObj name="Document" r:id="rId2" imgW="5080456" imgH="105580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4843" y="837173"/>
                        <a:ext cx="10406063" cy="215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6625626"/>
              </p:ext>
            </p:extLst>
          </p:nvPr>
        </p:nvGraphicFramePr>
        <p:xfrm>
          <a:off x="1282700" y="3062288"/>
          <a:ext cx="10729913" cy="1247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5270457" imgH="615078" progId="Word.Document.8">
                  <p:embed/>
                </p:oleObj>
              </mc:Choice>
              <mc:Fallback>
                <p:oleObj name="Document" r:id="rId4" imgW="5270457" imgH="61507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2700" y="3062288"/>
                        <a:ext cx="10729913" cy="1247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8749000"/>
              </p:ext>
            </p:extLst>
          </p:nvPr>
        </p:nvGraphicFramePr>
        <p:xfrm>
          <a:off x="3607174" y="4232674"/>
          <a:ext cx="2076450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868472" imgH="202749" progId="Word.Document.8">
                  <p:embed/>
                </p:oleObj>
              </mc:Choice>
              <mc:Fallback>
                <p:oleObj name="Document" r:id="rId6" imgW="868472" imgH="20274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7174" y="4232674"/>
                        <a:ext cx="2076450" cy="44926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FF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直接箭头连接符 6"/>
          <p:cNvCxnSpPr>
            <a:cxnSpLocks noChangeShapeType="1"/>
          </p:cNvCxnSpPr>
          <p:nvPr/>
        </p:nvCxnSpPr>
        <p:spPr bwMode="auto">
          <a:xfrm flipH="1">
            <a:off x="5683624" y="3314301"/>
            <a:ext cx="2859742" cy="1109712"/>
          </a:xfrm>
          <a:prstGeom prst="straightConnector1">
            <a:avLst/>
          </a:prstGeom>
          <a:noFill/>
          <a:ln w="19050" algn="ctr">
            <a:solidFill>
              <a:srgbClr val="FF0066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" name="直接箭头连接符 8"/>
          <p:cNvCxnSpPr>
            <a:cxnSpLocks noChangeShapeType="1"/>
          </p:cNvCxnSpPr>
          <p:nvPr/>
        </p:nvCxnSpPr>
        <p:spPr bwMode="auto">
          <a:xfrm flipH="1">
            <a:off x="5683624" y="3686175"/>
            <a:ext cx="1084730" cy="715891"/>
          </a:xfrm>
          <a:prstGeom prst="straightConnector1">
            <a:avLst/>
          </a:prstGeom>
          <a:noFill/>
          <a:ln w="19050" algn="ctr">
            <a:solidFill>
              <a:srgbClr val="FF0066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1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8043271"/>
              </p:ext>
            </p:extLst>
          </p:nvPr>
        </p:nvGraphicFramePr>
        <p:xfrm>
          <a:off x="6109633" y="4157196"/>
          <a:ext cx="4098925" cy="1233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2025358" imgH="609686" progId="Word.Document.8">
                  <p:embed/>
                </p:oleObj>
              </mc:Choice>
              <mc:Fallback>
                <p:oleObj name="Document" r:id="rId8" imgW="2025358" imgH="60968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09633" y="4157196"/>
                        <a:ext cx="4098925" cy="1233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5" name="直接箭头连接符 14"/>
          <p:cNvCxnSpPr>
            <a:cxnSpLocks noChangeShapeType="1"/>
          </p:cNvCxnSpPr>
          <p:nvPr/>
        </p:nvCxnSpPr>
        <p:spPr bwMode="auto">
          <a:xfrm flipV="1">
            <a:off x="5683624" y="4341520"/>
            <a:ext cx="2770094" cy="203587"/>
          </a:xfrm>
          <a:prstGeom prst="straightConnector1">
            <a:avLst/>
          </a:prstGeom>
          <a:noFill/>
          <a:ln w="19050" algn="ctr">
            <a:solidFill>
              <a:srgbClr val="00B05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" name="直接箭头连接符 16"/>
          <p:cNvCxnSpPr>
            <a:cxnSpLocks noChangeShapeType="1"/>
          </p:cNvCxnSpPr>
          <p:nvPr/>
        </p:nvCxnSpPr>
        <p:spPr bwMode="auto">
          <a:xfrm>
            <a:off x="5728447" y="4545107"/>
            <a:ext cx="879427" cy="80681"/>
          </a:xfrm>
          <a:prstGeom prst="straightConnector1">
            <a:avLst/>
          </a:prstGeom>
          <a:noFill/>
          <a:ln w="19050" algn="ctr">
            <a:solidFill>
              <a:srgbClr val="00B05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327091530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2174510"/>
              </p:ext>
            </p:extLst>
          </p:nvPr>
        </p:nvGraphicFramePr>
        <p:xfrm>
          <a:off x="1403350" y="836613"/>
          <a:ext cx="10382250" cy="109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068962" imgH="535992" progId="Word.Document.8">
                  <p:embed/>
                </p:oleObj>
              </mc:Choice>
              <mc:Fallback>
                <p:oleObj name="Document" r:id="rId2" imgW="5068962" imgH="53599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836613"/>
                        <a:ext cx="10382250" cy="1098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8332046"/>
              </p:ext>
            </p:extLst>
          </p:nvPr>
        </p:nvGraphicFramePr>
        <p:xfrm>
          <a:off x="1403350" y="1703388"/>
          <a:ext cx="5006975" cy="1243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2474679" imgH="615078" progId="Word.Document.8">
                  <p:embed/>
                </p:oleObj>
              </mc:Choice>
              <mc:Fallback>
                <p:oleObj name="Document" r:id="rId4" imgW="2474679" imgH="61507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1703388"/>
                        <a:ext cx="5006975" cy="1243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8150803"/>
              </p:ext>
            </p:extLst>
          </p:nvPr>
        </p:nvGraphicFramePr>
        <p:xfrm>
          <a:off x="5883275" y="1649413"/>
          <a:ext cx="6046788" cy="1243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2934417" imgH="603215" progId="Word.Document.8">
                  <p:embed/>
                </p:oleObj>
              </mc:Choice>
              <mc:Fallback>
                <p:oleObj name="Document" r:id="rId6" imgW="2934417" imgH="60321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3275" y="1649413"/>
                        <a:ext cx="6046788" cy="1243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7102695"/>
              </p:ext>
            </p:extLst>
          </p:nvPr>
        </p:nvGraphicFramePr>
        <p:xfrm>
          <a:off x="774700" y="2752725"/>
          <a:ext cx="10861675" cy="330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5267942" imgH="1604380" progId="Word.Document.8">
                  <p:embed/>
                </p:oleObj>
              </mc:Choice>
              <mc:Fallback>
                <p:oleObj name="Document" r:id="rId8" imgW="5267942" imgH="160438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4700" y="2752725"/>
                        <a:ext cx="10861675" cy="3305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10144301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5743621"/>
              </p:ext>
            </p:extLst>
          </p:nvPr>
        </p:nvGraphicFramePr>
        <p:xfrm>
          <a:off x="1403350" y="836613"/>
          <a:ext cx="10382250" cy="115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057469" imgH="561156" progId="Word.Document.8">
                  <p:embed/>
                </p:oleObj>
              </mc:Choice>
              <mc:Fallback>
                <p:oleObj name="Document" r:id="rId2" imgW="5057469" imgH="56115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836613"/>
                        <a:ext cx="10382250" cy="1152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738790"/>
              </p:ext>
            </p:extLst>
          </p:nvPr>
        </p:nvGraphicFramePr>
        <p:xfrm>
          <a:off x="1403350" y="1703388"/>
          <a:ext cx="4973638" cy="1228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2474679" imgH="613640" progId="Word.Document.8">
                  <p:embed/>
                </p:oleObj>
              </mc:Choice>
              <mc:Fallback>
                <p:oleObj name="Document" r:id="rId4" imgW="2474679" imgH="61364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1703388"/>
                        <a:ext cx="4973638" cy="1228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2075285"/>
              </p:ext>
            </p:extLst>
          </p:nvPr>
        </p:nvGraphicFramePr>
        <p:xfrm>
          <a:off x="6005699" y="1626347"/>
          <a:ext cx="5984875" cy="1243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2903528" imgH="605732" progId="Word.Document.8">
                  <p:embed/>
                </p:oleObj>
              </mc:Choice>
              <mc:Fallback>
                <p:oleObj name="Document" r:id="rId6" imgW="2903528" imgH="60573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5699" y="1626347"/>
                        <a:ext cx="5984875" cy="1243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3388303"/>
              </p:ext>
            </p:extLst>
          </p:nvPr>
        </p:nvGraphicFramePr>
        <p:xfrm>
          <a:off x="769938" y="2724150"/>
          <a:ext cx="10982325" cy="305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5395089" imgH="1504443" progId="Word.Document.8">
                  <p:embed/>
                </p:oleObj>
              </mc:Choice>
              <mc:Fallback>
                <p:oleObj name="Document" r:id="rId8" imgW="5395089" imgH="150444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9938" y="2724150"/>
                        <a:ext cx="10982325" cy="305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88400817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3289019"/>
              </p:ext>
            </p:extLst>
          </p:nvPr>
        </p:nvGraphicFramePr>
        <p:xfrm>
          <a:off x="1403350" y="836613"/>
          <a:ext cx="10382250" cy="1112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057469" imgH="542103" progId="Word.Document.8">
                  <p:embed/>
                </p:oleObj>
              </mc:Choice>
              <mc:Fallback>
                <p:oleObj name="Document" r:id="rId2" imgW="5057469" imgH="54210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836613"/>
                        <a:ext cx="10382250" cy="1112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6752348"/>
              </p:ext>
            </p:extLst>
          </p:nvPr>
        </p:nvGraphicFramePr>
        <p:xfrm>
          <a:off x="1403350" y="1703388"/>
          <a:ext cx="5006975" cy="1238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2474679" imgH="613640" progId="Word.Document.8">
                  <p:embed/>
                </p:oleObj>
              </mc:Choice>
              <mc:Fallback>
                <p:oleObj name="Document" r:id="rId4" imgW="2474679" imgH="61364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1703388"/>
                        <a:ext cx="5006975" cy="1238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7921284"/>
              </p:ext>
            </p:extLst>
          </p:nvPr>
        </p:nvGraphicFramePr>
        <p:xfrm>
          <a:off x="6240463" y="1639888"/>
          <a:ext cx="6029325" cy="1243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2925078" imgH="603215" progId="Word.Document.8">
                  <p:embed/>
                </p:oleObj>
              </mc:Choice>
              <mc:Fallback>
                <p:oleObj name="Document" r:id="rId6" imgW="2925078" imgH="60321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0463" y="1639888"/>
                        <a:ext cx="6029325" cy="1243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359538"/>
              </p:ext>
            </p:extLst>
          </p:nvPr>
        </p:nvGraphicFramePr>
        <p:xfrm>
          <a:off x="730250" y="2816225"/>
          <a:ext cx="10861675" cy="287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5651926" imgH="1503360" progId="Word.Document.8">
                  <p:embed/>
                </p:oleObj>
              </mc:Choice>
              <mc:Fallback>
                <p:oleObj name="Document" r:id="rId8" imgW="5651926" imgH="150336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250" y="2816225"/>
                        <a:ext cx="10861675" cy="2878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2284312"/>
              </p:ext>
            </p:extLst>
          </p:nvPr>
        </p:nvGraphicFramePr>
        <p:xfrm>
          <a:off x="7643813" y="3619500"/>
          <a:ext cx="3227387" cy="183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0" imgW="1739100" imgH="989302" progId="Word.Document.8">
                  <p:embed/>
                </p:oleObj>
              </mc:Choice>
              <mc:Fallback>
                <p:oleObj name="Document" r:id="rId10" imgW="1739100" imgH="98930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43813" y="3619500"/>
                        <a:ext cx="3227387" cy="183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9527605"/>
              </p:ext>
            </p:extLst>
          </p:nvPr>
        </p:nvGraphicFramePr>
        <p:xfrm>
          <a:off x="7634623" y="3619500"/>
          <a:ext cx="3333750" cy="184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2" imgW="1739100" imgH="989302" progId="Word.Document.8">
                  <p:embed/>
                </p:oleObj>
              </mc:Choice>
              <mc:Fallback>
                <p:oleObj name="Document" r:id="rId12" imgW="1739100" imgH="98930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34623" y="3619500"/>
                        <a:ext cx="3333750" cy="1849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10617234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674" name="Object 1029"/>
          <p:cNvGraphicFramePr>
            <a:graphicFrameLocks noChangeAspect="1"/>
          </p:cNvGraphicFramePr>
          <p:nvPr/>
        </p:nvGraphicFramePr>
        <p:xfrm>
          <a:off x="1924050" y="95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102" imgH="177492" progId="Equation.DSMT4">
                  <p:embed/>
                </p:oleObj>
              </mc:Choice>
              <mc:Fallback>
                <p:oleObj name="Equation" r:id="rId2" imgW="114102" imgH="17749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4050" y="9525"/>
                        <a:ext cx="1143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9819307"/>
              </p:ext>
            </p:extLst>
          </p:nvPr>
        </p:nvGraphicFramePr>
        <p:xfrm>
          <a:off x="714282" y="745098"/>
          <a:ext cx="10729912" cy="2589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5273689" imgH="1271857" progId="Word.Document.8">
                  <p:embed/>
                </p:oleObj>
              </mc:Choice>
              <mc:Fallback>
                <p:oleObj name="Document" r:id="rId4" imgW="5273689" imgH="127185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282" y="745098"/>
                        <a:ext cx="10729912" cy="2589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3087476"/>
              </p:ext>
            </p:extLst>
          </p:nvPr>
        </p:nvGraphicFramePr>
        <p:xfrm>
          <a:off x="714282" y="3257924"/>
          <a:ext cx="10855325" cy="2646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5265787" imgH="1284439" progId="Word.Document.8">
                  <p:embed/>
                </p:oleObj>
              </mc:Choice>
              <mc:Fallback>
                <p:oleObj name="Document" r:id="rId6" imgW="5265787" imgH="128443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282" y="3257924"/>
                        <a:ext cx="10855325" cy="2646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45659413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6869834"/>
              </p:ext>
            </p:extLst>
          </p:nvPr>
        </p:nvGraphicFramePr>
        <p:xfrm>
          <a:off x="928688" y="725488"/>
          <a:ext cx="10483850" cy="293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454444" imgH="1528920" progId="Word.Document.8">
                  <p:embed/>
                </p:oleObj>
              </mc:Choice>
              <mc:Fallback>
                <p:oleObj name="Document" r:id="rId2" imgW="5454444" imgH="152892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8688" y="725488"/>
                        <a:ext cx="10483850" cy="293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0119951"/>
              </p:ext>
            </p:extLst>
          </p:nvPr>
        </p:nvGraphicFramePr>
        <p:xfrm>
          <a:off x="928688" y="3330948"/>
          <a:ext cx="10523538" cy="2405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5439004" imgH="1245240" progId="Word.Document.8">
                  <p:embed/>
                </p:oleObj>
              </mc:Choice>
              <mc:Fallback>
                <p:oleObj name="Document" r:id="rId4" imgW="5439004" imgH="124524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8688" y="3330948"/>
                        <a:ext cx="10523538" cy="2405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18228026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0065974"/>
              </p:ext>
            </p:extLst>
          </p:nvPr>
        </p:nvGraphicFramePr>
        <p:xfrm>
          <a:off x="784225" y="633413"/>
          <a:ext cx="10566400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058187" imgH="876783" progId="Word.Document.8">
                  <p:embed/>
                </p:oleObj>
              </mc:Choice>
              <mc:Fallback>
                <p:oleObj name="Document" r:id="rId2" imgW="5058187" imgH="87678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225" y="633413"/>
                        <a:ext cx="10566400" cy="182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3801721"/>
              </p:ext>
            </p:extLst>
          </p:nvPr>
        </p:nvGraphicFramePr>
        <p:xfrm>
          <a:off x="765175" y="2341563"/>
          <a:ext cx="10841038" cy="1916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5248906" imgH="930706" progId="Word.Document.8">
                  <p:embed/>
                </p:oleObj>
              </mc:Choice>
              <mc:Fallback>
                <p:oleObj name="Document" r:id="rId4" imgW="5248906" imgH="93070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5175" y="2341563"/>
                        <a:ext cx="10841038" cy="1916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1601444"/>
              </p:ext>
            </p:extLst>
          </p:nvPr>
        </p:nvGraphicFramePr>
        <p:xfrm>
          <a:off x="665955" y="4262438"/>
          <a:ext cx="10802938" cy="1301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5260759" imgH="634131" progId="Word.Document.8">
                  <p:embed/>
                </p:oleObj>
              </mc:Choice>
              <mc:Fallback>
                <p:oleObj name="Document" r:id="rId6" imgW="5260759" imgH="634131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955" y="4262438"/>
                        <a:ext cx="10802938" cy="1301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6043603"/>
              </p:ext>
            </p:extLst>
          </p:nvPr>
        </p:nvGraphicFramePr>
        <p:xfrm>
          <a:off x="2027238" y="3305175"/>
          <a:ext cx="8108950" cy="1127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3910281" imgH="543900" progId="Word.Document.8">
                  <p:embed/>
                </p:oleObj>
              </mc:Choice>
              <mc:Fallback>
                <p:oleObj name="Document" r:id="rId8" imgW="3910281" imgH="5439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7238" y="3305175"/>
                        <a:ext cx="8108950" cy="1127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直接连接符 6"/>
          <p:cNvCxnSpPr>
            <a:cxnSpLocks noChangeShapeType="1"/>
          </p:cNvCxnSpPr>
          <p:nvPr/>
        </p:nvCxnSpPr>
        <p:spPr bwMode="auto">
          <a:xfrm>
            <a:off x="4843414" y="4067735"/>
            <a:ext cx="2336800" cy="0"/>
          </a:xfrm>
          <a:prstGeom prst="line">
            <a:avLst/>
          </a:prstGeom>
          <a:noFill/>
          <a:ln w="38100" algn="ctr">
            <a:solidFill>
              <a:srgbClr val="00B0F0"/>
            </a:solidFill>
            <a:round/>
            <a:headEnd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1109966963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8113547"/>
              </p:ext>
            </p:extLst>
          </p:nvPr>
        </p:nvGraphicFramePr>
        <p:xfrm>
          <a:off x="938213" y="730250"/>
          <a:ext cx="8921750" cy="1181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4383307" imgH="580568" progId="Word.Document.8">
                  <p:embed/>
                </p:oleObj>
              </mc:Choice>
              <mc:Fallback>
                <p:oleObj name="Document" r:id="rId2" imgW="4383307" imgH="58056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8213" y="730250"/>
                        <a:ext cx="8921750" cy="1181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9294402"/>
              </p:ext>
            </p:extLst>
          </p:nvPr>
        </p:nvGraphicFramePr>
        <p:xfrm>
          <a:off x="890588" y="2466975"/>
          <a:ext cx="4498975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2211767" imgH="440728" progId="Word.Document.8">
                  <p:embed/>
                </p:oleObj>
              </mc:Choice>
              <mc:Fallback>
                <p:oleObj name="Document" r:id="rId4" imgW="2211767" imgH="44072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0588" y="2466975"/>
                        <a:ext cx="4498975" cy="895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3892882"/>
              </p:ext>
            </p:extLst>
          </p:nvPr>
        </p:nvGraphicFramePr>
        <p:xfrm>
          <a:off x="938213" y="3818405"/>
          <a:ext cx="10542587" cy="1363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5177432" imgH="670439" progId="Word.Document.8">
                  <p:embed/>
                </p:oleObj>
              </mc:Choice>
              <mc:Fallback>
                <p:oleObj name="Document" r:id="rId6" imgW="5177432" imgH="67043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8213" y="3818405"/>
                        <a:ext cx="10542587" cy="1363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直接箭头连接符 6"/>
          <p:cNvCxnSpPr>
            <a:cxnSpLocks noChangeShapeType="1"/>
          </p:cNvCxnSpPr>
          <p:nvPr/>
        </p:nvCxnSpPr>
        <p:spPr bwMode="auto">
          <a:xfrm flipH="1">
            <a:off x="2846294" y="1364061"/>
            <a:ext cx="4706194" cy="1513610"/>
          </a:xfrm>
          <a:prstGeom prst="straightConnector1">
            <a:avLst/>
          </a:prstGeom>
          <a:noFill/>
          <a:ln w="31750" algn="ctr">
            <a:solidFill>
              <a:srgbClr val="FF0066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7175149"/>
              </p:ext>
            </p:extLst>
          </p:nvPr>
        </p:nvGraphicFramePr>
        <p:xfrm>
          <a:off x="846138" y="2646363"/>
          <a:ext cx="10856912" cy="1481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5299549" imgH="724362" progId="Word.Document.8">
                  <p:embed/>
                </p:oleObj>
              </mc:Choice>
              <mc:Fallback>
                <p:oleObj name="Document" r:id="rId8" imgW="5299549" imgH="72436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6138" y="2646363"/>
                        <a:ext cx="10856912" cy="1481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2133823"/>
              </p:ext>
            </p:extLst>
          </p:nvPr>
        </p:nvGraphicFramePr>
        <p:xfrm>
          <a:off x="888720" y="894855"/>
          <a:ext cx="10606087" cy="1519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0" imgW="5242441" imgH="753480" progId="Word.Document.8">
                  <p:embed/>
                </p:oleObj>
              </mc:Choice>
              <mc:Fallback>
                <p:oleObj name="Document" r:id="rId10" imgW="5242441" imgH="75348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8720" y="894855"/>
                        <a:ext cx="10606087" cy="1519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86121358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"/>
  <p:tag name="KSO_WM_TEMPLATE_SUBCATEGORY" val="0"/>
  <p:tag name="KSO_WM_TAG_VERSION" val="1.0"/>
  <p:tag name="KSO_WM_BEAUTIFY_FLAG" val="#wm#"/>
  <p:tag name="KSO_WM_TEMPLATE_CATEGORY" val="custom"/>
  <p:tag name="KSO_WM_TEMPLATE_INDEX" val="2018730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741</TotalTime>
  <Words>3</Words>
  <Application>Microsoft Office PowerPoint</Application>
  <PresentationFormat>宽屏</PresentationFormat>
  <Paragraphs>1</Paragraphs>
  <Slides>32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32</vt:i4>
      </vt:variant>
    </vt:vector>
  </HeadingPairs>
  <TitlesOfParts>
    <vt:vector size="37" baseType="lpstr">
      <vt:lpstr>微软雅黑</vt:lpstr>
      <vt:lpstr>Arial</vt:lpstr>
      <vt:lpstr>Office 主题​​</vt:lpstr>
      <vt:lpstr>Document</vt:lpstr>
      <vt:lpstr>Equation</vt:lpstr>
      <vt:lpstr>第七章     参数估计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微软雅黑 54号(标题)</dc:title>
  <dc:creator>宁荣健</dc:creator>
  <cp:lastModifiedBy>Yuanxueyu</cp:lastModifiedBy>
  <cp:revision>102</cp:revision>
  <dcterms:created xsi:type="dcterms:W3CDTF">2019-06-19T02:08:00Z</dcterms:created>
  <dcterms:modified xsi:type="dcterms:W3CDTF">2024-01-21T02:32:01Z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2052-11.1.0.8894</vt:lpwstr>
  </property>
</Properties>
</file>