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60" r:id="rId2"/>
    <p:sldId id="261" r:id="rId3"/>
    <p:sldId id="263" r:id="rId4"/>
    <p:sldId id="264" r:id="rId5"/>
    <p:sldId id="266" r:id="rId6"/>
    <p:sldId id="267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85" d="100"/>
          <a:sy n="85" d="100"/>
        </p:scale>
        <p:origin x="84" y="38"/>
      </p:cViewPr>
      <p:guideLst>
        <p:guide orient="horz" pos="2158"/>
        <p:guide pos="386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7" Type="http://schemas.openxmlformats.org/officeDocument/2006/relationships/image" Target="../media/image14.emf"/><Relationship Id="rId2" Type="http://schemas.openxmlformats.org/officeDocument/2006/relationships/image" Target="../media/image9.emf"/><Relationship Id="rId1" Type="http://schemas.openxmlformats.org/officeDocument/2006/relationships/image" Target="../media/image8.emf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Relationship Id="rId4" Type="http://schemas.openxmlformats.org/officeDocument/2006/relationships/image" Target="../media/image21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image" Target="../media/image22.emf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2019/12/1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00135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2019/12/1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945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5.xml"/><Relationship Id="rId4" Type="http://schemas.openxmlformats.org/officeDocument/2006/relationships/tags" Target="../tags/tag4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669882" y="3566160"/>
            <a:ext cx="10852237" cy="950984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96000"/>
            <a:ext cx="10852237" cy="5041355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3808730"/>
            <a:ext cx="10852237" cy="624845"/>
          </a:xfrm>
          <a:prstGeom prst="rect">
            <a:avLst/>
          </a:prstGeo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69925" y="4511675"/>
            <a:ext cx="10852237" cy="1077985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1296000"/>
            <a:ext cx="5283242" cy="504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2019/12/1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1296000"/>
            <a:ext cx="5283242" cy="381003"/>
          </a:xfrm>
          <a:prstGeom prst="rect">
            <a:avLst/>
          </a:prstGeo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789043"/>
            <a:ext cx="5283200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296000"/>
            <a:ext cx="5283242" cy="38100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789043"/>
            <a:ext cx="5283242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2019/12/1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2019/12/1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2019/12/1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238925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zh-CN" altLang="en-US" smtClean="0"/>
              <a:t>2019/12/1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952508"/>
            <a:ext cx="950984" cy="5388907"/>
          </a:xfrm>
          <a:prstGeom prst="rect">
            <a:avLst/>
          </a:prstGeo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952500"/>
            <a:ext cx="9828101" cy="5388907"/>
          </a:xfrm>
          <a:prstGeom prst="rect">
            <a:avLst/>
          </a:prstGeo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2019/12/1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0" y="952508"/>
            <a:ext cx="10852237" cy="50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2019/12/1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xmlns="" id="{92589C0E-C98B-4A6B-B4CF-F71114176CE7}"/>
              </a:ext>
            </a:extLst>
          </p:cNvPr>
          <p:cNvGrpSpPr/>
          <p:nvPr userDrawn="1"/>
        </p:nvGrpSpPr>
        <p:grpSpPr>
          <a:xfrm>
            <a:off x="6600217" y="234834"/>
            <a:ext cx="5491260" cy="461665"/>
            <a:chOff x="6600217" y="234834"/>
            <a:chExt cx="5491260" cy="461665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xmlns="" id="{086E06BA-2668-4C3A-8E45-593AD2CA1B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/>
            <a:stretch>
              <a:fillRect/>
            </a:stretch>
          </p:blipFill>
          <p:spPr>
            <a:xfrm>
              <a:off x="6600217" y="243967"/>
              <a:ext cx="2821020" cy="437940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xmlns="" id="{6561B98C-21BF-43F5-A1B5-5D7BD0822FCB}"/>
                </a:ext>
              </a:extLst>
            </p:cNvPr>
            <p:cNvSpPr txBox="1"/>
            <p:nvPr userDrawn="1"/>
          </p:nvSpPr>
          <p:spPr>
            <a:xfrm>
              <a:off x="9401781" y="234834"/>
              <a:ext cx="2689696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b="1" dirty="0">
                  <a:solidFill>
                    <a:srgbClr val="00B0F0"/>
                  </a:solidFill>
                  <a:effectLst/>
                </a:rPr>
                <a:t>概率论与数理统计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2.bin"/><Relationship Id="rId12" Type="http://schemas.openxmlformats.org/officeDocument/2006/relationships/image" Target="../media/image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11" Type="http://schemas.openxmlformats.org/officeDocument/2006/relationships/oleObject" Target="../embeddings/Microsoft_Word_97_-_2003___3.doc"/><Relationship Id="rId5" Type="http://schemas.openxmlformats.org/officeDocument/2006/relationships/oleObject" Target="../embeddings/Microsoft_Word_97_-_2003___1.doc"/><Relationship Id="rId10" Type="http://schemas.openxmlformats.org/officeDocument/2006/relationships/image" Target="../media/image6.emf"/><Relationship Id="rId4" Type="http://schemas.openxmlformats.org/officeDocument/2006/relationships/image" Target="../media/image3.emf"/><Relationship Id="rId9" Type="http://schemas.openxmlformats.org/officeDocument/2006/relationships/oleObject" Target="../embeddings/Microsoft_Word_97_-_2003___2.doc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13" Type="http://schemas.openxmlformats.org/officeDocument/2006/relationships/oleObject" Target="../embeddings/oleObject3.bin"/><Relationship Id="rId3" Type="http://schemas.openxmlformats.org/officeDocument/2006/relationships/oleObject" Target="../embeddings/Microsoft_Word_97_-_2003___4.doc"/><Relationship Id="rId7" Type="http://schemas.openxmlformats.org/officeDocument/2006/relationships/oleObject" Target="../embeddings/Microsoft_Word_97_-_2003___6.doc"/><Relationship Id="rId12" Type="http://schemas.openxmlformats.org/officeDocument/2006/relationships/image" Target="../media/image12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.e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emf"/><Relationship Id="rId11" Type="http://schemas.openxmlformats.org/officeDocument/2006/relationships/oleObject" Target="../embeddings/Microsoft_Word_97_-_2003___8.doc"/><Relationship Id="rId5" Type="http://schemas.openxmlformats.org/officeDocument/2006/relationships/oleObject" Target="../embeddings/Microsoft_Word_97_-_2003___5.doc"/><Relationship Id="rId15" Type="http://schemas.openxmlformats.org/officeDocument/2006/relationships/oleObject" Target="../embeddings/oleObject4.bin"/><Relationship Id="rId10" Type="http://schemas.openxmlformats.org/officeDocument/2006/relationships/image" Target="../media/image11.emf"/><Relationship Id="rId4" Type="http://schemas.openxmlformats.org/officeDocument/2006/relationships/image" Target="../media/image8.emf"/><Relationship Id="rId9" Type="http://schemas.openxmlformats.org/officeDocument/2006/relationships/oleObject" Target="../embeddings/Microsoft_Word_97_-_2003___7.doc"/><Relationship Id="rId14" Type="http://schemas.openxmlformats.org/officeDocument/2006/relationships/image" Target="../media/image13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oleObject" Target="../embeddings/Microsoft_Word_97_-_2003___9.doc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6.emf"/><Relationship Id="rId5" Type="http://schemas.openxmlformats.org/officeDocument/2006/relationships/oleObject" Target="../embeddings/Microsoft_Word_97_-_2003___10.doc"/><Relationship Id="rId4" Type="http://schemas.openxmlformats.org/officeDocument/2006/relationships/image" Target="../media/image15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oleObject" Target="../embeddings/Microsoft_Word_97_-_2003___11.doc"/><Relationship Id="rId7" Type="http://schemas.openxmlformats.org/officeDocument/2006/relationships/oleObject" Target="../embeddings/Microsoft_Word_97_-_2003___13.doc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emf"/><Relationship Id="rId5" Type="http://schemas.openxmlformats.org/officeDocument/2006/relationships/oleObject" Target="../embeddings/Microsoft_Word_97_-_2003___12.doc"/><Relationship Id="rId10" Type="http://schemas.openxmlformats.org/officeDocument/2006/relationships/image" Target="../media/image21.emf"/><Relationship Id="rId4" Type="http://schemas.openxmlformats.org/officeDocument/2006/relationships/image" Target="../media/image18.emf"/><Relationship Id="rId9" Type="http://schemas.openxmlformats.org/officeDocument/2006/relationships/oleObject" Target="../embeddings/Microsoft_Word_97_-_2003___14.doc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Microsoft_Word_97_-_2003___16.doc"/><Relationship Id="rId12" Type="http://schemas.openxmlformats.org/officeDocument/2006/relationships/image" Target="../media/image2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3.emf"/><Relationship Id="rId11" Type="http://schemas.openxmlformats.org/officeDocument/2006/relationships/oleObject" Target="../embeddings/Microsoft_Word_97_-_2003___18.doc"/><Relationship Id="rId5" Type="http://schemas.openxmlformats.org/officeDocument/2006/relationships/oleObject" Target="../embeddings/Microsoft_Word_97_-_2003___15.doc"/><Relationship Id="rId10" Type="http://schemas.openxmlformats.org/officeDocument/2006/relationships/image" Target="../media/image25.emf"/><Relationship Id="rId4" Type="http://schemas.openxmlformats.org/officeDocument/2006/relationships/image" Target="../media/image22.emf"/><Relationship Id="rId9" Type="http://schemas.openxmlformats.org/officeDocument/2006/relationships/oleObject" Target="../embeddings/Microsoft_Word_97_-_2003___17.doc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oleObject" Target="../embeddings/Microsoft_Word_97_-_2003___19.doc"/><Relationship Id="rId7" Type="http://schemas.openxmlformats.org/officeDocument/2006/relationships/oleObject" Target="../embeddings/Microsoft_Word_97_-_2003___21.doc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8.emf"/><Relationship Id="rId5" Type="http://schemas.openxmlformats.org/officeDocument/2006/relationships/oleObject" Target="../embeddings/Microsoft_Word_97_-_2003___20.doc"/><Relationship Id="rId4" Type="http://schemas.openxmlformats.org/officeDocument/2006/relationships/image" Target="../media/image2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9303855"/>
              </p:ext>
            </p:extLst>
          </p:nvPr>
        </p:nvGraphicFramePr>
        <p:xfrm>
          <a:off x="1343120" y="1243180"/>
          <a:ext cx="7773985" cy="69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" name="Document" r:id="rId3" imgW="3952204" imgH="351993" progId="Word.Document.8">
                  <p:embed/>
                </p:oleObj>
              </mc:Choice>
              <mc:Fallback>
                <p:oleObj name="Document" r:id="rId3" imgW="3952204" imgH="35199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120" y="1243180"/>
                        <a:ext cx="7773985" cy="69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9197328"/>
              </p:ext>
            </p:extLst>
          </p:nvPr>
        </p:nvGraphicFramePr>
        <p:xfrm>
          <a:off x="784692" y="1760818"/>
          <a:ext cx="10615612" cy="2563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" name="Document" r:id="rId5" imgW="5582986" imgH="1355760" progId="Word.Document.8">
                  <p:embed/>
                </p:oleObj>
              </mc:Choice>
              <mc:Fallback>
                <p:oleObj name="Document" r:id="rId5" imgW="5582986" imgH="13557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692" y="1760818"/>
                        <a:ext cx="10615612" cy="2563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4741108"/>
              </p:ext>
            </p:extLst>
          </p:nvPr>
        </p:nvGraphicFramePr>
        <p:xfrm>
          <a:off x="2109603" y="488202"/>
          <a:ext cx="7083703" cy="1057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" name="Document" r:id="rId7" imgW="3842338" imgH="594394" progId="Word.Document.8">
                  <p:embed/>
                </p:oleObj>
              </mc:Choice>
              <mc:Fallback>
                <p:oleObj name="Document" r:id="rId7" imgW="3842338" imgH="59439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9603" y="488202"/>
                        <a:ext cx="7083703" cy="10578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4117976"/>
              </p:ext>
            </p:extLst>
          </p:nvPr>
        </p:nvGraphicFramePr>
        <p:xfrm>
          <a:off x="1490102" y="4738500"/>
          <a:ext cx="10320337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" name="Document" r:id="rId9" imgW="5515843" imgH="800280" progId="Word.Document.8">
                  <p:embed/>
                </p:oleObj>
              </mc:Choice>
              <mc:Fallback>
                <p:oleObj name="Document" r:id="rId9" imgW="5515843" imgH="8002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102" y="4738500"/>
                        <a:ext cx="10320337" cy="1489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2767939"/>
              </p:ext>
            </p:extLst>
          </p:nvPr>
        </p:nvGraphicFramePr>
        <p:xfrm>
          <a:off x="952454" y="4324630"/>
          <a:ext cx="1078865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" name="Document" r:id="rId11" imgW="5542413" imgH="291240" progId="Word.Document.8">
                  <p:embed/>
                </p:oleObj>
              </mc:Choice>
              <mc:Fallback>
                <p:oleObj name="Document" r:id="rId11" imgW="5542413" imgH="2912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454" y="4324630"/>
                        <a:ext cx="10788650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67896758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8423907"/>
              </p:ext>
            </p:extLst>
          </p:nvPr>
        </p:nvGraphicFramePr>
        <p:xfrm>
          <a:off x="861358" y="821859"/>
          <a:ext cx="650716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8" name="Document" r:id="rId3" imgW="3551470" imgH="305921" progId="Word.Document.8">
                  <p:embed/>
                </p:oleObj>
              </mc:Choice>
              <mc:Fallback>
                <p:oleObj name="Document" r:id="rId3" imgW="3551470" imgH="30592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358" y="821859"/>
                        <a:ext cx="6507163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078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7171161"/>
              </p:ext>
            </p:extLst>
          </p:nvPr>
        </p:nvGraphicFramePr>
        <p:xfrm>
          <a:off x="860425" y="1200150"/>
          <a:ext cx="10712450" cy="170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" name="Document" r:id="rId5" imgW="5642949" imgH="900000" progId="Word.Document.8">
                  <p:embed/>
                </p:oleObj>
              </mc:Choice>
              <mc:Fallback>
                <p:oleObj name="Document" r:id="rId5" imgW="5642949" imgH="9000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425" y="1200150"/>
                        <a:ext cx="10712450" cy="170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1385607"/>
              </p:ext>
            </p:extLst>
          </p:nvPr>
        </p:nvGraphicFramePr>
        <p:xfrm>
          <a:off x="812800" y="2859088"/>
          <a:ext cx="10837863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" name="Document" r:id="rId7" imgW="5566470" imgH="592200" progId="Word.Document.8">
                  <p:embed/>
                </p:oleObj>
              </mc:Choice>
              <mc:Fallback>
                <p:oleObj name="Document" r:id="rId7" imgW="5566470" imgH="5922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800" y="2859088"/>
                        <a:ext cx="10837863" cy="1150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6178690"/>
              </p:ext>
            </p:extLst>
          </p:nvPr>
        </p:nvGraphicFramePr>
        <p:xfrm>
          <a:off x="812800" y="3865562"/>
          <a:ext cx="707707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1" name="Document" r:id="rId9" imgW="3543928" imgH="290104" progId="Word.Document.8">
                  <p:embed/>
                </p:oleObj>
              </mc:Choice>
              <mc:Fallback>
                <p:oleObj name="Document" r:id="rId9" imgW="3543928" imgH="29010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800" y="3865562"/>
                        <a:ext cx="7077075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6447362"/>
              </p:ext>
            </p:extLst>
          </p:nvPr>
        </p:nvGraphicFramePr>
        <p:xfrm>
          <a:off x="1158409" y="4241734"/>
          <a:ext cx="7447709" cy="641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2" name="Document" r:id="rId11" imgW="3692795" imgH="317891" progId="Word.Document.8">
                  <p:embed/>
                </p:oleObj>
              </mc:Choice>
              <mc:Fallback>
                <p:oleObj name="Document" r:id="rId11" imgW="3692795" imgH="31789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8409" y="4241734"/>
                        <a:ext cx="7447709" cy="6414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2695023"/>
              </p:ext>
            </p:extLst>
          </p:nvPr>
        </p:nvGraphicFramePr>
        <p:xfrm>
          <a:off x="1158409" y="4575624"/>
          <a:ext cx="7259450" cy="881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" name="Document" r:id="rId13" imgW="3552152" imgH="431624" progId="Word.Document.8">
                  <p:embed/>
                </p:oleObj>
              </mc:Choice>
              <mc:Fallback>
                <p:oleObj name="Document" r:id="rId13" imgW="3552152" imgH="43162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8409" y="4575624"/>
                        <a:ext cx="7259450" cy="8817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4895603"/>
              </p:ext>
            </p:extLst>
          </p:nvPr>
        </p:nvGraphicFramePr>
        <p:xfrm>
          <a:off x="1158409" y="5399158"/>
          <a:ext cx="7622520" cy="539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4" name="Document" r:id="rId15" imgW="3676055" imgH="260216" progId="Word.Document.8">
                  <p:embed/>
                </p:oleObj>
              </mc:Choice>
              <mc:Fallback>
                <p:oleObj name="Document" r:id="rId15" imgW="3676055" imgH="26021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8409" y="5399158"/>
                        <a:ext cx="7622520" cy="5396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1110517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09911"/>
              </p:ext>
            </p:extLst>
          </p:nvPr>
        </p:nvGraphicFramePr>
        <p:xfrm>
          <a:off x="886946" y="872751"/>
          <a:ext cx="9990138" cy="143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6" name="Document" r:id="rId3" imgW="5234180" imgH="753120" progId="Word.Document.8">
                  <p:embed/>
                </p:oleObj>
              </mc:Choice>
              <mc:Fallback>
                <p:oleObj name="Document" r:id="rId3" imgW="5234180" imgH="7531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6946" y="872751"/>
                        <a:ext cx="9990138" cy="143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1548602"/>
              </p:ext>
            </p:extLst>
          </p:nvPr>
        </p:nvGraphicFramePr>
        <p:xfrm>
          <a:off x="885825" y="2074863"/>
          <a:ext cx="10067925" cy="2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7" name="Document" r:id="rId5" imgW="5608839" imgH="1420920" progId="Word.Document.8">
                  <p:embed/>
                </p:oleObj>
              </mc:Choice>
              <mc:Fallback>
                <p:oleObj name="Document" r:id="rId5" imgW="5608839" imgH="14209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25" y="2074863"/>
                        <a:ext cx="10067925" cy="254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3742313"/>
              </p:ext>
            </p:extLst>
          </p:nvPr>
        </p:nvGraphicFramePr>
        <p:xfrm>
          <a:off x="885825" y="3817191"/>
          <a:ext cx="7379447" cy="1184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8" name="Document" r:id="rId7" imgW="3769994" imgH="603841" progId="Word.Document.8">
                  <p:embed/>
                </p:oleObj>
              </mc:Choice>
              <mc:Fallback>
                <p:oleObj name="Document" r:id="rId7" imgW="3769994" imgH="60384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25" y="3817191"/>
                        <a:ext cx="7379447" cy="11843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62885683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4480610"/>
              </p:ext>
            </p:extLst>
          </p:nvPr>
        </p:nvGraphicFramePr>
        <p:xfrm>
          <a:off x="629771" y="593350"/>
          <a:ext cx="10963275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4" name="Document" r:id="rId3" imgW="5712247" imgH="966240" progId="Word.Document.8">
                  <p:embed/>
                </p:oleObj>
              </mc:Choice>
              <mc:Fallback>
                <p:oleObj name="Document" r:id="rId3" imgW="5712247" imgH="9662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771" y="593350"/>
                        <a:ext cx="10963275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4146533"/>
              </p:ext>
            </p:extLst>
          </p:nvPr>
        </p:nvGraphicFramePr>
        <p:xfrm>
          <a:off x="629771" y="2487892"/>
          <a:ext cx="10967994" cy="1205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5" name="Document" r:id="rId5" imgW="5417461" imgH="638280" progId="Word.Document.8">
                  <p:embed/>
                </p:oleObj>
              </mc:Choice>
              <mc:Fallback>
                <p:oleObj name="Document" r:id="rId5" imgW="5417461" imgH="6382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771" y="2487892"/>
                        <a:ext cx="10967994" cy="12055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8816544"/>
              </p:ext>
            </p:extLst>
          </p:nvPr>
        </p:nvGraphicFramePr>
        <p:xfrm>
          <a:off x="1155699" y="3452717"/>
          <a:ext cx="9403368" cy="1034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6" name="Document" r:id="rId7" imgW="4719849" imgH="519815" progId="Word.Document.8">
                  <p:embed/>
                </p:oleObj>
              </mc:Choice>
              <mc:Fallback>
                <p:oleObj name="Document" r:id="rId7" imgW="4719849" imgH="51981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5699" y="3452717"/>
                        <a:ext cx="9403368" cy="10341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5069651"/>
              </p:ext>
            </p:extLst>
          </p:nvPr>
        </p:nvGraphicFramePr>
        <p:xfrm>
          <a:off x="568605" y="4140668"/>
          <a:ext cx="11085606" cy="2151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7" name="Document" r:id="rId9" imgW="5675982" imgH="1106640" progId="Word.Document.8">
                  <p:embed/>
                </p:oleObj>
              </mc:Choice>
              <mc:Fallback>
                <p:oleObj name="Document" r:id="rId9" imgW="5675982" imgH="11066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605" y="4140668"/>
                        <a:ext cx="11085606" cy="21512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24944593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132132"/>
              </p:ext>
            </p:extLst>
          </p:nvPr>
        </p:nvGraphicFramePr>
        <p:xfrm>
          <a:off x="1265053" y="901792"/>
          <a:ext cx="7923771" cy="539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8" name="Document" r:id="rId3" imgW="3790780" imgH="257517" progId="Word.Document.8">
                  <p:embed/>
                </p:oleObj>
              </mc:Choice>
              <mc:Fallback>
                <p:oleObj name="Document" r:id="rId3" imgW="3790780" imgH="25751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5053" y="901792"/>
                        <a:ext cx="7923771" cy="5391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4911374"/>
              </p:ext>
            </p:extLst>
          </p:nvPr>
        </p:nvGraphicFramePr>
        <p:xfrm>
          <a:off x="650968" y="3078029"/>
          <a:ext cx="10977562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9" name="Document" r:id="rId5" imgW="5293084" imgH="466611" progId="Word.Document.8">
                  <p:embed/>
                </p:oleObj>
              </mc:Choice>
              <mc:Fallback>
                <p:oleObj name="Document" r:id="rId5" imgW="5293084" imgH="46661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968" y="3078029"/>
                        <a:ext cx="10977562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9737043"/>
              </p:ext>
            </p:extLst>
          </p:nvPr>
        </p:nvGraphicFramePr>
        <p:xfrm>
          <a:off x="1210050" y="4431385"/>
          <a:ext cx="10594975" cy="1233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0" name="Document" r:id="rId7" imgW="5269738" imgH="613640" progId="Word.Document.8">
                  <p:embed/>
                </p:oleObj>
              </mc:Choice>
              <mc:Fallback>
                <p:oleObj name="Document" r:id="rId7" imgW="5269738" imgH="6136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0050" y="4431385"/>
                        <a:ext cx="10594975" cy="1233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2629529"/>
              </p:ext>
            </p:extLst>
          </p:nvPr>
        </p:nvGraphicFramePr>
        <p:xfrm>
          <a:off x="1210050" y="1261596"/>
          <a:ext cx="10248809" cy="19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1" name="Document" r:id="rId9" imgW="5287338" imgH="1015904" progId="Word.Document.8">
                  <p:embed/>
                </p:oleObj>
              </mc:Choice>
              <mc:Fallback>
                <p:oleObj name="Document" r:id="rId9" imgW="5287338" imgH="101590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0050" y="1261596"/>
                        <a:ext cx="10248809" cy="197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6446800"/>
              </p:ext>
            </p:extLst>
          </p:nvPr>
        </p:nvGraphicFramePr>
        <p:xfrm>
          <a:off x="910148" y="3963056"/>
          <a:ext cx="8278676" cy="698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2" name="Document" r:id="rId11" imgW="3791083" imgH="319691" progId="Word.Document.8">
                  <p:embed/>
                </p:oleObj>
              </mc:Choice>
              <mc:Fallback>
                <p:oleObj name="Document" r:id="rId11" imgW="3791083" imgH="31969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0148" y="3963056"/>
                        <a:ext cx="8278676" cy="6985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6375220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4059841"/>
              </p:ext>
            </p:extLst>
          </p:nvPr>
        </p:nvGraphicFramePr>
        <p:xfrm>
          <a:off x="846418" y="792069"/>
          <a:ext cx="10490200" cy="163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3" name="Document" r:id="rId3" imgW="5684241" imgH="885240" progId="Word.Document.8">
                  <p:embed/>
                </p:oleObj>
              </mc:Choice>
              <mc:Fallback>
                <p:oleObj name="Document" r:id="rId3" imgW="5684241" imgH="8852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418" y="792069"/>
                        <a:ext cx="10490200" cy="163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2603754"/>
              </p:ext>
            </p:extLst>
          </p:nvPr>
        </p:nvGraphicFramePr>
        <p:xfrm>
          <a:off x="1372908" y="2212228"/>
          <a:ext cx="7524563" cy="1495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4" name="Document" r:id="rId5" imgW="4146789" imgH="824070" progId="Word.Document.8">
                  <p:embed/>
                </p:oleObj>
              </mc:Choice>
              <mc:Fallback>
                <p:oleObj name="Document" r:id="rId5" imgW="4146789" imgH="82407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2908" y="2212228"/>
                        <a:ext cx="7524563" cy="14955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7584390"/>
              </p:ext>
            </p:extLst>
          </p:nvPr>
        </p:nvGraphicFramePr>
        <p:xfrm>
          <a:off x="846418" y="3676276"/>
          <a:ext cx="10741025" cy="213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5" name="Document" r:id="rId7" imgW="5941326" imgH="1185480" progId="Word.Document.8">
                  <p:embed/>
                </p:oleObj>
              </mc:Choice>
              <mc:Fallback>
                <p:oleObj name="Document" r:id="rId7" imgW="5941326" imgH="11854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418" y="3676276"/>
                        <a:ext cx="10741025" cy="213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20352590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0</Words>
  <Application>Microsoft Office PowerPoint</Application>
  <PresentationFormat>宽屏</PresentationFormat>
  <Paragraphs>0</Paragraphs>
  <Slides>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微软雅黑</vt:lpstr>
      <vt:lpstr>Arial</vt:lpstr>
      <vt:lpstr>Office 主题​​</vt:lpstr>
      <vt:lpstr>Document</vt:lpstr>
      <vt:lpstr>Microsoft Word 97 - 2003 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微软雅黑 54号(标题)</dc:title>
  <dc:creator>宁荣健</dc:creator>
  <cp:lastModifiedBy>nrjian</cp:lastModifiedBy>
  <cp:revision>52</cp:revision>
  <dcterms:created xsi:type="dcterms:W3CDTF">2019-06-19T02:08:00Z</dcterms:created>
  <dcterms:modified xsi:type="dcterms:W3CDTF">2019-12-01T00:30:59Z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2052-11.1.0.8894</vt:lpwstr>
  </property>
</Properties>
</file>