
<file path=[Content_Types].xml><?xml version="1.0" encoding="utf-8"?>
<Types xmlns="http://schemas.openxmlformats.org/package/2006/content-types">
  <Default Extension="vml" ContentType="application/vnd.openxmlformats-officedocument.vmlDrawing"/>
  <Default Extension="doc" ContentType="application/msword"/>
  <Default Extension="bin" ContentType="application/vnd.openxmlformats-officedocument.oleObject"/>
  <Default Extension="jpeg" ContentType="image/jpeg"/>
  <Default Extension="JPG" ContentType="image/.jpg"/>
  <Default Extension="emf" ContentType="image/x-emf"/>
  <Default Extension="wmf" ContentType="image/x-wmf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28"/>
  </p:notesMasterIdLst>
  <p:handoutMasterIdLst>
    <p:handoutMasterId r:id="rId29"/>
  </p:handoutMasterIdLst>
  <p:sldIdLst>
    <p:sldId id="260" r:id="rId3"/>
    <p:sldId id="262" r:id="rId4"/>
    <p:sldId id="263" r:id="rId5"/>
    <p:sldId id="264" r:id="rId6"/>
    <p:sldId id="304" r:id="rId7"/>
    <p:sldId id="266" r:id="rId8"/>
    <p:sldId id="267" r:id="rId9"/>
    <p:sldId id="268" r:id="rId10"/>
    <p:sldId id="286" r:id="rId11"/>
    <p:sldId id="288" r:id="rId12"/>
    <p:sldId id="270" r:id="rId13"/>
    <p:sldId id="271" r:id="rId14"/>
    <p:sldId id="272" r:id="rId15"/>
    <p:sldId id="273" r:id="rId16"/>
    <p:sldId id="274" r:id="rId17"/>
    <p:sldId id="275" r:id="rId18"/>
    <p:sldId id="276" r:id="rId19"/>
    <p:sldId id="277" r:id="rId20"/>
    <p:sldId id="278" r:id="rId21"/>
    <p:sldId id="279" r:id="rId22"/>
    <p:sldId id="280" r:id="rId23"/>
    <p:sldId id="281" r:id="rId24"/>
    <p:sldId id="282" r:id="rId25"/>
    <p:sldId id="283" r:id="rId26"/>
    <p:sldId id="289" r:id="rId27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58" userDrawn="1">
          <p15:clr>
            <a:srgbClr val="A4A3A4"/>
          </p15:clr>
        </p15:guide>
        <p15:guide id="2" pos="3861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FF"/>
    <a:srgbClr val="FF66FF"/>
    <a:srgbClr val="5B9BD5"/>
    <a:srgbClr val="0099FF"/>
    <a:srgbClr val="DCDCDC"/>
    <a:srgbClr val="F0F0F0"/>
    <a:srgbClr val="E6E6E6"/>
    <a:srgbClr val="C8C8C8"/>
    <a:srgbClr val="FFFFFF"/>
    <a:srgbClr val="FAFAF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3778" autoAdjust="0"/>
    <p:restoredTop sz="94660"/>
  </p:normalViewPr>
  <p:slideViewPr>
    <p:cSldViewPr snapToGrid="0" showGuides="1">
      <p:cViewPr varScale="1">
        <p:scale>
          <a:sx n="85" d="100"/>
          <a:sy n="85" d="100"/>
        </p:scale>
        <p:origin x="84" y="38"/>
      </p:cViewPr>
      <p:guideLst>
        <p:guide orient="horz" pos="2158"/>
        <p:guide pos="3861"/>
      </p:guideLst>
    </p:cSldViewPr>
  </p:slideViewPr>
  <p:notesTextViewPr>
    <p:cViewPr>
      <p:scale>
        <a:sx n="3" d="2"/>
        <a:sy n="3" d="2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2" Type="http://schemas.openxmlformats.org/officeDocument/2006/relationships/tableStyles" Target="tableStyles.xml"/><Relationship Id="rId31" Type="http://schemas.openxmlformats.org/officeDocument/2006/relationships/viewProps" Target="viewProps.xml"/><Relationship Id="rId30" Type="http://schemas.openxmlformats.org/officeDocument/2006/relationships/presProps" Target="presProps.xml"/><Relationship Id="rId3" Type="http://schemas.openxmlformats.org/officeDocument/2006/relationships/slide" Target="slides/slide1.xml"/><Relationship Id="rId29" Type="http://schemas.openxmlformats.org/officeDocument/2006/relationships/handoutMaster" Target="handoutMasters/handoutMaster1.xml"/><Relationship Id="rId28" Type="http://schemas.openxmlformats.org/officeDocument/2006/relationships/notesMaster" Target="notesMasters/notesMaster1.xml"/><Relationship Id="rId27" Type="http://schemas.openxmlformats.org/officeDocument/2006/relationships/slide" Target="slides/slide25.xml"/><Relationship Id="rId26" Type="http://schemas.openxmlformats.org/officeDocument/2006/relationships/slide" Target="slides/slide24.xml"/><Relationship Id="rId25" Type="http://schemas.openxmlformats.org/officeDocument/2006/relationships/slide" Target="slides/slide23.xml"/><Relationship Id="rId24" Type="http://schemas.openxmlformats.org/officeDocument/2006/relationships/slide" Target="slides/slide22.xml"/><Relationship Id="rId23" Type="http://schemas.openxmlformats.org/officeDocument/2006/relationships/slide" Target="slides/slide21.xml"/><Relationship Id="rId22" Type="http://schemas.openxmlformats.org/officeDocument/2006/relationships/slide" Target="slides/slide20.xml"/><Relationship Id="rId21" Type="http://schemas.openxmlformats.org/officeDocument/2006/relationships/slide" Target="slides/slide19.xml"/><Relationship Id="rId20" Type="http://schemas.openxmlformats.org/officeDocument/2006/relationships/slide" Target="slides/slide18.xml"/><Relationship Id="rId2" Type="http://schemas.openxmlformats.org/officeDocument/2006/relationships/theme" Target="theme/theme1.xml"/><Relationship Id="rId19" Type="http://schemas.openxmlformats.org/officeDocument/2006/relationships/slide" Target="slides/slide17.xml"/><Relationship Id="rId18" Type="http://schemas.openxmlformats.org/officeDocument/2006/relationships/slide" Target="slides/slide16.xml"/><Relationship Id="rId17" Type="http://schemas.openxmlformats.org/officeDocument/2006/relationships/slide" Target="slides/slide15.xml"/><Relationship Id="rId16" Type="http://schemas.openxmlformats.org/officeDocument/2006/relationships/slide" Target="slides/slide14.xml"/><Relationship Id="rId15" Type="http://schemas.openxmlformats.org/officeDocument/2006/relationships/slide" Target="slides/slide13.xml"/><Relationship Id="rId14" Type="http://schemas.openxmlformats.org/officeDocument/2006/relationships/slide" Target="slides/slide12.xml"/><Relationship Id="rId13" Type="http://schemas.openxmlformats.org/officeDocument/2006/relationships/slide" Target="slides/slide11.xml"/><Relationship Id="rId12" Type="http://schemas.openxmlformats.org/officeDocument/2006/relationships/slide" Target="slides/slide10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drawings/_rels/vmlDrawing1.vml.rels><?xml version="1.0" encoding="UTF-8" standalone="yes"?>
<Relationships xmlns="http://schemas.openxmlformats.org/package/2006/relationships"><Relationship Id="rId3" Type="http://schemas.openxmlformats.org/officeDocument/2006/relationships/image" Target="../media/image5.emf"/><Relationship Id="rId2" Type="http://schemas.openxmlformats.org/officeDocument/2006/relationships/image" Target="../media/image4.emf"/><Relationship Id="rId1" Type="http://schemas.openxmlformats.org/officeDocument/2006/relationships/image" Target="../media/image3.emf"/></Relationships>
</file>

<file path=ppt/drawings/_rels/vmlDrawing2.vml.rels><?xml version="1.0" encoding="UTF-8" standalone="yes"?>
<Relationships xmlns="http://schemas.openxmlformats.org/package/2006/relationships"><Relationship Id="rId4" Type="http://schemas.openxmlformats.org/officeDocument/2006/relationships/image" Target="../media/image9.emf"/><Relationship Id="rId3" Type="http://schemas.openxmlformats.org/officeDocument/2006/relationships/image" Target="../media/image8.emf"/><Relationship Id="rId2" Type="http://schemas.openxmlformats.org/officeDocument/2006/relationships/image" Target="../media/image7.emf"/><Relationship Id="rId1" Type="http://schemas.openxmlformats.org/officeDocument/2006/relationships/image" Target="../media/image6.emf"/></Relationships>
</file>

<file path=ppt/drawings/_rels/vmlDrawing3.vml.rels><?xml version="1.0" encoding="UTF-8" standalone="yes"?>
<Relationships xmlns="http://schemas.openxmlformats.org/package/2006/relationships"><Relationship Id="rId4" Type="http://schemas.openxmlformats.org/officeDocument/2006/relationships/image" Target="../media/image13.emf"/><Relationship Id="rId3" Type="http://schemas.openxmlformats.org/officeDocument/2006/relationships/image" Target="../media/image12.emf"/><Relationship Id="rId2" Type="http://schemas.openxmlformats.org/officeDocument/2006/relationships/image" Target="../media/image11.emf"/><Relationship Id="rId1" Type="http://schemas.openxmlformats.org/officeDocument/2006/relationships/image" Target="../media/image10.emf"/></Relationships>
</file>

<file path=ppt/drawings/_rels/vmlDrawing4.vml.rels><?xml version="1.0" encoding="UTF-8" standalone="yes"?>
<Relationships xmlns="http://schemas.openxmlformats.org/package/2006/relationships"><Relationship Id="rId3" Type="http://schemas.openxmlformats.org/officeDocument/2006/relationships/image" Target="../media/image16.emf"/><Relationship Id="rId2" Type="http://schemas.openxmlformats.org/officeDocument/2006/relationships/image" Target="../media/image15.emf"/><Relationship Id="rId1" Type="http://schemas.openxmlformats.org/officeDocument/2006/relationships/image" Target="../media/image14.emf"/></Relationships>
</file>

<file path=ppt/drawings/_rels/vmlDrawing5.vml.rels><?xml version="1.0" encoding="UTF-8" standalone="yes"?>
<Relationships xmlns="http://schemas.openxmlformats.org/package/2006/relationships"><Relationship Id="rId5" Type="http://schemas.openxmlformats.org/officeDocument/2006/relationships/image" Target="../media/image21.emf"/><Relationship Id="rId4" Type="http://schemas.openxmlformats.org/officeDocument/2006/relationships/image" Target="../media/image20.emf"/><Relationship Id="rId3" Type="http://schemas.openxmlformats.org/officeDocument/2006/relationships/image" Target="../media/image19.emf"/><Relationship Id="rId2" Type="http://schemas.openxmlformats.org/officeDocument/2006/relationships/image" Target="../media/image18.emf"/><Relationship Id="rId1" Type="http://schemas.openxmlformats.org/officeDocument/2006/relationships/image" Target="../media/image17.emf"/></Relationships>
</file>

<file path=ppt/drawings/_rels/vmlDrawing6.vml.rels><?xml version="1.0" encoding="UTF-8" standalone="yes"?>
<Relationships xmlns="http://schemas.openxmlformats.org/package/2006/relationships"><Relationship Id="rId4" Type="http://schemas.openxmlformats.org/officeDocument/2006/relationships/image" Target="../media/image25.emf"/><Relationship Id="rId3" Type="http://schemas.openxmlformats.org/officeDocument/2006/relationships/image" Target="../media/image24.emf"/><Relationship Id="rId2" Type="http://schemas.openxmlformats.org/officeDocument/2006/relationships/image" Target="../media/image23.emf"/><Relationship Id="rId1" Type="http://schemas.openxmlformats.org/officeDocument/2006/relationships/image" Target="../media/image22.emf"/></Relationships>
</file>

<file path=ppt/drawings/_rels/vmlDrawing7.vml.rels><?xml version="1.0" encoding="UTF-8" standalone="yes"?>
<Relationships xmlns="http://schemas.openxmlformats.org/package/2006/relationships"><Relationship Id="rId9" Type="http://schemas.openxmlformats.org/officeDocument/2006/relationships/image" Target="../media/image34.wmf"/><Relationship Id="rId8" Type="http://schemas.openxmlformats.org/officeDocument/2006/relationships/image" Target="../media/image33.wmf"/><Relationship Id="rId7" Type="http://schemas.openxmlformats.org/officeDocument/2006/relationships/image" Target="../media/image32.wmf"/><Relationship Id="rId6" Type="http://schemas.openxmlformats.org/officeDocument/2006/relationships/image" Target="../media/image31.wmf"/><Relationship Id="rId5" Type="http://schemas.openxmlformats.org/officeDocument/2006/relationships/image" Target="../media/image30.wmf"/><Relationship Id="rId4" Type="http://schemas.openxmlformats.org/officeDocument/2006/relationships/image" Target="../media/image29.wmf"/><Relationship Id="rId3" Type="http://schemas.openxmlformats.org/officeDocument/2006/relationships/image" Target="../media/image28.wmf"/><Relationship Id="rId2" Type="http://schemas.openxmlformats.org/officeDocument/2006/relationships/image" Target="../media/image27.emf"/><Relationship Id="rId12" Type="http://schemas.openxmlformats.org/officeDocument/2006/relationships/image" Target="../media/image37.wmf"/><Relationship Id="rId11" Type="http://schemas.openxmlformats.org/officeDocument/2006/relationships/image" Target="../media/image36.wmf"/><Relationship Id="rId10" Type="http://schemas.openxmlformats.org/officeDocument/2006/relationships/image" Target="../media/image35.wmf"/><Relationship Id="rId1" Type="http://schemas.openxmlformats.org/officeDocument/2006/relationships/image" Target="../media/image26.emf"/></Relationships>
</file>

<file path=ppt/drawings/_rels/vmlDrawing8.vml.rels><?xml version="1.0" encoding="UTF-8" standalone="yes"?>
<Relationships xmlns="http://schemas.openxmlformats.org/package/2006/relationships"><Relationship Id="rId3" Type="http://schemas.openxmlformats.org/officeDocument/2006/relationships/image" Target="../media/image40.emf"/><Relationship Id="rId2" Type="http://schemas.openxmlformats.org/officeDocument/2006/relationships/image" Target="../media/image39.emf"/><Relationship Id="rId1" Type="http://schemas.openxmlformats.org/officeDocument/2006/relationships/image" Target="../media/image38.emf"/></Relationships>
</file>

<file path=ppt/drawings/_rels/vmlDrawing9.vml.rels><?xml version="1.0" encoding="UTF-8" standalone="yes"?>
<Relationships xmlns="http://schemas.openxmlformats.org/package/2006/relationships"><Relationship Id="rId9" Type="http://schemas.openxmlformats.org/officeDocument/2006/relationships/image" Target="../media/image49.wmf"/><Relationship Id="rId8" Type="http://schemas.openxmlformats.org/officeDocument/2006/relationships/image" Target="../media/image48.wmf"/><Relationship Id="rId7" Type="http://schemas.openxmlformats.org/officeDocument/2006/relationships/image" Target="../media/image47.wmf"/><Relationship Id="rId6" Type="http://schemas.openxmlformats.org/officeDocument/2006/relationships/image" Target="../media/image46.wmf"/><Relationship Id="rId5" Type="http://schemas.openxmlformats.org/officeDocument/2006/relationships/image" Target="../media/image45.wmf"/><Relationship Id="rId4" Type="http://schemas.openxmlformats.org/officeDocument/2006/relationships/image" Target="../media/image44.emf"/><Relationship Id="rId3" Type="http://schemas.openxmlformats.org/officeDocument/2006/relationships/image" Target="../media/image43.emf"/><Relationship Id="rId2" Type="http://schemas.openxmlformats.org/officeDocument/2006/relationships/image" Target="../media/image42.emf"/><Relationship Id="rId12" Type="http://schemas.openxmlformats.org/officeDocument/2006/relationships/image" Target="../media/image52.emf"/><Relationship Id="rId11" Type="http://schemas.openxmlformats.org/officeDocument/2006/relationships/image" Target="../media/image51.wmf"/><Relationship Id="rId10" Type="http://schemas.openxmlformats.org/officeDocument/2006/relationships/image" Target="../media/image50.wmf"/><Relationship Id="rId1" Type="http://schemas.openxmlformats.org/officeDocument/2006/relationships/image" Target="../media/image41.emf"/></Relationships>
</file>

<file path=ppt/drawings/_rels/vmlDrawing10.vml.rels><?xml version="1.0" encoding="UTF-8" standalone="yes"?>
<Relationships xmlns="http://schemas.openxmlformats.org/package/2006/relationships"><Relationship Id="rId5" Type="http://schemas.openxmlformats.org/officeDocument/2006/relationships/image" Target="../media/image55.emf"/><Relationship Id="rId4" Type="http://schemas.openxmlformats.org/officeDocument/2006/relationships/image" Target="../media/image54.emf"/><Relationship Id="rId3" Type="http://schemas.openxmlformats.org/officeDocument/2006/relationships/image" Target="../media/image44.emf"/><Relationship Id="rId2" Type="http://schemas.openxmlformats.org/officeDocument/2006/relationships/image" Target="../media/image42.emf"/><Relationship Id="rId1" Type="http://schemas.openxmlformats.org/officeDocument/2006/relationships/image" Target="../media/image53.emf"/></Relationships>
</file>

<file path=ppt/drawings/_rels/vmlDrawing11.vml.rels><?xml version="1.0" encoding="UTF-8" standalone="yes"?>
<Relationships xmlns="http://schemas.openxmlformats.org/package/2006/relationships"><Relationship Id="rId5" Type="http://schemas.openxmlformats.org/officeDocument/2006/relationships/image" Target="../media/image60.emf"/><Relationship Id="rId4" Type="http://schemas.openxmlformats.org/officeDocument/2006/relationships/image" Target="../media/image59.emf"/><Relationship Id="rId3" Type="http://schemas.openxmlformats.org/officeDocument/2006/relationships/image" Target="../media/image58.emf"/><Relationship Id="rId2" Type="http://schemas.openxmlformats.org/officeDocument/2006/relationships/image" Target="../media/image57.emf"/><Relationship Id="rId1" Type="http://schemas.openxmlformats.org/officeDocument/2006/relationships/image" Target="../media/image56.emf"/></Relationships>
</file>

<file path=ppt/drawings/_rels/vmlDrawing12.vml.rels><?xml version="1.0" encoding="UTF-8" standalone="yes"?>
<Relationships xmlns="http://schemas.openxmlformats.org/package/2006/relationships"><Relationship Id="rId9" Type="http://schemas.openxmlformats.org/officeDocument/2006/relationships/image" Target="../media/image69.wmf"/><Relationship Id="rId8" Type="http://schemas.openxmlformats.org/officeDocument/2006/relationships/image" Target="../media/image68.wmf"/><Relationship Id="rId7" Type="http://schemas.openxmlformats.org/officeDocument/2006/relationships/image" Target="../media/image67.wmf"/><Relationship Id="rId6" Type="http://schemas.openxmlformats.org/officeDocument/2006/relationships/image" Target="../media/image66.wmf"/><Relationship Id="rId5" Type="http://schemas.openxmlformats.org/officeDocument/2006/relationships/image" Target="../media/image65.emf"/><Relationship Id="rId4" Type="http://schemas.openxmlformats.org/officeDocument/2006/relationships/image" Target="../media/image64.emf"/><Relationship Id="rId3" Type="http://schemas.openxmlformats.org/officeDocument/2006/relationships/image" Target="../media/image63.emf"/><Relationship Id="rId2" Type="http://schemas.openxmlformats.org/officeDocument/2006/relationships/image" Target="../media/image62.emf"/><Relationship Id="rId19" Type="http://schemas.openxmlformats.org/officeDocument/2006/relationships/image" Target="../media/image79.wmf"/><Relationship Id="rId18" Type="http://schemas.openxmlformats.org/officeDocument/2006/relationships/image" Target="../media/image78.wmf"/><Relationship Id="rId17" Type="http://schemas.openxmlformats.org/officeDocument/2006/relationships/image" Target="../media/image77.wmf"/><Relationship Id="rId16" Type="http://schemas.openxmlformats.org/officeDocument/2006/relationships/image" Target="../media/image76.wmf"/><Relationship Id="rId15" Type="http://schemas.openxmlformats.org/officeDocument/2006/relationships/image" Target="../media/image75.wmf"/><Relationship Id="rId14" Type="http://schemas.openxmlformats.org/officeDocument/2006/relationships/image" Target="../media/image74.wmf"/><Relationship Id="rId13" Type="http://schemas.openxmlformats.org/officeDocument/2006/relationships/image" Target="../media/image73.wmf"/><Relationship Id="rId12" Type="http://schemas.openxmlformats.org/officeDocument/2006/relationships/image" Target="../media/image72.wmf"/><Relationship Id="rId11" Type="http://schemas.openxmlformats.org/officeDocument/2006/relationships/image" Target="../media/image71.wmf"/><Relationship Id="rId10" Type="http://schemas.openxmlformats.org/officeDocument/2006/relationships/image" Target="../media/image70.wmf"/><Relationship Id="rId1" Type="http://schemas.openxmlformats.org/officeDocument/2006/relationships/image" Target="../media/image61.emf"/></Relationships>
</file>

<file path=ppt/drawings/_rels/vmlDrawing13.vml.rels><?xml version="1.0" encoding="UTF-8" standalone="yes"?>
<Relationships xmlns="http://schemas.openxmlformats.org/package/2006/relationships"><Relationship Id="rId4" Type="http://schemas.openxmlformats.org/officeDocument/2006/relationships/image" Target="../media/image83.emf"/><Relationship Id="rId3" Type="http://schemas.openxmlformats.org/officeDocument/2006/relationships/image" Target="../media/image82.emf"/><Relationship Id="rId2" Type="http://schemas.openxmlformats.org/officeDocument/2006/relationships/image" Target="../media/image81.emf"/><Relationship Id="rId1" Type="http://schemas.openxmlformats.org/officeDocument/2006/relationships/image" Target="../media/image80.emf"/></Relationships>
</file>

<file path=ppt/drawings/_rels/vmlDrawing14.vml.rels><?xml version="1.0" encoding="UTF-8" standalone="yes"?>
<Relationships xmlns="http://schemas.openxmlformats.org/package/2006/relationships"><Relationship Id="rId9" Type="http://schemas.openxmlformats.org/officeDocument/2006/relationships/image" Target="../media/image92.wmf"/><Relationship Id="rId8" Type="http://schemas.openxmlformats.org/officeDocument/2006/relationships/image" Target="../media/image91.wmf"/><Relationship Id="rId7" Type="http://schemas.openxmlformats.org/officeDocument/2006/relationships/image" Target="../media/image90.wmf"/><Relationship Id="rId6" Type="http://schemas.openxmlformats.org/officeDocument/2006/relationships/image" Target="../media/image89.wmf"/><Relationship Id="rId5" Type="http://schemas.openxmlformats.org/officeDocument/2006/relationships/image" Target="../media/image88.wmf"/><Relationship Id="rId4" Type="http://schemas.openxmlformats.org/officeDocument/2006/relationships/image" Target="../media/image87.emf"/><Relationship Id="rId3" Type="http://schemas.openxmlformats.org/officeDocument/2006/relationships/image" Target="../media/image86.emf"/><Relationship Id="rId2" Type="http://schemas.openxmlformats.org/officeDocument/2006/relationships/image" Target="../media/image85.emf"/><Relationship Id="rId14" Type="http://schemas.openxmlformats.org/officeDocument/2006/relationships/image" Target="../media/image97.wmf"/><Relationship Id="rId13" Type="http://schemas.openxmlformats.org/officeDocument/2006/relationships/image" Target="../media/image96.wmf"/><Relationship Id="rId12" Type="http://schemas.openxmlformats.org/officeDocument/2006/relationships/image" Target="../media/image95.wmf"/><Relationship Id="rId11" Type="http://schemas.openxmlformats.org/officeDocument/2006/relationships/image" Target="../media/image94.wmf"/><Relationship Id="rId10" Type="http://schemas.openxmlformats.org/officeDocument/2006/relationships/image" Target="../media/image93.wmf"/><Relationship Id="rId1" Type="http://schemas.openxmlformats.org/officeDocument/2006/relationships/image" Target="../media/image84.emf"/></Relationships>
</file>

<file path=ppt/drawings/_rels/vmlDrawing15.vml.rels><?xml version="1.0" encoding="UTF-8" standalone="yes"?>
<Relationships xmlns="http://schemas.openxmlformats.org/package/2006/relationships"><Relationship Id="rId3" Type="http://schemas.openxmlformats.org/officeDocument/2006/relationships/image" Target="../media/image100.emf"/><Relationship Id="rId2" Type="http://schemas.openxmlformats.org/officeDocument/2006/relationships/image" Target="../media/image99.emf"/><Relationship Id="rId1" Type="http://schemas.openxmlformats.org/officeDocument/2006/relationships/image" Target="../media/image98.emf"/></Relationships>
</file>

<file path=ppt/drawings/_rels/vmlDrawing16.vml.rels><?xml version="1.0" encoding="UTF-8" standalone="yes"?>
<Relationships xmlns="http://schemas.openxmlformats.org/package/2006/relationships"><Relationship Id="rId7" Type="http://schemas.openxmlformats.org/officeDocument/2006/relationships/image" Target="../media/image107.emf"/><Relationship Id="rId6" Type="http://schemas.openxmlformats.org/officeDocument/2006/relationships/image" Target="../media/image106.emf"/><Relationship Id="rId5" Type="http://schemas.openxmlformats.org/officeDocument/2006/relationships/image" Target="../media/image105.emf"/><Relationship Id="rId4" Type="http://schemas.openxmlformats.org/officeDocument/2006/relationships/image" Target="../media/image104.emf"/><Relationship Id="rId3" Type="http://schemas.openxmlformats.org/officeDocument/2006/relationships/image" Target="../media/image103.emf"/><Relationship Id="rId2" Type="http://schemas.openxmlformats.org/officeDocument/2006/relationships/image" Target="../media/image102.emf"/><Relationship Id="rId1" Type="http://schemas.openxmlformats.org/officeDocument/2006/relationships/image" Target="../media/image101.emf"/></Relationships>
</file>

<file path=ppt/drawings/_rels/vmlDrawing17.vml.rels><?xml version="1.0" encoding="UTF-8" standalone="yes"?>
<Relationships xmlns="http://schemas.openxmlformats.org/package/2006/relationships"><Relationship Id="rId9" Type="http://schemas.openxmlformats.org/officeDocument/2006/relationships/image" Target="../media/image116.wmf"/><Relationship Id="rId8" Type="http://schemas.openxmlformats.org/officeDocument/2006/relationships/image" Target="../media/image115.wmf"/><Relationship Id="rId7" Type="http://schemas.openxmlformats.org/officeDocument/2006/relationships/image" Target="../media/image114.wmf"/><Relationship Id="rId6" Type="http://schemas.openxmlformats.org/officeDocument/2006/relationships/image" Target="../media/image113.wmf"/><Relationship Id="rId5" Type="http://schemas.openxmlformats.org/officeDocument/2006/relationships/image" Target="../media/image112.wmf"/><Relationship Id="rId4" Type="http://schemas.openxmlformats.org/officeDocument/2006/relationships/image" Target="../media/image111.emf"/><Relationship Id="rId3" Type="http://schemas.openxmlformats.org/officeDocument/2006/relationships/image" Target="../media/image110.emf"/><Relationship Id="rId2" Type="http://schemas.openxmlformats.org/officeDocument/2006/relationships/image" Target="../media/image109.emf"/><Relationship Id="rId19" Type="http://schemas.openxmlformats.org/officeDocument/2006/relationships/image" Target="../media/image126.wmf"/><Relationship Id="rId18" Type="http://schemas.openxmlformats.org/officeDocument/2006/relationships/image" Target="../media/image125.wmf"/><Relationship Id="rId17" Type="http://schemas.openxmlformats.org/officeDocument/2006/relationships/image" Target="../media/image124.wmf"/><Relationship Id="rId16" Type="http://schemas.openxmlformats.org/officeDocument/2006/relationships/image" Target="../media/image123.wmf"/><Relationship Id="rId15" Type="http://schemas.openxmlformats.org/officeDocument/2006/relationships/image" Target="../media/image122.wmf"/><Relationship Id="rId14" Type="http://schemas.openxmlformats.org/officeDocument/2006/relationships/image" Target="../media/image121.wmf"/><Relationship Id="rId13" Type="http://schemas.openxmlformats.org/officeDocument/2006/relationships/image" Target="../media/image120.wmf"/><Relationship Id="rId12" Type="http://schemas.openxmlformats.org/officeDocument/2006/relationships/image" Target="../media/image119.wmf"/><Relationship Id="rId11" Type="http://schemas.openxmlformats.org/officeDocument/2006/relationships/image" Target="../media/image118.wmf"/><Relationship Id="rId10" Type="http://schemas.openxmlformats.org/officeDocument/2006/relationships/image" Target="../media/image117.wmf"/><Relationship Id="rId1" Type="http://schemas.openxmlformats.org/officeDocument/2006/relationships/image" Target="../media/image108.emf"/></Relationships>
</file>

<file path=ppt/drawings/_rels/vmlDrawing18.vml.rels><?xml version="1.0" encoding="UTF-8" standalone="yes"?>
<Relationships xmlns="http://schemas.openxmlformats.org/package/2006/relationships"><Relationship Id="rId9" Type="http://schemas.openxmlformats.org/officeDocument/2006/relationships/image" Target="../media/image115.wmf"/><Relationship Id="rId8" Type="http://schemas.openxmlformats.org/officeDocument/2006/relationships/image" Target="../media/image114.wmf"/><Relationship Id="rId7" Type="http://schemas.openxmlformats.org/officeDocument/2006/relationships/image" Target="../media/image113.wmf"/><Relationship Id="rId6" Type="http://schemas.openxmlformats.org/officeDocument/2006/relationships/image" Target="../media/image112.wmf"/><Relationship Id="rId5" Type="http://schemas.openxmlformats.org/officeDocument/2006/relationships/image" Target="../media/image131.emf"/><Relationship Id="rId4" Type="http://schemas.openxmlformats.org/officeDocument/2006/relationships/image" Target="../media/image130.emf"/><Relationship Id="rId3" Type="http://schemas.openxmlformats.org/officeDocument/2006/relationships/image" Target="../media/image129.emf"/><Relationship Id="rId2" Type="http://schemas.openxmlformats.org/officeDocument/2006/relationships/image" Target="../media/image128.emf"/><Relationship Id="rId13" Type="http://schemas.openxmlformats.org/officeDocument/2006/relationships/image" Target="../media/image119.wmf"/><Relationship Id="rId12" Type="http://schemas.openxmlformats.org/officeDocument/2006/relationships/image" Target="../media/image118.wmf"/><Relationship Id="rId11" Type="http://schemas.openxmlformats.org/officeDocument/2006/relationships/image" Target="../media/image117.wmf"/><Relationship Id="rId10" Type="http://schemas.openxmlformats.org/officeDocument/2006/relationships/image" Target="../media/image116.wmf"/><Relationship Id="rId1" Type="http://schemas.openxmlformats.org/officeDocument/2006/relationships/image" Target="../media/image127.emf"/></Relationships>
</file>

<file path=ppt/drawings/_rels/vmlDrawing19.vml.rels><?xml version="1.0" encoding="UTF-8" standalone="yes"?>
<Relationships xmlns="http://schemas.openxmlformats.org/package/2006/relationships"><Relationship Id="rId3" Type="http://schemas.openxmlformats.org/officeDocument/2006/relationships/image" Target="../media/image134.emf"/><Relationship Id="rId2" Type="http://schemas.openxmlformats.org/officeDocument/2006/relationships/image" Target="../media/image133.emf"/><Relationship Id="rId1" Type="http://schemas.openxmlformats.org/officeDocument/2006/relationships/image" Target="../media/image132.emf"/></Relationships>
</file>

<file path=ppt/drawings/_rels/vmlDrawing20.vml.rels><?xml version="1.0" encoding="UTF-8" standalone="yes"?>
<Relationships xmlns="http://schemas.openxmlformats.org/package/2006/relationships"><Relationship Id="rId9" Type="http://schemas.openxmlformats.org/officeDocument/2006/relationships/image" Target="../media/image143.wmf"/><Relationship Id="rId8" Type="http://schemas.openxmlformats.org/officeDocument/2006/relationships/image" Target="../media/image142.wmf"/><Relationship Id="rId7" Type="http://schemas.openxmlformats.org/officeDocument/2006/relationships/image" Target="../media/image141.wmf"/><Relationship Id="rId6" Type="http://schemas.openxmlformats.org/officeDocument/2006/relationships/image" Target="../media/image140.wmf"/><Relationship Id="rId5" Type="http://schemas.openxmlformats.org/officeDocument/2006/relationships/image" Target="../media/image139.wmf"/><Relationship Id="rId4" Type="http://schemas.openxmlformats.org/officeDocument/2006/relationships/image" Target="../media/image138.wmf"/><Relationship Id="rId3" Type="http://schemas.openxmlformats.org/officeDocument/2006/relationships/image" Target="../media/image137.emf"/><Relationship Id="rId2" Type="http://schemas.openxmlformats.org/officeDocument/2006/relationships/image" Target="../media/image136.emf"/><Relationship Id="rId14" Type="http://schemas.openxmlformats.org/officeDocument/2006/relationships/image" Target="../media/image148.wmf"/><Relationship Id="rId13" Type="http://schemas.openxmlformats.org/officeDocument/2006/relationships/image" Target="../media/image147.wmf"/><Relationship Id="rId12" Type="http://schemas.openxmlformats.org/officeDocument/2006/relationships/image" Target="../media/image146.wmf"/><Relationship Id="rId11" Type="http://schemas.openxmlformats.org/officeDocument/2006/relationships/image" Target="../media/image145.wmf"/><Relationship Id="rId10" Type="http://schemas.openxmlformats.org/officeDocument/2006/relationships/image" Target="../media/image144.wmf"/><Relationship Id="rId1" Type="http://schemas.openxmlformats.org/officeDocument/2006/relationships/image" Target="../media/image135.emf"/></Relationships>
</file>

<file path=ppt/drawings/_rels/vmlDrawing21.vml.rels><?xml version="1.0" encoding="UTF-8" standalone="yes"?>
<Relationships xmlns="http://schemas.openxmlformats.org/package/2006/relationships"><Relationship Id="rId6" Type="http://schemas.openxmlformats.org/officeDocument/2006/relationships/image" Target="../media/image154.emf"/><Relationship Id="rId5" Type="http://schemas.openxmlformats.org/officeDocument/2006/relationships/image" Target="../media/image153.emf"/><Relationship Id="rId4" Type="http://schemas.openxmlformats.org/officeDocument/2006/relationships/image" Target="../media/image152.emf"/><Relationship Id="rId3" Type="http://schemas.openxmlformats.org/officeDocument/2006/relationships/image" Target="../media/image151.emf"/><Relationship Id="rId2" Type="http://schemas.openxmlformats.org/officeDocument/2006/relationships/image" Target="../media/image150.emf"/><Relationship Id="rId1" Type="http://schemas.openxmlformats.org/officeDocument/2006/relationships/image" Target="../media/image149.emf"/></Relationships>
</file>

<file path=ppt/drawings/_rels/vmlDrawing22.vml.rels><?xml version="1.0" encoding="UTF-8" standalone="yes"?>
<Relationships xmlns="http://schemas.openxmlformats.org/package/2006/relationships"><Relationship Id="rId5" Type="http://schemas.openxmlformats.org/officeDocument/2006/relationships/image" Target="../media/image159.emf"/><Relationship Id="rId4" Type="http://schemas.openxmlformats.org/officeDocument/2006/relationships/image" Target="../media/image158.emf"/><Relationship Id="rId3" Type="http://schemas.openxmlformats.org/officeDocument/2006/relationships/image" Target="../media/image157.emf"/><Relationship Id="rId2" Type="http://schemas.openxmlformats.org/officeDocument/2006/relationships/image" Target="../media/image156.emf"/><Relationship Id="rId1" Type="http://schemas.openxmlformats.org/officeDocument/2006/relationships/image" Target="../media/image155.emf"/></Relationships>
</file>

<file path=ppt/drawings/_rels/vmlDrawing23.vml.rels><?xml version="1.0" encoding="UTF-8" standalone="yes"?>
<Relationships xmlns="http://schemas.openxmlformats.org/package/2006/relationships"><Relationship Id="rId9" Type="http://schemas.openxmlformats.org/officeDocument/2006/relationships/image" Target="../media/image168.emf"/><Relationship Id="rId8" Type="http://schemas.openxmlformats.org/officeDocument/2006/relationships/image" Target="../media/image167.emf"/><Relationship Id="rId7" Type="http://schemas.openxmlformats.org/officeDocument/2006/relationships/image" Target="../media/image166.emf"/><Relationship Id="rId6" Type="http://schemas.openxmlformats.org/officeDocument/2006/relationships/image" Target="../media/image165.emf"/><Relationship Id="rId5" Type="http://schemas.openxmlformats.org/officeDocument/2006/relationships/image" Target="../media/image164.emf"/><Relationship Id="rId4" Type="http://schemas.openxmlformats.org/officeDocument/2006/relationships/image" Target="../media/image163.emf"/><Relationship Id="rId3" Type="http://schemas.openxmlformats.org/officeDocument/2006/relationships/image" Target="../media/image162.emf"/><Relationship Id="rId2" Type="http://schemas.openxmlformats.org/officeDocument/2006/relationships/image" Target="../media/image161.emf"/><Relationship Id="rId10" Type="http://schemas.openxmlformats.org/officeDocument/2006/relationships/image" Target="../media/image169.emf"/><Relationship Id="rId1" Type="http://schemas.openxmlformats.org/officeDocument/2006/relationships/image" Target="../media/image160.emf"/></Relationships>
</file>

<file path=ppt/drawings/_rels/vmlDrawing24.vml.rels><?xml version="1.0" encoding="UTF-8" standalone="yes"?>
<Relationships xmlns="http://schemas.openxmlformats.org/package/2006/relationships"><Relationship Id="rId7" Type="http://schemas.openxmlformats.org/officeDocument/2006/relationships/image" Target="../media/image176.emf"/><Relationship Id="rId6" Type="http://schemas.openxmlformats.org/officeDocument/2006/relationships/image" Target="../media/image175.emf"/><Relationship Id="rId5" Type="http://schemas.openxmlformats.org/officeDocument/2006/relationships/image" Target="../media/image174.emf"/><Relationship Id="rId4" Type="http://schemas.openxmlformats.org/officeDocument/2006/relationships/image" Target="../media/image173.wmf"/><Relationship Id="rId3" Type="http://schemas.openxmlformats.org/officeDocument/2006/relationships/image" Target="../media/image172.emf"/><Relationship Id="rId2" Type="http://schemas.openxmlformats.org/officeDocument/2006/relationships/image" Target="../media/image171.emf"/><Relationship Id="rId1" Type="http://schemas.openxmlformats.org/officeDocument/2006/relationships/image" Target="../media/image170.emf"/></Relationships>
</file>

<file path=ppt/drawings/_rels/vmlDrawing25.vml.rels><?xml version="1.0" encoding="UTF-8" standalone="yes"?>
<Relationships xmlns="http://schemas.openxmlformats.org/package/2006/relationships"><Relationship Id="rId9" Type="http://schemas.openxmlformats.org/officeDocument/2006/relationships/image" Target="../media/image185.emf"/><Relationship Id="rId8" Type="http://schemas.openxmlformats.org/officeDocument/2006/relationships/image" Target="../media/image184.emf"/><Relationship Id="rId7" Type="http://schemas.openxmlformats.org/officeDocument/2006/relationships/image" Target="../media/image183.wmf"/><Relationship Id="rId6" Type="http://schemas.openxmlformats.org/officeDocument/2006/relationships/image" Target="../media/image182.wmf"/><Relationship Id="rId5" Type="http://schemas.openxmlformats.org/officeDocument/2006/relationships/image" Target="../media/image181.wmf"/><Relationship Id="rId4" Type="http://schemas.openxmlformats.org/officeDocument/2006/relationships/image" Target="../media/image180.wmf"/><Relationship Id="rId3" Type="http://schemas.openxmlformats.org/officeDocument/2006/relationships/image" Target="../media/image179.wmf"/><Relationship Id="rId2" Type="http://schemas.openxmlformats.org/officeDocument/2006/relationships/image" Target="../media/image178.wmf"/><Relationship Id="rId10" Type="http://schemas.openxmlformats.org/officeDocument/2006/relationships/image" Target="../media/image173.wmf"/><Relationship Id="rId1" Type="http://schemas.openxmlformats.org/officeDocument/2006/relationships/image" Target="../media/image177.wmf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9B84EA-7D68-4D60-9CB1-D50884785D1C}" type="datetimeFigureOut">
              <a:rPr lang="zh-CN" altLang="en-US" smtClean="0">
                <a:latin typeface="微软雅黑" panose="020B0503020204020204" charset="-122"/>
                <a:ea typeface="微软雅黑" panose="020B0503020204020204" charset="-122"/>
              </a:rPr>
            </a:fld>
            <a:endParaRPr lang="zh-CN" altLang="en-US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D4E0FC9-F1F8-4FAE-9988-3BA365CFD46F}" type="slidenum">
              <a:rPr lang="zh-CN" altLang="en-US" smtClean="0">
                <a:latin typeface="微软雅黑" panose="020B0503020204020204" charset="-122"/>
                <a:ea typeface="微软雅黑" panose="020B0503020204020204" charset="-122"/>
              </a:rPr>
            </a:fld>
            <a:endParaRPr lang="zh-CN" altLang="en-US"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fld id="{1AC49D05-6128-4D0D-A32A-06A5E73B386C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fld id="{5849F42C-2DAE-424C-A4B8-3140182C3E9F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600" kern="1200">
        <a:solidFill>
          <a:schemeClr val="tx1"/>
        </a:solidFill>
        <a:latin typeface="微软雅黑" panose="020B0503020204020204" charset="-122"/>
        <a:ea typeface="微软雅黑" panose="020B0503020204020204" charset="-122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微软雅黑" panose="020B0503020204020204" charset="-122"/>
        <a:ea typeface="微软雅黑" panose="020B0503020204020204" charset="-122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微软雅黑" panose="020B0503020204020204" charset="-122"/>
        <a:ea typeface="微软雅黑" panose="020B0503020204020204" charset="-122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微软雅黑" panose="020B0503020204020204" charset="-122"/>
        <a:ea typeface="微软雅黑" panose="020B0503020204020204" charset="-122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微软雅黑" panose="020B0503020204020204" charset="-122"/>
        <a:ea typeface="微软雅黑" panose="020B0503020204020204" charset="-122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tags" Target="../tags/tag2.xml"/><Relationship Id="rId2" Type="http://schemas.openxmlformats.org/officeDocument/2006/relationships/tags" Target="../tags/tag1.xml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6" Type="http://schemas.openxmlformats.org/officeDocument/2006/relationships/tags" Target="../tags/tag7.xml"/><Relationship Id="rId5" Type="http://schemas.openxmlformats.org/officeDocument/2006/relationships/tags" Target="../tags/tag6.xml"/><Relationship Id="rId4" Type="http://schemas.openxmlformats.org/officeDocument/2006/relationships/tags" Target="../tags/tag5.xml"/><Relationship Id="rId3" Type="http://schemas.openxmlformats.org/officeDocument/2006/relationships/tags" Target="../tags/tag4.xml"/><Relationship Id="rId2" Type="http://schemas.openxmlformats.org/officeDocument/2006/relationships/tags" Target="../tags/tag3.xml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6" Type="http://schemas.openxmlformats.org/officeDocument/2006/relationships/tags" Target="../tags/tag12.xml"/><Relationship Id="rId5" Type="http://schemas.openxmlformats.org/officeDocument/2006/relationships/tags" Target="../tags/tag11.xml"/><Relationship Id="rId4" Type="http://schemas.openxmlformats.org/officeDocument/2006/relationships/tags" Target="../tags/tag10.xml"/><Relationship Id="rId3" Type="http://schemas.openxmlformats.org/officeDocument/2006/relationships/tags" Target="../tags/tag9.xml"/><Relationship Id="rId2" Type="http://schemas.openxmlformats.org/officeDocument/2006/relationships/tags" Target="../tags/tag8.xml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7" Type="http://schemas.openxmlformats.org/officeDocument/2006/relationships/tags" Target="../tags/tag18.xml"/><Relationship Id="rId6" Type="http://schemas.openxmlformats.org/officeDocument/2006/relationships/tags" Target="../tags/tag17.xml"/><Relationship Id="rId5" Type="http://schemas.openxmlformats.org/officeDocument/2006/relationships/tags" Target="../tags/tag16.xml"/><Relationship Id="rId4" Type="http://schemas.openxmlformats.org/officeDocument/2006/relationships/tags" Target="../tags/tag15.xml"/><Relationship Id="rId3" Type="http://schemas.openxmlformats.org/officeDocument/2006/relationships/tags" Target="../tags/tag14.xml"/><Relationship Id="rId2" Type="http://schemas.openxmlformats.org/officeDocument/2006/relationships/tags" Target="../tags/tag13.xml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9" Type="http://schemas.openxmlformats.org/officeDocument/2006/relationships/tags" Target="../tags/tag26.xml"/><Relationship Id="rId8" Type="http://schemas.openxmlformats.org/officeDocument/2006/relationships/tags" Target="../tags/tag25.xml"/><Relationship Id="rId7" Type="http://schemas.openxmlformats.org/officeDocument/2006/relationships/tags" Target="../tags/tag24.xml"/><Relationship Id="rId6" Type="http://schemas.openxmlformats.org/officeDocument/2006/relationships/tags" Target="../tags/tag23.xml"/><Relationship Id="rId5" Type="http://schemas.openxmlformats.org/officeDocument/2006/relationships/tags" Target="../tags/tag22.xml"/><Relationship Id="rId4" Type="http://schemas.openxmlformats.org/officeDocument/2006/relationships/tags" Target="../tags/tag21.xml"/><Relationship Id="rId3" Type="http://schemas.openxmlformats.org/officeDocument/2006/relationships/tags" Target="../tags/tag20.xml"/><Relationship Id="rId2" Type="http://schemas.openxmlformats.org/officeDocument/2006/relationships/tags" Target="../tags/tag19.xml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5" Type="http://schemas.openxmlformats.org/officeDocument/2006/relationships/tags" Target="../tags/tag30.xml"/><Relationship Id="rId4" Type="http://schemas.openxmlformats.org/officeDocument/2006/relationships/tags" Target="../tags/tag29.xml"/><Relationship Id="rId3" Type="http://schemas.openxmlformats.org/officeDocument/2006/relationships/tags" Target="../tags/tag28.xml"/><Relationship Id="rId2" Type="http://schemas.openxmlformats.org/officeDocument/2006/relationships/tags" Target="../tags/tag27.xml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4" Type="http://schemas.openxmlformats.org/officeDocument/2006/relationships/tags" Target="../tags/tag33.xml"/><Relationship Id="rId3" Type="http://schemas.openxmlformats.org/officeDocument/2006/relationships/tags" Target="../tags/tag32.xml"/><Relationship Id="rId2" Type="http://schemas.openxmlformats.org/officeDocument/2006/relationships/tags" Target="../tags/tag31.xml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7" Type="http://schemas.openxmlformats.org/officeDocument/2006/relationships/tags" Target="../tags/tag39.xml"/><Relationship Id="rId6" Type="http://schemas.openxmlformats.org/officeDocument/2006/relationships/tags" Target="../tags/tag38.xml"/><Relationship Id="rId5" Type="http://schemas.openxmlformats.org/officeDocument/2006/relationships/tags" Target="../tags/tag37.xml"/><Relationship Id="rId4" Type="http://schemas.openxmlformats.org/officeDocument/2006/relationships/tags" Target="../tags/tag36.xml"/><Relationship Id="rId3" Type="http://schemas.openxmlformats.org/officeDocument/2006/relationships/tags" Target="../tags/tag35.xml"/><Relationship Id="rId2" Type="http://schemas.openxmlformats.org/officeDocument/2006/relationships/tags" Target="../tags/tag34.xml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6" Type="http://schemas.openxmlformats.org/officeDocument/2006/relationships/tags" Target="../tags/tag44.xml"/><Relationship Id="rId5" Type="http://schemas.openxmlformats.org/officeDocument/2006/relationships/tags" Target="../tags/tag43.xml"/><Relationship Id="rId4" Type="http://schemas.openxmlformats.org/officeDocument/2006/relationships/tags" Target="../tags/tag42.xml"/><Relationship Id="rId3" Type="http://schemas.openxmlformats.org/officeDocument/2006/relationships/tags" Target="../tags/tag41.xml"/><Relationship Id="rId2" Type="http://schemas.openxmlformats.org/officeDocument/2006/relationships/tags" Target="../tags/tag40.xml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5" Type="http://schemas.openxmlformats.org/officeDocument/2006/relationships/tags" Target="../tags/tag48.xml"/><Relationship Id="rId4" Type="http://schemas.openxmlformats.org/officeDocument/2006/relationships/tags" Target="../tags/tag47.xml"/><Relationship Id="rId3" Type="http://schemas.openxmlformats.org/officeDocument/2006/relationships/tags" Target="../tags/tag46.xml"/><Relationship Id="rId2" Type="http://schemas.openxmlformats.org/officeDocument/2006/relationships/tags" Target="../tags/tag45.xml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5" Type="http://schemas.openxmlformats.org/officeDocument/2006/relationships/tags" Target="../tags/tag52.xml"/><Relationship Id="rId4" Type="http://schemas.openxmlformats.org/officeDocument/2006/relationships/tags" Target="../tags/tag51.xml"/><Relationship Id="rId3" Type="http://schemas.openxmlformats.org/officeDocument/2006/relationships/tags" Target="../tags/tag50.xml"/><Relationship Id="rId2" Type="http://schemas.openxmlformats.org/officeDocument/2006/relationships/tags" Target="../tags/tag49.xml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 hasCustomPrompt="1"/>
            <p:custDataLst>
              <p:tags r:id="rId2"/>
            </p:custDataLst>
          </p:nvPr>
        </p:nvSpPr>
        <p:spPr>
          <a:xfrm>
            <a:off x="669882" y="2588281"/>
            <a:ext cx="10852237" cy="899167"/>
          </a:xfrm>
          <a:prstGeom prst="rect">
            <a:avLst/>
          </a:prstGeom>
        </p:spPr>
        <p:txBody>
          <a:bodyPr lIns="101600" tIns="38100" rIns="25400" bIns="38100" anchor="t" anchorCtr="0">
            <a:noAutofit/>
          </a:bodyPr>
          <a:lstStyle>
            <a:lvl1pPr algn="ctr">
              <a:defRPr sz="5400" b="0" spc="60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1pPr>
          </a:lstStyle>
          <a:p>
            <a:r>
              <a:rPr lang="zh-CN" altLang="en-US" dirty="0"/>
              <a:t>单击此处编辑标题</a:t>
            </a:r>
            <a:endParaRPr lang="zh-CN" altLang="en-US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" hasCustomPrompt="1"/>
            <p:custDataLst>
              <p:tags r:id="rId3"/>
            </p:custDataLst>
          </p:nvPr>
        </p:nvSpPr>
        <p:spPr>
          <a:xfrm>
            <a:off x="669882" y="3566160"/>
            <a:ext cx="10852237" cy="950984"/>
          </a:xfrm>
          <a:prstGeom prst="rect">
            <a:avLst/>
          </a:prstGeom>
        </p:spPr>
        <p:txBody>
          <a:bodyPr lIns="101600" tIns="38100" rIns="76200" bIns="38100">
            <a:noAutofit/>
          </a:bodyPr>
          <a:lstStyle>
            <a:lvl1pPr marL="0" indent="0" algn="ctr" eaLnBrk="1" fontAlgn="auto" latinLnBrk="0" hangingPunct="1">
              <a:lnSpc>
                <a:spcPct val="100000"/>
              </a:lnSpc>
              <a:buNone/>
              <a:defRPr sz="2400" u="none" strike="noStrike" kern="1200" cap="none" spc="200" normalizeH="0" baseline="0">
                <a:solidFill>
                  <a:schemeClr val="tx1"/>
                </a:solidFill>
                <a:uFillTx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dirty="0"/>
              <a:t>单击此处编辑副标题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69882" y="432000"/>
            <a:ext cx="10852237" cy="648000"/>
          </a:xfrm>
          <a:prstGeom prst="rect">
            <a:avLst/>
          </a:prstGeom>
        </p:spPr>
        <p:txBody>
          <a:bodyPr vert="horz" lIns="101600" tIns="38100" rIns="76200" bIns="38100" rtlCol="0" anchor="ctr" anchorCtr="0">
            <a:noAutofit/>
          </a:bodyPr>
          <a:lstStyle>
            <a:lvl1pPr marL="0" marR="0" algn="l" defTabSz="914400" rtl="0" eaLnBrk="1" fontAlgn="auto" latinLnBrk="0" hangingPunct="1">
              <a:lnSpc>
                <a:spcPct val="100000"/>
              </a:lnSpc>
              <a:buNone/>
              <a:defRPr kumimoji="0" lang="zh-CN" altLang="en-US" sz="2800" b="1" i="0" u="none" strike="noStrike" kern="1200" cap="none" spc="200" normalizeH="0" baseline="0" noProof="1" dirty="0">
                <a:solidFill>
                  <a:schemeClr val="tx1"/>
                </a:solidFill>
                <a:uFillTx/>
                <a:latin typeface="+mj-lt"/>
                <a:ea typeface="+mj-ea"/>
                <a:cs typeface="+mj-cs"/>
                <a:sym typeface="+mn-ea"/>
              </a:defRPr>
            </a:lvl1pPr>
          </a:lstStyle>
          <a:p>
            <a:pPr lvl="0"/>
            <a:r>
              <a:rPr dirty="0">
                <a:sym typeface="+mn-ea"/>
              </a:rPr>
              <a:t>单击此处编辑母版标题样式</a:t>
            </a:r>
            <a:endParaRPr dirty="0">
              <a:sym typeface="+mn-ea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"/>
            <p:custDataLst>
              <p:tags r:id="rId3"/>
            </p:custDataLst>
          </p:nvPr>
        </p:nvSpPr>
        <p:spPr>
          <a:xfrm>
            <a:off x="669882" y="1296000"/>
            <a:ext cx="10852237" cy="5041355"/>
          </a:xfrm>
          <a:prstGeom prst="rect">
            <a:avLst/>
          </a:prstGeom>
        </p:spPr>
        <p:txBody>
          <a:bodyPr vert="horz" lIns="101600" tIns="0" rIns="82550" bIns="0" rtlCol="0">
            <a:noAutofit/>
          </a:bodyPr>
          <a:lstStyle>
            <a:lvl1pPr marL="228600" marR="0" lvl="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9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lt"/>
                <a:ea typeface="+mn-ea"/>
                <a:cs typeface="+mn-cs"/>
                <a:sym typeface="+mn-ea"/>
              </a:defRPr>
            </a:lvl1pPr>
            <a:lvl2pPr marL="685800" marR="0" lvl="1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90204" pitchFamily="34" charset="0"/>
              <a:buChar char="•"/>
              <a:tabLst>
                <a:tab pos="1609725" algn="l"/>
              </a:tabLst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lt"/>
                <a:ea typeface="+mn-ea"/>
                <a:cs typeface="+mn-cs"/>
                <a:sym typeface="+mn-ea"/>
              </a:defRPr>
            </a:lvl2pPr>
            <a:lvl3pPr marL="1143000" marR="0" lvl="2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9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lt"/>
                <a:ea typeface="+mn-ea"/>
                <a:cs typeface="+mn-cs"/>
                <a:sym typeface="+mn-ea"/>
              </a:defRPr>
            </a:lvl3pPr>
            <a:lvl4pPr marL="1600200" marR="0" lvl="3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9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lt"/>
                <a:ea typeface="+mn-ea"/>
                <a:cs typeface="+mn-cs"/>
                <a:sym typeface="+mn-ea"/>
              </a:defRPr>
            </a:lvl4pPr>
            <a:lvl5pPr marL="2057400" marR="0" lvl="4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9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lt"/>
                <a:ea typeface="+mn-ea"/>
                <a:cs typeface="+mn-cs"/>
                <a:sym typeface="+mn-ea"/>
              </a:defRPr>
            </a:lvl5pPr>
          </a:lstStyle>
          <a:p>
            <a:pPr lvl="0"/>
            <a:r>
              <a:rPr dirty="0">
                <a:sym typeface="+mn-ea"/>
              </a:rPr>
              <a:t>单击此处编辑母版文本样式</a:t>
            </a:r>
            <a:endParaRPr dirty="0">
              <a:sym typeface="+mn-ea"/>
            </a:endParaRPr>
          </a:p>
          <a:p>
            <a:pPr lvl="1"/>
            <a:r>
              <a:rPr dirty="0">
                <a:sym typeface="+mn-ea"/>
              </a:rPr>
              <a:t>第二级</a:t>
            </a:r>
            <a:endParaRPr dirty="0">
              <a:sym typeface="+mn-ea"/>
            </a:endParaRPr>
          </a:p>
          <a:p>
            <a:pPr lvl="2"/>
            <a:r>
              <a:rPr dirty="0">
                <a:sym typeface="+mn-ea"/>
              </a:rPr>
              <a:t>第三级</a:t>
            </a:r>
            <a:endParaRPr dirty="0">
              <a:sym typeface="+mn-ea"/>
            </a:endParaRPr>
          </a:p>
          <a:p>
            <a:pPr lvl="3"/>
            <a:r>
              <a:rPr dirty="0">
                <a:sym typeface="+mn-ea"/>
              </a:rPr>
              <a:t>第四级</a:t>
            </a:r>
            <a:endParaRPr dirty="0">
              <a:sym typeface="+mn-ea"/>
            </a:endParaRPr>
          </a:p>
          <a:p>
            <a:pPr lvl="4"/>
            <a:r>
              <a:rPr dirty="0">
                <a:sym typeface="+mn-ea"/>
              </a:rPr>
              <a:t>第五级</a:t>
            </a:r>
            <a:endParaRPr dirty="0">
              <a:sym typeface="+mn-ea"/>
            </a:endParaRP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>
          <a:xfrm>
            <a:off x="879742" y="6349833"/>
            <a:ext cx="2700000" cy="316800"/>
          </a:xfrm>
          <a:prstGeom prst="rect">
            <a:avLst/>
          </a:prstGeom>
        </p:spPr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>
          <a:xfrm>
            <a:off x="4116000" y="6349833"/>
            <a:ext cx="3960000" cy="316800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>
          <a:xfrm>
            <a:off x="8610600" y="6349833"/>
            <a:ext cx="2700000" cy="316800"/>
          </a:xfrm>
          <a:prstGeom prst="rect">
            <a:avLst/>
          </a:prstGeom>
        </p:spPr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69930" y="3808730"/>
            <a:ext cx="10852237" cy="624845"/>
          </a:xfrm>
          <a:prstGeom prst="rect">
            <a:avLst/>
          </a:prstGeom>
        </p:spPr>
        <p:txBody>
          <a:bodyPr lIns="101600" tIns="38100" rIns="63500" bIns="38100" anchor="t" anchorCtr="0">
            <a:noAutofit/>
          </a:bodyPr>
          <a:lstStyle>
            <a:lvl1pPr>
              <a:defRPr sz="3600" b="0" u="none" strike="noStrike" kern="1200" cap="none" spc="300" normalizeH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FillTx/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  <p:custDataLst>
              <p:tags r:id="rId3"/>
            </p:custDataLst>
          </p:nvPr>
        </p:nvSpPr>
        <p:spPr>
          <a:xfrm>
            <a:off x="669925" y="4511675"/>
            <a:ext cx="10852237" cy="1077985"/>
          </a:xfrm>
          <a:prstGeom prst="rect">
            <a:avLst/>
          </a:prstGeom>
        </p:spPr>
        <p:txBody>
          <a:bodyPr lIns="101600" tIns="38100" rIns="76200" bIns="38100">
            <a:noAutofit/>
          </a:bodyPr>
          <a:lstStyle>
            <a:lvl1pPr marL="0" indent="0" eaLnBrk="1" fontAlgn="auto" latinLnBrk="0" hangingPunct="1">
              <a:buNone/>
              <a:defRPr kumimoji="0" lang="zh-CN" altLang="en-US" sz="1600" b="0" i="0" u="none" strike="noStrike" kern="1200" cap="none" spc="150" normalizeH="0" baseline="0" noProof="1">
                <a:solidFill>
                  <a:schemeClr val="tx1"/>
                </a:solidFill>
                <a:uFillTx/>
                <a:latin typeface="+mn-lt"/>
                <a:ea typeface="+mn-ea"/>
                <a:cs typeface="+mn-cs"/>
                <a:sym typeface="+mn-ea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>
          <a:xfrm>
            <a:off x="879742" y="6349833"/>
            <a:ext cx="2700000" cy="316800"/>
          </a:xfrm>
          <a:prstGeom prst="rect">
            <a:avLst/>
          </a:prstGeom>
        </p:spPr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>
          <a:xfrm>
            <a:off x="4116000" y="6349833"/>
            <a:ext cx="3960000" cy="316800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>
          <a:xfrm>
            <a:off x="8610600" y="6349833"/>
            <a:ext cx="2700000" cy="316800"/>
          </a:xfrm>
          <a:prstGeom prst="rect">
            <a:avLst/>
          </a:prstGeom>
        </p:spPr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69882" y="432000"/>
            <a:ext cx="10852237" cy="648000"/>
          </a:xfrm>
          <a:prstGeom prst="rect">
            <a:avLst/>
          </a:prstGeom>
        </p:spPr>
        <p:txBody>
          <a:bodyPr vert="horz" lIns="101600" tIns="38100" rIns="76200" bIns="38100" rtlCol="0" anchor="ctr" anchorCtr="0">
            <a:noAutofit/>
          </a:bodyPr>
          <a:lstStyle>
            <a:lvl1pPr marL="0" marR="0" lvl="0" algn="l" defTabSz="914400" rtl="0" eaLnBrk="1" fontAlgn="auto" latinLnBrk="0" hangingPunct="1">
              <a:lnSpc>
                <a:spcPct val="100000"/>
              </a:lnSpc>
              <a:buNone/>
              <a:defRPr kumimoji="0" lang="zh-CN" altLang="en-US" sz="2800" b="1" i="0" u="none" strike="noStrike" kern="1200" cap="none" spc="200" normalizeH="0" baseline="0" noProof="1" dirty="0">
                <a:solidFill>
                  <a:schemeClr val="tx1"/>
                </a:solidFill>
                <a:uFillTx/>
                <a:latin typeface="+mj-lt"/>
                <a:ea typeface="+mj-ea"/>
                <a:cs typeface="+mj-cs"/>
                <a:sym typeface="+mn-ea"/>
              </a:defRPr>
            </a:lvl1pPr>
          </a:lstStyle>
          <a:p>
            <a:pPr lvl="0"/>
            <a:r>
              <a:rPr dirty="0">
                <a:sym typeface="+mn-ea"/>
              </a:rPr>
              <a:t>单击此处编辑母版标题样式</a:t>
            </a:r>
            <a:endParaRPr dirty="0">
              <a:sym typeface="+mn-ea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  <p:custDataLst>
              <p:tags r:id="rId3"/>
            </p:custDataLst>
          </p:nvPr>
        </p:nvSpPr>
        <p:spPr>
          <a:xfrm>
            <a:off x="669930" y="1296000"/>
            <a:ext cx="5283242" cy="5040000"/>
          </a:xfrm>
          <a:prstGeom prst="rect">
            <a:avLst/>
          </a:prstGeom>
        </p:spPr>
        <p:txBody>
          <a:bodyPr vert="horz" lIns="101600" tIns="0" rIns="82550" bIns="0" rtlCol="0">
            <a:noAutofit/>
          </a:bodyPr>
          <a:lstStyle>
            <a:lvl1pPr marL="228600" marR="0" lvl="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9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lt"/>
                <a:ea typeface="+mn-ea"/>
                <a:cs typeface="+mn-cs"/>
                <a:sym typeface="+mn-ea"/>
              </a:defRPr>
            </a:lvl1pPr>
            <a:lvl2pPr marL="685800" marR="0" lvl="1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90204" pitchFamily="34" charset="0"/>
              <a:buChar char="•"/>
              <a:tabLst>
                <a:tab pos="1609725" algn="l"/>
              </a:tabLst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lt"/>
                <a:ea typeface="+mn-ea"/>
                <a:cs typeface="+mn-cs"/>
                <a:sym typeface="+mn-ea"/>
              </a:defRPr>
            </a:lvl2pPr>
            <a:lvl3pPr marL="1143000" marR="0" lvl="2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9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lt"/>
                <a:ea typeface="+mn-ea"/>
                <a:cs typeface="+mn-cs"/>
                <a:sym typeface="+mn-ea"/>
              </a:defRPr>
            </a:lvl3pPr>
            <a:lvl4pPr marL="1600200" marR="0" lvl="3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9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lt"/>
                <a:ea typeface="+mn-ea"/>
                <a:cs typeface="+mn-cs"/>
                <a:sym typeface="+mn-ea"/>
              </a:defRPr>
            </a:lvl4pPr>
            <a:lvl5pPr marL="2057400" marR="0" lvl="4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9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lt"/>
                <a:ea typeface="+mn-ea"/>
                <a:cs typeface="+mn-cs"/>
                <a:sym typeface="+mn-ea"/>
              </a:defRPr>
            </a:lvl5pPr>
          </a:lstStyle>
          <a:p>
            <a:pPr lvl="0"/>
            <a:r>
              <a:rPr dirty="0">
                <a:sym typeface="+mn-ea"/>
              </a:rPr>
              <a:t>单击此处编辑母版文本样式</a:t>
            </a:r>
            <a:endParaRPr dirty="0">
              <a:sym typeface="+mn-ea"/>
            </a:endParaRPr>
          </a:p>
          <a:p>
            <a:pPr lvl="1"/>
            <a:r>
              <a:rPr dirty="0">
                <a:sym typeface="+mn-ea"/>
              </a:rPr>
              <a:t>第二级</a:t>
            </a:r>
            <a:endParaRPr dirty="0">
              <a:sym typeface="+mn-ea"/>
            </a:endParaRPr>
          </a:p>
          <a:p>
            <a:pPr lvl="2"/>
            <a:r>
              <a:rPr dirty="0">
                <a:sym typeface="+mn-ea"/>
              </a:rPr>
              <a:t>第三级</a:t>
            </a:r>
            <a:endParaRPr dirty="0">
              <a:sym typeface="+mn-ea"/>
            </a:endParaRPr>
          </a:p>
          <a:p>
            <a:pPr lvl="3"/>
            <a:r>
              <a:rPr dirty="0">
                <a:sym typeface="+mn-ea"/>
              </a:rPr>
              <a:t>第四级</a:t>
            </a:r>
            <a:endParaRPr dirty="0">
              <a:sym typeface="+mn-ea"/>
            </a:endParaRPr>
          </a:p>
          <a:p>
            <a:pPr lvl="4"/>
            <a:r>
              <a:rPr dirty="0">
                <a:sym typeface="+mn-ea"/>
              </a:rPr>
              <a:t>第五级</a:t>
            </a:r>
            <a:endParaRPr dirty="0">
              <a:sym typeface="+mn-ea"/>
            </a:endParaRP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238877" y="1296000"/>
            <a:ext cx="5283242" cy="5040000"/>
          </a:xfrm>
          <a:prstGeom prst="rect">
            <a:avLst/>
          </a:prstGeom>
        </p:spPr>
        <p:txBody>
          <a:bodyPr>
            <a:noAutofit/>
          </a:bodyPr>
          <a:lstStyle>
            <a:lvl1pPr>
              <a:defRPr sz="16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>
              <a:defRPr sz="160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defRPr sz="1600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defRPr sz="1600"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defRPr sz="1600"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5"/>
            </p:custDataLst>
          </p:nvPr>
        </p:nvSpPr>
        <p:spPr>
          <a:xfrm>
            <a:off x="879742" y="6349833"/>
            <a:ext cx="2700000" cy="316800"/>
          </a:xfrm>
          <a:prstGeom prst="rect">
            <a:avLst/>
          </a:prstGeom>
        </p:spPr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6"/>
            </p:custDataLst>
          </p:nvPr>
        </p:nvSpPr>
        <p:spPr>
          <a:xfrm>
            <a:off x="4116000" y="6349833"/>
            <a:ext cx="3960000" cy="316800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7"/>
            </p:custDataLst>
          </p:nvPr>
        </p:nvSpPr>
        <p:spPr>
          <a:xfrm>
            <a:off x="8610600" y="6349833"/>
            <a:ext cx="2700000" cy="316800"/>
          </a:xfrm>
          <a:prstGeom prst="rect">
            <a:avLst/>
          </a:prstGeom>
        </p:spPr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69882" y="432000"/>
            <a:ext cx="10852237" cy="648000"/>
          </a:xfrm>
          <a:prstGeom prst="rect">
            <a:avLst/>
          </a:prstGeom>
        </p:spPr>
        <p:txBody>
          <a:bodyPr vert="horz" lIns="101600" tIns="38100" rIns="76200" bIns="38100" rtlCol="0" anchor="ctr" anchorCtr="0">
            <a:noAutofit/>
          </a:bodyPr>
          <a:lstStyle>
            <a:lvl1pPr marL="0" marR="0" lvl="0" algn="l" defTabSz="914400" rtl="0" eaLnBrk="1" fontAlgn="auto" latinLnBrk="0" hangingPunct="1">
              <a:lnSpc>
                <a:spcPct val="100000"/>
              </a:lnSpc>
              <a:buNone/>
              <a:defRPr kumimoji="0" lang="zh-CN" altLang="en-US" sz="2800" b="1" i="0" u="none" strike="noStrike" kern="1200" cap="none" spc="200" normalizeH="0" baseline="0" noProof="1" dirty="0">
                <a:solidFill>
                  <a:schemeClr val="tx1"/>
                </a:solidFill>
                <a:uFillTx/>
                <a:latin typeface="+mj-lt"/>
                <a:ea typeface="+mj-ea"/>
                <a:cs typeface="+mj-cs"/>
                <a:sym typeface="+mn-ea"/>
              </a:defRPr>
            </a:lvl1pPr>
          </a:lstStyle>
          <a:p>
            <a:pPr lvl="0"/>
            <a:r>
              <a:rPr dirty="0">
                <a:sym typeface="+mn-ea"/>
              </a:rPr>
              <a:t>单击此处编辑母版标题样式</a:t>
            </a:r>
            <a:endParaRPr dirty="0">
              <a:sym typeface="+mn-ea"/>
            </a:endParaRPr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669930" y="1296000"/>
            <a:ext cx="5283242" cy="381003"/>
          </a:xfrm>
          <a:prstGeom prst="rect">
            <a:avLst/>
          </a:prstGeom>
        </p:spPr>
        <p:txBody>
          <a:bodyPr lIns="101600" tIns="38100" rIns="76200" bIns="38100" anchor="t" anchorCtr="0">
            <a:noAutofit/>
          </a:bodyPr>
          <a:lstStyle>
            <a:lvl1pPr marL="0" indent="0" eaLnBrk="1" fontAlgn="auto" latinLnBrk="0" hangingPunct="1">
              <a:lnSpc>
                <a:spcPct val="100000"/>
              </a:lnSpc>
              <a:spcAft>
                <a:spcPts val="0"/>
              </a:spcAft>
              <a:buNone/>
              <a:defRPr sz="2000" b="1" u="none" strike="noStrike" kern="1200" cap="none" spc="200" normalizeH="0" baseline="0">
                <a:solidFill>
                  <a:schemeClr val="tx1"/>
                </a:solidFill>
                <a:uFillTx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/>
              <a:t>单击此处编辑文本</a:t>
            </a:r>
            <a:endParaRPr lang="zh-CN" altLang="en-US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69925" y="1789043"/>
            <a:ext cx="5283200" cy="4552234"/>
          </a:xfrm>
          <a:prstGeom prst="rect">
            <a:avLst/>
          </a:prstGeom>
        </p:spPr>
        <p:txBody>
          <a:bodyPr vert="horz" lIns="101600" tIns="0" rIns="82550" bIns="0" rtlCol="0">
            <a:noAutofit/>
          </a:bodyPr>
          <a:lstStyle>
            <a:lvl1pPr marL="228600" marR="0" lvl="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9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lt"/>
                <a:ea typeface="+mn-ea"/>
                <a:cs typeface="+mn-cs"/>
                <a:sym typeface="+mn-ea"/>
              </a:defRPr>
            </a:lvl1pPr>
            <a:lvl2pPr marL="685800" marR="0" lvl="1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90204" pitchFamily="34" charset="0"/>
              <a:buChar char="•"/>
              <a:tabLst>
                <a:tab pos="1609725" algn="l"/>
              </a:tabLst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lt"/>
                <a:ea typeface="+mn-ea"/>
                <a:cs typeface="+mn-cs"/>
                <a:sym typeface="+mn-ea"/>
              </a:defRPr>
            </a:lvl2pPr>
            <a:lvl3pPr marL="1143000" marR="0" lvl="2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9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lt"/>
                <a:ea typeface="+mn-ea"/>
                <a:cs typeface="+mn-cs"/>
                <a:sym typeface="+mn-ea"/>
              </a:defRPr>
            </a:lvl3pPr>
            <a:lvl4pPr marL="1600200" marR="0" lvl="3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9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lt"/>
                <a:ea typeface="+mn-ea"/>
                <a:cs typeface="+mn-cs"/>
                <a:sym typeface="+mn-ea"/>
              </a:defRPr>
            </a:lvl4pPr>
            <a:lvl5pPr marL="2057400" marR="0" lvl="4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9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lt"/>
                <a:ea typeface="+mn-ea"/>
                <a:cs typeface="+mn-cs"/>
                <a:sym typeface="+mn-ea"/>
              </a:defRPr>
            </a:lvl5pPr>
          </a:lstStyle>
          <a:p>
            <a:pPr lvl="0"/>
            <a:r>
              <a:rPr dirty="0">
                <a:sym typeface="+mn-ea"/>
              </a:rPr>
              <a:t>单击此处编辑母版文本样式</a:t>
            </a:r>
            <a:endParaRPr dirty="0">
              <a:sym typeface="+mn-ea"/>
            </a:endParaRPr>
          </a:p>
          <a:p>
            <a:pPr lvl="1"/>
            <a:r>
              <a:rPr dirty="0">
                <a:sym typeface="+mn-ea"/>
              </a:rPr>
              <a:t>第二级</a:t>
            </a:r>
            <a:endParaRPr dirty="0">
              <a:sym typeface="+mn-ea"/>
            </a:endParaRPr>
          </a:p>
          <a:p>
            <a:pPr lvl="2"/>
            <a:r>
              <a:rPr dirty="0">
                <a:sym typeface="+mn-ea"/>
              </a:rPr>
              <a:t>第三级</a:t>
            </a:r>
            <a:endParaRPr dirty="0">
              <a:sym typeface="+mn-ea"/>
            </a:endParaRPr>
          </a:p>
          <a:p>
            <a:pPr lvl="3"/>
            <a:r>
              <a:rPr dirty="0">
                <a:sym typeface="+mn-ea"/>
              </a:rPr>
              <a:t>第四级</a:t>
            </a:r>
            <a:endParaRPr dirty="0">
              <a:sym typeface="+mn-ea"/>
            </a:endParaRPr>
          </a:p>
          <a:p>
            <a:pPr lvl="4"/>
            <a:r>
              <a:rPr dirty="0">
                <a:sym typeface="+mn-ea"/>
              </a:rPr>
              <a:t>第五级</a:t>
            </a:r>
            <a:endParaRPr dirty="0">
              <a:sym typeface="+mn-ea"/>
            </a:endParaRP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 hasCustomPrompt="1"/>
            <p:custDataLst>
              <p:tags r:id="rId5"/>
            </p:custDataLst>
          </p:nvPr>
        </p:nvSpPr>
        <p:spPr>
          <a:xfrm>
            <a:off x="6235750" y="1296000"/>
            <a:ext cx="5283242" cy="381003"/>
          </a:xfrm>
          <a:prstGeom prst="rect">
            <a:avLst/>
          </a:prstGeom>
        </p:spPr>
        <p:txBody>
          <a:bodyPr vert="horz" lIns="101600" tIns="38100" rIns="76200" bIns="38100" rtlCol="0" anchor="t" anchorCtr="0">
            <a:noAutofit/>
          </a:bodyPr>
          <a:lstStyle>
            <a:lvl1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90204" pitchFamily="34" charset="0"/>
              <a:buNone/>
              <a:defRPr kumimoji="0" lang="zh-CN" altLang="en-US" sz="2000" b="1" i="0" u="none" strike="noStrike" kern="1200" cap="none" spc="200" normalizeH="0" baseline="0" noProof="1" dirty="0">
                <a:solidFill>
                  <a:schemeClr val="tx1"/>
                </a:solidFill>
                <a:uFillTx/>
                <a:latin typeface="+mn-lt"/>
                <a:ea typeface="+mn-ea"/>
                <a:cs typeface="+mn-cs"/>
                <a:sym typeface="+mn-ea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>
                <a:sym typeface="+mn-ea"/>
              </a:rPr>
              <a:t>单击此处编辑文本</a:t>
            </a:r>
            <a:endParaRPr>
              <a:sym typeface="+mn-ea"/>
            </a:endParaRP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  <p:custDataLst>
              <p:tags r:id="rId6"/>
            </p:custDataLst>
          </p:nvPr>
        </p:nvSpPr>
        <p:spPr>
          <a:xfrm>
            <a:off x="6235750" y="1789043"/>
            <a:ext cx="5283242" cy="4552234"/>
          </a:xfrm>
          <a:prstGeom prst="rect">
            <a:avLst/>
          </a:prstGeom>
        </p:spPr>
        <p:txBody>
          <a:bodyPr vert="horz" lIns="101600" tIns="0" rIns="82550" bIns="0" rtlCol="0">
            <a:noAutofit/>
          </a:bodyPr>
          <a:lstStyle>
            <a:lvl1pPr marL="228600" marR="0" lvl="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9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lt"/>
                <a:ea typeface="+mn-ea"/>
                <a:cs typeface="+mn-cs"/>
                <a:sym typeface="+mn-ea"/>
              </a:defRPr>
            </a:lvl1pPr>
            <a:lvl2pPr marL="685800" marR="0" lvl="1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90204" pitchFamily="34" charset="0"/>
              <a:buChar char="•"/>
              <a:tabLst>
                <a:tab pos="1609725" algn="l"/>
              </a:tabLst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lt"/>
                <a:ea typeface="+mn-ea"/>
                <a:cs typeface="+mn-cs"/>
                <a:sym typeface="+mn-ea"/>
              </a:defRPr>
            </a:lvl2pPr>
            <a:lvl3pPr marL="1143000" marR="0" lvl="2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9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lt"/>
                <a:ea typeface="+mn-ea"/>
                <a:cs typeface="+mn-cs"/>
                <a:sym typeface="+mn-ea"/>
              </a:defRPr>
            </a:lvl3pPr>
            <a:lvl4pPr marL="1600200" marR="0" lvl="3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9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lt"/>
                <a:ea typeface="+mn-ea"/>
                <a:cs typeface="+mn-cs"/>
                <a:sym typeface="+mn-ea"/>
              </a:defRPr>
            </a:lvl4pPr>
            <a:lvl5pPr marL="2057400" marR="0" lvl="4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9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lt"/>
                <a:ea typeface="+mn-ea"/>
                <a:cs typeface="+mn-cs"/>
                <a:sym typeface="+mn-ea"/>
              </a:defRPr>
            </a:lvl5pPr>
          </a:lstStyle>
          <a:p>
            <a:pPr lvl="0"/>
            <a:r>
              <a:rPr dirty="0">
                <a:sym typeface="+mn-ea"/>
              </a:rPr>
              <a:t>单击此处编辑母版文本样式</a:t>
            </a:r>
            <a:endParaRPr dirty="0">
              <a:sym typeface="+mn-ea"/>
            </a:endParaRPr>
          </a:p>
          <a:p>
            <a:pPr lvl="1"/>
            <a:r>
              <a:rPr dirty="0">
                <a:sym typeface="+mn-ea"/>
              </a:rPr>
              <a:t>第二级</a:t>
            </a:r>
            <a:endParaRPr dirty="0">
              <a:sym typeface="+mn-ea"/>
            </a:endParaRPr>
          </a:p>
          <a:p>
            <a:pPr lvl="2"/>
            <a:r>
              <a:rPr dirty="0">
                <a:sym typeface="+mn-ea"/>
              </a:rPr>
              <a:t>第三级</a:t>
            </a:r>
            <a:endParaRPr dirty="0">
              <a:sym typeface="+mn-ea"/>
            </a:endParaRPr>
          </a:p>
          <a:p>
            <a:pPr lvl="3"/>
            <a:r>
              <a:rPr dirty="0">
                <a:sym typeface="+mn-ea"/>
              </a:rPr>
              <a:t>第四级</a:t>
            </a:r>
            <a:endParaRPr dirty="0">
              <a:sym typeface="+mn-ea"/>
            </a:endParaRPr>
          </a:p>
          <a:p>
            <a:pPr lvl="4"/>
            <a:r>
              <a:rPr dirty="0">
                <a:sym typeface="+mn-ea"/>
              </a:rPr>
              <a:t>第五级</a:t>
            </a:r>
            <a:endParaRPr dirty="0">
              <a:sym typeface="+mn-ea"/>
            </a:endParaRP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  <p:custDataLst>
              <p:tags r:id="rId7"/>
            </p:custDataLst>
          </p:nvPr>
        </p:nvSpPr>
        <p:spPr>
          <a:xfrm>
            <a:off x="879742" y="6349833"/>
            <a:ext cx="2700000" cy="316800"/>
          </a:xfrm>
          <a:prstGeom prst="rect">
            <a:avLst/>
          </a:prstGeom>
        </p:spPr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  <p:custDataLst>
              <p:tags r:id="rId8"/>
            </p:custDataLst>
          </p:nvPr>
        </p:nvSpPr>
        <p:spPr>
          <a:xfrm>
            <a:off x="4116000" y="6349833"/>
            <a:ext cx="3960000" cy="316800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  <p:custDataLst>
              <p:tags r:id="rId9"/>
            </p:custDataLst>
          </p:nvPr>
        </p:nvSpPr>
        <p:spPr>
          <a:xfrm>
            <a:off x="8610600" y="6349833"/>
            <a:ext cx="2700000" cy="316800"/>
          </a:xfrm>
          <a:prstGeom prst="rect">
            <a:avLst/>
          </a:prstGeom>
        </p:spPr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69882" y="432000"/>
            <a:ext cx="10852237" cy="648000"/>
          </a:xfrm>
          <a:prstGeom prst="rect">
            <a:avLst/>
          </a:prstGeom>
        </p:spPr>
        <p:txBody>
          <a:bodyPr vert="horz" lIns="101600" tIns="38100" rIns="76200" bIns="38100" rtlCol="0" anchor="ctr" anchorCtr="0">
            <a:noAutofit/>
          </a:bodyPr>
          <a:lstStyle>
            <a:lvl1pPr marL="0" marR="0" lvl="0" algn="l" defTabSz="914400" rtl="0" eaLnBrk="1" fontAlgn="auto" latinLnBrk="0" hangingPunct="1">
              <a:lnSpc>
                <a:spcPct val="100000"/>
              </a:lnSpc>
              <a:buNone/>
              <a:defRPr kumimoji="0" lang="zh-CN" altLang="en-US" sz="2800" b="1" i="0" u="none" strike="noStrike" kern="1200" cap="none" spc="200" normalizeH="0" baseline="0" noProof="1" dirty="0">
                <a:solidFill>
                  <a:schemeClr val="tx1"/>
                </a:solidFill>
                <a:uFillTx/>
                <a:latin typeface="+mj-lt"/>
                <a:ea typeface="+mj-ea"/>
                <a:cs typeface="+mj-cs"/>
                <a:sym typeface="+mn-ea"/>
              </a:defRPr>
            </a:lvl1pPr>
          </a:lstStyle>
          <a:p>
            <a:pPr lvl="0"/>
            <a:r>
              <a:rPr>
                <a:sym typeface="+mn-ea"/>
              </a:rPr>
              <a:t>单击此处编辑母版标题样式</a:t>
            </a:r>
            <a:endParaRPr>
              <a:sym typeface="+mn-ea"/>
            </a:endParaRP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>
          <a:xfrm>
            <a:off x="879742" y="6349833"/>
            <a:ext cx="2700000" cy="316800"/>
          </a:xfrm>
          <a:prstGeom prst="rect">
            <a:avLst/>
          </a:prstGeom>
        </p:spPr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>
          <a:xfrm>
            <a:off x="4116000" y="6349833"/>
            <a:ext cx="3960000" cy="316800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>
          <a:xfrm>
            <a:off x="8610600" y="6349833"/>
            <a:ext cx="2700000" cy="316800"/>
          </a:xfrm>
          <a:prstGeom prst="rect">
            <a:avLst/>
          </a:prstGeom>
        </p:spPr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>
          <a:xfrm>
            <a:off x="879742" y="6349833"/>
            <a:ext cx="2700000" cy="316800"/>
          </a:xfrm>
          <a:prstGeom prst="rect">
            <a:avLst/>
          </a:prstGeom>
        </p:spPr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>
          <a:xfrm>
            <a:off x="4116000" y="6349833"/>
            <a:ext cx="3960000" cy="316800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>
          <a:xfrm>
            <a:off x="8610600" y="6349833"/>
            <a:ext cx="2700000" cy="316800"/>
          </a:xfrm>
          <a:prstGeom prst="rect">
            <a:avLst/>
          </a:prstGeom>
        </p:spPr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图片占位符 2"/>
          <p:cNvSpPr>
            <a:spLocks noGrp="1"/>
          </p:cNvSpPr>
          <p:nvPr>
            <p:ph type="pic" idx="1"/>
            <p:custDataLst>
              <p:tags r:id="rId2"/>
            </p:custDataLst>
          </p:nvPr>
        </p:nvSpPr>
        <p:spPr>
          <a:xfrm>
            <a:off x="669930" y="1296000"/>
            <a:ext cx="5283242" cy="5040000"/>
          </a:xfrm>
          <a:prstGeom prst="rect">
            <a:avLst/>
          </a:prstGeom>
        </p:spPr>
        <p:txBody>
          <a:bodyPr vert="horz" lIns="101600" tIns="0" rIns="82550" bIns="0" rtlCol="0">
            <a:noAutofit/>
          </a:bodyPr>
          <a:lstStyle>
            <a:lvl1pPr marL="0" marR="0" lvl="0" indent="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90204" pitchFamily="34" charset="0"/>
              <a:buNone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lt"/>
                <a:ea typeface="+mn-ea"/>
                <a:cs typeface="+mn-cs"/>
                <a:sym typeface="+mn-ea"/>
              </a:defRPr>
            </a:lvl1pPr>
            <a:lvl2pPr marL="685800" marR="0" lvl="1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90204" pitchFamily="34" charset="0"/>
              <a:buChar char="•"/>
              <a:tabLst>
                <a:tab pos="1609725" algn="l"/>
              </a:tabLst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+mn-lt"/>
                <a:ea typeface="+mn-ea"/>
                <a:cs typeface="+mn-cs"/>
                <a:sym typeface="+mn-ea"/>
              </a:defRPr>
            </a:lvl2pPr>
            <a:lvl3pPr marL="1143000" marR="0" lvl="2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9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+mn-lt"/>
                <a:ea typeface="+mn-ea"/>
                <a:cs typeface="+mn-cs"/>
                <a:sym typeface="+mn-ea"/>
              </a:defRPr>
            </a:lvl3pPr>
            <a:lvl4pPr marL="1600200" marR="0" lvl="3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9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+mn-lt"/>
                <a:ea typeface="+mn-ea"/>
                <a:cs typeface="+mn-cs"/>
                <a:sym typeface="+mn-ea"/>
              </a:defRPr>
            </a:lvl4pPr>
            <a:lvl5pPr marL="2057400" marR="0" lvl="4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9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+mn-lt"/>
                <a:ea typeface="+mn-ea"/>
                <a:cs typeface="+mn-cs"/>
                <a:sym typeface="+mn-ea"/>
              </a:defRPr>
            </a:lvl5pPr>
          </a:lstStyle>
          <a:p>
            <a:pPr lvl="0"/>
            <a:endParaRPr dirty="0">
              <a:sym typeface="+mn-ea"/>
            </a:endParaRP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  <p:custDataLst>
              <p:tags r:id="rId3"/>
            </p:custDataLst>
          </p:nvPr>
        </p:nvSpPr>
        <p:spPr>
          <a:xfrm>
            <a:off x="6238925" y="1296000"/>
            <a:ext cx="5283242" cy="5040000"/>
          </a:xfrm>
          <a:prstGeom prst="rect">
            <a:avLst/>
          </a:prstGeom>
        </p:spPr>
        <p:txBody>
          <a:bodyPr vert="horz" lIns="101600" tIns="0" rIns="82550" bIns="0" rtlCol="0">
            <a:normAutofit/>
          </a:bodyPr>
          <a:lstStyle>
            <a:lvl1pPr marL="228600" marR="0" lvl="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9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lt"/>
                <a:ea typeface="+mn-ea"/>
                <a:cs typeface="+mn-cs"/>
                <a:sym typeface="+mn-ea"/>
              </a:defRPr>
            </a:lvl1pPr>
          </a:lstStyle>
          <a:p>
            <a:pPr lvl="0"/>
            <a:r>
              <a:rPr>
                <a:sym typeface="+mn-ea"/>
              </a:rPr>
              <a:t>单击此处编辑母版文本样式</a:t>
            </a:r>
            <a:endParaRPr>
              <a:sym typeface="+mn-ea"/>
            </a:endParaRP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>
          <a:xfrm>
            <a:off x="879742" y="6349833"/>
            <a:ext cx="2700000" cy="316800"/>
          </a:xfrm>
          <a:prstGeom prst="rect">
            <a:avLst/>
          </a:prstGeom>
        </p:spPr>
        <p:txBody>
          <a:bodyPr/>
          <a:lstStyle/>
          <a:p>
            <a:fld id="{9EFD9D74-47D9-4702-A33C-335B63B48DBF}" type="datetimeFigureOut">
              <a:rPr lang="zh-CN" altLang="en-US" smtClean="0"/>
            </a:fld>
            <a:endParaRPr lang="zh-CN" altLang="en-US" dirty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>
          <a:xfrm>
            <a:off x="4116000" y="6349833"/>
            <a:ext cx="3960000" cy="316800"/>
          </a:xfrm>
          <a:prstGeom prst="rect">
            <a:avLst/>
          </a:prstGeom>
        </p:spPr>
        <p:txBody>
          <a:bodyPr/>
          <a:lstStyle/>
          <a:p>
            <a:endParaRPr lang="zh-CN" altLang="en-US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>
          <a:xfrm>
            <a:off x="8610600" y="6349833"/>
            <a:ext cx="2700000" cy="316800"/>
          </a:xfrm>
          <a:prstGeom prst="rect">
            <a:avLst/>
          </a:prstGeom>
        </p:spPr>
        <p:txBody>
          <a:bodyPr/>
          <a:lstStyle/>
          <a:p>
            <a:fld id="{FABC47A4-756D-490B-A52F-7D9E2C9FC05F}" type="slidenum">
              <a:rPr lang="zh-CN" altLang="en-US" smtClean="0"/>
            </a:fld>
            <a:endParaRPr lang="zh-CN" altLang="en-US"/>
          </a:p>
        </p:txBody>
      </p:sp>
      <p:sp>
        <p:nvSpPr>
          <p:cNvPr id="9" name="标题 8"/>
          <p:cNvSpPr>
            <a:spLocks noGrp="1"/>
          </p:cNvSpPr>
          <p:nvPr>
            <p:ph type="title"/>
            <p:custDataLst>
              <p:tags r:id="rId7"/>
            </p:custDataLst>
          </p:nvPr>
        </p:nvSpPr>
        <p:spPr>
          <a:xfrm>
            <a:off x="669882" y="432000"/>
            <a:ext cx="10852237" cy="648000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  <p:custDataLst>
              <p:tags r:id="rId2"/>
            </p:custDataLst>
          </p:nvPr>
        </p:nvSpPr>
        <p:spPr>
          <a:xfrm>
            <a:off x="10571135" y="952508"/>
            <a:ext cx="950984" cy="5388907"/>
          </a:xfrm>
          <a:prstGeom prst="rect">
            <a:avLst/>
          </a:prstGeom>
        </p:spPr>
        <p:txBody>
          <a:bodyPr vert="eaVert" lIns="101600" tIns="38100" rIns="76200" bIns="38100" rtlCol="0" anchor="ctr" anchorCtr="0">
            <a:noAutofit/>
          </a:bodyPr>
          <a:lstStyle>
            <a:lvl1pPr marL="0" marR="0" lvl="0" algn="l" defTabSz="914400" rtl="0" eaLnBrk="1" fontAlgn="auto" latinLnBrk="0" hangingPunct="1">
              <a:lnSpc>
                <a:spcPct val="100000"/>
              </a:lnSpc>
              <a:spcAft>
                <a:spcPts val="0"/>
              </a:spcAft>
              <a:buNone/>
              <a:defRPr kumimoji="0" lang="zh-CN" altLang="en-US" sz="2400" b="1" i="0" u="none" strike="noStrike" kern="1200" cap="none" spc="200" normalizeH="0" baseline="0" noProof="1" dirty="0">
                <a:solidFill>
                  <a:schemeClr val="tx1"/>
                </a:solidFill>
                <a:uFillTx/>
                <a:latin typeface="+mj-lt"/>
                <a:ea typeface="+mj-ea"/>
                <a:cs typeface="+mj-cs"/>
                <a:sym typeface="+mn-ea"/>
              </a:defRPr>
            </a:lvl1pPr>
          </a:lstStyle>
          <a:p>
            <a:pPr lvl="0"/>
            <a:r>
              <a:rPr>
                <a:sym typeface="+mn-ea"/>
              </a:rPr>
              <a:t>单击此处编辑母版标题样式</a:t>
            </a:r>
            <a:endParaRPr>
              <a:sym typeface="+mn-ea"/>
            </a:endParaRP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  <p:custDataLst>
              <p:tags r:id="rId3"/>
            </p:custDataLst>
          </p:nvPr>
        </p:nvSpPr>
        <p:spPr>
          <a:xfrm>
            <a:off x="669925" y="952500"/>
            <a:ext cx="9828101" cy="5388907"/>
          </a:xfrm>
          <a:prstGeom prst="rect">
            <a:avLst/>
          </a:prstGeom>
        </p:spPr>
        <p:txBody>
          <a:bodyPr vert="eaVert"/>
          <a:lstStyle>
            <a:lvl1pPr indent="0" eaLnBrk="1" fontAlgn="auto" latinLnBrk="0" hangingPunct="1"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indent="0" eaLnBrk="1" fontAlgn="auto" latinLnBrk="0" hangingPunct="1"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 indent="0" eaLnBrk="1" fontAlgn="auto" latinLnBrk="0" hangingPunct="1"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 indent="0" eaLnBrk="1" fontAlgn="auto" latinLnBrk="0" hangingPunct="1"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 indent="0" eaLnBrk="1" fontAlgn="auto" latinLnBrk="0" hangingPunct="1"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>
          <a:xfrm>
            <a:off x="879742" y="6349833"/>
            <a:ext cx="2700000" cy="316800"/>
          </a:xfrm>
          <a:prstGeom prst="rect">
            <a:avLst/>
          </a:prstGeom>
        </p:spPr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>
          <a:xfrm>
            <a:off x="4116000" y="6349833"/>
            <a:ext cx="3960000" cy="316800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>
          <a:xfrm>
            <a:off x="8610600" y="6349833"/>
            <a:ext cx="2700000" cy="316800"/>
          </a:xfrm>
          <a:prstGeom prst="rect">
            <a:avLst/>
          </a:prstGeom>
        </p:spPr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>
          <a:xfrm>
            <a:off x="879742" y="6349833"/>
            <a:ext cx="2700000" cy="316800"/>
          </a:xfrm>
          <a:prstGeom prst="rect">
            <a:avLst/>
          </a:prstGeom>
        </p:spPr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>
          <a:xfrm>
            <a:off x="4116000" y="6349833"/>
            <a:ext cx="3960000" cy="316800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>
          <a:xfrm>
            <a:off x="8610600" y="6349833"/>
            <a:ext cx="2700000" cy="316800"/>
          </a:xfrm>
          <a:prstGeom prst="rect">
            <a:avLst/>
          </a:prstGeom>
        </p:spPr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  <p:custDataLst>
              <p:tags r:id="rId5"/>
            </p:custDataLst>
          </p:nvPr>
        </p:nvSpPr>
        <p:spPr>
          <a:xfrm>
            <a:off x="669930" y="952508"/>
            <a:ext cx="10852237" cy="504000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末尾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>
          <a:xfrm>
            <a:off x="879742" y="6349833"/>
            <a:ext cx="2700000" cy="316800"/>
          </a:xfrm>
          <a:prstGeom prst="rect">
            <a:avLst/>
          </a:prstGeom>
        </p:spPr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>
          <a:xfrm>
            <a:off x="4116000" y="6349833"/>
            <a:ext cx="3960000" cy="316800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>
          <a:xfrm>
            <a:off x="8610600" y="6349833"/>
            <a:ext cx="2700000" cy="316800"/>
          </a:xfrm>
          <a:prstGeom prst="rect">
            <a:avLst/>
          </a:prstGeom>
        </p:spPr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5"/>
            </p:custDataLst>
          </p:nvPr>
        </p:nvSpPr>
        <p:spPr>
          <a:xfrm>
            <a:off x="669882" y="2588281"/>
            <a:ext cx="10852237" cy="899167"/>
          </a:xfrm>
          <a:prstGeom prst="rect">
            <a:avLst/>
          </a:prstGeom>
        </p:spPr>
        <p:txBody>
          <a:bodyPr vert="horz" lIns="101600" tIns="38100" rIns="25400" bIns="38100" rtlCol="0" anchor="t" anchorCtr="0">
            <a:noAutofit/>
          </a:bodyPr>
          <a:lstStyle>
            <a:lvl1pPr marL="0" marR="0" algn="ctr" defTabSz="914400" rtl="0" eaLnBrk="1" fontAlgn="auto" latinLnBrk="0" hangingPunct="1">
              <a:lnSpc>
                <a:spcPct val="100000"/>
              </a:lnSpc>
              <a:buNone/>
              <a:defRPr kumimoji="0" lang="zh-CN" altLang="en-US" sz="5400" b="0" i="0" u="none" strike="noStrike" kern="1200" cap="none" spc="600" normalizeH="0" baseline="0" noProof="1" dirty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FillTx/>
                <a:latin typeface="+mj-lt"/>
                <a:ea typeface="+mj-ea"/>
                <a:cs typeface="+mj-cs"/>
                <a:sym typeface="+mn-ea"/>
              </a:defRPr>
            </a:lvl1pPr>
          </a:lstStyle>
          <a:p>
            <a:pPr lvl="0"/>
            <a:r>
              <a:rPr>
                <a:sym typeface="+mn-ea"/>
              </a:rPr>
              <a:t>单击此处编辑标题</a:t>
            </a:r>
            <a:endParaRPr>
              <a:sym typeface="+mn-ea"/>
            </a:endParaRP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5" Type="http://schemas.openxmlformats.org/officeDocument/2006/relationships/theme" Target="../theme/theme1.xml"/><Relationship Id="rId14" Type="http://schemas.openxmlformats.org/officeDocument/2006/relationships/image" Target="../media/image2.png"/><Relationship Id="rId13" Type="http://schemas.openxmlformats.org/officeDocument/2006/relationships/tags" Target="../tags/tag53.xml"/><Relationship Id="rId12" Type="http://schemas.openxmlformats.org/officeDocument/2006/relationships/image" Target="../media/image1.jpeg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0">
          <a:blip r:embed="rId1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KSO_TEMPLATE" hidden="1"/>
          <p:cNvSpPr/>
          <p:nvPr>
            <p:custDataLst>
              <p:tags r:id="rId13"/>
            </p:custDataLst>
          </p:nvPr>
        </p:nvSpPr>
        <p:spPr>
          <a:xfrm>
            <a:off x="0" y="0"/>
            <a:ext cx="0" cy="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14" name="组合 13"/>
          <p:cNvGrpSpPr/>
          <p:nvPr userDrawn="1"/>
        </p:nvGrpSpPr>
        <p:grpSpPr>
          <a:xfrm>
            <a:off x="6600217" y="234834"/>
            <a:ext cx="5491260" cy="461665"/>
            <a:chOff x="6600217" y="234834"/>
            <a:chExt cx="5491260" cy="461665"/>
          </a:xfrm>
        </p:grpSpPr>
        <p:pic>
          <p:nvPicPr>
            <p:cNvPr id="12" name="图片 11"/>
            <p:cNvPicPr>
              <a:picLocks noChangeAspect="1"/>
            </p:cNvPicPr>
            <p:nvPr userDrawn="1"/>
          </p:nvPicPr>
          <p:blipFill>
            <a:blip r:embed="rId14"/>
            <a:stretch>
              <a:fillRect/>
            </a:stretch>
          </p:blipFill>
          <p:spPr>
            <a:xfrm>
              <a:off x="6600217" y="243967"/>
              <a:ext cx="2821020" cy="437940"/>
            </a:xfrm>
            <a:prstGeom prst="rect">
              <a:avLst/>
            </a:prstGeom>
          </p:spPr>
        </p:pic>
        <p:sp>
          <p:nvSpPr>
            <p:cNvPr id="10" name="文本框 9"/>
            <p:cNvSpPr txBox="1"/>
            <p:nvPr userDrawn="1"/>
          </p:nvSpPr>
          <p:spPr>
            <a:xfrm>
              <a:off x="9401781" y="234834"/>
              <a:ext cx="2689696" cy="461665"/>
            </a:xfrm>
            <a:prstGeom prst="rect">
              <a:avLst/>
            </a:prstGeom>
            <a:solidFill>
              <a:schemeClr val="bg1"/>
            </a:solidFill>
          </p:spPr>
          <p:txBody>
            <a:bodyPr wrap="square" rtlCol="0">
              <a:spAutoFit/>
            </a:bodyPr>
            <a:lstStyle/>
            <a:p>
              <a:pPr algn="l"/>
              <a:r>
                <a:rPr lang="zh-CN" altLang="en-US" sz="2400" b="1" dirty="0">
                  <a:solidFill>
                    <a:srgbClr val="00B0F0"/>
                  </a:solidFill>
                  <a:effectLst/>
                </a:rPr>
                <a:t>概率论与数理统计</a:t>
              </a:r>
              <a:endParaRPr lang="zh-CN" altLang="en-US" sz="2400" b="1" dirty="0">
                <a:solidFill>
                  <a:srgbClr val="00B0F0"/>
                </a:solidFill>
                <a:effectLst/>
              </a:endParaRPr>
            </a:p>
          </p:txBody>
        </p:sp>
      </p:grp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fontAlgn="auto" latinLnBrk="0" hangingPunct="1">
        <a:lnSpc>
          <a:spcPct val="100000"/>
        </a:lnSpc>
        <a:spcBef>
          <a:spcPct val="0"/>
        </a:spcBef>
        <a:buNone/>
        <a:defRPr sz="2800" b="1" u="none" strike="noStrike" kern="1200" cap="none" spc="200" normalizeH="0">
          <a:solidFill>
            <a:schemeClr val="tx1"/>
          </a:solidFill>
          <a:uFillTx/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90204" pitchFamily="34" charset="0"/>
        <a:buChar char="•"/>
        <a:defRPr sz="1600" u="none" strike="noStrike" kern="1200" cap="none" spc="150" normalizeH="0" baseline="0">
          <a:solidFill>
            <a:schemeClr val="tx1"/>
          </a:solidFill>
          <a:uFillTx/>
          <a:latin typeface="+mn-lt"/>
          <a:ea typeface="+mn-ea"/>
          <a:cs typeface="+mn-cs"/>
        </a:defRPr>
      </a:lvl1pPr>
      <a:lvl2pPr marL="6858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90204" pitchFamily="34" charset="0"/>
        <a:buChar char="•"/>
        <a:tabLst>
          <a:tab pos="1609725" algn="l"/>
        </a:tabLst>
        <a:defRPr sz="1600" u="none" strike="noStrike" kern="1200" cap="none" spc="150" normalizeH="0" baseline="0">
          <a:solidFill>
            <a:schemeClr val="tx1"/>
          </a:solidFill>
          <a:uFillTx/>
          <a:latin typeface="+mn-lt"/>
          <a:ea typeface="+mn-ea"/>
          <a:cs typeface="+mn-cs"/>
        </a:defRPr>
      </a:lvl2pPr>
      <a:lvl3pPr marL="11430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90204" pitchFamily="34" charset="0"/>
        <a:buChar char="•"/>
        <a:defRPr sz="1600" u="none" strike="noStrike" kern="1200" cap="none" spc="150" normalizeH="0" baseline="0">
          <a:solidFill>
            <a:schemeClr val="tx1"/>
          </a:solidFill>
          <a:uFillTx/>
          <a:latin typeface="+mn-lt"/>
          <a:ea typeface="+mn-ea"/>
          <a:cs typeface="+mn-cs"/>
        </a:defRPr>
      </a:lvl3pPr>
      <a:lvl4pPr marL="16002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90204" pitchFamily="34" charset="0"/>
        <a:buChar char="•"/>
        <a:defRPr sz="1600" u="none" strike="noStrike" kern="1200" cap="none" spc="150" normalizeH="0" baseline="0">
          <a:solidFill>
            <a:schemeClr val="tx1"/>
          </a:solidFill>
          <a:uFillTx/>
          <a:latin typeface="+mn-lt"/>
          <a:ea typeface="+mn-ea"/>
          <a:cs typeface="+mn-cs"/>
        </a:defRPr>
      </a:lvl4pPr>
      <a:lvl5pPr marL="20574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90204" pitchFamily="34" charset="0"/>
        <a:buChar char="•"/>
        <a:defRPr sz="1600" u="none" strike="noStrike" kern="1200" cap="none" spc="150" normalizeH="0" baseline="0">
          <a:solidFill>
            <a:schemeClr val="tx1"/>
          </a:solidFill>
          <a:uFillTx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vmlDrawing" Target="../drawings/vmlDrawing1.vml"/><Relationship Id="rId7" Type="http://schemas.openxmlformats.org/officeDocument/2006/relationships/slideLayout" Target="../slideLayouts/slideLayout7.xml"/><Relationship Id="rId6" Type="http://schemas.openxmlformats.org/officeDocument/2006/relationships/image" Target="../media/image5.emf"/><Relationship Id="rId5" Type="http://schemas.openxmlformats.org/officeDocument/2006/relationships/oleObject" Target="../embeddings/Document2.doc"/><Relationship Id="rId4" Type="http://schemas.openxmlformats.org/officeDocument/2006/relationships/image" Target="../media/image4.emf"/><Relationship Id="rId3" Type="http://schemas.openxmlformats.org/officeDocument/2006/relationships/oleObject" Target="../embeddings/oleObject1.bin"/><Relationship Id="rId2" Type="http://schemas.openxmlformats.org/officeDocument/2006/relationships/image" Target="../media/image3.emf"/><Relationship Id="rId1" Type="http://schemas.openxmlformats.org/officeDocument/2006/relationships/oleObject" Target="../embeddings/Document1.doc"/></Relationships>
</file>

<file path=ppt/slides/_rels/slide2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7.xml"/><Relationship Id="rId8" Type="http://schemas.openxmlformats.org/officeDocument/2006/relationships/image" Target="../media/image9.emf"/><Relationship Id="rId7" Type="http://schemas.openxmlformats.org/officeDocument/2006/relationships/oleObject" Target="../embeddings/Document6.doc"/><Relationship Id="rId6" Type="http://schemas.openxmlformats.org/officeDocument/2006/relationships/image" Target="../media/image8.emf"/><Relationship Id="rId5" Type="http://schemas.openxmlformats.org/officeDocument/2006/relationships/oleObject" Target="../embeddings/Document5.doc"/><Relationship Id="rId4" Type="http://schemas.openxmlformats.org/officeDocument/2006/relationships/image" Target="../media/image7.emf"/><Relationship Id="rId3" Type="http://schemas.openxmlformats.org/officeDocument/2006/relationships/oleObject" Target="../embeddings/Document4.doc"/><Relationship Id="rId2" Type="http://schemas.openxmlformats.org/officeDocument/2006/relationships/image" Target="../media/image6.emf"/><Relationship Id="rId10" Type="http://schemas.openxmlformats.org/officeDocument/2006/relationships/vmlDrawing" Target="../drawings/vmlDrawing2.vml"/><Relationship Id="rId1" Type="http://schemas.openxmlformats.org/officeDocument/2006/relationships/oleObject" Target="../embeddings/Document3.doc"/></Relationships>
</file>

<file path=ppt/slides/_rels/slide3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7.xml"/><Relationship Id="rId8" Type="http://schemas.openxmlformats.org/officeDocument/2006/relationships/image" Target="../media/image13.emf"/><Relationship Id="rId7" Type="http://schemas.openxmlformats.org/officeDocument/2006/relationships/oleObject" Target="../embeddings/Document10.doc"/><Relationship Id="rId6" Type="http://schemas.openxmlformats.org/officeDocument/2006/relationships/image" Target="../media/image12.emf"/><Relationship Id="rId5" Type="http://schemas.openxmlformats.org/officeDocument/2006/relationships/oleObject" Target="../embeddings/Document9.doc"/><Relationship Id="rId4" Type="http://schemas.openxmlformats.org/officeDocument/2006/relationships/image" Target="../media/image11.emf"/><Relationship Id="rId3" Type="http://schemas.openxmlformats.org/officeDocument/2006/relationships/oleObject" Target="../embeddings/Document8.doc"/><Relationship Id="rId2" Type="http://schemas.openxmlformats.org/officeDocument/2006/relationships/image" Target="../media/image10.emf"/><Relationship Id="rId10" Type="http://schemas.openxmlformats.org/officeDocument/2006/relationships/vmlDrawing" Target="../drawings/vmlDrawing3.vml"/><Relationship Id="rId1" Type="http://schemas.openxmlformats.org/officeDocument/2006/relationships/oleObject" Target="../embeddings/Document7.doc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vmlDrawing" Target="../drawings/vmlDrawing4.vml"/><Relationship Id="rId7" Type="http://schemas.openxmlformats.org/officeDocument/2006/relationships/slideLayout" Target="../slideLayouts/slideLayout7.xml"/><Relationship Id="rId6" Type="http://schemas.openxmlformats.org/officeDocument/2006/relationships/image" Target="../media/image16.emf"/><Relationship Id="rId5" Type="http://schemas.openxmlformats.org/officeDocument/2006/relationships/oleObject" Target="../embeddings/Document13.doc"/><Relationship Id="rId4" Type="http://schemas.openxmlformats.org/officeDocument/2006/relationships/image" Target="../media/image15.emf"/><Relationship Id="rId3" Type="http://schemas.openxmlformats.org/officeDocument/2006/relationships/oleObject" Target="../embeddings/Document12.doc"/><Relationship Id="rId2" Type="http://schemas.openxmlformats.org/officeDocument/2006/relationships/image" Target="../media/image14.emf"/><Relationship Id="rId1" Type="http://schemas.openxmlformats.org/officeDocument/2006/relationships/oleObject" Target="../embeddings/Document11.doc"/></Relationships>
</file>

<file path=ppt/slides/_rels/slide5.xml.rels><?xml version="1.0" encoding="UTF-8" standalone="yes"?>
<Relationships xmlns="http://schemas.openxmlformats.org/package/2006/relationships"><Relationship Id="rId9" Type="http://schemas.openxmlformats.org/officeDocument/2006/relationships/oleObject" Target="../embeddings/Document14.doc"/><Relationship Id="rId8" Type="http://schemas.openxmlformats.org/officeDocument/2006/relationships/image" Target="../media/image20.emf"/><Relationship Id="rId7" Type="http://schemas.openxmlformats.org/officeDocument/2006/relationships/oleObject" Target="../embeddings/oleObject5.bin"/><Relationship Id="rId6" Type="http://schemas.openxmlformats.org/officeDocument/2006/relationships/image" Target="../media/image19.emf"/><Relationship Id="rId5" Type="http://schemas.openxmlformats.org/officeDocument/2006/relationships/oleObject" Target="../embeddings/oleObject4.bin"/><Relationship Id="rId4" Type="http://schemas.openxmlformats.org/officeDocument/2006/relationships/image" Target="../media/image18.emf"/><Relationship Id="rId3" Type="http://schemas.openxmlformats.org/officeDocument/2006/relationships/oleObject" Target="../embeddings/oleObject3.bin"/><Relationship Id="rId2" Type="http://schemas.openxmlformats.org/officeDocument/2006/relationships/image" Target="../media/image17.emf"/><Relationship Id="rId12" Type="http://schemas.openxmlformats.org/officeDocument/2006/relationships/vmlDrawing" Target="../drawings/vmlDrawing5.vml"/><Relationship Id="rId11" Type="http://schemas.openxmlformats.org/officeDocument/2006/relationships/slideLayout" Target="../slideLayouts/slideLayout7.xml"/><Relationship Id="rId10" Type="http://schemas.openxmlformats.org/officeDocument/2006/relationships/image" Target="../media/image21.emf"/><Relationship Id="rId1" Type="http://schemas.openxmlformats.org/officeDocument/2006/relationships/oleObject" Target="../embeddings/oleObject2.bin"/></Relationships>
</file>

<file path=ppt/slides/_rels/slide6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7.xml"/><Relationship Id="rId8" Type="http://schemas.openxmlformats.org/officeDocument/2006/relationships/image" Target="../media/image25.emf"/><Relationship Id="rId7" Type="http://schemas.openxmlformats.org/officeDocument/2006/relationships/oleObject" Target="../embeddings/Document18.doc"/><Relationship Id="rId6" Type="http://schemas.openxmlformats.org/officeDocument/2006/relationships/image" Target="../media/image24.emf"/><Relationship Id="rId5" Type="http://schemas.openxmlformats.org/officeDocument/2006/relationships/oleObject" Target="../embeddings/Document17.doc"/><Relationship Id="rId4" Type="http://schemas.openxmlformats.org/officeDocument/2006/relationships/image" Target="../media/image23.emf"/><Relationship Id="rId3" Type="http://schemas.openxmlformats.org/officeDocument/2006/relationships/oleObject" Target="../embeddings/Document16.doc"/><Relationship Id="rId2" Type="http://schemas.openxmlformats.org/officeDocument/2006/relationships/image" Target="../media/image22.emf"/><Relationship Id="rId10" Type="http://schemas.openxmlformats.org/officeDocument/2006/relationships/vmlDrawing" Target="../drawings/vmlDrawing6.vml"/><Relationship Id="rId1" Type="http://schemas.openxmlformats.org/officeDocument/2006/relationships/oleObject" Target="../embeddings/Document15.doc"/></Relationships>
</file>

<file path=ppt/slides/_rels/slide7.xml.rels><?xml version="1.0" encoding="UTF-8" standalone="yes"?>
<Relationships xmlns="http://schemas.openxmlformats.org/package/2006/relationships"><Relationship Id="rId9" Type="http://schemas.openxmlformats.org/officeDocument/2006/relationships/oleObject" Target="../embeddings/oleObject8.bin"/><Relationship Id="rId8" Type="http://schemas.openxmlformats.org/officeDocument/2006/relationships/image" Target="../media/image29.wmf"/><Relationship Id="rId7" Type="http://schemas.openxmlformats.org/officeDocument/2006/relationships/oleObject" Target="../embeddings/oleObject7.bin"/><Relationship Id="rId6" Type="http://schemas.openxmlformats.org/officeDocument/2006/relationships/image" Target="../media/image28.wmf"/><Relationship Id="rId5" Type="http://schemas.openxmlformats.org/officeDocument/2006/relationships/oleObject" Target="../embeddings/oleObject6.bin"/><Relationship Id="rId4" Type="http://schemas.openxmlformats.org/officeDocument/2006/relationships/image" Target="../media/image27.emf"/><Relationship Id="rId3" Type="http://schemas.openxmlformats.org/officeDocument/2006/relationships/oleObject" Target="../embeddings/Document20.doc"/><Relationship Id="rId26" Type="http://schemas.openxmlformats.org/officeDocument/2006/relationships/vmlDrawing" Target="../drawings/vmlDrawing7.vml"/><Relationship Id="rId25" Type="http://schemas.openxmlformats.org/officeDocument/2006/relationships/slideLayout" Target="../slideLayouts/slideLayout7.xml"/><Relationship Id="rId24" Type="http://schemas.openxmlformats.org/officeDocument/2006/relationships/image" Target="../media/image37.wmf"/><Relationship Id="rId23" Type="http://schemas.openxmlformats.org/officeDocument/2006/relationships/oleObject" Target="../embeddings/oleObject15.bin"/><Relationship Id="rId22" Type="http://schemas.openxmlformats.org/officeDocument/2006/relationships/image" Target="../media/image36.wmf"/><Relationship Id="rId21" Type="http://schemas.openxmlformats.org/officeDocument/2006/relationships/oleObject" Target="../embeddings/oleObject14.bin"/><Relationship Id="rId20" Type="http://schemas.openxmlformats.org/officeDocument/2006/relationships/image" Target="../media/image35.wmf"/><Relationship Id="rId2" Type="http://schemas.openxmlformats.org/officeDocument/2006/relationships/image" Target="../media/image26.emf"/><Relationship Id="rId19" Type="http://schemas.openxmlformats.org/officeDocument/2006/relationships/oleObject" Target="../embeddings/oleObject13.bin"/><Relationship Id="rId18" Type="http://schemas.openxmlformats.org/officeDocument/2006/relationships/image" Target="../media/image34.wmf"/><Relationship Id="rId17" Type="http://schemas.openxmlformats.org/officeDocument/2006/relationships/oleObject" Target="../embeddings/oleObject12.bin"/><Relationship Id="rId16" Type="http://schemas.openxmlformats.org/officeDocument/2006/relationships/image" Target="../media/image33.wmf"/><Relationship Id="rId15" Type="http://schemas.openxmlformats.org/officeDocument/2006/relationships/oleObject" Target="../embeddings/oleObject11.bin"/><Relationship Id="rId14" Type="http://schemas.openxmlformats.org/officeDocument/2006/relationships/image" Target="../media/image32.wmf"/><Relationship Id="rId13" Type="http://schemas.openxmlformats.org/officeDocument/2006/relationships/oleObject" Target="../embeddings/oleObject10.bin"/><Relationship Id="rId12" Type="http://schemas.openxmlformats.org/officeDocument/2006/relationships/image" Target="../media/image31.wmf"/><Relationship Id="rId11" Type="http://schemas.openxmlformats.org/officeDocument/2006/relationships/oleObject" Target="../embeddings/oleObject9.bin"/><Relationship Id="rId10" Type="http://schemas.openxmlformats.org/officeDocument/2006/relationships/image" Target="../media/image30.wmf"/><Relationship Id="rId1" Type="http://schemas.openxmlformats.org/officeDocument/2006/relationships/oleObject" Target="../embeddings/Document19.doc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vmlDrawing" Target="../drawings/vmlDrawing8.vml"/><Relationship Id="rId7" Type="http://schemas.openxmlformats.org/officeDocument/2006/relationships/slideLayout" Target="../slideLayouts/slideLayout7.xml"/><Relationship Id="rId6" Type="http://schemas.openxmlformats.org/officeDocument/2006/relationships/image" Target="../media/image40.emf"/><Relationship Id="rId5" Type="http://schemas.openxmlformats.org/officeDocument/2006/relationships/oleObject" Target="../embeddings/Document23.doc"/><Relationship Id="rId4" Type="http://schemas.openxmlformats.org/officeDocument/2006/relationships/image" Target="../media/image39.emf"/><Relationship Id="rId3" Type="http://schemas.openxmlformats.org/officeDocument/2006/relationships/oleObject" Target="../embeddings/Document22.doc"/><Relationship Id="rId2" Type="http://schemas.openxmlformats.org/officeDocument/2006/relationships/image" Target="../media/image38.emf"/><Relationship Id="rId1" Type="http://schemas.openxmlformats.org/officeDocument/2006/relationships/oleObject" Target="../embeddings/Document21.doc"/></Relationships>
</file>

<file path=ppt/slides/_rels/slide9.xml.rels><?xml version="1.0" encoding="UTF-8" standalone="yes"?>
<Relationships xmlns="http://schemas.openxmlformats.org/package/2006/relationships"><Relationship Id="rId9" Type="http://schemas.openxmlformats.org/officeDocument/2006/relationships/oleObject" Target="../embeddings/oleObject16.bin"/><Relationship Id="rId8" Type="http://schemas.openxmlformats.org/officeDocument/2006/relationships/image" Target="../media/image44.emf"/><Relationship Id="rId7" Type="http://schemas.openxmlformats.org/officeDocument/2006/relationships/oleObject" Target="../embeddings/Document27.doc"/><Relationship Id="rId6" Type="http://schemas.openxmlformats.org/officeDocument/2006/relationships/image" Target="../media/image43.emf"/><Relationship Id="rId5" Type="http://schemas.openxmlformats.org/officeDocument/2006/relationships/oleObject" Target="../embeddings/Document26.doc"/><Relationship Id="rId4" Type="http://schemas.openxmlformats.org/officeDocument/2006/relationships/image" Target="../media/image42.emf"/><Relationship Id="rId3" Type="http://schemas.openxmlformats.org/officeDocument/2006/relationships/oleObject" Target="../embeddings/Document25.doc"/><Relationship Id="rId28" Type="http://schemas.openxmlformats.org/officeDocument/2006/relationships/vmlDrawing" Target="../drawings/vmlDrawing9.vml"/><Relationship Id="rId27" Type="http://schemas.openxmlformats.org/officeDocument/2006/relationships/slideLayout" Target="../slideLayouts/slideLayout7.xml"/><Relationship Id="rId26" Type="http://schemas.openxmlformats.org/officeDocument/2006/relationships/image" Target="../media/image52.emf"/><Relationship Id="rId25" Type="http://schemas.openxmlformats.org/officeDocument/2006/relationships/oleObject" Target="../embeddings/Document28.doc"/><Relationship Id="rId24" Type="http://schemas.openxmlformats.org/officeDocument/2006/relationships/image" Target="../media/image51.wmf"/><Relationship Id="rId23" Type="http://schemas.openxmlformats.org/officeDocument/2006/relationships/oleObject" Target="../embeddings/oleObject24.bin"/><Relationship Id="rId22" Type="http://schemas.openxmlformats.org/officeDocument/2006/relationships/oleObject" Target="../embeddings/oleObject23.bin"/><Relationship Id="rId21" Type="http://schemas.openxmlformats.org/officeDocument/2006/relationships/oleObject" Target="../embeddings/oleObject22.bin"/><Relationship Id="rId20" Type="http://schemas.openxmlformats.org/officeDocument/2006/relationships/image" Target="../media/image50.wmf"/><Relationship Id="rId2" Type="http://schemas.openxmlformats.org/officeDocument/2006/relationships/image" Target="../media/image41.emf"/><Relationship Id="rId19" Type="http://schemas.openxmlformats.org/officeDocument/2006/relationships/oleObject" Target="../embeddings/oleObject21.bin"/><Relationship Id="rId18" Type="http://schemas.openxmlformats.org/officeDocument/2006/relationships/image" Target="../media/image49.wmf"/><Relationship Id="rId17" Type="http://schemas.openxmlformats.org/officeDocument/2006/relationships/oleObject" Target="../embeddings/oleObject20.bin"/><Relationship Id="rId16" Type="http://schemas.openxmlformats.org/officeDocument/2006/relationships/image" Target="../media/image48.wmf"/><Relationship Id="rId15" Type="http://schemas.openxmlformats.org/officeDocument/2006/relationships/oleObject" Target="../embeddings/oleObject19.bin"/><Relationship Id="rId14" Type="http://schemas.openxmlformats.org/officeDocument/2006/relationships/image" Target="../media/image47.wmf"/><Relationship Id="rId13" Type="http://schemas.openxmlformats.org/officeDocument/2006/relationships/oleObject" Target="../embeddings/oleObject18.bin"/><Relationship Id="rId12" Type="http://schemas.openxmlformats.org/officeDocument/2006/relationships/image" Target="../media/image46.wmf"/><Relationship Id="rId11" Type="http://schemas.openxmlformats.org/officeDocument/2006/relationships/oleObject" Target="../embeddings/oleObject17.bin"/><Relationship Id="rId10" Type="http://schemas.openxmlformats.org/officeDocument/2006/relationships/image" Target="../media/image45.wmf"/><Relationship Id="rId1" Type="http://schemas.openxmlformats.org/officeDocument/2006/relationships/oleObject" Target="../embeddings/Document24.doc"/></Relationships>
</file>

<file path=ppt/slides/_rels/slide10.xml.rels><?xml version="1.0" encoding="UTF-8" standalone="yes"?>
<Relationships xmlns="http://schemas.openxmlformats.org/package/2006/relationships"><Relationship Id="rId9" Type="http://schemas.openxmlformats.org/officeDocument/2006/relationships/oleObject" Target="../embeddings/Document33.doc"/><Relationship Id="rId8" Type="http://schemas.openxmlformats.org/officeDocument/2006/relationships/image" Target="../media/image54.emf"/><Relationship Id="rId7" Type="http://schemas.openxmlformats.org/officeDocument/2006/relationships/oleObject" Target="../embeddings/Document32.doc"/><Relationship Id="rId6" Type="http://schemas.openxmlformats.org/officeDocument/2006/relationships/image" Target="../media/image44.emf"/><Relationship Id="rId5" Type="http://schemas.openxmlformats.org/officeDocument/2006/relationships/oleObject" Target="../embeddings/Document31.doc"/><Relationship Id="rId4" Type="http://schemas.openxmlformats.org/officeDocument/2006/relationships/image" Target="../media/image42.emf"/><Relationship Id="rId3" Type="http://schemas.openxmlformats.org/officeDocument/2006/relationships/oleObject" Target="../embeddings/Document30.doc"/><Relationship Id="rId2" Type="http://schemas.openxmlformats.org/officeDocument/2006/relationships/image" Target="../media/image53.emf"/><Relationship Id="rId12" Type="http://schemas.openxmlformats.org/officeDocument/2006/relationships/vmlDrawing" Target="../drawings/vmlDrawing10.vml"/><Relationship Id="rId11" Type="http://schemas.openxmlformats.org/officeDocument/2006/relationships/slideLayout" Target="../slideLayouts/slideLayout7.xml"/><Relationship Id="rId10" Type="http://schemas.openxmlformats.org/officeDocument/2006/relationships/image" Target="../media/image55.emf"/><Relationship Id="rId1" Type="http://schemas.openxmlformats.org/officeDocument/2006/relationships/oleObject" Target="../embeddings/Document29.doc"/></Relationships>
</file>

<file path=ppt/slides/_rels/slide11.xml.rels><?xml version="1.0" encoding="UTF-8" standalone="yes"?>
<Relationships xmlns="http://schemas.openxmlformats.org/package/2006/relationships"><Relationship Id="rId9" Type="http://schemas.openxmlformats.org/officeDocument/2006/relationships/oleObject" Target="../embeddings/Document38.doc"/><Relationship Id="rId8" Type="http://schemas.openxmlformats.org/officeDocument/2006/relationships/image" Target="../media/image59.emf"/><Relationship Id="rId7" Type="http://schemas.openxmlformats.org/officeDocument/2006/relationships/oleObject" Target="../embeddings/Document37.doc"/><Relationship Id="rId6" Type="http://schemas.openxmlformats.org/officeDocument/2006/relationships/image" Target="../media/image58.emf"/><Relationship Id="rId5" Type="http://schemas.openxmlformats.org/officeDocument/2006/relationships/oleObject" Target="../embeddings/Document36.doc"/><Relationship Id="rId4" Type="http://schemas.openxmlformats.org/officeDocument/2006/relationships/image" Target="../media/image57.emf"/><Relationship Id="rId3" Type="http://schemas.openxmlformats.org/officeDocument/2006/relationships/oleObject" Target="../embeddings/Document35.doc"/><Relationship Id="rId2" Type="http://schemas.openxmlformats.org/officeDocument/2006/relationships/image" Target="../media/image56.emf"/><Relationship Id="rId12" Type="http://schemas.openxmlformats.org/officeDocument/2006/relationships/vmlDrawing" Target="../drawings/vmlDrawing11.vml"/><Relationship Id="rId11" Type="http://schemas.openxmlformats.org/officeDocument/2006/relationships/slideLayout" Target="../slideLayouts/slideLayout7.xml"/><Relationship Id="rId10" Type="http://schemas.openxmlformats.org/officeDocument/2006/relationships/image" Target="../media/image60.emf"/><Relationship Id="rId1" Type="http://schemas.openxmlformats.org/officeDocument/2006/relationships/oleObject" Target="../embeddings/Document34.doc"/></Relationships>
</file>

<file path=ppt/slides/_rels/slide12.xml.rels><?xml version="1.0" encoding="UTF-8" standalone="yes"?>
<Relationships xmlns="http://schemas.openxmlformats.org/package/2006/relationships"><Relationship Id="rId9" Type="http://schemas.openxmlformats.org/officeDocument/2006/relationships/oleObject" Target="../embeddings/Document41.doc"/><Relationship Id="rId8" Type="http://schemas.openxmlformats.org/officeDocument/2006/relationships/image" Target="../media/image64.emf"/><Relationship Id="rId7" Type="http://schemas.openxmlformats.org/officeDocument/2006/relationships/oleObject" Target="../embeddings/Document40.doc"/><Relationship Id="rId6" Type="http://schemas.openxmlformats.org/officeDocument/2006/relationships/image" Target="../media/image63.emf"/><Relationship Id="rId5" Type="http://schemas.openxmlformats.org/officeDocument/2006/relationships/oleObject" Target="../embeddings/Document39.doc"/><Relationship Id="rId40" Type="http://schemas.openxmlformats.org/officeDocument/2006/relationships/vmlDrawing" Target="../drawings/vmlDrawing12.vml"/><Relationship Id="rId4" Type="http://schemas.openxmlformats.org/officeDocument/2006/relationships/image" Target="../media/image62.emf"/><Relationship Id="rId39" Type="http://schemas.openxmlformats.org/officeDocument/2006/relationships/slideLayout" Target="../slideLayouts/slideLayout7.xml"/><Relationship Id="rId38" Type="http://schemas.openxmlformats.org/officeDocument/2006/relationships/image" Target="../media/image79.wmf"/><Relationship Id="rId37" Type="http://schemas.openxmlformats.org/officeDocument/2006/relationships/oleObject" Target="../embeddings/oleObject40.bin"/><Relationship Id="rId36" Type="http://schemas.openxmlformats.org/officeDocument/2006/relationships/image" Target="../media/image78.wmf"/><Relationship Id="rId35" Type="http://schemas.openxmlformats.org/officeDocument/2006/relationships/oleObject" Target="../embeddings/oleObject39.bin"/><Relationship Id="rId34" Type="http://schemas.openxmlformats.org/officeDocument/2006/relationships/image" Target="../media/image77.wmf"/><Relationship Id="rId33" Type="http://schemas.openxmlformats.org/officeDocument/2006/relationships/oleObject" Target="../embeddings/oleObject38.bin"/><Relationship Id="rId32" Type="http://schemas.openxmlformats.org/officeDocument/2006/relationships/image" Target="../media/image76.wmf"/><Relationship Id="rId31" Type="http://schemas.openxmlformats.org/officeDocument/2006/relationships/oleObject" Target="../embeddings/oleObject37.bin"/><Relationship Id="rId30" Type="http://schemas.openxmlformats.org/officeDocument/2006/relationships/image" Target="../media/image75.wmf"/><Relationship Id="rId3" Type="http://schemas.openxmlformats.org/officeDocument/2006/relationships/oleObject" Target="../embeddings/oleObject26.bin"/><Relationship Id="rId29" Type="http://schemas.openxmlformats.org/officeDocument/2006/relationships/oleObject" Target="../embeddings/oleObject36.bin"/><Relationship Id="rId28" Type="http://schemas.openxmlformats.org/officeDocument/2006/relationships/image" Target="../media/image74.wmf"/><Relationship Id="rId27" Type="http://schemas.openxmlformats.org/officeDocument/2006/relationships/oleObject" Target="../embeddings/oleObject35.bin"/><Relationship Id="rId26" Type="http://schemas.openxmlformats.org/officeDocument/2006/relationships/image" Target="../media/image73.wmf"/><Relationship Id="rId25" Type="http://schemas.openxmlformats.org/officeDocument/2006/relationships/oleObject" Target="../embeddings/oleObject34.bin"/><Relationship Id="rId24" Type="http://schemas.openxmlformats.org/officeDocument/2006/relationships/image" Target="../media/image72.wmf"/><Relationship Id="rId23" Type="http://schemas.openxmlformats.org/officeDocument/2006/relationships/oleObject" Target="../embeddings/oleObject33.bin"/><Relationship Id="rId22" Type="http://schemas.openxmlformats.org/officeDocument/2006/relationships/image" Target="../media/image71.wmf"/><Relationship Id="rId21" Type="http://schemas.openxmlformats.org/officeDocument/2006/relationships/oleObject" Target="../embeddings/oleObject32.bin"/><Relationship Id="rId20" Type="http://schemas.openxmlformats.org/officeDocument/2006/relationships/image" Target="../media/image70.wmf"/><Relationship Id="rId2" Type="http://schemas.openxmlformats.org/officeDocument/2006/relationships/image" Target="../media/image61.emf"/><Relationship Id="rId19" Type="http://schemas.openxmlformats.org/officeDocument/2006/relationships/oleObject" Target="../embeddings/oleObject31.bin"/><Relationship Id="rId18" Type="http://schemas.openxmlformats.org/officeDocument/2006/relationships/image" Target="../media/image69.wmf"/><Relationship Id="rId17" Type="http://schemas.openxmlformats.org/officeDocument/2006/relationships/oleObject" Target="../embeddings/oleObject30.bin"/><Relationship Id="rId16" Type="http://schemas.openxmlformats.org/officeDocument/2006/relationships/image" Target="../media/image68.wmf"/><Relationship Id="rId15" Type="http://schemas.openxmlformats.org/officeDocument/2006/relationships/oleObject" Target="../embeddings/oleObject29.bin"/><Relationship Id="rId14" Type="http://schemas.openxmlformats.org/officeDocument/2006/relationships/image" Target="../media/image67.wmf"/><Relationship Id="rId13" Type="http://schemas.openxmlformats.org/officeDocument/2006/relationships/oleObject" Target="../embeddings/oleObject28.bin"/><Relationship Id="rId12" Type="http://schemas.openxmlformats.org/officeDocument/2006/relationships/image" Target="../media/image66.wmf"/><Relationship Id="rId11" Type="http://schemas.openxmlformats.org/officeDocument/2006/relationships/oleObject" Target="../embeddings/oleObject27.bin"/><Relationship Id="rId10" Type="http://schemas.openxmlformats.org/officeDocument/2006/relationships/image" Target="../media/image65.emf"/><Relationship Id="rId1" Type="http://schemas.openxmlformats.org/officeDocument/2006/relationships/oleObject" Target="../embeddings/oleObject25.bin"/></Relationships>
</file>

<file path=ppt/slides/_rels/slide13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7.xml"/><Relationship Id="rId8" Type="http://schemas.openxmlformats.org/officeDocument/2006/relationships/image" Target="../media/image83.emf"/><Relationship Id="rId7" Type="http://schemas.openxmlformats.org/officeDocument/2006/relationships/oleObject" Target="../embeddings/Document45.doc"/><Relationship Id="rId6" Type="http://schemas.openxmlformats.org/officeDocument/2006/relationships/image" Target="../media/image82.emf"/><Relationship Id="rId5" Type="http://schemas.openxmlformats.org/officeDocument/2006/relationships/oleObject" Target="../embeddings/Document44.doc"/><Relationship Id="rId4" Type="http://schemas.openxmlformats.org/officeDocument/2006/relationships/image" Target="../media/image81.emf"/><Relationship Id="rId3" Type="http://schemas.openxmlformats.org/officeDocument/2006/relationships/oleObject" Target="../embeddings/Document43.doc"/><Relationship Id="rId2" Type="http://schemas.openxmlformats.org/officeDocument/2006/relationships/image" Target="../media/image80.emf"/><Relationship Id="rId10" Type="http://schemas.openxmlformats.org/officeDocument/2006/relationships/vmlDrawing" Target="../drawings/vmlDrawing13.vml"/><Relationship Id="rId1" Type="http://schemas.openxmlformats.org/officeDocument/2006/relationships/oleObject" Target="../embeddings/Document42.doc"/></Relationships>
</file>

<file path=ppt/slides/_rels/slide14.xml.rels><?xml version="1.0" encoding="UTF-8" standalone="yes"?>
<Relationships xmlns="http://schemas.openxmlformats.org/package/2006/relationships"><Relationship Id="rId9" Type="http://schemas.openxmlformats.org/officeDocument/2006/relationships/oleObject" Target="../embeddings/oleObject42.bin"/><Relationship Id="rId8" Type="http://schemas.openxmlformats.org/officeDocument/2006/relationships/image" Target="../media/image87.emf"/><Relationship Id="rId7" Type="http://schemas.openxmlformats.org/officeDocument/2006/relationships/oleObject" Target="../embeddings/Document48.doc"/><Relationship Id="rId6" Type="http://schemas.openxmlformats.org/officeDocument/2006/relationships/image" Target="../media/image86.emf"/><Relationship Id="rId5" Type="http://schemas.openxmlformats.org/officeDocument/2006/relationships/oleObject" Target="../embeddings/Document47.doc"/><Relationship Id="rId4" Type="http://schemas.openxmlformats.org/officeDocument/2006/relationships/image" Target="../media/image85.emf"/><Relationship Id="rId30" Type="http://schemas.openxmlformats.org/officeDocument/2006/relationships/vmlDrawing" Target="../drawings/vmlDrawing14.vml"/><Relationship Id="rId3" Type="http://schemas.openxmlformats.org/officeDocument/2006/relationships/oleObject" Target="../embeddings/oleObject41.bin"/><Relationship Id="rId29" Type="http://schemas.openxmlformats.org/officeDocument/2006/relationships/slideLayout" Target="../slideLayouts/slideLayout7.xml"/><Relationship Id="rId28" Type="http://schemas.openxmlformats.org/officeDocument/2006/relationships/image" Target="../media/image97.wmf"/><Relationship Id="rId27" Type="http://schemas.openxmlformats.org/officeDocument/2006/relationships/oleObject" Target="../embeddings/oleObject51.bin"/><Relationship Id="rId26" Type="http://schemas.openxmlformats.org/officeDocument/2006/relationships/image" Target="../media/image96.wmf"/><Relationship Id="rId25" Type="http://schemas.openxmlformats.org/officeDocument/2006/relationships/oleObject" Target="../embeddings/oleObject50.bin"/><Relationship Id="rId24" Type="http://schemas.openxmlformats.org/officeDocument/2006/relationships/image" Target="../media/image95.wmf"/><Relationship Id="rId23" Type="http://schemas.openxmlformats.org/officeDocument/2006/relationships/oleObject" Target="../embeddings/oleObject49.bin"/><Relationship Id="rId22" Type="http://schemas.openxmlformats.org/officeDocument/2006/relationships/image" Target="../media/image94.wmf"/><Relationship Id="rId21" Type="http://schemas.openxmlformats.org/officeDocument/2006/relationships/oleObject" Target="../embeddings/oleObject48.bin"/><Relationship Id="rId20" Type="http://schemas.openxmlformats.org/officeDocument/2006/relationships/image" Target="../media/image93.wmf"/><Relationship Id="rId2" Type="http://schemas.openxmlformats.org/officeDocument/2006/relationships/image" Target="../media/image84.emf"/><Relationship Id="rId19" Type="http://schemas.openxmlformats.org/officeDocument/2006/relationships/oleObject" Target="../embeddings/oleObject47.bin"/><Relationship Id="rId18" Type="http://schemas.openxmlformats.org/officeDocument/2006/relationships/image" Target="../media/image92.wmf"/><Relationship Id="rId17" Type="http://schemas.openxmlformats.org/officeDocument/2006/relationships/oleObject" Target="../embeddings/oleObject46.bin"/><Relationship Id="rId16" Type="http://schemas.openxmlformats.org/officeDocument/2006/relationships/image" Target="../media/image91.wmf"/><Relationship Id="rId15" Type="http://schemas.openxmlformats.org/officeDocument/2006/relationships/oleObject" Target="../embeddings/oleObject45.bin"/><Relationship Id="rId14" Type="http://schemas.openxmlformats.org/officeDocument/2006/relationships/image" Target="../media/image90.wmf"/><Relationship Id="rId13" Type="http://schemas.openxmlformats.org/officeDocument/2006/relationships/oleObject" Target="../embeddings/oleObject44.bin"/><Relationship Id="rId12" Type="http://schemas.openxmlformats.org/officeDocument/2006/relationships/image" Target="../media/image89.wmf"/><Relationship Id="rId11" Type="http://schemas.openxmlformats.org/officeDocument/2006/relationships/oleObject" Target="../embeddings/oleObject43.bin"/><Relationship Id="rId10" Type="http://schemas.openxmlformats.org/officeDocument/2006/relationships/image" Target="../media/image88.wmf"/><Relationship Id="rId1" Type="http://schemas.openxmlformats.org/officeDocument/2006/relationships/oleObject" Target="../embeddings/Document46.doc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vmlDrawing" Target="../drawings/vmlDrawing15.vml"/><Relationship Id="rId7" Type="http://schemas.openxmlformats.org/officeDocument/2006/relationships/slideLayout" Target="../slideLayouts/slideLayout7.xml"/><Relationship Id="rId6" Type="http://schemas.openxmlformats.org/officeDocument/2006/relationships/image" Target="../media/image100.emf"/><Relationship Id="rId5" Type="http://schemas.openxmlformats.org/officeDocument/2006/relationships/oleObject" Target="../embeddings/Document50.doc"/><Relationship Id="rId4" Type="http://schemas.openxmlformats.org/officeDocument/2006/relationships/image" Target="../media/image99.emf"/><Relationship Id="rId3" Type="http://schemas.openxmlformats.org/officeDocument/2006/relationships/oleObject" Target="../embeddings/oleObject52.bin"/><Relationship Id="rId2" Type="http://schemas.openxmlformats.org/officeDocument/2006/relationships/image" Target="../media/image98.emf"/><Relationship Id="rId1" Type="http://schemas.openxmlformats.org/officeDocument/2006/relationships/oleObject" Target="../embeddings/Document49.doc"/></Relationships>
</file>

<file path=ppt/slides/_rels/slide16.xml.rels><?xml version="1.0" encoding="UTF-8" standalone="yes"?>
<Relationships xmlns="http://schemas.openxmlformats.org/package/2006/relationships"><Relationship Id="rId9" Type="http://schemas.openxmlformats.org/officeDocument/2006/relationships/oleObject" Target="../embeddings/Document55.doc"/><Relationship Id="rId8" Type="http://schemas.openxmlformats.org/officeDocument/2006/relationships/image" Target="../media/image104.emf"/><Relationship Id="rId7" Type="http://schemas.openxmlformats.org/officeDocument/2006/relationships/oleObject" Target="../embeddings/Document54.doc"/><Relationship Id="rId6" Type="http://schemas.openxmlformats.org/officeDocument/2006/relationships/image" Target="../media/image103.emf"/><Relationship Id="rId5" Type="http://schemas.openxmlformats.org/officeDocument/2006/relationships/oleObject" Target="../embeddings/Document53.doc"/><Relationship Id="rId4" Type="http://schemas.openxmlformats.org/officeDocument/2006/relationships/image" Target="../media/image102.emf"/><Relationship Id="rId3" Type="http://schemas.openxmlformats.org/officeDocument/2006/relationships/oleObject" Target="../embeddings/Document52.doc"/><Relationship Id="rId2" Type="http://schemas.openxmlformats.org/officeDocument/2006/relationships/image" Target="../media/image101.emf"/><Relationship Id="rId16" Type="http://schemas.openxmlformats.org/officeDocument/2006/relationships/vmlDrawing" Target="../drawings/vmlDrawing16.vml"/><Relationship Id="rId15" Type="http://schemas.openxmlformats.org/officeDocument/2006/relationships/slideLayout" Target="../slideLayouts/slideLayout7.xml"/><Relationship Id="rId14" Type="http://schemas.openxmlformats.org/officeDocument/2006/relationships/image" Target="../media/image107.emf"/><Relationship Id="rId13" Type="http://schemas.openxmlformats.org/officeDocument/2006/relationships/oleObject" Target="../embeddings/Document57.doc"/><Relationship Id="rId12" Type="http://schemas.openxmlformats.org/officeDocument/2006/relationships/image" Target="../media/image106.emf"/><Relationship Id="rId11" Type="http://schemas.openxmlformats.org/officeDocument/2006/relationships/oleObject" Target="../embeddings/Document56.doc"/><Relationship Id="rId10" Type="http://schemas.openxmlformats.org/officeDocument/2006/relationships/image" Target="../media/image105.emf"/><Relationship Id="rId1" Type="http://schemas.openxmlformats.org/officeDocument/2006/relationships/oleObject" Target="../embeddings/Document51.doc"/></Relationships>
</file>

<file path=ppt/slides/_rels/slide17.xml.rels><?xml version="1.0" encoding="UTF-8" standalone="yes"?>
<Relationships xmlns="http://schemas.openxmlformats.org/package/2006/relationships"><Relationship Id="rId9" Type="http://schemas.openxmlformats.org/officeDocument/2006/relationships/oleObject" Target="../embeddings/oleObject54.bin"/><Relationship Id="rId8" Type="http://schemas.openxmlformats.org/officeDocument/2006/relationships/image" Target="../media/image111.emf"/><Relationship Id="rId7" Type="http://schemas.openxmlformats.org/officeDocument/2006/relationships/oleObject" Target="../embeddings/Document60.doc"/><Relationship Id="rId6" Type="http://schemas.openxmlformats.org/officeDocument/2006/relationships/image" Target="../media/image110.emf"/><Relationship Id="rId5" Type="http://schemas.openxmlformats.org/officeDocument/2006/relationships/oleObject" Target="../embeddings/Document59.doc"/><Relationship Id="rId40" Type="http://schemas.openxmlformats.org/officeDocument/2006/relationships/vmlDrawing" Target="../drawings/vmlDrawing17.vml"/><Relationship Id="rId4" Type="http://schemas.openxmlformats.org/officeDocument/2006/relationships/image" Target="../media/image109.emf"/><Relationship Id="rId39" Type="http://schemas.openxmlformats.org/officeDocument/2006/relationships/slideLayout" Target="../slideLayouts/slideLayout7.xml"/><Relationship Id="rId38" Type="http://schemas.openxmlformats.org/officeDocument/2006/relationships/image" Target="../media/image126.wmf"/><Relationship Id="rId37" Type="http://schemas.openxmlformats.org/officeDocument/2006/relationships/oleObject" Target="../embeddings/oleObject68.bin"/><Relationship Id="rId36" Type="http://schemas.openxmlformats.org/officeDocument/2006/relationships/image" Target="../media/image125.wmf"/><Relationship Id="rId35" Type="http://schemas.openxmlformats.org/officeDocument/2006/relationships/oleObject" Target="../embeddings/oleObject67.bin"/><Relationship Id="rId34" Type="http://schemas.openxmlformats.org/officeDocument/2006/relationships/image" Target="../media/image124.wmf"/><Relationship Id="rId33" Type="http://schemas.openxmlformats.org/officeDocument/2006/relationships/oleObject" Target="../embeddings/oleObject66.bin"/><Relationship Id="rId32" Type="http://schemas.openxmlformats.org/officeDocument/2006/relationships/image" Target="../media/image123.wmf"/><Relationship Id="rId31" Type="http://schemas.openxmlformats.org/officeDocument/2006/relationships/oleObject" Target="../embeddings/oleObject65.bin"/><Relationship Id="rId30" Type="http://schemas.openxmlformats.org/officeDocument/2006/relationships/image" Target="../media/image122.wmf"/><Relationship Id="rId3" Type="http://schemas.openxmlformats.org/officeDocument/2006/relationships/oleObject" Target="../embeddings/Document58.doc"/><Relationship Id="rId29" Type="http://schemas.openxmlformats.org/officeDocument/2006/relationships/oleObject" Target="../embeddings/oleObject64.bin"/><Relationship Id="rId28" Type="http://schemas.openxmlformats.org/officeDocument/2006/relationships/image" Target="../media/image121.wmf"/><Relationship Id="rId27" Type="http://schemas.openxmlformats.org/officeDocument/2006/relationships/oleObject" Target="../embeddings/oleObject63.bin"/><Relationship Id="rId26" Type="http://schemas.openxmlformats.org/officeDocument/2006/relationships/image" Target="../media/image120.wmf"/><Relationship Id="rId25" Type="http://schemas.openxmlformats.org/officeDocument/2006/relationships/oleObject" Target="../embeddings/oleObject62.bin"/><Relationship Id="rId24" Type="http://schemas.openxmlformats.org/officeDocument/2006/relationships/image" Target="../media/image119.wmf"/><Relationship Id="rId23" Type="http://schemas.openxmlformats.org/officeDocument/2006/relationships/oleObject" Target="../embeddings/oleObject61.bin"/><Relationship Id="rId22" Type="http://schemas.openxmlformats.org/officeDocument/2006/relationships/image" Target="../media/image118.wmf"/><Relationship Id="rId21" Type="http://schemas.openxmlformats.org/officeDocument/2006/relationships/oleObject" Target="../embeddings/oleObject60.bin"/><Relationship Id="rId20" Type="http://schemas.openxmlformats.org/officeDocument/2006/relationships/image" Target="../media/image117.wmf"/><Relationship Id="rId2" Type="http://schemas.openxmlformats.org/officeDocument/2006/relationships/image" Target="../media/image108.emf"/><Relationship Id="rId19" Type="http://schemas.openxmlformats.org/officeDocument/2006/relationships/oleObject" Target="../embeddings/oleObject59.bin"/><Relationship Id="rId18" Type="http://schemas.openxmlformats.org/officeDocument/2006/relationships/image" Target="../media/image116.wmf"/><Relationship Id="rId17" Type="http://schemas.openxmlformats.org/officeDocument/2006/relationships/oleObject" Target="../embeddings/oleObject58.bin"/><Relationship Id="rId16" Type="http://schemas.openxmlformats.org/officeDocument/2006/relationships/image" Target="../media/image115.wmf"/><Relationship Id="rId15" Type="http://schemas.openxmlformats.org/officeDocument/2006/relationships/oleObject" Target="../embeddings/oleObject57.bin"/><Relationship Id="rId14" Type="http://schemas.openxmlformats.org/officeDocument/2006/relationships/image" Target="../media/image114.wmf"/><Relationship Id="rId13" Type="http://schemas.openxmlformats.org/officeDocument/2006/relationships/oleObject" Target="../embeddings/oleObject56.bin"/><Relationship Id="rId12" Type="http://schemas.openxmlformats.org/officeDocument/2006/relationships/image" Target="../media/image113.wmf"/><Relationship Id="rId11" Type="http://schemas.openxmlformats.org/officeDocument/2006/relationships/oleObject" Target="../embeddings/oleObject55.bin"/><Relationship Id="rId10" Type="http://schemas.openxmlformats.org/officeDocument/2006/relationships/image" Target="../media/image112.wmf"/><Relationship Id="rId1" Type="http://schemas.openxmlformats.org/officeDocument/2006/relationships/oleObject" Target="../embeddings/oleObject53.bin"/></Relationships>
</file>

<file path=ppt/slides/_rels/slide18.xml.rels><?xml version="1.0" encoding="UTF-8" standalone="yes"?>
<Relationships xmlns="http://schemas.openxmlformats.org/package/2006/relationships"><Relationship Id="rId9" Type="http://schemas.openxmlformats.org/officeDocument/2006/relationships/oleObject" Target="../embeddings/Document65.doc"/><Relationship Id="rId8" Type="http://schemas.openxmlformats.org/officeDocument/2006/relationships/image" Target="../media/image130.emf"/><Relationship Id="rId7" Type="http://schemas.openxmlformats.org/officeDocument/2006/relationships/oleObject" Target="../embeddings/Document64.doc"/><Relationship Id="rId6" Type="http://schemas.openxmlformats.org/officeDocument/2006/relationships/image" Target="../media/image129.emf"/><Relationship Id="rId5" Type="http://schemas.openxmlformats.org/officeDocument/2006/relationships/oleObject" Target="../embeddings/Document63.doc"/><Relationship Id="rId4" Type="http://schemas.openxmlformats.org/officeDocument/2006/relationships/image" Target="../media/image128.emf"/><Relationship Id="rId3" Type="http://schemas.openxmlformats.org/officeDocument/2006/relationships/oleObject" Target="../embeddings/Document62.doc"/><Relationship Id="rId28" Type="http://schemas.openxmlformats.org/officeDocument/2006/relationships/vmlDrawing" Target="../drawings/vmlDrawing18.vml"/><Relationship Id="rId27" Type="http://schemas.openxmlformats.org/officeDocument/2006/relationships/slideLayout" Target="../slideLayouts/slideLayout7.xml"/><Relationship Id="rId26" Type="http://schemas.openxmlformats.org/officeDocument/2006/relationships/image" Target="../media/image119.wmf"/><Relationship Id="rId25" Type="http://schemas.openxmlformats.org/officeDocument/2006/relationships/oleObject" Target="../embeddings/oleObject76.bin"/><Relationship Id="rId24" Type="http://schemas.openxmlformats.org/officeDocument/2006/relationships/image" Target="../media/image118.wmf"/><Relationship Id="rId23" Type="http://schemas.openxmlformats.org/officeDocument/2006/relationships/oleObject" Target="../embeddings/oleObject75.bin"/><Relationship Id="rId22" Type="http://schemas.openxmlformats.org/officeDocument/2006/relationships/image" Target="../media/image117.wmf"/><Relationship Id="rId21" Type="http://schemas.openxmlformats.org/officeDocument/2006/relationships/oleObject" Target="../embeddings/oleObject74.bin"/><Relationship Id="rId20" Type="http://schemas.openxmlformats.org/officeDocument/2006/relationships/image" Target="../media/image116.wmf"/><Relationship Id="rId2" Type="http://schemas.openxmlformats.org/officeDocument/2006/relationships/image" Target="../media/image127.emf"/><Relationship Id="rId19" Type="http://schemas.openxmlformats.org/officeDocument/2006/relationships/oleObject" Target="../embeddings/oleObject73.bin"/><Relationship Id="rId18" Type="http://schemas.openxmlformats.org/officeDocument/2006/relationships/image" Target="../media/image115.wmf"/><Relationship Id="rId17" Type="http://schemas.openxmlformats.org/officeDocument/2006/relationships/oleObject" Target="../embeddings/oleObject72.bin"/><Relationship Id="rId16" Type="http://schemas.openxmlformats.org/officeDocument/2006/relationships/image" Target="../media/image114.wmf"/><Relationship Id="rId15" Type="http://schemas.openxmlformats.org/officeDocument/2006/relationships/oleObject" Target="../embeddings/oleObject71.bin"/><Relationship Id="rId14" Type="http://schemas.openxmlformats.org/officeDocument/2006/relationships/image" Target="../media/image113.wmf"/><Relationship Id="rId13" Type="http://schemas.openxmlformats.org/officeDocument/2006/relationships/oleObject" Target="../embeddings/oleObject70.bin"/><Relationship Id="rId12" Type="http://schemas.openxmlformats.org/officeDocument/2006/relationships/image" Target="../media/image112.wmf"/><Relationship Id="rId11" Type="http://schemas.openxmlformats.org/officeDocument/2006/relationships/oleObject" Target="../embeddings/oleObject69.bin"/><Relationship Id="rId10" Type="http://schemas.openxmlformats.org/officeDocument/2006/relationships/image" Target="../media/image131.emf"/><Relationship Id="rId1" Type="http://schemas.openxmlformats.org/officeDocument/2006/relationships/oleObject" Target="../embeddings/Document61.doc"/></Relationships>
</file>

<file path=ppt/slides/_rels/slide19.xml.rels><?xml version="1.0" encoding="UTF-8" standalone="yes"?>
<Relationships xmlns="http://schemas.openxmlformats.org/package/2006/relationships"><Relationship Id="rId8" Type="http://schemas.openxmlformats.org/officeDocument/2006/relationships/vmlDrawing" Target="../drawings/vmlDrawing19.vml"/><Relationship Id="rId7" Type="http://schemas.openxmlformats.org/officeDocument/2006/relationships/slideLayout" Target="../slideLayouts/slideLayout7.xml"/><Relationship Id="rId6" Type="http://schemas.openxmlformats.org/officeDocument/2006/relationships/image" Target="../media/image134.emf"/><Relationship Id="rId5" Type="http://schemas.openxmlformats.org/officeDocument/2006/relationships/oleObject" Target="../embeddings/Document68.doc"/><Relationship Id="rId4" Type="http://schemas.openxmlformats.org/officeDocument/2006/relationships/image" Target="../media/image133.emf"/><Relationship Id="rId3" Type="http://schemas.openxmlformats.org/officeDocument/2006/relationships/oleObject" Target="../embeddings/Document67.doc"/><Relationship Id="rId2" Type="http://schemas.openxmlformats.org/officeDocument/2006/relationships/image" Target="../media/image132.emf"/><Relationship Id="rId1" Type="http://schemas.openxmlformats.org/officeDocument/2006/relationships/oleObject" Target="../embeddings/Document66.doc"/></Relationships>
</file>

<file path=ppt/slides/_rels/slide20.xml.rels><?xml version="1.0" encoding="UTF-8" standalone="yes"?>
<Relationships xmlns="http://schemas.openxmlformats.org/package/2006/relationships"><Relationship Id="rId9" Type="http://schemas.openxmlformats.org/officeDocument/2006/relationships/oleObject" Target="../embeddings/oleObject78.bin"/><Relationship Id="rId8" Type="http://schemas.openxmlformats.org/officeDocument/2006/relationships/image" Target="../media/image138.wmf"/><Relationship Id="rId7" Type="http://schemas.openxmlformats.org/officeDocument/2006/relationships/oleObject" Target="../embeddings/oleObject77.bin"/><Relationship Id="rId6" Type="http://schemas.openxmlformats.org/officeDocument/2006/relationships/image" Target="../media/image137.emf"/><Relationship Id="rId5" Type="http://schemas.openxmlformats.org/officeDocument/2006/relationships/oleObject" Target="../embeddings/Document71.doc"/><Relationship Id="rId4" Type="http://schemas.openxmlformats.org/officeDocument/2006/relationships/image" Target="../media/image136.emf"/><Relationship Id="rId30" Type="http://schemas.openxmlformats.org/officeDocument/2006/relationships/vmlDrawing" Target="../drawings/vmlDrawing20.vml"/><Relationship Id="rId3" Type="http://schemas.openxmlformats.org/officeDocument/2006/relationships/oleObject" Target="../embeddings/Document70.doc"/><Relationship Id="rId29" Type="http://schemas.openxmlformats.org/officeDocument/2006/relationships/slideLayout" Target="../slideLayouts/slideLayout7.xml"/><Relationship Id="rId28" Type="http://schemas.openxmlformats.org/officeDocument/2006/relationships/image" Target="../media/image148.wmf"/><Relationship Id="rId27" Type="http://schemas.openxmlformats.org/officeDocument/2006/relationships/oleObject" Target="../embeddings/oleObject87.bin"/><Relationship Id="rId26" Type="http://schemas.openxmlformats.org/officeDocument/2006/relationships/image" Target="../media/image147.wmf"/><Relationship Id="rId25" Type="http://schemas.openxmlformats.org/officeDocument/2006/relationships/oleObject" Target="../embeddings/oleObject86.bin"/><Relationship Id="rId24" Type="http://schemas.openxmlformats.org/officeDocument/2006/relationships/image" Target="../media/image146.wmf"/><Relationship Id="rId23" Type="http://schemas.openxmlformats.org/officeDocument/2006/relationships/oleObject" Target="../embeddings/oleObject85.bin"/><Relationship Id="rId22" Type="http://schemas.openxmlformats.org/officeDocument/2006/relationships/image" Target="../media/image145.wmf"/><Relationship Id="rId21" Type="http://schemas.openxmlformats.org/officeDocument/2006/relationships/oleObject" Target="../embeddings/oleObject84.bin"/><Relationship Id="rId20" Type="http://schemas.openxmlformats.org/officeDocument/2006/relationships/image" Target="../media/image144.wmf"/><Relationship Id="rId2" Type="http://schemas.openxmlformats.org/officeDocument/2006/relationships/image" Target="../media/image135.emf"/><Relationship Id="rId19" Type="http://schemas.openxmlformats.org/officeDocument/2006/relationships/oleObject" Target="../embeddings/oleObject83.bin"/><Relationship Id="rId18" Type="http://schemas.openxmlformats.org/officeDocument/2006/relationships/image" Target="../media/image143.wmf"/><Relationship Id="rId17" Type="http://schemas.openxmlformats.org/officeDocument/2006/relationships/oleObject" Target="../embeddings/oleObject82.bin"/><Relationship Id="rId16" Type="http://schemas.openxmlformats.org/officeDocument/2006/relationships/image" Target="../media/image142.wmf"/><Relationship Id="rId15" Type="http://schemas.openxmlformats.org/officeDocument/2006/relationships/oleObject" Target="../embeddings/oleObject81.bin"/><Relationship Id="rId14" Type="http://schemas.openxmlformats.org/officeDocument/2006/relationships/image" Target="../media/image141.wmf"/><Relationship Id="rId13" Type="http://schemas.openxmlformats.org/officeDocument/2006/relationships/oleObject" Target="../embeddings/oleObject80.bin"/><Relationship Id="rId12" Type="http://schemas.openxmlformats.org/officeDocument/2006/relationships/image" Target="../media/image140.wmf"/><Relationship Id="rId11" Type="http://schemas.openxmlformats.org/officeDocument/2006/relationships/oleObject" Target="../embeddings/oleObject79.bin"/><Relationship Id="rId10" Type="http://schemas.openxmlformats.org/officeDocument/2006/relationships/image" Target="../media/image139.wmf"/><Relationship Id="rId1" Type="http://schemas.openxmlformats.org/officeDocument/2006/relationships/oleObject" Target="../embeddings/Document69.doc"/></Relationships>
</file>

<file path=ppt/slides/_rels/slide21.xml.rels><?xml version="1.0" encoding="UTF-8" standalone="yes"?>
<Relationships xmlns="http://schemas.openxmlformats.org/package/2006/relationships"><Relationship Id="rId9" Type="http://schemas.openxmlformats.org/officeDocument/2006/relationships/oleObject" Target="../embeddings/Document76.doc"/><Relationship Id="rId8" Type="http://schemas.openxmlformats.org/officeDocument/2006/relationships/image" Target="../media/image152.emf"/><Relationship Id="rId7" Type="http://schemas.openxmlformats.org/officeDocument/2006/relationships/oleObject" Target="../embeddings/Document75.doc"/><Relationship Id="rId6" Type="http://schemas.openxmlformats.org/officeDocument/2006/relationships/image" Target="../media/image151.emf"/><Relationship Id="rId5" Type="http://schemas.openxmlformats.org/officeDocument/2006/relationships/oleObject" Target="../embeddings/Document74.doc"/><Relationship Id="rId4" Type="http://schemas.openxmlformats.org/officeDocument/2006/relationships/image" Target="../media/image150.emf"/><Relationship Id="rId3" Type="http://schemas.openxmlformats.org/officeDocument/2006/relationships/oleObject" Target="../embeddings/Document73.doc"/><Relationship Id="rId2" Type="http://schemas.openxmlformats.org/officeDocument/2006/relationships/image" Target="../media/image149.emf"/><Relationship Id="rId14" Type="http://schemas.openxmlformats.org/officeDocument/2006/relationships/vmlDrawing" Target="../drawings/vmlDrawing21.vml"/><Relationship Id="rId13" Type="http://schemas.openxmlformats.org/officeDocument/2006/relationships/slideLayout" Target="../slideLayouts/slideLayout7.xml"/><Relationship Id="rId12" Type="http://schemas.openxmlformats.org/officeDocument/2006/relationships/image" Target="../media/image154.emf"/><Relationship Id="rId11" Type="http://schemas.openxmlformats.org/officeDocument/2006/relationships/oleObject" Target="../embeddings/Document77.doc"/><Relationship Id="rId10" Type="http://schemas.openxmlformats.org/officeDocument/2006/relationships/image" Target="../media/image153.emf"/><Relationship Id="rId1" Type="http://schemas.openxmlformats.org/officeDocument/2006/relationships/oleObject" Target="../embeddings/Document72.doc"/></Relationships>
</file>

<file path=ppt/slides/_rels/slide22.xml.rels><?xml version="1.0" encoding="UTF-8" standalone="yes"?>
<Relationships xmlns="http://schemas.openxmlformats.org/package/2006/relationships"><Relationship Id="rId9" Type="http://schemas.openxmlformats.org/officeDocument/2006/relationships/oleObject" Target="../embeddings/Document82.doc"/><Relationship Id="rId8" Type="http://schemas.openxmlformats.org/officeDocument/2006/relationships/image" Target="../media/image158.emf"/><Relationship Id="rId7" Type="http://schemas.openxmlformats.org/officeDocument/2006/relationships/oleObject" Target="../embeddings/Document81.doc"/><Relationship Id="rId6" Type="http://schemas.openxmlformats.org/officeDocument/2006/relationships/image" Target="../media/image157.emf"/><Relationship Id="rId5" Type="http://schemas.openxmlformats.org/officeDocument/2006/relationships/oleObject" Target="../embeddings/Document80.doc"/><Relationship Id="rId4" Type="http://schemas.openxmlformats.org/officeDocument/2006/relationships/image" Target="../media/image156.emf"/><Relationship Id="rId3" Type="http://schemas.openxmlformats.org/officeDocument/2006/relationships/oleObject" Target="../embeddings/Document79.doc"/><Relationship Id="rId2" Type="http://schemas.openxmlformats.org/officeDocument/2006/relationships/image" Target="../media/image155.emf"/><Relationship Id="rId12" Type="http://schemas.openxmlformats.org/officeDocument/2006/relationships/vmlDrawing" Target="../drawings/vmlDrawing22.vml"/><Relationship Id="rId11" Type="http://schemas.openxmlformats.org/officeDocument/2006/relationships/slideLayout" Target="../slideLayouts/slideLayout7.xml"/><Relationship Id="rId10" Type="http://schemas.openxmlformats.org/officeDocument/2006/relationships/image" Target="../media/image159.emf"/><Relationship Id="rId1" Type="http://schemas.openxmlformats.org/officeDocument/2006/relationships/oleObject" Target="../embeddings/Document78.doc"/></Relationships>
</file>

<file path=ppt/slides/_rels/slide23.xml.rels><?xml version="1.0" encoding="UTF-8" standalone="yes"?>
<Relationships xmlns="http://schemas.openxmlformats.org/package/2006/relationships"><Relationship Id="rId9" Type="http://schemas.openxmlformats.org/officeDocument/2006/relationships/oleObject" Target="../embeddings/Document87.doc"/><Relationship Id="rId8" Type="http://schemas.openxmlformats.org/officeDocument/2006/relationships/image" Target="../media/image163.emf"/><Relationship Id="rId7" Type="http://schemas.openxmlformats.org/officeDocument/2006/relationships/oleObject" Target="../embeddings/Document86.doc"/><Relationship Id="rId6" Type="http://schemas.openxmlformats.org/officeDocument/2006/relationships/image" Target="../media/image162.emf"/><Relationship Id="rId5" Type="http://schemas.openxmlformats.org/officeDocument/2006/relationships/oleObject" Target="../embeddings/Document85.doc"/><Relationship Id="rId4" Type="http://schemas.openxmlformats.org/officeDocument/2006/relationships/image" Target="../media/image161.emf"/><Relationship Id="rId3" Type="http://schemas.openxmlformats.org/officeDocument/2006/relationships/oleObject" Target="../embeddings/Document84.doc"/><Relationship Id="rId22" Type="http://schemas.openxmlformats.org/officeDocument/2006/relationships/vmlDrawing" Target="../drawings/vmlDrawing23.vml"/><Relationship Id="rId21" Type="http://schemas.openxmlformats.org/officeDocument/2006/relationships/slideLayout" Target="../slideLayouts/slideLayout7.xml"/><Relationship Id="rId20" Type="http://schemas.openxmlformats.org/officeDocument/2006/relationships/image" Target="../media/image169.emf"/><Relationship Id="rId2" Type="http://schemas.openxmlformats.org/officeDocument/2006/relationships/image" Target="../media/image160.emf"/><Relationship Id="rId19" Type="http://schemas.openxmlformats.org/officeDocument/2006/relationships/oleObject" Target="../embeddings/Document92.doc"/><Relationship Id="rId18" Type="http://schemas.openxmlformats.org/officeDocument/2006/relationships/image" Target="../media/image168.emf"/><Relationship Id="rId17" Type="http://schemas.openxmlformats.org/officeDocument/2006/relationships/oleObject" Target="../embeddings/Document91.doc"/><Relationship Id="rId16" Type="http://schemas.openxmlformats.org/officeDocument/2006/relationships/image" Target="../media/image167.emf"/><Relationship Id="rId15" Type="http://schemas.openxmlformats.org/officeDocument/2006/relationships/oleObject" Target="../embeddings/Document90.doc"/><Relationship Id="rId14" Type="http://schemas.openxmlformats.org/officeDocument/2006/relationships/image" Target="../media/image166.emf"/><Relationship Id="rId13" Type="http://schemas.openxmlformats.org/officeDocument/2006/relationships/oleObject" Target="../embeddings/Document89.doc"/><Relationship Id="rId12" Type="http://schemas.openxmlformats.org/officeDocument/2006/relationships/image" Target="../media/image165.emf"/><Relationship Id="rId11" Type="http://schemas.openxmlformats.org/officeDocument/2006/relationships/oleObject" Target="../embeddings/Document88.doc"/><Relationship Id="rId10" Type="http://schemas.openxmlformats.org/officeDocument/2006/relationships/image" Target="../media/image164.emf"/><Relationship Id="rId1" Type="http://schemas.openxmlformats.org/officeDocument/2006/relationships/oleObject" Target="../embeddings/Document83.doc"/></Relationships>
</file>

<file path=ppt/slides/_rels/slide24.xml.rels><?xml version="1.0" encoding="UTF-8" standalone="yes"?>
<Relationships xmlns="http://schemas.openxmlformats.org/package/2006/relationships"><Relationship Id="rId9" Type="http://schemas.openxmlformats.org/officeDocument/2006/relationships/oleObject" Target="../embeddings/Document95.doc"/><Relationship Id="rId8" Type="http://schemas.openxmlformats.org/officeDocument/2006/relationships/image" Target="../media/image173.wmf"/><Relationship Id="rId7" Type="http://schemas.openxmlformats.org/officeDocument/2006/relationships/oleObject" Target="../embeddings/oleObject89.bin"/><Relationship Id="rId6" Type="http://schemas.openxmlformats.org/officeDocument/2006/relationships/image" Target="../media/image172.emf"/><Relationship Id="rId5" Type="http://schemas.openxmlformats.org/officeDocument/2006/relationships/oleObject" Target="../embeddings/oleObject88.bin"/><Relationship Id="rId4" Type="http://schemas.openxmlformats.org/officeDocument/2006/relationships/image" Target="../media/image171.emf"/><Relationship Id="rId3" Type="http://schemas.openxmlformats.org/officeDocument/2006/relationships/oleObject" Target="../embeddings/Document94.doc"/><Relationship Id="rId2" Type="http://schemas.openxmlformats.org/officeDocument/2006/relationships/image" Target="../media/image170.emf"/><Relationship Id="rId16" Type="http://schemas.openxmlformats.org/officeDocument/2006/relationships/vmlDrawing" Target="../drawings/vmlDrawing24.vml"/><Relationship Id="rId15" Type="http://schemas.openxmlformats.org/officeDocument/2006/relationships/slideLayout" Target="../slideLayouts/slideLayout7.xml"/><Relationship Id="rId14" Type="http://schemas.openxmlformats.org/officeDocument/2006/relationships/image" Target="../media/image176.emf"/><Relationship Id="rId13" Type="http://schemas.openxmlformats.org/officeDocument/2006/relationships/oleObject" Target="../embeddings/Document97.doc"/><Relationship Id="rId12" Type="http://schemas.openxmlformats.org/officeDocument/2006/relationships/image" Target="../media/image175.emf"/><Relationship Id="rId11" Type="http://schemas.openxmlformats.org/officeDocument/2006/relationships/oleObject" Target="../embeddings/Document96.doc"/><Relationship Id="rId10" Type="http://schemas.openxmlformats.org/officeDocument/2006/relationships/image" Target="../media/image174.emf"/><Relationship Id="rId1" Type="http://schemas.openxmlformats.org/officeDocument/2006/relationships/oleObject" Target="../embeddings/Document93.doc"/></Relationships>
</file>

<file path=ppt/slides/_rels/slide25.xml.rels><?xml version="1.0" encoding="UTF-8" standalone="yes"?>
<Relationships xmlns="http://schemas.openxmlformats.org/package/2006/relationships"><Relationship Id="rId9" Type="http://schemas.openxmlformats.org/officeDocument/2006/relationships/oleObject" Target="../embeddings/oleObject94.bin"/><Relationship Id="rId8" Type="http://schemas.openxmlformats.org/officeDocument/2006/relationships/image" Target="../media/image180.wmf"/><Relationship Id="rId7" Type="http://schemas.openxmlformats.org/officeDocument/2006/relationships/oleObject" Target="../embeddings/oleObject93.bin"/><Relationship Id="rId6" Type="http://schemas.openxmlformats.org/officeDocument/2006/relationships/image" Target="../media/image179.wmf"/><Relationship Id="rId5" Type="http://schemas.openxmlformats.org/officeDocument/2006/relationships/oleObject" Target="../embeddings/oleObject92.bin"/><Relationship Id="rId4" Type="http://schemas.openxmlformats.org/officeDocument/2006/relationships/image" Target="../media/image178.wmf"/><Relationship Id="rId3" Type="http://schemas.openxmlformats.org/officeDocument/2006/relationships/oleObject" Target="../embeddings/oleObject91.bin"/><Relationship Id="rId22" Type="http://schemas.openxmlformats.org/officeDocument/2006/relationships/vmlDrawing" Target="../drawings/vmlDrawing25.vml"/><Relationship Id="rId21" Type="http://schemas.openxmlformats.org/officeDocument/2006/relationships/slideLayout" Target="../slideLayouts/slideLayout7.xml"/><Relationship Id="rId20" Type="http://schemas.openxmlformats.org/officeDocument/2006/relationships/image" Target="../media/image173.wmf"/><Relationship Id="rId2" Type="http://schemas.openxmlformats.org/officeDocument/2006/relationships/image" Target="../media/image177.wmf"/><Relationship Id="rId19" Type="http://schemas.openxmlformats.org/officeDocument/2006/relationships/oleObject" Target="../embeddings/oleObject97.bin"/><Relationship Id="rId18" Type="http://schemas.openxmlformats.org/officeDocument/2006/relationships/image" Target="../media/image185.emf"/><Relationship Id="rId17" Type="http://schemas.openxmlformats.org/officeDocument/2006/relationships/oleObject" Target="../embeddings/Document99.doc"/><Relationship Id="rId16" Type="http://schemas.openxmlformats.org/officeDocument/2006/relationships/image" Target="../media/image184.emf"/><Relationship Id="rId15" Type="http://schemas.openxmlformats.org/officeDocument/2006/relationships/oleObject" Target="../embeddings/Document98.doc"/><Relationship Id="rId14" Type="http://schemas.openxmlformats.org/officeDocument/2006/relationships/image" Target="../media/image183.wmf"/><Relationship Id="rId13" Type="http://schemas.openxmlformats.org/officeDocument/2006/relationships/oleObject" Target="../embeddings/oleObject96.bin"/><Relationship Id="rId12" Type="http://schemas.openxmlformats.org/officeDocument/2006/relationships/image" Target="../media/image182.wmf"/><Relationship Id="rId11" Type="http://schemas.openxmlformats.org/officeDocument/2006/relationships/oleObject" Target="../embeddings/oleObject95.bin"/><Relationship Id="rId10" Type="http://schemas.openxmlformats.org/officeDocument/2006/relationships/image" Target="../media/image181.wmf"/><Relationship Id="rId1" Type="http://schemas.openxmlformats.org/officeDocument/2006/relationships/oleObject" Target="../embeddings/oleObject90.bin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30789" name="Object 5"/>
          <p:cNvGraphicFramePr>
            <a:graphicFrameLocks noChangeAspect="1"/>
          </p:cNvGraphicFramePr>
          <p:nvPr/>
        </p:nvGraphicFramePr>
        <p:xfrm>
          <a:off x="1479643" y="576264"/>
          <a:ext cx="8745707" cy="104186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86" name="Document" r:id="rId1" imgW="3666490" imgH="434340" progId="Word.Document.8">
                  <p:embed/>
                </p:oleObj>
              </mc:Choice>
              <mc:Fallback>
                <p:oleObj name="Document" r:id="rId1" imgW="3666490" imgH="434340" progId="Word.Document.8">
                  <p:embed/>
                  <p:pic>
                    <p:nvPicPr>
                      <p:cNvPr id="0" name="图片 108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479643" y="576264"/>
                        <a:ext cx="8745707" cy="104186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" name="Object 3"/>
          <p:cNvGraphicFramePr>
            <a:graphicFrameLocks noChangeAspect="1"/>
          </p:cNvGraphicFramePr>
          <p:nvPr/>
        </p:nvGraphicFramePr>
        <p:xfrm>
          <a:off x="1671451" y="1112885"/>
          <a:ext cx="9030610" cy="122863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87" name="Document" r:id="rId3" imgW="4876800" imgH="660400" progId="Word.Document.8">
                  <p:embed/>
                </p:oleObj>
              </mc:Choice>
              <mc:Fallback>
                <p:oleObj name="Document" r:id="rId3" imgW="4876800" imgH="660400" progId="Word.Document.8">
                  <p:embed/>
                  <p:pic>
                    <p:nvPicPr>
                      <p:cNvPr id="0" name="图片 108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671451" y="1112885"/>
                        <a:ext cx="9030610" cy="1228631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" name="Object 4"/>
          <p:cNvGraphicFramePr>
            <a:graphicFrameLocks noChangeAspect="1"/>
          </p:cNvGraphicFramePr>
          <p:nvPr/>
        </p:nvGraphicFramePr>
        <p:xfrm>
          <a:off x="992188" y="1862138"/>
          <a:ext cx="10729912" cy="46831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88" name="Document" r:id="rId5" imgW="4624070" imgH="2021205" progId="Word.Document.8">
                  <p:embed/>
                </p:oleObj>
              </mc:Choice>
              <mc:Fallback>
                <p:oleObj name="Document" r:id="rId5" imgW="4624070" imgH="2021205" progId="Word.Document.8">
                  <p:embed/>
                  <p:pic>
                    <p:nvPicPr>
                      <p:cNvPr id="0" name="图片 108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92188" y="1862138"/>
                        <a:ext cx="10729912" cy="46831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ransition spd="med">
    <p:zo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07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6307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30789" name="Object 5"/>
          <p:cNvGraphicFramePr>
            <a:graphicFrameLocks noChangeAspect="1"/>
          </p:cNvGraphicFramePr>
          <p:nvPr/>
        </p:nvGraphicFramePr>
        <p:xfrm>
          <a:off x="1043661" y="587264"/>
          <a:ext cx="10278763" cy="219169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62" name="Document" r:id="rId1" imgW="4198620" imgH="895985" progId="Word.Document.8">
                  <p:embed/>
                </p:oleObj>
              </mc:Choice>
              <mc:Fallback>
                <p:oleObj name="Document" r:id="rId1" imgW="4198620" imgH="895985" progId="Word.Document.8">
                  <p:embed/>
                  <p:pic>
                    <p:nvPicPr>
                      <p:cNvPr id="0" name="图片 316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043661" y="587264"/>
                        <a:ext cx="10278763" cy="219169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" name="Object 4"/>
          <p:cNvGraphicFramePr>
            <a:graphicFrameLocks noChangeAspect="1"/>
          </p:cNvGraphicFramePr>
          <p:nvPr/>
        </p:nvGraphicFramePr>
        <p:xfrm>
          <a:off x="980908" y="4634153"/>
          <a:ext cx="10712450" cy="14557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63" name="Document" r:id="rId3" imgW="4284345" imgH="584200" progId="Word.Document.8">
                  <p:embed/>
                </p:oleObj>
              </mc:Choice>
              <mc:Fallback>
                <p:oleObj name="Document" r:id="rId3" imgW="4284345" imgH="584200" progId="Word.Document.8">
                  <p:embed/>
                  <p:pic>
                    <p:nvPicPr>
                      <p:cNvPr id="0" name="图片 316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80908" y="4634153"/>
                        <a:ext cx="10712450" cy="14557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" name="Object 4"/>
          <p:cNvGraphicFramePr>
            <a:graphicFrameLocks noChangeAspect="1"/>
          </p:cNvGraphicFramePr>
          <p:nvPr/>
        </p:nvGraphicFramePr>
        <p:xfrm>
          <a:off x="980908" y="3356909"/>
          <a:ext cx="10736262" cy="14271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64" name="Document" r:id="rId5" imgW="4211320" imgH="562610" progId="Word.Document.8">
                  <p:embed/>
                </p:oleObj>
              </mc:Choice>
              <mc:Fallback>
                <p:oleObj name="Document" r:id="rId5" imgW="4211320" imgH="562610" progId="Word.Document.8">
                  <p:embed/>
                  <p:pic>
                    <p:nvPicPr>
                      <p:cNvPr id="0" name="图片 316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80908" y="3356909"/>
                        <a:ext cx="10736262" cy="14271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" name="Object 5"/>
          <p:cNvGraphicFramePr>
            <a:graphicFrameLocks noChangeAspect="1"/>
          </p:cNvGraphicFramePr>
          <p:nvPr/>
        </p:nvGraphicFramePr>
        <p:xfrm>
          <a:off x="980908" y="2535330"/>
          <a:ext cx="9385468" cy="112675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65" name="Document" r:id="rId7" imgW="3653155" imgH="437515" progId="Word.Document.8">
                  <p:embed/>
                </p:oleObj>
              </mc:Choice>
              <mc:Fallback>
                <p:oleObj name="Document" r:id="rId7" imgW="3653155" imgH="437515" progId="Word.Document.8">
                  <p:embed/>
                  <p:pic>
                    <p:nvPicPr>
                      <p:cNvPr id="0" name="图片 316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80908" y="2535330"/>
                        <a:ext cx="9385468" cy="112675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ransition spd="med">
    <p:zo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07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6307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30789" name="Object 5"/>
          <p:cNvGraphicFramePr>
            <a:graphicFrameLocks noChangeAspect="1"/>
          </p:cNvGraphicFramePr>
          <p:nvPr/>
        </p:nvGraphicFramePr>
        <p:xfrm>
          <a:off x="1333127" y="868364"/>
          <a:ext cx="11039475" cy="8175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182" name="Document" r:id="rId1" imgW="5033645" imgH="373380" progId="Word.Document.8">
                  <p:embed/>
                </p:oleObj>
              </mc:Choice>
              <mc:Fallback>
                <p:oleObj name="Document" r:id="rId1" imgW="5033645" imgH="373380" progId="Word.Document.8">
                  <p:embed/>
                  <p:pic>
                    <p:nvPicPr>
                      <p:cNvPr id="0" name="图片 418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333127" y="868364"/>
                        <a:ext cx="11039475" cy="8175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" name="Object 4"/>
          <p:cNvGraphicFramePr>
            <a:graphicFrameLocks noChangeAspect="1"/>
          </p:cNvGraphicFramePr>
          <p:nvPr/>
        </p:nvGraphicFramePr>
        <p:xfrm>
          <a:off x="627904" y="1518585"/>
          <a:ext cx="10948988" cy="18907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183" name="Document" r:id="rId3" imgW="5018405" imgH="868680" progId="Word.Document.8">
                  <p:embed/>
                </p:oleObj>
              </mc:Choice>
              <mc:Fallback>
                <p:oleObj name="Document" r:id="rId3" imgW="5018405" imgH="868680" progId="Word.Document.8">
                  <p:embed/>
                  <p:pic>
                    <p:nvPicPr>
                      <p:cNvPr id="0" name="图片 418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27904" y="1518585"/>
                        <a:ext cx="10948988" cy="18907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" name="Object 4"/>
          <p:cNvGraphicFramePr>
            <a:graphicFrameLocks noChangeAspect="1"/>
          </p:cNvGraphicFramePr>
          <p:nvPr/>
        </p:nvGraphicFramePr>
        <p:xfrm>
          <a:off x="1265144" y="2738998"/>
          <a:ext cx="8670925" cy="2171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184" name="Document" r:id="rId5" imgW="3819525" imgH="960120" progId="Word.Document.8">
                  <p:embed/>
                </p:oleObj>
              </mc:Choice>
              <mc:Fallback>
                <p:oleObj name="Document" r:id="rId5" imgW="3819525" imgH="960120" progId="Word.Document.8">
                  <p:embed/>
                  <p:pic>
                    <p:nvPicPr>
                      <p:cNvPr id="0" name="图片 418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265144" y="2738998"/>
                        <a:ext cx="8670925" cy="21717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" name="Object 4"/>
          <p:cNvGraphicFramePr>
            <a:graphicFrameLocks noChangeAspect="1"/>
          </p:cNvGraphicFramePr>
          <p:nvPr/>
        </p:nvGraphicFramePr>
        <p:xfrm>
          <a:off x="1180820" y="4638580"/>
          <a:ext cx="8532440" cy="93090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185" name="Document" r:id="rId7" imgW="3669665" imgH="399415" progId="Word.Document.8">
                  <p:embed/>
                </p:oleObj>
              </mc:Choice>
              <mc:Fallback>
                <p:oleObj name="Document" r:id="rId7" imgW="3669665" imgH="399415" progId="Word.Document.8">
                  <p:embed/>
                  <p:pic>
                    <p:nvPicPr>
                      <p:cNvPr id="0" name="图片 418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180820" y="4638580"/>
                        <a:ext cx="8532440" cy="93090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ransition spd="med">
    <p:zo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07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6307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30789" name="Object 5"/>
          <p:cNvGraphicFramePr>
            <a:graphicFrameLocks noChangeAspect="1"/>
          </p:cNvGraphicFramePr>
          <p:nvPr/>
        </p:nvGraphicFramePr>
        <p:xfrm>
          <a:off x="754063" y="677863"/>
          <a:ext cx="10591800" cy="27130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185" name="Document" r:id="rId1" imgW="4513580" imgH="1158875" progId="Word.Document.8">
                  <p:embed/>
                </p:oleObj>
              </mc:Choice>
              <mc:Fallback>
                <p:oleObj name="Document" r:id="rId1" imgW="4513580" imgH="1158875" progId="Word.Document.8">
                  <p:embed/>
                  <p:pic>
                    <p:nvPicPr>
                      <p:cNvPr id="0" name="图片 518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54063" y="677863"/>
                        <a:ext cx="10591800" cy="27130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" name="Object 4"/>
          <p:cNvGraphicFramePr>
            <a:graphicFrameLocks noChangeAspect="1"/>
          </p:cNvGraphicFramePr>
          <p:nvPr/>
        </p:nvGraphicFramePr>
        <p:xfrm>
          <a:off x="576263" y="3227388"/>
          <a:ext cx="11039475" cy="28781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186" name="Document" r:id="rId3" imgW="4605655" imgH="1202055" progId="Word.Document.8">
                  <p:embed/>
                </p:oleObj>
              </mc:Choice>
              <mc:Fallback>
                <p:oleObj name="Document" r:id="rId3" imgW="4605655" imgH="1202055" progId="Word.Document.8">
                  <p:embed/>
                  <p:pic>
                    <p:nvPicPr>
                      <p:cNvPr id="0" name="图片 518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76263" y="3227388"/>
                        <a:ext cx="11039475" cy="28781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" name="Object 4"/>
          <p:cNvGraphicFramePr>
            <a:graphicFrameLocks noChangeAspect="1"/>
          </p:cNvGraphicFramePr>
          <p:nvPr/>
        </p:nvGraphicFramePr>
        <p:xfrm>
          <a:off x="6092789" y="5370978"/>
          <a:ext cx="5561658" cy="85500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187" name="Document" r:id="rId5" imgW="2357755" imgH="363855" progId="Word.Document.8">
                  <p:embed/>
                </p:oleObj>
              </mc:Choice>
              <mc:Fallback>
                <p:oleObj name="Document" r:id="rId5" imgW="2357755" imgH="363855" progId="Word.Document.8">
                  <p:embed/>
                  <p:pic>
                    <p:nvPicPr>
                      <p:cNvPr id="0" name="图片 518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092789" y="5370978"/>
                        <a:ext cx="5561658" cy="855009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ransition spd="med">
    <p:zo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07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6307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30789" name="Object 5"/>
          <p:cNvGraphicFramePr>
            <a:graphicFrameLocks noChangeAspect="1"/>
          </p:cNvGraphicFramePr>
          <p:nvPr/>
        </p:nvGraphicFramePr>
        <p:xfrm>
          <a:off x="1382341" y="911132"/>
          <a:ext cx="10383836" cy="749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741" name="Document" r:id="rId1" imgW="4865370" imgH="345440" progId="Word.Document.8">
                  <p:embed/>
                </p:oleObj>
              </mc:Choice>
              <mc:Fallback>
                <p:oleObj name="Document" r:id="rId1" imgW="4865370" imgH="345440" progId="Word.Document.8">
                  <p:embed/>
                  <p:pic>
                    <p:nvPicPr>
                      <p:cNvPr id="0" name="图片 627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382341" y="911132"/>
                        <a:ext cx="10383836" cy="7493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" name="Object 4"/>
          <p:cNvGraphicFramePr>
            <a:graphicFrameLocks noChangeAspect="1"/>
          </p:cNvGraphicFramePr>
          <p:nvPr/>
        </p:nvGraphicFramePr>
        <p:xfrm>
          <a:off x="709306" y="2180075"/>
          <a:ext cx="10396538" cy="20145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" name="Document" r:id="rId3" imgW="4393565" imgH="852170" progId="Word.Document.8">
                  <p:embed/>
                </p:oleObj>
              </mc:Choice>
              <mc:Fallback>
                <p:oleObj name="Document" r:id="rId3" imgW="4393565" imgH="852170" progId="Word.Document.8">
                  <p:embed/>
                  <p:pic>
                    <p:nvPicPr>
                      <p:cNvPr id="0" name="图片 627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09306" y="2180075"/>
                        <a:ext cx="10396538" cy="20145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" name="Object 5"/>
          <p:cNvGraphicFramePr>
            <a:graphicFrameLocks noChangeAspect="1"/>
          </p:cNvGraphicFramePr>
          <p:nvPr/>
        </p:nvGraphicFramePr>
        <p:xfrm>
          <a:off x="618243" y="3898757"/>
          <a:ext cx="8890871" cy="110737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" name="Document" r:id="rId5" imgW="3648710" imgH="454025" progId="Word.Document.8">
                  <p:embed/>
                </p:oleObj>
              </mc:Choice>
              <mc:Fallback>
                <p:oleObj name="Document" r:id="rId5" imgW="3648710" imgH="454025" progId="Word.Document.8">
                  <p:embed/>
                  <p:pic>
                    <p:nvPicPr>
                      <p:cNvPr id="0" name="图片 627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18243" y="3898757"/>
                        <a:ext cx="8890871" cy="1107374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" name="Object 5"/>
          <p:cNvGraphicFramePr>
            <a:graphicFrameLocks noChangeAspect="1"/>
          </p:cNvGraphicFramePr>
          <p:nvPr/>
        </p:nvGraphicFramePr>
        <p:xfrm>
          <a:off x="1347416" y="1452517"/>
          <a:ext cx="7801569" cy="72137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" name="Document" r:id="rId7" imgW="3278505" imgH="302895" progId="Word.Document.8">
                  <p:embed/>
                </p:oleObj>
              </mc:Choice>
              <mc:Fallback>
                <p:oleObj name="Document" r:id="rId7" imgW="3278505" imgH="302895" progId="Word.Document.8">
                  <p:embed/>
                  <p:pic>
                    <p:nvPicPr>
                      <p:cNvPr id="0" name="图片 627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347416" y="1452517"/>
                        <a:ext cx="7801569" cy="72137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" name="Object 3"/>
          <p:cNvGraphicFramePr>
            <a:graphicFrameLocks noChangeAspect="1"/>
          </p:cNvGraphicFramePr>
          <p:nvPr/>
        </p:nvGraphicFramePr>
        <p:xfrm>
          <a:off x="622300" y="4860925"/>
          <a:ext cx="10942638" cy="10779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" name="文档" r:id="rId9" imgW="4626610" imgH="448310" progId="Word.Document.8">
                  <p:embed/>
                </p:oleObj>
              </mc:Choice>
              <mc:Fallback>
                <p:oleObj name="文档" r:id="rId9" imgW="4626610" imgH="448310" progId="Word.Document.8">
                  <p:embed/>
                  <p:pic>
                    <p:nvPicPr>
                      <p:cNvPr id="0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22300" y="4860925"/>
                        <a:ext cx="10942638" cy="10779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ransition spd="med">
    <p:zo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07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6307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30789" name="Object 5"/>
          <p:cNvGraphicFramePr>
            <a:graphicFrameLocks noChangeAspect="1"/>
          </p:cNvGraphicFramePr>
          <p:nvPr/>
        </p:nvGraphicFramePr>
        <p:xfrm>
          <a:off x="666189" y="830169"/>
          <a:ext cx="10658475" cy="14414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258" name="Document" r:id="rId1" imgW="5189855" imgH="703580" progId="Word.Document.8">
                  <p:embed/>
                </p:oleObj>
              </mc:Choice>
              <mc:Fallback>
                <p:oleObj name="Document" r:id="rId1" imgW="5189855" imgH="703580" progId="Word.Document.8">
                  <p:embed/>
                  <p:pic>
                    <p:nvPicPr>
                      <p:cNvPr id="0" name="图片 725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66189" y="830169"/>
                        <a:ext cx="10658475" cy="14414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" name="Object 4"/>
          <p:cNvGraphicFramePr>
            <a:graphicFrameLocks noChangeAspect="1"/>
          </p:cNvGraphicFramePr>
          <p:nvPr/>
        </p:nvGraphicFramePr>
        <p:xfrm>
          <a:off x="1199589" y="2862169"/>
          <a:ext cx="10101263" cy="16541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259" name="Document" r:id="rId3" imgW="4235450" imgH="697230" progId="Word.Document.8">
                  <p:embed/>
                </p:oleObj>
              </mc:Choice>
              <mc:Fallback>
                <p:oleObj name="Document" r:id="rId3" imgW="4235450" imgH="697230" progId="Word.Document.8">
                  <p:embed/>
                  <p:pic>
                    <p:nvPicPr>
                      <p:cNvPr id="0" name="图片 725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199589" y="2862169"/>
                        <a:ext cx="10101263" cy="16541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" name="Object 4"/>
          <p:cNvGraphicFramePr>
            <a:graphicFrameLocks noChangeAspect="1"/>
          </p:cNvGraphicFramePr>
          <p:nvPr/>
        </p:nvGraphicFramePr>
        <p:xfrm>
          <a:off x="1231713" y="2165911"/>
          <a:ext cx="8781863" cy="123660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260" name="Document" r:id="rId5" imgW="3834130" imgH="539750" progId="Word.Document.8">
                  <p:embed/>
                </p:oleObj>
              </mc:Choice>
              <mc:Fallback>
                <p:oleObj name="Document" r:id="rId5" imgW="3834130" imgH="539750" progId="Word.Document.8">
                  <p:embed/>
                  <p:pic>
                    <p:nvPicPr>
                      <p:cNvPr id="0" name="图片 725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231713" y="2165911"/>
                        <a:ext cx="8781863" cy="123660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" name="Object 5"/>
          <p:cNvGraphicFramePr>
            <a:graphicFrameLocks noChangeAspect="1"/>
          </p:cNvGraphicFramePr>
          <p:nvPr/>
        </p:nvGraphicFramePr>
        <p:xfrm>
          <a:off x="1231713" y="4652075"/>
          <a:ext cx="8147050" cy="9096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261" name="Document" r:id="rId7" imgW="3914775" imgH="437515" progId="Word.Document.8">
                  <p:embed/>
                </p:oleObj>
              </mc:Choice>
              <mc:Fallback>
                <p:oleObj name="Document" r:id="rId7" imgW="3914775" imgH="437515" progId="Word.Document.8">
                  <p:embed/>
                  <p:pic>
                    <p:nvPicPr>
                      <p:cNvPr id="0" name="图片 726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231713" y="4652075"/>
                        <a:ext cx="8147050" cy="9096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ransition spd="med">
    <p:zo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07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6307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30789" name="Object 5"/>
          <p:cNvGraphicFramePr>
            <a:graphicFrameLocks noChangeAspect="1"/>
          </p:cNvGraphicFramePr>
          <p:nvPr/>
        </p:nvGraphicFramePr>
        <p:xfrm>
          <a:off x="538293" y="922667"/>
          <a:ext cx="11417300" cy="9048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446" name="Document" r:id="rId1" imgW="5391785" imgH="427990" progId="Word.Document.8">
                  <p:embed/>
                </p:oleObj>
              </mc:Choice>
              <mc:Fallback>
                <p:oleObj name="Document" r:id="rId1" imgW="5391785" imgH="427990" progId="Word.Document.8">
                  <p:embed/>
                  <p:pic>
                    <p:nvPicPr>
                      <p:cNvPr id="0" name="图片 844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38293" y="922667"/>
                        <a:ext cx="11417300" cy="9048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" name="Object 4"/>
          <p:cNvGraphicFramePr>
            <a:graphicFrameLocks noChangeAspect="1"/>
          </p:cNvGraphicFramePr>
          <p:nvPr/>
        </p:nvGraphicFramePr>
        <p:xfrm>
          <a:off x="517525" y="1809750"/>
          <a:ext cx="11263313" cy="14176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447" name="Document" r:id="rId3" imgW="5523230" imgH="694055" progId="Word.Document.8">
                  <p:embed/>
                </p:oleObj>
              </mc:Choice>
              <mc:Fallback>
                <p:oleObj name="Document" r:id="rId3" imgW="5523230" imgH="694055" progId="Word.Document.8">
                  <p:embed/>
                  <p:pic>
                    <p:nvPicPr>
                      <p:cNvPr id="0" name="图片 844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17525" y="1809750"/>
                        <a:ext cx="11263313" cy="14176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3" name="Group 5"/>
          <p:cNvGrpSpPr>
            <a:grpSpLocks noChangeAspect="1"/>
          </p:cNvGrpSpPr>
          <p:nvPr/>
        </p:nvGrpSpPr>
        <p:grpSpPr bwMode="auto">
          <a:xfrm>
            <a:off x="2336895" y="3364847"/>
            <a:ext cx="3089275" cy="1576387"/>
            <a:chOff x="2076" y="1548"/>
            <a:chExt cx="3059" cy="1562"/>
          </a:xfrm>
        </p:grpSpPr>
        <p:sp>
          <p:nvSpPr>
            <p:cNvPr id="11304" name="AutoShape 6"/>
            <p:cNvSpPr>
              <a:spLocks noChangeAspect="1" noChangeArrowheads="1"/>
            </p:cNvSpPr>
            <p:nvPr/>
          </p:nvSpPr>
          <p:spPr bwMode="auto">
            <a:xfrm>
              <a:off x="2076" y="1548"/>
              <a:ext cx="3059" cy="156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 sz="2400">
                  <a:solidFill>
                    <a:srgbClr val="000066"/>
                  </a:solidFill>
                  <a:latin typeface="Arial" panose="020B0604020202090204" pitchFamily="34" charset="0"/>
                  <a:ea typeface="宋体" panose="02010600030101010101" pitchFamily="2" charset="-122"/>
                </a:defRPr>
              </a:lvl1pPr>
              <a:lvl2pPr marL="742950" indent="-285750">
                <a:defRPr sz="2400">
                  <a:solidFill>
                    <a:srgbClr val="000066"/>
                  </a:solidFill>
                  <a:latin typeface="Arial" panose="020B060402020209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 sz="2400">
                  <a:solidFill>
                    <a:srgbClr val="000066"/>
                  </a:solidFill>
                  <a:latin typeface="Arial" panose="020B060402020209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 sz="2400">
                  <a:solidFill>
                    <a:srgbClr val="000066"/>
                  </a:solidFill>
                  <a:latin typeface="Arial" panose="020B060402020209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 sz="2400">
                  <a:solidFill>
                    <a:srgbClr val="000066"/>
                  </a:solidFill>
                  <a:latin typeface="Arial" panose="020B060402020209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rgbClr val="000066"/>
                  </a:solidFill>
                  <a:latin typeface="Arial" panose="020B060402020209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rgbClr val="000066"/>
                  </a:solidFill>
                  <a:latin typeface="Arial" panose="020B060402020209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rgbClr val="000066"/>
                  </a:solidFill>
                  <a:latin typeface="Arial" panose="020B060402020209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rgbClr val="000066"/>
                  </a:solidFill>
                  <a:latin typeface="Arial" panose="020B0604020202090204" pitchFamily="34" charset="0"/>
                  <a:ea typeface="宋体" panose="02010600030101010101" pitchFamily="2" charset="-122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11305" name="Line 7"/>
            <p:cNvSpPr>
              <a:spLocks noChangeShapeType="1"/>
            </p:cNvSpPr>
            <p:nvPr/>
          </p:nvSpPr>
          <p:spPr bwMode="auto">
            <a:xfrm>
              <a:off x="2145" y="2692"/>
              <a:ext cx="2760" cy="1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1306" name="Line 8"/>
            <p:cNvSpPr>
              <a:spLocks noChangeShapeType="1"/>
            </p:cNvSpPr>
            <p:nvPr/>
          </p:nvSpPr>
          <p:spPr bwMode="auto">
            <a:xfrm flipV="1">
              <a:off x="3317" y="1592"/>
              <a:ext cx="1" cy="1430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graphicFrame>
          <p:nvGraphicFramePr>
            <p:cNvPr id="11307" name="对象 6"/>
            <p:cNvGraphicFramePr>
              <a:graphicFrameLocks noChangeAspect="1"/>
            </p:cNvGraphicFramePr>
            <p:nvPr/>
          </p:nvGraphicFramePr>
          <p:xfrm>
            <a:off x="4675" y="2736"/>
            <a:ext cx="315" cy="31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8448" name="Equation" r:id="rId5" imgW="127000" imgH="139700" progId="Equation.DSMT4">
                    <p:embed/>
                  </p:oleObj>
                </mc:Choice>
                <mc:Fallback>
                  <p:oleObj name="Equation" r:id="rId5" imgW="127000" imgH="139700" progId="Equation.DSMT4">
                    <p:embed/>
                    <p:pic>
                      <p:nvPicPr>
                        <p:cNvPr id="0" name="图片 8447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675" y="2736"/>
                          <a:ext cx="315" cy="312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1308" name="Line 10"/>
            <p:cNvSpPr>
              <a:spLocks noChangeShapeType="1"/>
            </p:cNvSpPr>
            <p:nvPr/>
          </p:nvSpPr>
          <p:spPr bwMode="auto">
            <a:xfrm>
              <a:off x="3317" y="2648"/>
              <a:ext cx="1" cy="44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1309" name="Freeform 11"/>
            <p:cNvSpPr/>
            <p:nvPr/>
          </p:nvSpPr>
          <p:spPr bwMode="auto">
            <a:xfrm>
              <a:off x="2260" y="2036"/>
              <a:ext cx="2369" cy="590"/>
            </a:xfrm>
            <a:custGeom>
              <a:avLst/>
              <a:gdLst>
                <a:gd name="T0" fmla="*/ 0 w 2461"/>
                <a:gd name="T1" fmla="*/ 1201 h 524"/>
                <a:gd name="T2" fmla="*/ 723 w 2461"/>
                <a:gd name="T3" fmla="*/ 143 h 524"/>
                <a:gd name="T4" fmla="*/ 1074 w 2461"/>
                <a:gd name="T5" fmla="*/ 343 h 524"/>
                <a:gd name="T6" fmla="*/ 1444 w 2461"/>
                <a:gd name="T7" fmla="*/ 193 h 524"/>
                <a:gd name="T8" fmla="*/ 1885 w 2461"/>
                <a:gd name="T9" fmla="*/ 1201 h 524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2461" h="524">
                  <a:moveTo>
                    <a:pt x="0" y="524"/>
                  </a:moveTo>
                  <a:cubicBezTo>
                    <a:pt x="354" y="324"/>
                    <a:pt x="709" y="124"/>
                    <a:pt x="943" y="62"/>
                  </a:cubicBezTo>
                  <a:cubicBezTo>
                    <a:pt x="1177" y="0"/>
                    <a:pt x="1246" y="146"/>
                    <a:pt x="1403" y="150"/>
                  </a:cubicBezTo>
                  <a:cubicBezTo>
                    <a:pt x="1560" y="154"/>
                    <a:pt x="1710" y="22"/>
                    <a:pt x="1886" y="84"/>
                  </a:cubicBezTo>
                  <a:cubicBezTo>
                    <a:pt x="2062" y="146"/>
                    <a:pt x="2365" y="451"/>
                    <a:pt x="2461" y="524"/>
                  </a:cubicBezTo>
                </a:path>
              </a:pathLst>
            </a:custGeom>
            <a:noFill/>
            <a:ln w="12700">
              <a:solidFill>
                <a:srgbClr val="0000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1310" name="Line 12"/>
            <p:cNvSpPr>
              <a:spLocks noChangeShapeType="1"/>
            </p:cNvSpPr>
            <p:nvPr/>
          </p:nvSpPr>
          <p:spPr bwMode="auto">
            <a:xfrm flipV="1">
              <a:off x="3502" y="2208"/>
              <a:ext cx="138" cy="484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1311" name="Line 13"/>
            <p:cNvSpPr>
              <a:spLocks noChangeShapeType="1"/>
            </p:cNvSpPr>
            <p:nvPr/>
          </p:nvSpPr>
          <p:spPr bwMode="auto">
            <a:xfrm flipV="1">
              <a:off x="3617" y="2186"/>
              <a:ext cx="138" cy="506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1312" name="Line 14"/>
            <p:cNvSpPr>
              <a:spLocks noChangeShapeType="1"/>
            </p:cNvSpPr>
            <p:nvPr/>
          </p:nvSpPr>
          <p:spPr bwMode="auto">
            <a:xfrm flipV="1">
              <a:off x="3732" y="2142"/>
              <a:ext cx="138" cy="55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1313" name="Line 15"/>
            <p:cNvSpPr>
              <a:spLocks noChangeShapeType="1"/>
            </p:cNvSpPr>
            <p:nvPr/>
          </p:nvSpPr>
          <p:spPr bwMode="auto">
            <a:xfrm flipV="1">
              <a:off x="3847" y="2120"/>
              <a:ext cx="161" cy="572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1314" name="Line 16"/>
            <p:cNvSpPr>
              <a:spLocks noChangeShapeType="1"/>
            </p:cNvSpPr>
            <p:nvPr/>
          </p:nvSpPr>
          <p:spPr bwMode="auto">
            <a:xfrm flipH="1">
              <a:off x="3962" y="2164"/>
              <a:ext cx="138" cy="528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1315" name="Line 17"/>
            <p:cNvSpPr>
              <a:spLocks noChangeShapeType="1"/>
            </p:cNvSpPr>
            <p:nvPr/>
          </p:nvSpPr>
          <p:spPr bwMode="auto">
            <a:xfrm flipV="1">
              <a:off x="4054" y="2208"/>
              <a:ext cx="138" cy="484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graphicFrame>
          <p:nvGraphicFramePr>
            <p:cNvPr id="11316" name="对象 15"/>
            <p:cNvGraphicFramePr>
              <a:graphicFrameLocks noChangeAspect="1"/>
            </p:cNvGraphicFramePr>
            <p:nvPr/>
          </p:nvGraphicFramePr>
          <p:xfrm>
            <a:off x="3507" y="1657"/>
            <a:ext cx="869" cy="299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8449" name="Equation" r:id="rId7" imgW="584200" imgH="203200" progId="Equation.DSMT4">
                    <p:embed/>
                  </p:oleObj>
                </mc:Choice>
                <mc:Fallback>
                  <p:oleObj name="Equation" r:id="rId7" imgW="584200" imgH="203200" progId="Equation.DSMT4">
                    <p:embed/>
                    <p:pic>
                      <p:nvPicPr>
                        <p:cNvPr id="0" name="图片 8448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8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507" y="1657"/>
                          <a:ext cx="869" cy="299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1317" name="Line 19"/>
            <p:cNvSpPr>
              <a:spLocks noChangeShapeType="1"/>
            </p:cNvSpPr>
            <p:nvPr/>
          </p:nvSpPr>
          <p:spPr bwMode="auto">
            <a:xfrm>
              <a:off x="3502" y="2186"/>
              <a:ext cx="0" cy="506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1318" name="Line 20"/>
            <p:cNvSpPr>
              <a:spLocks noChangeShapeType="1"/>
            </p:cNvSpPr>
            <p:nvPr/>
          </p:nvSpPr>
          <p:spPr bwMode="auto">
            <a:xfrm flipV="1">
              <a:off x="3502" y="2208"/>
              <a:ext cx="46" cy="154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1319" name="Line 21"/>
            <p:cNvSpPr>
              <a:spLocks noChangeShapeType="1"/>
            </p:cNvSpPr>
            <p:nvPr/>
          </p:nvSpPr>
          <p:spPr bwMode="auto">
            <a:xfrm>
              <a:off x="4192" y="2208"/>
              <a:ext cx="0" cy="484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1320" name="Line 22"/>
            <p:cNvSpPr>
              <a:spLocks noChangeShapeType="1"/>
            </p:cNvSpPr>
            <p:nvPr/>
          </p:nvSpPr>
          <p:spPr bwMode="auto">
            <a:xfrm flipV="1">
              <a:off x="4123" y="2472"/>
              <a:ext cx="69" cy="22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graphicFrame>
          <p:nvGraphicFramePr>
            <p:cNvPr id="11321" name="对象 20"/>
            <p:cNvGraphicFramePr>
              <a:graphicFrameLocks noChangeAspect="1"/>
            </p:cNvGraphicFramePr>
            <p:nvPr/>
          </p:nvGraphicFramePr>
          <p:xfrm>
            <a:off x="3348" y="2670"/>
            <a:ext cx="315" cy="31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8450" name="Equation" r:id="rId9" imgW="127000" imgH="139700" progId="Equation.DSMT4">
                    <p:embed/>
                  </p:oleObj>
                </mc:Choice>
                <mc:Fallback>
                  <p:oleObj name="Equation" r:id="rId9" imgW="127000" imgH="139700" progId="Equation.DSMT4">
                    <p:embed/>
                    <p:pic>
                      <p:nvPicPr>
                        <p:cNvPr id="0" name="图片 8449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0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348" y="2670"/>
                          <a:ext cx="315" cy="312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1322" name="对象 21"/>
            <p:cNvGraphicFramePr>
              <a:graphicFrameLocks noChangeAspect="1"/>
            </p:cNvGraphicFramePr>
            <p:nvPr/>
          </p:nvGraphicFramePr>
          <p:xfrm>
            <a:off x="4061" y="2648"/>
            <a:ext cx="315" cy="39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8451" name="Equation" r:id="rId11" imgW="127000" imgH="177165" progId="Equation.DSMT4">
                    <p:embed/>
                  </p:oleObj>
                </mc:Choice>
                <mc:Fallback>
                  <p:oleObj name="Equation" r:id="rId11" imgW="127000" imgH="177165" progId="Equation.DSMT4">
                    <p:embed/>
                    <p:pic>
                      <p:nvPicPr>
                        <p:cNvPr id="0" name="图片 8450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2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061" y="2648"/>
                          <a:ext cx="315" cy="396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1323" name="对象 22"/>
            <p:cNvGraphicFramePr>
              <a:graphicFrameLocks noChangeAspect="1"/>
            </p:cNvGraphicFramePr>
            <p:nvPr/>
          </p:nvGraphicFramePr>
          <p:xfrm>
            <a:off x="2996" y="2670"/>
            <a:ext cx="318" cy="333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8452" name="Equation" r:id="rId13" imgW="152400" imgH="177800" progId="Equation.DSMT4">
                    <p:embed/>
                  </p:oleObj>
                </mc:Choice>
                <mc:Fallback>
                  <p:oleObj name="Equation" r:id="rId13" imgW="152400" imgH="177800" progId="Equation.DSMT4">
                    <p:embed/>
                    <p:pic>
                      <p:nvPicPr>
                        <p:cNvPr id="0" name="图片 8451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996" y="2670"/>
                          <a:ext cx="318" cy="333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1324" name="Freeform 26"/>
            <p:cNvSpPr/>
            <p:nvPr/>
          </p:nvSpPr>
          <p:spPr bwMode="auto">
            <a:xfrm>
              <a:off x="2168" y="2626"/>
              <a:ext cx="92" cy="22"/>
            </a:xfrm>
            <a:custGeom>
              <a:avLst/>
              <a:gdLst>
                <a:gd name="T0" fmla="*/ 24 w 115"/>
                <a:gd name="T1" fmla="*/ 0 h 26"/>
                <a:gd name="T2" fmla="*/ 10 w 115"/>
                <a:gd name="T3" fmla="*/ 7 h 26"/>
                <a:gd name="T4" fmla="*/ 0 w 115"/>
                <a:gd name="T5" fmla="*/ 7 h 26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115" h="26">
                  <a:moveTo>
                    <a:pt x="115" y="0"/>
                  </a:moveTo>
                  <a:cubicBezTo>
                    <a:pt x="90" y="9"/>
                    <a:pt x="65" y="18"/>
                    <a:pt x="46" y="22"/>
                  </a:cubicBezTo>
                  <a:cubicBezTo>
                    <a:pt x="27" y="26"/>
                    <a:pt x="8" y="22"/>
                    <a:pt x="0" y="22"/>
                  </a:cubicBezTo>
                </a:path>
              </a:pathLst>
            </a:custGeom>
            <a:noFill/>
            <a:ln w="12700" cap="flat" cmpd="sng">
              <a:solidFill>
                <a:srgbClr val="000000"/>
              </a:solidFill>
              <a:prstDash val="solid"/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1325" name="Freeform 27"/>
            <p:cNvSpPr/>
            <p:nvPr/>
          </p:nvSpPr>
          <p:spPr bwMode="auto">
            <a:xfrm>
              <a:off x="4629" y="2626"/>
              <a:ext cx="69" cy="26"/>
            </a:xfrm>
            <a:custGeom>
              <a:avLst/>
              <a:gdLst>
                <a:gd name="T0" fmla="*/ 0 w 69"/>
                <a:gd name="T1" fmla="*/ 0 h 26"/>
                <a:gd name="T2" fmla="*/ 46 w 69"/>
                <a:gd name="T3" fmla="*/ 22 h 26"/>
                <a:gd name="T4" fmla="*/ 69 w 69"/>
                <a:gd name="T5" fmla="*/ 22 h 26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69" h="26">
                  <a:moveTo>
                    <a:pt x="0" y="0"/>
                  </a:moveTo>
                  <a:cubicBezTo>
                    <a:pt x="17" y="9"/>
                    <a:pt x="35" y="18"/>
                    <a:pt x="46" y="22"/>
                  </a:cubicBezTo>
                  <a:cubicBezTo>
                    <a:pt x="57" y="26"/>
                    <a:pt x="65" y="22"/>
                    <a:pt x="69" y="22"/>
                  </a:cubicBezTo>
                </a:path>
              </a:pathLst>
            </a:custGeom>
            <a:noFill/>
            <a:ln w="12700" cap="flat" cmpd="sng">
              <a:solidFill>
                <a:srgbClr val="000000"/>
              </a:solidFill>
              <a:prstDash val="solid"/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graphicFrame>
          <p:nvGraphicFramePr>
            <p:cNvPr id="11326" name="对象 25"/>
            <p:cNvGraphicFramePr>
              <a:graphicFrameLocks noChangeAspect="1"/>
            </p:cNvGraphicFramePr>
            <p:nvPr/>
          </p:nvGraphicFramePr>
          <p:xfrm>
            <a:off x="2925" y="1592"/>
            <a:ext cx="347" cy="369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8453" name="Equation" r:id="rId15" imgW="139700" imgH="165100" progId="Equation.DSMT4">
                    <p:embed/>
                  </p:oleObj>
                </mc:Choice>
                <mc:Fallback>
                  <p:oleObj name="Equation" r:id="rId15" imgW="139700" imgH="165100" progId="Equation.DSMT4">
                    <p:embed/>
                    <p:pic>
                      <p:nvPicPr>
                        <p:cNvPr id="0" name="图片 8452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925" y="1592"/>
                          <a:ext cx="347" cy="369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27" name="Group 29"/>
          <p:cNvGrpSpPr>
            <a:grpSpLocks noChangeAspect="1"/>
          </p:cNvGrpSpPr>
          <p:nvPr/>
        </p:nvGrpSpPr>
        <p:grpSpPr bwMode="auto">
          <a:xfrm>
            <a:off x="6221506" y="3412471"/>
            <a:ext cx="3068638" cy="1566862"/>
            <a:chOff x="2076" y="1548"/>
            <a:chExt cx="3059" cy="1562"/>
          </a:xfrm>
        </p:grpSpPr>
        <p:sp>
          <p:nvSpPr>
            <p:cNvPr id="11271" name="AutoShape 30"/>
            <p:cNvSpPr>
              <a:spLocks noChangeAspect="1" noChangeArrowheads="1"/>
            </p:cNvSpPr>
            <p:nvPr/>
          </p:nvSpPr>
          <p:spPr bwMode="auto">
            <a:xfrm>
              <a:off x="2076" y="1548"/>
              <a:ext cx="3059" cy="156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 sz="2400">
                  <a:solidFill>
                    <a:srgbClr val="000066"/>
                  </a:solidFill>
                  <a:latin typeface="Arial" panose="020B0604020202090204" pitchFamily="34" charset="0"/>
                  <a:ea typeface="宋体" panose="02010600030101010101" pitchFamily="2" charset="-122"/>
                </a:defRPr>
              </a:lvl1pPr>
              <a:lvl2pPr marL="742950" indent="-285750">
                <a:defRPr sz="2400">
                  <a:solidFill>
                    <a:srgbClr val="000066"/>
                  </a:solidFill>
                  <a:latin typeface="Arial" panose="020B060402020209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 sz="2400">
                  <a:solidFill>
                    <a:srgbClr val="000066"/>
                  </a:solidFill>
                  <a:latin typeface="Arial" panose="020B060402020209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 sz="2400">
                  <a:solidFill>
                    <a:srgbClr val="000066"/>
                  </a:solidFill>
                  <a:latin typeface="Arial" panose="020B060402020209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 sz="2400">
                  <a:solidFill>
                    <a:srgbClr val="000066"/>
                  </a:solidFill>
                  <a:latin typeface="Arial" panose="020B060402020209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rgbClr val="000066"/>
                  </a:solidFill>
                  <a:latin typeface="Arial" panose="020B060402020209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rgbClr val="000066"/>
                  </a:solidFill>
                  <a:latin typeface="Arial" panose="020B060402020209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rgbClr val="000066"/>
                  </a:solidFill>
                  <a:latin typeface="Arial" panose="020B060402020209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rgbClr val="000066"/>
                  </a:solidFill>
                  <a:latin typeface="Arial" panose="020B0604020202090204" pitchFamily="34" charset="0"/>
                  <a:ea typeface="宋体" panose="02010600030101010101" pitchFamily="2" charset="-122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11272" name="Line 31"/>
            <p:cNvSpPr>
              <a:spLocks noChangeShapeType="1"/>
            </p:cNvSpPr>
            <p:nvPr/>
          </p:nvSpPr>
          <p:spPr bwMode="auto">
            <a:xfrm>
              <a:off x="2145" y="2692"/>
              <a:ext cx="2760" cy="1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1273" name="Line 32"/>
            <p:cNvSpPr>
              <a:spLocks noChangeShapeType="1"/>
            </p:cNvSpPr>
            <p:nvPr/>
          </p:nvSpPr>
          <p:spPr bwMode="auto">
            <a:xfrm flipV="1">
              <a:off x="3317" y="1592"/>
              <a:ext cx="1" cy="1430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graphicFrame>
          <p:nvGraphicFramePr>
            <p:cNvPr id="11274" name="对象 30"/>
            <p:cNvGraphicFramePr>
              <a:graphicFrameLocks noChangeAspect="1"/>
            </p:cNvGraphicFramePr>
            <p:nvPr/>
          </p:nvGraphicFramePr>
          <p:xfrm>
            <a:off x="4583" y="2736"/>
            <a:ext cx="315" cy="31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8454" name="Equation" r:id="rId17" imgW="127000" imgH="139700" progId="Equation.DSMT4">
                    <p:embed/>
                  </p:oleObj>
                </mc:Choice>
                <mc:Fallback>
                  <p:oleObj name="Equation" r:id="rId17" imgW="127000" imgH="139700" progId="Equation.DSMT4">
                    <p:embed/>
                    <p:pic>
                      <p:nvPicPr>
                        <p:cNvPr id="0" name="图片 8453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8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583" y="2736"/>
                          <a:ext cx="315" cy="312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1275" name="Line 34"/>
            <p:cNvSpPr>
              <a:spLocks noChangeShapeType="1"/>
            </p:cNvSpPr>
            <p:nvPr/>
          </p:nvSpPr>
          <p:spPr bwMode="auto">
            <a:xfrm>
              <a:off x="3317" y="2648"/>
              <a:ext cx="1" cy="44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1276" name="Freeform 35"/>
            <p:cNvSpPr/>
            <p:nvPr/>
          </p:nvSpPr>
          <p:spPr bwMode="auto">
            <a:xfrm>
              <a:off x="2260" y="2036"/>
              <a:ext cx="2369" cy="590"/>
            </a:xfrm>
            <a:custGeom>
              <a:avLst/>
              <a:gdLst>
                <a:gd name="T0" fmla="*/ 0 w 2461"/>
                <a:gd name="T1" fmla="*/ 1201 h 524"/>
                <a:gd name="T2" fmla="*/ 723 w 2461"/>
                <a:gd name="T3" fmla="*/ 143 h 524"/>
                <a:gd name="T4" fmla="*/ 1074 w 2461"/>
                <a:gd name="T5" fmla="*/ 343 h 524"/>
                <a:gd name="T6" fmla="*/ 1444 w 2461"/>
                <a:gd name="T7" fmla="*/ 193 h 524"/>
                <a:gd name="T8" fmla="*/ 1885 w 2461"/>
                <a:gd name="T9" fmla="*/ 1201 h 524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2461" h="524">
                  <a:moveTo>
                    <a:pt x="0" y="524"/>
                  </a:moveTo>
                  <a:cubicBezTo>
                    <a:pt x="354" y="324"/>
                    <a:pt x="709" y="124"/>
                    <a:pt x="943" y="62"/>
                  </a:cubicBezTo>
                  <a:cubicBezTo>
                    <a:pt x="1177" y="0"/>
                    <a:pt x="1246" y="146"/>
                    <a:pt x="1403" y="150"/>
                  </a:cubicBezTo>
                  <a:cubicBezTo>
                    <a:pt x="1560" y="154"/>
                    <a:pt x="1710" y="22"/>
                    <a:pt x="1886" y="84"/>
                  </a:cubicBezTo>
                  <a:cubicBezTo>
                    <a:pt x="2062" y="146"/>
                    <a:pt x="2365" y="451"/>
                    <a:pt x="2461" y="524"/>
                  </a:cubicBezTo>
                </a:path>
              </a:pathLst>
            </a:custGeom>
            <a:noFill/>
            <a:ln w="12700">
              <a:solidFill>
                <a:srgbClr val="0000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1277" name="Line 36"/>
            <p:cNvSpPr>
              <a:spLocks noChangeShapeType="1"/>
            </p:cNvSpPr>
            <p:nvPr/>
          </p:nvSpPr>
          <p:spPr bwMode="auto">
            <a:xfrm flipH="1">
              <a:off x="2329" y="2560"/>
              <a:ext cx="46" cy="132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1278" name="Line 37"/>
            <p:cNvSpPr>
              <a:spLocks noChangeShapeType="1"/>
            </p:cNvSpPr>
            <p:nvPr/>
          </p:nvSpPr>
          <p:spPr bwMode="auto">
            <a:xfrm flipH="1">
              <a:off x="2398" y="2516"/>
              <a:ext cx="69" cy="176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1279" name="Line 38"/>
            <p:cNvSpPr>
              <a:spLocks noChangeShapeType="1"/>
            </p:cNvSpPr>
            <p:nvPr/>
          </p:nvSpPr>
          <p:spPr bwMode="auto">
            <a:xfrm flipV="1">
              <a:off x="2490" y="2428"/>
              <a:ext cx="92" cy="264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1280" name="Line 39"/>
            <p:cNvSpPr>
              <a:spLocks noChangeShapeType="1"/>
            </p:cNvSpPr>
            <p:nvPr/>
          </p:nvSpPr>
          <p:spPr bwMode="auto">
            <a:xfrm flipV="1">
              <a:off x="2582" y="2340"/>
              <a:ext cx="138" cy="352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1281" name="Line 40"/>
            <p:cNvSpPr>
              <a:spLocks noChangeShapeType="1"/>
            </p:cNvSpPr>
            <p:nvPr/>
          </p:nvSpPr>
          <p:spPr bwMode="auto">
            <a:xfrm flipV="1">
              <a:off x="2674" y="2274"/>
              <a:ext cx="161" cy="418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1282" name="Line 41"/>
            <p:cNvSpPr>
              <a:spLocks noChangeShapeType="1"/>
            </p:cNvSpPr>
            <p:nvPr/>
          </p:nvSpPr>
          <p:spPr bwMode="auto">
            <a:xfrm flipV="1">
              <a:off x="2766" y="2208"/>
              <a:ext cx="184" cy="484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1283" name="Line 42"/>
            <p:cNvSpPr>
              <a:spLocks noChangeShapeType="1"/>
            </p:cNvSpPr>
            <p:nvPr/>
          </p:nvSpPr>
          <p:spPr bwMode="auto">
            <a:xfrm flipV="1">
              <a:off x="2881" y="2164"/>
              <a:ext cx="184" cy="528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1284" name="Line 43"/>
            <p:cNvSpPr>
              <a:spLocks noChangeShapeType="1"/>
            </p:cNvSpPr>
            <p:nvPr/>
          </p:nvSpPr>
          <p:spPr bwMode="auto">
            <a:xfrm flipV="1">
              <a:off x="2996" y="2120"/>
              <a:ext cx="184" cy="572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1285" name="Line 44"/>
            <p:cNvSpPr>
              <a:spLocks noChangeShapeType="1"/>
            </p:cNvSpPr>
            <p:nvPr/>
          </p:nvSpPr>
          <p:spPr bwMode="auto">
            <a:xfrm flipV="1">
              <a:off x="3111" y="2098"/>
              <a:ext cx="184" cy="594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1286" name="Line 45"/>
            <p:cNvSpPr>
              <a:spLocks noChangeShapeType="1"/>
            </p:cNvSpPr>
            <p:nvPr/>
          </p:nvSpPr>
          <p:spPr bwMode="auto">
            <a:xfrm flipV="1">
              <a:off x="3226" y="2120"/>
              <a:ext cx="184" cy="572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1287" name="Line 46"/>
            <p:cNvSpPr>
              <a:spLocks noChangeShapeType="1"/>
            </p:cNvSpPr>
            <p:nvPr/>
          </p:nvSpPr>
          <p:spPr bwMode="auto">
            <a:xfrm flipV="1">
              <a:off x="3364" y="2186"/>
              <a:ext cx="138" cy="506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1288" name="Line 47"/>
            <p:cNvSpPr>
              <a:spLocks noChangeShapeType="1"/>
            </p:cNvSpPr>
            <p:nvPr/>
          </p:nvSpPr>
          <p:spPr bwMode="auto">
            <a:xfrm flipV="1">
              <a:off x="3502" y="2208"/>
              <a:ext cx="138" cy="484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1289" name="Line 48"/>
            <p:cNvSpPr>
              <a:spLocks noChangeShapeType="1"/>
            </p:cNvSpPr>
            <p:nvPr/>
          </p:nvSpPr>
          <p:spPr bwMode="auto">
            <a:xfrm flipV="1">
              <a:off x="3617" y="2186"/>
              <a:ext cx="138" cy="506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1290" name="Line 49"/>
            <p:cNvSpPr>
              <a:spLocks noChangeShapeType="1"/>
            </p:cNvSpPr>
            <p:nvPr/>
          </p:nvSpPr>
          <p:spPr bwMode="auto">
            <a:xfrm flipV="1">
              <a:off x="3732" y="2142"/>
              <a:ext cx="138" cy="55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1291" name="Line 50"/>
            <p:cNvSpPr>
              <a:spLocks noChangeShapeType="1"/>
            </p:cNvSpPr>
            <p:nvPr/>
          </p:nvSpPr>
          <p:spPr bwMode="auto">
            <a:xfrm flipV="1">
              <a:off x="3847" y="2120"/>
              <a:ext cx="161" cy="572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1292" name="Line 51"/>
            <p:cNvSpPr>
              <a:spLocks noChangeShapeType="1"/>
            </p:cNvSpPr>
            <p:nvPr/>
          </p:nvSpPr>
          <p:spPr bwMode="auto">
            <a:xfrm flipH="1">
              <a:off x="3962" y="2164"/>
              <a:ext cx="138" cy="528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1293" name="Line 52"/>
            <p:cNvSpPr>
              <a:spLocks noChangeShapeType="1"/>
            </p:cNvSpPr>
            <p:nvPr/>
          </p:nvSpPr>
          <p:spPr bwMode="auto">
            <a:xfrm flipV="1">
              <a:off x="4054" y="2208"/>
              <a:ext cx="138" cy="484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1294" name="Line 53"/>
            <p:cNvSpPr>
              <a:spLocks noChangeShapeType="1"/>
            </p:cNvSpPr>
            <p:nvPr/>
          </p:nvSpPr>
          <p:spPr bwMode="auto">
            <a:xfrm flipV="1">
              <a:off x="4169" y="2296"/>
              <a:ext cx="115" cy="396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1295" name="Line 54"/>
            <p:cNvSpPr>
              <a:spLocks noChangeShapeType="1"/>
            </p:cNvSpPr>
            <p:nvPr/>
          </p:nvSpPr>
          <p:spPr bwMode="auto">
            <a:xfrm flipV="1">
              <a:off x="4284" y="2384"/>
              <a:ext cx="92" cy="308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1296" name="Line 55"/>
            <p:cNvSpPr>
              <a:spLocks noChangeShapeType="1"/>
            </p:cNvSpPr>
            <p:nvPr/>
          </p:nvSpPr>
          <p:spPr bwMode="auto">
            <a:xfrm flipV="1">
              <a:off x="4376" y="2450"/>
              <a:ext cx="69" cy="242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1297" name="Line 56"/>
            <p:cNvSpPr>
              <a:spLocks noChangeShapeType="1"/>
            </p:cNvSpPr>
            <p:nvPr/>
          </p:nvSpPr>
          <p:spPr bwMode="auto">
            <a:xfrm flipV="1">
              <a:off x="4468" y="2538"/>
              <a:ext cx="46" cy="154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1298" name="Line 57"/>
            <p:cNvSpPr>
              <a:spLocks noChangeShapeType="1"/>
            </p:cNvSpPr>
            <p:nvPr/>
          </p:nvSpPr>
          <p:spPr bwMode="auto">
            <a:xfrm flipV="1">
              <a:off x="4560" y="2604"/>
              <a:ext cx="23" cy="88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graphicFrame>
          <p:nvGraphicFramePr>
            <p:cNvPr id="11299" name="对象 55"/>
            <p:cNvGraphicFramePr>
              <a:graphicFrameLocks noChangeAspect="1"/>
            </p:cNvGraphicFramePr>
            <p:nvPr/>
          </p:nvGraphicFramePr>
          <p:xfrm>
            <a:off x="3702" y="1608"/>
            <a:ext cx="812" cy="32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8455" name="Equation" r:id="rId19" imgW="584200" imgH="203200" progId="Equation.DSMT4">
                    <p:embed/>
                  </p:oleObj>
                </mc:Choice>
                <mc:Fallback>
                  <p:oleObj name="Equation" r:id="rId19" imgW="584200" imgH="203200" progId="Equation.DSMT4">
                    <p:embed/>
                    <p:pic>
                      <p:nvPicPr>
                        <p:cNvPr id="0" name="图片 8454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0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702" y="1608"/>
                          <a:ext cx="812" cy="328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1300" name="对象 56"/>
            <p:cNvGraphicFramePr>
              <a:graphicFrameLocks noChangeAspect="1"/>
            </p:cNvGraphicFramePr>
            <p:nvPr/>
          </p:nvGraphicFramePr>
          <p:xfrm>
            <a:off x="2973" y="2670"/>
            <a:ext cx="318" cy="333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8456" name="Equation" r:id="rId21" imgW="152400" imgH="177800" progId="Equation.DSMT4">
                    <p:embed/>
                  </p:oleObj>
                </mc:Choice>
                <mc:Fallback>
                  <p:oleObj name="Equation" r:id="rId21" imgW="152400" imgH="177800" progId="Equation.DSMT4">
                    <p:embed/>
                    <p:pic>
                      <p:nvPicPr>
                        <p:cNvPr id="0" name="图片 8455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2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973" y="2670"/>
                          <a:ext cx="318" cy="333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1301" name="Freeform 60"/>
            <p:cNvSpPr/>
            <p:nvPr/>
          </p:nvSpPr>
          <p:spPr bwMode="auto">
            <a:xfrm>
              <a:off x="2168" y="2626"/>
              <a:ext cx="92" cy="22"/>
            </a:xfrm>
            <a:custGeom>
              <a:avLst/>
              <a:gdLst>
                <a:gd name="T0" fmla="*/ 24 w 115"/>
                <a:gd name="T1" fmla="*/ 0 h 26"/>
                <a:gd name="T2" fmla="*/ 10 w 115"/>
                <a:gd name="T3" fmla="*/ 7 h 26"/>
                <a:gd name="T4" fmla="*/ 0 w 115"/>
                <a:gd name="T5" fmla="*/ 7 h 26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115" h="26">
                  <a:moveTo>
                    <a:pt x="115" y="0"/>
                  </a:moveTo>
                  <a:cubicBezTo>
                    <a:pt x="90" y="9"/>
                    <a:pt x="65" y="18"/>
                    <a:pt x="46" y="22"/>
                  </a:cubicBezTo>
                  <a:cubicBezTo>
                    <a:pt x="27" y="26"/>
                    <a:pt x="8" y="22"/>
                    <a:pt x="0" y="22"/>
                  </a:cubicBezTo>
                </a:path>
              </a:pathLst>
            </a:custGeom>
            <a:noFill/>
            <a:ln w="12700" cap="flat" cmpd="sng">
              <a:solidFill>
                <a:srgbClr val="000000"/>
              </a:solidFill>
              <a:prstDash val="solid"/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1302" name="Freeform 61"/>
            <p:cNvSpPr/>
            <p:nvPr/>
          </p:nvSpPr>
          <p:spPr bwMode="auto">
            <a:xfrm>
              <a:off x="4629" y="2626"/>
              <a:ext cx="69" cy="26"/>
            </a:xfrm>
            <a:custGeom>
              <a:avLst/>
              <a:gdLst>
                <a:gd name="T0" fmla="*/ 0 w 69"/>
                <a:gd name="T1" fmla="*/ 0 h 26"/>
                <a:gd name="T2" fmla="*/ 46 w 69"/>
                <a:gd name="T3" fmla="*/ 22 h 26"/>
                <a:gd name="T4" fmla="*/ 69 w 69"/>
                <a:gd name="T5" fmla="*/ 22 h 26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69" h="26">
                  <a:moveTo>
                    <a:pt x="0" y="0"/>
                  </a:moveTo>
                  <a:cubicBezTo>
                    <a:pt x="17" y="9"/>
                    <a:pt x="35" y="18"/>
                    <a:pt x="46" y="22"/>
                  </a:cubicBezTo>
                  <a:cubicBezTo>
                    <a:pt x="57" y="26"/>
                    <a:pt x="65" y="22"/>
                    <a:pt x="69" y="22"/>
                  </a:cubicBezTo>
                </a:path>
              </a:pathLst>
            </a:custGeom>
            <a:noFill/>
            <a:ln w="12700" cap="flat" cmpd="sng">
              <a:solidFill>
                <a:srgbClr val="000000"/>
              </a:solidFill>
              <a:prstDash val="solid"/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graphicFrame>
          <p:nvGraphicFramePr>
            <p:cNvPr id="11303" name="对象 59"/>
            <p:cNvGraphicFramePr>
              <a:graphicFrameLocks noChangeAspect="1"/>
            </p:cNvGraphicFramePr>
            <p:nvPr/>
          </p:nvGraphicFramePr>
          <p:xfrm>
            <a:off x="2948" y="1548"/>
            <a:ext cx="347" cy="369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8457" name="Equation" r:id="rId23" imgW="139700" imgH="165100" progId="Equation.DSMT4">
                    <p:embed/>
                  </p:oleObj>
                </mc:Choice>
                <mc:Fallback>
                  <p:oleObj name="Equation" r:id="rId23" imgW="139700" imgH="165100" progId="Equation.DSMT4">
                    <p:embed/>
                    <p:pic>
                      <p:nvPicPr>
                        <p:cNvPr id="0" name="图片 8456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948" y="1548"/>
                          <a:ext cx="347" cy="369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</p:spTree>
  </p:cSld>
  <p:clrMapOvr>
    <a:masterClrMapping/>
  </p:clrMapOvr>
  <p:transition spd="med">
    <p:zo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07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6307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5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500"/>
                            </p:stCondLst>
                            <p:childTnLst>
                              <p:par>
                                <p:cTn id="17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30789" name="Object 5"/>
          <p:cNvGraphicFramePr>
            <a:graphicFrameLocks noChangeAspect="1"/>
          </p:cNvGraphicFramePr>
          <p:nvPr/>
        </p:nvGraphicFramePr>
        <p:xfrm>
          <a:off x="504825" y="682064"/>
          <a:ext cx="11296650" cy="33718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288" name="Document" r:id="rId1" imgW="4679315" imgH="1397635" progId="Word.Document.8">
                  <p:embed/>
                </p:oleObj>
              </mc:Choice>
              <mc:Fallback>
                <p:oleObj name="Document" r:id="rId1" imgW="4679315" imgH="1397635" progId="Word.Document.8">
                  <p:embed/>
                  <p:pic>
                    <p:nvPicPr>
                      <p:cNvPr id="0" name="图片 928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04825" y="682064"/>
                        <a:ext cx="11296650" cy="33718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" name="Object 4"/>
          <p:cNvGraphicFramePr>
            <a:graphicFrameLocks noChangeAspect="1"/>
          </p:cNvGraphicFramePr>
          <p:nvPr/>
        </p:nvGraphicFramePr>
        <p:xfrm>
          <a:off x="1167465" y="3347756"/>
          <a:ext cx="9281755" cy="120183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289" name="Document" r:id="rId3" imgW="3787140" imgH="490855" progId="Word.Document.8">
                  <p:embed/>
                </p:oleObj>
              </mc:Choice>
              <mc:Fallback>
                <p:oleObj name="Document" r:id="rId3" imgW="3787140" imgH="490855" progId="Word.Document.8">
                  <p:embed/>
                  <p:pic>
                    <p:nvPicPr>
                      <p:cNvPr id="0" name="图片 928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167465" y="3347756"/>
                        <a:ext cx="9281755" cy="1201831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" name="Object 4"/>
          <p:cNvGraphicFramePr>
            <a:graphicFrameLocks noChangeAspect="1"/>
          </p:cNvGraphicFramePr>
          <p:nvPr/>
        </p:nvGraphicFramePr>
        <p:xfrm>
          <a:off x="1093506" y="4300818"/>
          <a:ext cx="9123843" cy="249050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290" name="Document" r:id="rId5" imgW="3789045" imgH="1036955" progId="Word.Document.8">
                  <p:embed/>
                </p:oleObj>
              </mc:Choice>
              <mc:Fallback>
                <p:oleObj name="Document" r:id="rId5" imgW="3789045" imgH="1036955" progId="Word.Document.8">
                  <p:embed/>
                  <p:pic>
                    <p:nvPicPr>
                      <p:cNvPr id="0" name="图片 928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093506" y="4300818"/>
                        <a:ext cx="9123843" cy="2490506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ransition spd="med">
    <p:zo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07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6307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30789" name="Object 5"/>
          <p:cNvGraphicFramePr>
            <a:graphicFrameLocks noChangeAspect="1"/>
          </p:cNvGraphicFramePr>
          <p:nvPr/>
        </p:nvGraphicFramePr>
        <p:xfrm>
          <a:off x="614356" y="660159"/>
          <a:ext cx="8466137" cy="8667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7884" name="Document" r:id="rId1" imgW="3709670" imgH="379095" progId="Word.Document.8">
                  <p:embed/>
                </p:oleObj>
              </mc:Choice>
              <mc:Fallback>
                <p:oleObj name="Document" r:id="rId1" imgW="3709670" imgH="379095" progId="Word.Document.8">
                  <p:embed/>
                  <p:pic>
                    <p:nvPicPr>
                      <p:cNvPr id="0" name="图片 2788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14356" y="660159"/>
                        <a:ext cx="8466137" cy="8667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" name="Object 5"/>
          <p:cNvGraphicFramePr>
            <a:graphicFrameLocks noChangeAspect="1"/>
          </p:cNvGraphicFramePr>
          <p:nvPr/>
        </p:nvGraphicFramePr>
        <p:xfrm>
          <a:off x="6850055" y="1681466"/>
          <a:ext cx="4460875" cy="29368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7885" name="Document" r:id="rId3" imgW="1938655" imgH="1406525" progId="Word.Document.8">
                  <p:embed/>
                </p:oleObj>
              </mc:Choice>
              <mc:Fallback>
                <p:oleObj name="Document" r:id="rId3" imgW="1938655" imgH="1406525" progId="Word.Document.8">
                  <p:embed/>
                  <p:pic>
                    <p:nvPicPr>
                      <p:cNvPr id="0" name="图片 2788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850055" y="1681466"/>
                        <a:ext cx="4460875" cy="29368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" name="Object 4"/>
          <p:cNvGraphicFramePr>
            <a:graphicFrameLocks noChangeAspect="1"/>
          </p:cNvGraphicFramePr>
          <p:nvPr/>
        </p:nvGraphicFramePr>
        <p:xfrm>
          <a:off x="498956" y="4442610"/>
          <a:ext cx="4087813" cy="23558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7886" name="Document" r:id="rId5" imgW="1801495" imgH="1039495" progId="Word.Document.8">
                  <p:embed/>
                </p:oleObj>
              </mc:Choice>
              <mc:Fallback>
                <p:oleObj name="Document" r:id="rId5" imgW="1801495" imgH="1039495" progId="Word.Document.8">
                  <p:embed/>
                  <p:pic>
                    <p:nvPicPr>
                      <p:cNvPr id="0" name="图片 2788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98956" y="4442610"/>
                        <a:ext cx="4087813" cy="23558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3" name="Object 5"/>
          <p:cNvGraphicFramePr>
            <a:graphicFrameLocks noChangeAspect="1"/>
          </p:cNvGraphicFramePr>
          <p:nvPr/>
        </p:nvGraphicFramePr>
        <p:xfrm>
          <a:off x="2531534" y="1350785"/>
          <a:ext cx="5160963" cy="3695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7887" name="Document" r:id="rId7" imgW="2263140" imgH="1623695" progId="Word.Document.8">
                  <p:embed/>
                </p:oleObj>
              </mc:Choice>
              <mc:Fallback>
                <p:oleObj name="Document" r:id="rId7" imgW="2263140" imgH="1623695" progId="Word.Document.8">
                  <p:embed/>
                  <p:pic>
                    <p:nvPicPr>
                      <p:cNvPr id="0" name="图片 2788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531534" y="1350785"/>
                        <a:ext cx="5160963" cy="36957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4" name="对象 65"/>
          <p:cNvGraphicFramePr>
            <a:graphicFrameLocks noChangeAspect="1"/>
          </p:cNvGraphicFramePr>
          <p:nvPr/>
        </p:nvGraphicFramePr>
        <p:xfrm>
          <a:off x="9414373" y="5352769"/>
          <a:ext cx="321248" cy="34071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7888" name="Equation" r:id="rId9" imgW="127000" imgH="139700" progId="Equation.DSMT4">
                  <p:embed/>
                </p:oleObj>
              </mc:Choice>
              <mc:Fallback>
                <p:oleObj name="Equation" r:id="rId9" imgW="127000" imgH="139700" progId="Equation.DSMT4">
                  <p:embed/>
                  <p:pic>
                    <p:nvPicPr>
                      <p:cNvPr id="0" name="图片 2788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414373" y="5352769"/>
                        <a:ext cx="321248" cy="340716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5" name="对象 66"/>
          <p:cNvGraphicFramePr>
            <a:graphicFrameLocks noChangeAspect="1"/>
          </p:cNvGraphicFramePr>
          <p:nvPr/>
        </p:nvGraphicFramePr>
        <p:xfrm>
          <a:off x="10917174" y="5398274"/>
          <a:ext cx="338613" cy="33440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7889" name="Equation" r:id="rId11" imgW="127000" imgH="139700" progId="Equation.DSMT4">
                  <p:embed/>
                </p:oleObj>
              </mc:Choice>
              <mc:Fallback>
                <p:oleObj name="Equation" r:id="rId11" imgW="127000" imgH="139700" progId="Equation.DSMT4">
                  <p:embed/>
                  <p:pic>
                    <p:nvPicPr>
                      <p:cNvPr id="0" name="图片 2788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0917174" y="5398274"/>
                        <a:ext cx="338613" cy="334406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6" name="Line 33"/>
          <p:cNvSpPr>
            <a:spLocks noChangeShapeType="1"/>
          </p:cNvSpPr>
          <p:nvPr/>
        </p:nvSpPr>
        <p:spPr bwMode="auto">
          <a:xfrm>
            <a:off x="8471861" y="5046485"/>
            <a:ext cx="1579" cy="43378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graphicFrame>
        <p:nvGraphicFramePr>
          <p:cNvPr id="17" name="对象 72"/>
          <p:cNvGraphicFramePr>
            <a:graphicFrameLocks noChangeAspect="1"/>
          </p:cNvGraphicFramePr>
          <p:nvPr/>
        </p:nvGraphicFramePr>
        <p:xfrm>
          <a:off x="9387624" y="4365785"/>
          <a:ext cx="311777" cy="32809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7890" name="Equation" r:id="rId13" imgW="139700" imgH="165100" progId="Equation.DSMT4">
                  <p:embed/>
                </p:oleObj>
              </mc:Choice>
              <mc:Fallback>
                <p:oleObj name="Equation" r:id="rId13" imgW="139700" imgH="165100" progId="Equation.DSMT4">
                  <p:embed/>
                  <p:pic>
                    <p:nvPicPr>
                      <p:cNvPr id="0" name="图片 2788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387624" y="4365785"/>
                        <a:ext cx="311777" cy="32809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8" name="Line 38"/>
          <p:cNvSpPr>
            <a:spLocks noChangeShapeType="1"/>
          </p:cNvSpPr>
          <p:nvPr/>
        </p:nvSpPr>
        <p:spPr bwMode="auto">
          <a:xfrm flipV="1">
            <a:off x="9675000" y="4400622"/>
            <a:ext cx="789" cy="1507983"/>
          </a:xfrm>
          <a:prstGeom prst="line">
            <a:avLst/>
          </a:prstGeom>
          <a:noFill/>
          <a:ln w="25400">
            <a:solidFill>
              <a:srgbClr val="000000"/>
            </a:solidFill>
            <a:rou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9" name="Line 39"/>
          <p:cNvSpPr>
            <a:spLocks noChangeShapeType="1"/>
          </p:cNvSpPr>
          <p:nvPr/>
        </p:nvSpPr>
        <p:spPr bwMode="auto">
          <a:xfrm>
            <a:off x="8212968" y="5400609"/>
            <a:ext cx="2915704" cy="0"/>
          </a:xfrm>
          <a:prstGeom prst="line">
            <a:avLst/>
          </a:prstGeom>
          <a:noFill/>
          <a:ln w="25400">
            <a:solidFill>
              <a:srgbClr val="000000"/>
            </a:solidFill>
            <a:rou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cxnSp>
        <p:nvCxnSpPr>
          <p:cNvPr id="20" name="直接连接符 19"/>
          <p:cNvCxnSpPr/>
          <p:nvPr/>
        </p:nvCxnSpPr>
        <p:spPr>
          <a:xfrm flipV="1">
            <a:off x="8194714" y="5394043"/>
            <a:ext cx="720000" cy="4482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21" name="对象 72"/>
          <p:cNvGraphicFramePr>
            <a:graphicFrameLocks noChangeAspect="1"/>
          </p:cNvGraphicFramePr>
          <p:nvPr/>
        </p:nvGraphicFramePr>
        <p:xfrm>
          <a:off x="9961152" y="4442610"/>
          <a:ext cx="858394" cy="31836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7891" name="Equation" r:id="rId15" imgW="14020800" imgH="4876800" progId="Equation.DSMT4">
                  <p:embed/>
                </p:oleObj>
              </mc:Choice>
              <mc:Fallback>
                <p:oleObj name="Equation" r:id="rId15" imgW="14020800" imgH="4876800" progId="Equation.DSMT4">
                  <p:embed/>
                  <p:pic>
                    <p:nvPicPr>
                      <p:cNvPr id="0" name="图片 2789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961152" y="4442610"/>
                        <a:ext cx="858394" cy="318366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cxnSp>
        <p:nvCxnSpPr>
          <p:cNvPr id="24" name="直接连接符 23"/>
          <p:cNvCxnSpPr/>
          <p:nvPr/>
        </p:nvCxnSpPr>
        <p:spPr>
          <a:xfrm flipV="1">
            <a:off x="10335661" y="5395088"/>
            <a:ext cx="720000" cy="4482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25" name="对象 66"/>
          <p:cNvGraphicFramePr>
            <a:graphicFrameLocks noChangeAspect="1"/>
          </p:cNvGraphicFramePr>
          <p:nvPr/>
        </p:nvGraphicFramePr>
        <p:xfrm>
          <a:off x="10244108" y="5395088"/>
          <a:ext cx="250021" cy="4273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7892" name="Equation" r:id="rId17" imgW="3962400" imgH="9448800" progId="Equation.DSMT4">
                  <p:embed/>
                </p:oleObj>
              </mc:Choice>
              <mc:Fallback>
                <p:oleObj name="Equation" r:id="rId17" imgW="3962400" imgH="9448800" progId="Equation.DSMT4">
                  <p:embed/>
                  <p:pic>
                    <p:nvPicPr>
                      <p:cNvPr id="0" name="图片 2789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8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0244108" y="5395088"/>
                        <a:ext cx="250021" cy="4273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6" name="对象 66"/>
          <p:cNvGraphicFramePr>
            <a:graphicFrameLocks noChangeAspect="1"/>
          </p:cNvGraphicFramePr>
          <p:nvPr/>
        </p:nvGraphicFramePr>
        <p:xfrm>
          <a:off x="8430619" y="5407067"/>
          <a:ext cx="338613" cy="33440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7893" name="Equation" r:id="rId19" imgW="3048000" imgH="3352800" progId="Equation.DSMT4">
                  <p:embed/>
                </p:oleObj>
              </mc:Choice>
              <mc:Fallback>
                <p:oleObj name="Equation" r:id="rId19" imgW="3048000" imgH="3352800" progId="Equation.DSMT4">
                  <p:embed/>
                  <p:pic>
                    <p:nvPicPr>
                      <p:cNvPr id="0" name="图片 2789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0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430619" y="5407067"/>
                        <a:ext cx="338613" cy="334406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7" name="对象 26"/>
          <p:cNvGraphicFramePr>
            <a:graphicFrameLocks noChangeAspect="1"/>
          </p:cNvGraphicFramePr>
          <p:nvPr/>
        </p:nvGraphicFramePr>
        <p:xfrm>
          <a:off x="9757264" y="5398274"/>
          <a:ext cx="338613" cy="33440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7894" name="Equation" r:id="rId21" imgW="3048000" imgH="3352800" progId="Equation.DSMT4">
                  <p:embed/>
                </p:oleObj>
              </mc:Choice>
              <mc:Fallback>
                <p:oleObj name="Equation" r:id="rId21" imgW="3048000" imgH="3352800" progId="Equation.DSMT4">
                  <p:embed/>
                  <p:pic>
                    <p:nvPicPr>
                      <p:cNvPr id="0" name="图片 2789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0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757264" y="5398274"/>
                        <a:ext cx="338613" cy="334406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8" name="对象 66"/>
          <p:cNvGraphicFramePr>
            <a:graphicFrameLocks noChangeAspect="1"/>
          </p:cNvGraphicFramePr>
          <p:nvPr/>
        </p:nvGraphicFramePr>
        <p:xfrm>
          <a:off x="10559081" y="5394042"/>
          <a:ext cx="338613" cy="33440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7895" name="Equation" r:id="rId22" imgW="3048000" imgH="3352800" progId="Equation.DSMT4">
                  <p:embed/>
                </p:oleObj>
              </mc:Choice>
              <mc:Fallback>
                <p:oleObj name="Equation" r:id="rId22" imgW="3048000" imgH="3352800" progId="Equation.DSMT4">
                  <p:embed/>
                  <p:pic>
                    <p:nvPicPr>
                      <p:cNvPr id="0" name="图片 2789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0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0559081" y="5394042"/>
                        <a:ext cx="338613" cy="334406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29" name="任意多边形 28"/>
          <p:cNvSpPr/>
          <p:nvPr/>
        </p:nvSpPr>
        <p:spPr>
          <a:xfrm>
            <a:off x="8197974" y="5423358"/>
            <a:ext cx="377182" cy="65207"/>
          </a:xfrm>
          <a:custGeom>
            <a:avLst/>
            <a:gdLst>
              <a:gd name="connsiteX0" fmla="*/ 0 w 1291472"/>
              <a:gd name="connsiteY0" fmla="*/ 9427 h 348802"/>
              <a:gd name="connsiteX1" fmla="*/ 645736 w 1291472"/>
              <a:gd name="connsiteY1" fmla="*/ 348792 h 348802"/>
              <a:gd name="connsiteX2" fmla="*/ 1291472 w 1291472"/>
              <a:gd name="connsiteY2" fmla="*/ 0 h 34880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291472" h="348802">
                <a:moveTo>
                  <a:pt x="0" y="9427"/>
                </a:moveTo>
                <a:cubicBezTo>
                  <a:pt x="215245" y="179895"/>
                  <a:pt x="430491" y="350363"/>
                  <a:pt x="645736" y="348792"/>
                </a:cubicBezTo>
                <a:cubicBezTo>
                  <a:pt x="860981" y="347221"/>
                  <a:pt x="1076226" y="173610"/>
                  <a:pt x="1291472" y="0"/>
                </a:cubicBezTo>
              </a:path>
            </a:pathLst>
          </a:custGeom>
          <a:noFill/>
          <a:ln w="2222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0" name="任意多边形 29"/>
          <p:cNvSpPr/>
          <p:nvPr/>
        </p:nvSpPr>
        <p:spPr>
          <a:xfrm>
            <a:off x="8209708" y="5426026"/>
            <a:ext cx="1694500" cy="242210"/>
          </a:xfrm>
          <a:custGeom>
            <a:avLst/>
            <a:gdLst>
              <a:gd name="connsiteX0" fmla="*/ 0 w 1291472"/>
              <a:gd name="connsiteY0" fmla="*/ 9427 h 348802"/>
              <a:gd name="connsiteX1" fmla="*/ 645736 w 1291472"/>
              <a:gd name="connsiteY1" fmla="*/ 348792 h 348802"/>
              <a:gd name="connsiteX2" fmla="*/ 1291472 w 1291472"/>
              <a:gd name="connsiteY2" fmla="*/ 0 h 34880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291472" h="348802">
                <a:moveTo>
                  <a:pt x="0" y="9427"/>
                </a:moveTo>
                <a:cubicBezTo>
                  <a:pt x="215245" y="179895"/>
                  <a:pt x="430491" y="350363"/>
                  <a:pt x="645736" y="348792"/>
                </a:cubicBezTo>
                <a:cubicBezTo>
                  <a:pt x="860981" y="347221"/>
                  <a:pt x="1076226" y="173610"/>
                  <a:pt x="1291472" y="0"/>
                </a:cubicBezTo>
              </a:path>
            </a:pathLst>
          </a:custGeom>
          <a:noFill/>
          <a:ln w="2222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1" name="任意多边形 30"/>
          <p:cNvSpPr/>
          <p:nvPr/>
        </p:nvSpPr>
        <p:spPr>
          <a:xfrm>
            <a:off x="8196623" y="5416750"/>
            <a:ext cx="2502194" cy="402331"/>
          </a:xfrm>
          <a:custGeom>
            <a:avLst/>
            <a:gdLst>
              <a:gd name="connsiteX0" fmla="*/ 0 w 1291472"/>
              <a:gd name="connsiteY0" fmla="*/ 9427 h 348802"/>
              <a:gd name="connsiteX1" fmla="*/ 645736 w 1291472"/>
              <a:gd name="connsiteY1" fmla="*/ 348792 h 348802"/>
              <a:gd name="connsiteX2" fmla="*/ 1291472 w 1291472"/>
              <a:gd name="connsiteY2" fmla="*/ 0 h 34880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291472" h="348802">
                <a:moveTo>
                  <a:pt x="0" y="9427"/>
                </a:moveTo>
                <a:cubicBezTo>
                  <a:pt x="215245" y="179895"/>
                  <a:pt x="430491" y="350363"/>
                  <a:pt x="645736" y="348792"/>
                </a:cubicBezTo>
                <a:cubicBezTo>
                  <a:pt x="860981" y="347221"/>
                  <a:pt x="1076226" y="173610"/>
                  <a:pt x="1291472" y="0"/>
                </a:cubicBezTo>
              </a:path>
            </a:pathLst>
          </a:custGeom>
          <a:noFill/>
          <a:ln w="2222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2" name="椭圆 31"/>
          <p:cNvSpPr/>
          <p:nvPr/>
        </p:nvSpPr>
        <p:spPr>
          <a:xfrm>
            <a:off x="8550777" y="5371183"/>
            <a:ext cx="45719" cy="45719"/>
          </a:xfrm>
          <a:prstGeom prst="ellipse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3" name="椭圆 32"/>
          <p:cNvSpPr/>
          <p:nvPr/>
        </p:nvSpPr>
        <p:spPr>
          <a:xfrm>
            <a:off x="9884379" y="5379504"/>
            <a:ext cx="45719" cy="45719"/>
          </a:xfrm>
          <a:prstGeom prst="ellipse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4" name="椭圆 33"/>
          <p:cNvSpPr/>
          <p:nvPr/>
        </p:nvSpPr>
        <p:spPr>
          <a:xfrm>
            <a:off x="10672801" y="5375951"/>
            <a:ext cx="45719" cy="45719"/>
          </a:xfrm>
          <a:prstGeom prst="ellipse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aphicFrame>
        <p:nvGraphicFramePr>
          <p:cNvPr id="35" name="对象 66"/>
          <p:cNvGraphicFramePr>
            <a:graphicFrameLocks noChangeAspect="1"/>
          </p:cNvGraphicFramePr>
          <p:nvPr/>
        </p:nvGraphicFramePr>
        <p:xfrm>
          <a:off x="8744726" y="5369183"/>
          <a:ext cx="335767" cy="4270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7896" name="Equation" r:id="rId23" imgW="6705600" imgH="9448800" progId="Equation.DSMT4">
                  <p:embed/>
                </p:oleObj>
              </mc:Choice>
              <mc:Fallback>
                <p:oleObj name="Equation" r:id="rId23" imgW="6705600" imgH="9448800" progId="Equation.DSMT4">
                  <p:embed/>
                  <p:pic>
                    <p:nvPicPr>
                      <p:cNvPr id="0" name="图片 2789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744726" y="5369183"/>
                        <a:ext cx="335767" cy="4270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36" name="任意多边形 35"/>
          <p:cNvSpPr/>
          <p:nvPr/>
        </p:nvSpPr>
        <p:spPr>
          <a:xfrm>
            <a:off x="8905954" y="4988889"/>
            <a:ext cx="1439482" cy="411280"/>
          </a:xfrm>
          <a:custGeom>
            <a:avLst/>
            <a:gdLst>
              <a:gd name="connsiteX0" fmla="*/ 0 w 1439482"/>
              <a:gd name="connsiteY0" fmla="*/ 409283 h 411280"/>
              <a:gd name="connsiteX1" fmla="*/ 770652 w 1439482"/>
              <a:gd name="connsiteY1" fmla="*/ 0 h 411280"/>
              <a:gd name="connsiteX2" fmla="*/ 1439482 w 1439482"/>
              <a:gd name="connsiteY2" fmla="*/ 411280 h 4112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439482" h="411280">
                <a:moveTo>
                  <a:pt x="0" y="409283"/>
                </a:moveTo>
                <a:cubicBezTo>
                  <a:pt x="265369" y="204475"/>
                  <a:pt x="530738" y="-333"/>
                  <a:pt x="770652" y="0"/>
                </a:cubicBezTo>
                <a:cubicBezTo>
                  <a:pt x="1010566" y="333"/>
                  <a:pt x="1225024" y="205806"/>
                  <a:pt x="1439482" y="411280"/>
                </a:cubicBezTo>
              </a:path>
            </a:pathLst>
          </a:custGeom>
          <a:noFill/>
          <a:ln w="25400">
            <a:solidFill>
              <a:srgbClr val="5B9BD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aphicFrame>
        <p:nvGraphicFramePr>
          <p:cNvPr id="38" name="Object 4"/>
          <p:cNvGraphicFramePr>
            <a:graphicFrameLocks noChangeAspect="1"/>
          </p:cNvGraphicFramePr>
          <p:nvPr/>
        </p:nvGraphicFramePr>
        <p:xfrm>
          <a:off x="4249319" y="4365785"/>
          <a:ext cx="4087813" cy="23558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7897" name="Document" r:id="rId25" imgW="1801495" imgH="1039495" progId="Word.Document.8">
                  <p:embed/>
                </p:oleObj>
              </mc:Choice>
              <mc:Fallback>
                <p:oleObj name="Document" r:id="rId25" imgW="1801495" imgH="1039495" progId="Word.Document.8">
                  <p:embed/>
                  <p:pic>
                    <p:nvPicPr>
                      <p:cNvPr id="0" name="图片 2789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249319" y="4365785"/>
                        <a:ext cx="4087813" cy="23558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ransition spd="med">
    <p:zo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07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6307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500"/>
                            </p:stCondLst>
                            <p:childTnLst>
                              <p:par>
                                <p:cTn id="29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1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1000"/>
                            </p:stCondLst>
                            <p:childTnLst>
                              <p:par>
                                <p:cTn id="33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5" fill="hold">
                            <p:stCondLst>
                              <p:cond delay="1000"/>
                            </p:stCondLst>
                            <p:childTnLst>
                              <p:par>
                                <p:cTn id="36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8" fill="hold">
                            <p:stCondLst>
                              <p:cond delay="1000"/>
                            </p:stCondLst>
                            <p:childTnLst>
                              <p:par>
                                <p:cTn id="39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1" fill="hold">
                            <p:stCondLst>
                              <p:cond delay="1000"/>
                            </p:stCondLst>
                            <p:childTnLst>
                              <p:par>
                                <p:cTn id="42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4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5" fill="hold">
                            <p:stCondLst>
                              <p:cond delay="1500"/>
                            </p:stCondLst>
                            <p:childTnLst>
                              <p:par>
                                <p:cTn id="46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8" fill="hold">
                            <p:stCondLst>
                              <p:cond delay="1500"/>
                            </p:stCondLst>
                            <p:childTnLst>
                              <p:par>
                                <p:cTn id="49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1" fill="hold">
                            <p:stCondLst>
                              <p:cond delay="1500"/>
                            </p:stCondLst>
                            <p:childTnLst>
                              <p:par>
                                <p:cTn id="52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4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5" fill="hold">
                            <p:stCondLst>
                              <p:cond delay="2000"/>
                            </p:stCondLst>
                            <p:childTnLst>
                              <p:par>
                                <p:cTn id="56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8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9" fill="hold">
                            <p:stCondLst>
                              <p:cond delay="2500"/>
                            </p:stCondLst>
                            <p:childTnLst>
                              <p:par>
                                <p:cTn id="60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2" fill="hold">
                      <p:stCondLst>
                        <p:cond delay="indefinite"/>
                      </p:stCondLst>
                      <p:childTnLst>
                        <p:par>
                          <p:cTn id="63" fill="hold">
                            <p:stCondLst>
                              <p:cond delay="0"/>
                            </p:stCondLst>
                            <p:childTnLst>
                              <p:par>
                                <p:cTn id="64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6" fill="hold">
                            <p:stCondLst>
                              <p:cond delay="0"/>
                            </p:stCondLst>
                            <p:childTnLst>
                              <p:par>
                                <p:cTn id="67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>
                      <p:stCondLst>
                        <p:cond delay="indefinite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3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4" fill="hold">
                      <p:stCondLst>
                        <p:cond delay="indefinite"/>
                      </p:stCondLst>
                      <p:childTnLst>
                        <p:par>
                          <p:cTn id="75" fill="hold">
                            <p:stCondLst>
                              <p:cond delay="0"/>
                            </p:stCondLst>
                            <p:childTnLst>
                              <p:par>
                                <p:cTn id="76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8" fill="hold">
                            <p:stCondLst>
                              <p:cond delay="0"/>
                            </p:stCondLst>
                            <p:childTnLst>
                              <p:par>
                                <p:cTn id="79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1" fill="hold">
                      <p:stCondLst>
                        <p:cond delay="indefinite"/>
                      </p:stCondLst>
                      <p:childTnLst>
                        <p:par>
                          <p:cTn id="82" fill="hold">
                            <p:stCondLst>
                              <p:cond delay="0"/>
                            </p:stCondLst>
                            <p:childTnLst>
                              <p:par>
                                <p:cTn id="8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5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6" fill="hold">
                      <p:stCondLst>
                        <p:cond delay="indefinite"/>
                      </p:stCondLst>
                      <p:childTnLst>
                        <p:par>
                          <p:cTn id="87" fill="hold">
                            <p:stCondLst>
                              <p:cond delay="0"/>
                            </p:stCondLst>
                            <p:childTnLst>
                              <p:par>
                                <p:cTn id="88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0" fill="hold">
                            <p:stCondLst>
                              <p:cond delay="0"/>
                            </p:stCondLst>
                            <p:childTnLst>
                              <p:par>
                                <p:cTn id="91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>
                      <p:stCondLst>
                        <p:cond delay="indefinite"/>
                      </p:stCondLst>
                      <p:childTnLst>
                        <p:par>
                          <p:cTn id="94" fill="hold">
                            <p:stCondLst>
                              <p:cond delay="0"/>
                            </p:stCondLst>
                            <p:childTnLst>
                              <p:par>
                                <p:cTn id="9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7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8" fill="hold">
                      <p:stCondLst>
                        <p:cond delay="indefinite"/>
                      </p:stCondLst>
                      <p:childTnLst>
                        <p:par>
                          <p:cTn id="99" fill="hold">
                            <p:stCondLst>
                              <p:cond delay="0"/>
                            </p:stCondLst>
                            <p:childTnLst>
                              <p:par>
                                <p:cTn id="10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" grpId="0" animBg="1"/>
      <p:bldP spid="19" grpId="0" animBg="1"/>
      <p:bldP spid="29" grpId="0" animBg="1"/>
      <p:bldP spid="30" grpId="0" animBg="1"/>
      <p:bldP spid="31" grpId="0" animBg="1"/>
      <p:bldP spid="32" grpId="0" animBg="1"/>
      <p:bldP spid="33" grpId="0" animBg="1"/>
      <p:bldP spid="34" grpId="0" animBg="1"/>
      <p:bldP spid="36" grpId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30789" name="Object 5"/>
          <p:cNvGraphicFramePr>
            <a:graphicFrameLocks noChangeAspect="1"/>
          </p:cNvGraphicFramePr>
          <p:nvPr/>
        </p:nvGraphicFramePr>
        <p:xfrm>
          <a:off x="614356" y="660159"/>
          <a:ext cx="8466137" cy="8667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9708" name="Document" r:id="rId1" imgW="3709670" imgH="379095" progId="Word.Document.8">
                  <p:embed/>
                </p:oleObj>
              </mc:Choice>
              <mc:Fallback>
                <p:oleObj name="Document" r:id="rId1" imgW="3709670" imgH="379095" progId="Word.Document.8">
                  <p:embed/>
                  <p:pic>
                    <p:nvPicPr>
                      <p:cNvPr id="0" name="图片 2970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14356" y="660159"/>
                        <a:ext cx="8466137" cy="8667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" name="Object 5"/>
          <p:cNvGraphicFramePr>
            <a:graphicFrameLocks noChangeAspect="1"/>
          </p:cNvGraphicFramePr>
          <p:nvPr/>
        </p:nvGraphicFramePr>
        <p:xfrm>
          <a:off x="6850055" y="1681466"/>
          <a:ext cx="4460875" cy="29368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9709" name="Document" r:id="rId3" imgW="1938655" imgH="1406525" progId="Word.Document.8">
                  <p:embed/>
                </p:oleObj>
              </mc:Choice>
              <mc:Fallback>
                <p:oleObj name="Document" r:id="rId3" imgW="1938655" imgH="1406525" progId="Word.Document.8">
                  <p:embed/>
                  <p:pic>
                    <p:nvPicPr>
                      <p:cNvPr id="0" name="图片 2970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850055" y="1681466"/>
                        <a:ext cx="4460875" cy="29368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3" name="Object 5"/>
          <p:cNvGraphicFramePr>
            <a:graphicFrameLocks noChangeAspect="1"/>
          </p:cNvGraphicFramePr>
          <p:nvPr/>
        </p:nvGraphicFramePr>
        <p:xfrm>
          <a:off x="2531534" y="1350785"/>
          <a:ext cx="5160963" cy="3695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9710" name="Document" r:id="rId5" imgW="2263140" imgH="1623695" progId="Word.Document.8">
                  <p:embed/>
                </p:oleObj>
              </mc:Choice>
              <mc:Fallback>
                <p:oleObj name="Document" r:id="rId5" imgW="2263140" imgH="1623695" progId="Word.Document.8">
                  <p:embed/>
                  <p:pic>
                    <p:nvPicPr>
                      <p:cNvPr id="0" name="图片 2970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531534" y="1350785"/>
                        <a:ext cx="5160963" cy="36957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7" name="Object 4"/>
          <p:cNvGraphicFramePr>
            <a:graphicFrameLocks noChangeAspect="1"/>
          </p:cNvGraphicFramePr>
          <p:nvPr/>
        </p:nvGraphicFramePr>
        <p:xfrm>
          <a:off x="1891542" y="4157116"/>
          <a:ext cx="8545512" cy="15684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9711" name="Document" r:id="rId7" imgW="3704590" imgH="679450" progId="Word.Document.8">
                  <p:embed/>
                </p:oleObj>
              </mc:Choice>
              <mc:Fallback>
                <p:oleObj name="Document" r:id="rId7" imgW="3704590" imgH="679450" progId="Word.Document.8">
                  <p:embed/>
                  <p:pic>
                    <p:nvPicPr>
                      <p:cNvPr id="0" name="图片 2971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891542" y="4157116"/>
                        <a:ext cx="8545512" cy="15684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9" name="Object 4"/>
          <p:cNvGraphicFramePr>
            <a:graphicFrameLocks noChangeAspect="1"/>
          </p:cNvGraphicFramePr>
          <p:nvPr/>
        </p:nvGraphicFramePr>
        <p:xfrm>
          <a:off x="1987364" y="5471976"/>
          <a:ext cx="8545513" cy="12080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9712" name="Document" r:id="rId9" imgW="3704590" imgH="525780" progId="Word.Document.8">
                  <p:embed/>
                </p:oleObj>
              </mc:Choice>
              <mc:Fallback>
                <p:oleObj name="Document" r:id="rId9" imgW="3704590" imgH="525780" progId="Word.Document.8">
                  <p:embed/>
                  <p:pic>
                    <p:nvPicPr>
                      <p:cNvPr id="0" name="图片 2971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987364" y="5471976"/>
                        <a:ext cx="8545513" cy="12080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ransition spd="med">
    <p:zo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30789" name="Object 5"/>
          <p:cNvGraphicFramePr>
            <a:graphicFrameLocks noChangeAspect="1"/>
          </p:cNvGraphicFramePr>
          <p:nvPr/>
        </p:nvGraphicFramePr>
        <p:xfrm>
          <a:off x="647884" y="917272"/>
          <a:ext cx="11131550" cy="13985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367" name="Document" r:id="rId1" imgW="5483225" imgH="694055" progId="Word.Document.8">
                  <p:embed/>
                </p:oleObj>
              </mc:Choice>
              <mc:Fallback>
                <p:oleObj name="Document" r:id="rId1" imgW="5483225" imgH="694055" progId="Word.Document.8">
                  <p:embed/>
                  <p:pic>
                    <p:nvPicPr>
                      <p:cNvPr id="0" name="图片 1136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47884" y="917272"/>
                        <a:ext cx="11131550" cy="13985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" name="Object 13"/>
          <p:cNvGraphicFramePr>
            <a:graphicFrameLocks noChangeAspect="1"/>
          </p:cNvGraphicFramePr>
          <p:nvPr/>
        </p:nvGraphicFramePr>
        <p:xfrm>
          <a:off x="1313840" y="2093120"/>
          <a:ext cx="10502900" cy="18383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368" name="Document" r:id="rId3" imgW="4721860" imgH="828675" progId="Word.Document.8">
                  <p:embed/>
                </p:oleObj>
              </mc:Choice>
              <mc:Fallback>
                <p:oleObj name="Document" r:id="rId3" imgW="4721860" imgH="828675" progId="Word.Document.8">
                  <p:embed/>
                  <p:pic>
                    <p:nvPicPr>
                      <p:cNvPr id="0" name="图片 1136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313840" y="2093120"/>
                        <a:ext cx="10502900" cy="18383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" name="Object 5"/>
          <p:cNvGraphicFramePr>
            <a:graphicFrameLocks noChangeAspect="1"/>
          </p:cNvGraphicFramePr>
          <p:nvPr/>
        </p:nvGraphicFramePr>
        <p:xfrm>
          <a:off x="1349375" y="4233863"/>
          <a:ext cx="5060950" cy="10255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369" name="Document" r:id="rId5" imgW="2281555" imgH="461645" progId="Word.Document.8">
                  <p:embed/>
                </p:oleObj>
              </mc:Choice>
              <mc:Fallback>
                <p:oleObj name="Document" r:id="rId5" imgW="2281555" imgH="461645" progId="Word.Document.8">
                  <p:embed/>
                  <p:pic>
                    <p:nvPicPr>
                      <p:cNvPr id="0" name="图片 1136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349375" y="4233863"/>
                        <a:ext cx="5060950" cy="10255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" name="Object 6"/>
          <p:cNvGraphicFramePr>
            <a:graphicFrameLocks noChangeAspect="1"/>
          </p:cNvGraphicFramePr>
          <p:nvPr/>
        </p:nvGraphicFramePr>
        <p:xfrm>
          <a:off x="1351146" y="5186364"/>
          <a:ext cx="10428288" cy="6286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370" name="Document" r:id="rId7" imgW="4691380" imgH="281305" progId="Word.Document.8">
                  <p:embed/>
                </p:oleObj>
              </mc:Choice>
              <mc:Fallback>
                <p:oleObj name="Document" r:id="rId7" imgW="4691380" imgH="281305" progId="Word.Document.8">
                  <p:embed/>
                  <p:pic>
                    <p:nvPicPr>
                      <p:cNvPr id="0" name="图片 1136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351146" y="5186364"/>
                        <a:ext cx="10428288" cy="6286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" name="Object 13"/>
          <p:cNvGraphicFramePr>
            <a:graphicFrameLocks noChangeAspect="1"/>
          </p:cNvGraphicFramePr>
          <p:nvPr/>
        </p:nvGraphicFramePr>
        <p:xfrm>
          <a:off x="615583" y="3765644"/>
          <a:ext cx="3416300" cy="6334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371" name="Document" r:id="rId9" imgW="1537970" imgH="284480" progId="Word.Document.8">
                  <p:embed/>
                </p:oleObj>
              </mc:Choice>
              <mc:Fallback>
                <p:oleObj name="Document" r:id="rId9" imgW="1537970" imgH="284480" progId="Word.Document.8">
                  <p:embed/>
                  <p:pic>
                    <p:nvPicPr>
                      <p:cNvPr id="0" name="图片 1137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15583" y="3765644"/>
                        <a:ext cx="3416300" cy="6334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ransition spd="med">
    <p:zo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07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6307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30789" name="Object 5"/>
          <p:cNvGraphicFramePr>
            <a:graphicFrameLocks noChangeAspect="1"/>
          </p:cNvGraphicFramePr>
          <p:nvPr/>
        </p:nvGraphicFramePr>
        <p:xfrm>
          <a:off x="1531957" y="537048"/>
          <a:ext cx="8231225" cy="104628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592" name="Document" r:id="rId1" imgW="4876800" imgH="622300" progId="Word.Document.8">
                  <p:embed/>
                </p:oleObj>
              </mc:Choice>
              <mc:Fallback>
                <p:oleObj name="Document" r:id="rId1" imgW="4876800" imgH="622300" progId="Word.Document.8">
                  <p:embed/>
                  <p:pic>
                    <p:nvPicPr>
                      <p:cNvPr id="0" name="图片 1259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531957" y="537048"/>
                        <a:ext cx="8231225" cy="1046286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" name="Object 3"/>
          <p:cNvGraphicFramePr>
            <a:graphicFrameLocks noChangeAspect="1"/>
          </p:cNvGraphicFramePr>
          <p:nvPr/>
        </p:nvGraphicFramePr>
        <p:xfrm>
          <a:off x="1531957" y="1057398"/>
          <a:ext cx="8048625" cy="9572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593" name="Document" r:id="rId3" imgW="4876800" imgH="584200" progId="Word.Document.8">
                  <p:embed/>
                </p:oleObj>
              </mc:Choice>
              <mc:Fallback>
                <p:oleObj name="Document" r:id="rId3" imgW="4876800" imgH="584200" progId="Word.Document.8">
                  <p:embed/>
                  <p:pic>
                    <p:nvPicPr>
                      <p:cNvPr id="0" name="图片 1259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531957" y="1057398"/>
                        <a:ext cx="8048625" cy="9572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" name="Object 4"/>
          <p:cNvGraphicFramePr>
            <a:graphicFrameLocks noChangeAspect="1"/>
          </p:cNvGraphicFramePr>
          <p:nvPr/>
        </p:nvGraphicFramePr>
        <p:xfrm>
          <a:off x="879475" y="4102100"/>
          <a:ext cx="4000500" cy="9842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594" name="Document" r:id="rId5" imgW="1645285" imgH="407035" progId="Word.Document.8">
                  <p:embed/>
                </p:oleObj>
              </mc:Choice>
              <mc:Fallback>
                <p:oleObj name="Document" r:id="rId5" imgW="1645285" imgH="407035" progId="Word.Document.8">
                  <p:embed/>
                  <p:pic>
                    <p:nvPicPr>
                      <p:cNvPr id="0" name="图片 1259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79475" y="4102100"/>
                        <a:ext cx="4000500" cy="9842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" name="Object 5"/>
          <p:cNvGraphicFramePr>
            <a:graphicFrameLocks noChangeAspect="1"/>
          </p:cNvGraphicFramePr>
          <p:nvPr/>
        </p:nvGraphicFramePr>
        <p:xfrm>
          <a:off x="881082" y="1558808"/>
          <a:ext cx="8699500" cy="2971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595" name="Document" r:id="rId7" imgW="3663950" imgH="1250950" progId="Word.Document.8">
                  <p:embed/>
                </p:oleObj>
              </mc:Choice>
              <mc:Fallback>
                <p:oleObj name="Document" r:id="rId7" imgW="3663950" imgH="1250950" progId="Word.Document.8">
                  <p:embed/>
                  <p:pic>
                    <p:nvPicPr>
                      <p:cNvPr id="0" name="图片 1259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81082" y="1558808"/>
                        <a:ext cx="8699500" cy="29718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" name="Object 8"/>
          <p:cNvGraphicFramePr>
            <a:graphicFrameLocks noChangeAspect="1"/>
          </p:cNvGraphicFramePr>
          <p:nvPr/>
        </p:nvGraphicFramePr>
        <p:xfrm>
          <a:off x="3216727" y="4397895"/>
          <a:ext cx="4511291" cy="204129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596" name="Document" r:id="rId9" imgW="1766570" imgH="888365" progId="Word.Document.8">
                  <p:embed/>
                </p:oleObj>
              </mc:Choice>
              <mc:Fallback>
                <p:oleObj name="Document" r:id="rId9" imgW="1766570" imgH="888365" progId="Word.Document.8">
                  <p:embed/>
                  <p:pic>
                    <p:nvPicPr>
                      <p:cNvPr id="0" name="图片 1259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216727" y="4397895"/>
                        <a:ext cx="4511291" cy="204129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6" name="Group 77"/>
          <p:cNvGrpSpPr>
            <a:grpSpLocks noChangeAspect="1"/>
          </p:cNvGrpSpPr>
          <p:nvPr/>
        </p:nvGrpSpPr>
        <p:grpSpPr bwMode="auto">
          <a:xfrm>
            <a:off x="8041458" y="2121178"/>
            <a:ext cx="3283178" cy="1961745"/>
            <a:chOff x="2375" y="1548"/>
            <a:chExt cx="2615" cy="1562"/>
          </a:xfrm>
        </p:grpSpPr>
        <p:sp>
          <p:nvSpPr>
            <p:cNvPr id="7" name="AutoShape 78"/>
            <p:cNvSpPr>
              <a:spLocks noChangeAspect="1" noChangeArrowheads="1"/>
            </p:cNvSpPr>
            <p:nvPr/>
          </p:nvSpPr>
          <p:spPr bwMode="auto">
            <a:xfrm>
              <a:off x="2375" y="1548"/>
              <a:ext cx="2615" cy="156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8" name="Line 79"/>
            <p:cNvSpPr>
              <a:spLocks noChangeShapeType="1"/>
            </p:cNvSpPr>
            <p:nvPr/>
          </p:nvSpPr>
          <p:spPr bwMode="auto">
            <a:xfrm>
              <a:off x="3042" y="2692"/>
              <a:ext cx="1840" cy="1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9" name="Line 80"/>
            <p:cNvSpPr>
              <a:spLocks noChangeShapeType="1"/>
            </p:cNvSpPr>
            <p:nvPr/>
          </p:nvSpPr>
          <p:spPr bwMode="auto">
            <a:xfrm flipV="1">
              <a:off x="3317" y="1592"/>
              <a:ext cx="1" cy="1430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graphicFrame>
          <p:nvGraphicFramePr>
            <p:cNvPr id="10" name="对象 9"/>
            <p:cNvGraphicFramePr>
              <a:graphicFrameLocks noChangeAspect="1"/>
            </p:cNvGraphicFramePr>
            <p:nvPr/>
          </p:nvGraphicFramePr>
          <p:xfrm>
            <a:off x="4675" y="2736"/>
            <a:ext cx="315" cy="31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2597" name="Equation" r:id="rId11" imgW="127000" imgH="139700" progId="Equation.DSMT4">
                    <p:embed/>
                  </p:oleObj>
                </mc:Choice>
                <mc:Fallback>
                  <p:oleObj name="Equation" r:id="rId11" imgW="127000" imgH="139700" progId="Equation.DSMT4">
                    <p:embed/>
                    <p:pic>
                      <p:nvPicPr>
                        <p:cNvPr id="0" name="Object 81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2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675" y="2736"/>
                          <a:ext cx="315" cy="312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1" name="Line 82"/>
            <p:cNvSpPr>
              <a:spLocks noChangeShapeType="1"/>
            </p:cNvSpPr>
            <p:nvPr/>
          </p:nvSpPr>
          <p:spPr bwMode="auto">
            <a:xfrm>
              <a:off x="3317" y="2648"/>
              <a:ext cx="1" cy="44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graphicFrame>
          <p:nvGraphicFramePr>
            <p:cNvPr id="12" name="对象 11"/>
            <p:cNvGraphicFramePr>
              <a:graphicFrameLocks noChangeAspect="1"/>
            </p:cNvGraphicFramePr>
            <p:nvPr/>
          </p:nvGraphicFramePr>
          <p:xfrm>
            <a:off x="3679" y="1719"/>
            <a:ext cx="857" cy="29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2598" name="Equation" r:id="rId13" imgW="584200" imgH="203200" progId="Equation.DSMT4">
                    <p:embed/>
                  </p:oleObj>
                </mc:Choice>
                <mc:Fallback>
                  <p:oleObj name="Equation" r:id="rId13" imgW="584200" imgH="203200" progId="Equation.DSMT4">
                    <p:embed/>
                    <p:pic>
                      <p:nvPicPr>
                        <p:cNvPr id="0" name="Object 83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679" y="1719"/>
                          <a:ext cx="857" cy="29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3" name="对象 12"/>
            <p:cNvGraphicFramePr>
              <a:graphicFrameLocks noChangeAspect="1"/>
            </p:cNvGraphicFramePr>
            <p:nvPr/>
          </p:nvGraphicFramePr>
          <p:xfrm>
            <a:off x="3525" y="2742"/>
            <a:ext cx="272" cy="27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2599" name="Equation" r:id="rId15" imgW="127000" imgH="139700" progId="Equation.DSMT4">
                    <p:embed/>
                  </p:oleObj>
                </mc:Choice>
                <mc:Fallback>
                  <p:oleObj name="Equation" r:id="rId15" imgW="127000" imgH="139700" progId="Equation.DSMT4">
                    <p:embed/>
                    <p:pic>
                      <p:nvPicPr>
                        <p:cNvPr id="0" name="Object 84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525" y="2742"/>
                          <a:ext cx="272" cy="272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4" name="对象 13"/>
            <p:cNvGraphicFramePr>
              <a:graphicFrameLocks noChangeAspect="1"/>
            </p:cNvGraphicFramePr>
            <p:nvPr/>
          </p:nvGraphicFramePr>
          <p:xfrm>
            <a:off x="4284" y="2692"/>
            <a:ext cx="244" cy="33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2600" name="Equation" r:id="rId17" imgW="127000" imgH="177165" progId="Equation.DSMT4">
                    <p:embed/>
                  </p:oleObj>
                </mc:Choice>
                <mc:Fallback>
                  <p:oleObj name="Equation" r:id="rId17" imgW="127000" imgH="177165" progId="Equation.DSMT4">
                    <p:embed/>
                    <p:pic>
                      <p:nvPicPr>
                        <p:cNvPr id="0" name="Object 85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8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284" y="2692"/>
                          <a:ext cx="244" cy="33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5" name="Line 86"/>
            <p:cNvSpPr>
              <a:spLocks noChangeShapeType="1"/>
            </p:cNvSpPr>
            <p:nvPr/>
          </p:nvSpPr>
          <p:spPr bwMode="auto">
            <a:xfrm>
              <a:off x="3318" y="2252"/>
              <a:ext cx="46" cy="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graphicFrame>
          <p:nvGraphicFramePr>
            <p:cNvPr id="16" name="对象 15"/>
            <p:cNvGraphicFramePr>
              <a:graphicFrameLocks noChangeAspect="1"/>
            </p:cNvGraphicFramePr>
            <p:nvPr/>
          </p:nvGraphicFramePr>
          <p:xfrm>
            <a:off x="2819" y="2012"/>
            <a:ext cx="426" cy="50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2601" name="Equation" r:id="rId19" imgW="355600" imgH="393065" progId="Equation.DSMT4">
                    <p:embed/>
                  </p:oleObj>
                </mc:Choice>
                <mc:Fallback>
                  <p:oleObj name="Equation" r:id="rId19" imgW="355600" imgH="393065" progId="Equation.DSMT4">
                    <p:embed/>
                    <p:pic>
                      <p:nvPicPr>
                        <p:cNvPr id="0" name="Object 87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0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819" y="2012"/>
                          <a:ext cx="426" cy="504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7" name="Line 88"/>
            <p:cNvSpPr>
              <a:spLocks noChangeShapeType="1"/>
            </p:cNvSpPr>
            <p:nvPr/>
          </p:nvSpPr>
          <p:spPr bwMode="auto">
            <a:xfrm>
              <a:off x="3642" y="2252"/>
              <a:ext cx="782" cy="1"/>
            </a:xfrm>
            <a:prstGeom prst="line">
              <a:avLst/>
            </a:prstGeom>
            <a:noFill/>
            <a:ln w="25400">
              <a:solidFill>
                <a:srgbClr val="0000FF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8" name="Line 89"/>
            <p:cNvSpPr>
              <a:spLocks noChangeShapeType="1"/>
            </p:cNvSpPr>
            <p:nvPr/>
          </p:nvSpPr>
          <p:spPr bwMode="auto">
            <a:xfrm>
              <a:off x="3640" y="2252"/>
              <a:ext cx="1" cy="44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prstDash val="sysDot"/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9" name="Line 90"/>
            <p:cNvSpPr>
              <a:spLocks noChangeShapeType="1"/>
            </p:cNvSpPr>
            <p:nvPr/>
          </p:nvSpPr>
          <p:spPr bwMode="auto">
            <a:xfrm>
              <a:off x="4422" y="2252"/>
              <a:ext cx="1" cy="44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prstDash val="sysDot"/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20" name="Oval 91"/>
            <p:cNvSpPr>
              <a:spLocks noChangeArrowheads="1"/>
            </p:cNvSpPr>
            <p:nvPr/>
          </p:nvSpPr>
          <p:spPr bwMode="auto">
            <a:xfrm>
              <a:off x="3617" y="2670"/>
              <a:ext cx="46" cy="46"/>
            </a:xfrm>
            <a:prstGeom prst="ellipse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21" name="Oval 92"/>
            <p:cNvSpPr>
              <a:spLocks noChangeArrowheads="1"/>
            </p:cNvSpPr>
            <p:nvPr/>
          </p:nvSpPr>
          <p:spPr bwMode="auto">
            <a:xfrm>
              <a:off x="4399" y="2670"/>
              <a:ext cx="46" cy="46"/>
            </a:xfrm>
            <a:prstGeom prst="ellipse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22" name="Line 93"/>
            <p:cNvSpPr>
              <a:spLocks noChangeShapeType="1"/>
            </p:cNvSpPr>
            <p:nvPr/>
          </p:nvSpPr>
          <p:spPr bwMode="auto">
            <a:xfrm flipH="1">
              <a:off x="3042" y="2692"/>
              <a:ext cx="575" cy="0"/>
            </a:xfrm>
            <a:prstGeom prst="line">
              <a:avLst/>
            </a:prstGeom>
            <a:noFill/>
            <a:ln w="25400">
              <a:solidFill>
                <a:srgbClr val="0000FF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23" name="Line 94"/>
            <p:cNvSpPr>
              <a:spLocks noChangeShapeType="1"/>
            </p:cNvSpPr>
            <p:nvPr/>
          </p:nvSpPr>
          <p:spPr bwMode="auto">
            <a:xfrm>
              <a:off x="4445" y="2692"/>
              <a:ext cx="322" cy="1"/>
            </a:xfrm>
            <a:prstGeom prst="line">
              <a:avLst/>
            </a:prstGeom>
            <a:noFill/>
            <a:ln w="25400">
              <a:solidFill>
                <a:srgbClr val="0000FF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graphicFrame>
          <p:nvGraphicFramePr>
            <p:cNvPr id="24" name="对象 23"/>
            <p:cNvGraphicFramePr>
              <a:graphicFrameLocks noChangeAspect="1"/>
            </p:cNvGraphicFramePr>
            <p:nvPr/>
          </p:nvGraphicFramePr>
          <p:xfrm>
            <a:off x="3087" y="2731"/>
            <a:ext cx="230" cy="241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2602" name="Equation" r:id="rId21" imgW="152400" imgH="177800" progId="Equation.DSMT4">
                    <p:embed/>
                  </p:oleObj>
                </mc:Choice>
                <mc:Fallback>
                  <p:oleObj name="Equation" r:id="rId21" imgW="152400" imgH="177800" progId="Equation.DSMT4">
                    <p:embed/>
                    <p:pic>
                      <p:nvPicPr>
                        <p:cNvPr id="0" name="Object 95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2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087" y="2731"/>
                          <a:ext cx="230" cy="241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25" name="对象 24"/>
            <p:cNvGraphicFramePr>
              <a:graphicFrameLocks noChangeAspect="1"/>
            </p:cNvGraphicFramePr>
            <p:nvPr/>
          </p:nvGraphicFramePr>
          <p:xfrm>
            <a:off x="3016" y="1665"/>
            <a:ext cx="301" cy="32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2603" name="Equation" r:id="rId23" imgW="139700" imgH="165100" progId="Equation.DSMT4">
                    <p:embed/>
                  </p:oleObj>
                </mc:Choice>
                <mc:Fallback>
                  <p:oleObj name="Equation" r:id="rId23" imgW="139700" imgH="165100" progId="Equation.DSMT4">
                    <p:embed/>
                    <p:pic>
                      <p:nvPicPr>
                        <p:cNvPr id="0" name="Object 96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016" y="1665"/>
                          <a:ext cx="301" cy="32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26" name="Group 97"/>
          <p:cNvGrpSpPr>
            <a:grpSpLocks noChangeAspect="1"/>
          </p:cNvGrpSpPr>
          <p:nvPr/>
        </p:nvGrpSpPr>
        <p:grpSpPr bwMode="auto">
          <a:xfrm>
            <a:off x="8457620" y="4322411"/>
            <a:ext cx="2823589" cy="2192263"/>
            <a:chOff x="2789" y="1548"/>
            <a:chExt cx="2438" cy="1892"/>
          </a:xfrm>
        </p:grpSpPr>
        <p:sp>
          <p:nvSpPr>
            <p:cNvPr id="27" name="AutoShape 98"/>
            <p:cNvSpPr>
              <a:spLocks noChangeAspect="1" noChangeArrowheads="1"/>
            </p:cNvSpPr>
            <p:nvPr/>
          </p:nvSpPr>
          <p:spPr bwMode="auto">
            <a:xfrm>
              <a:off x="2789" y="1548"/>
              <a:ext cx="2438" cy="18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28" name="Line 99"/>
            <p:cNvSpPr>
              <a:spLocks noChangeShapeType="1"/>
            </p:cNvSpPr>
            <p:nvPr/>
          </p:nvSpPr>
          <p:spPr bwMode="auto">
            <a:xfrm>
              <a:off x="2858" y="2692"/>
              <a:ext cx="2254" cy="1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29" name="Line 100"/>
            <p:cNvSpPr>
              <a:spLocks noChangeShapeType="1"/>
            </p:cNvSpPr>
            <p:nvPr/>
          </p:nvSpPr>
          <p:spPr bwMode="auto">
            <a:xfrm flipV="1">
              <a:off x="3317" y="1592"/>
              <a:ext cx="1" cy="1430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graphicFrame>
          <p:nvGraphicFramePr>
            <p:cNvPr id="30" name="对象 29"/>
            <p:cNvGraphicFramePr>
              <a:graphicFrameLocks noChangeAspect="1"/>
            </p:cNvGraphicFramePr>
            <p:nvPr/>
          </p:nvGraphicFramePr>
          <p:xfrm>
            <a:off x="4836" y="2736"/>
            <a:ext cx="315" cy="31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2604" name="Equation" r:id="rId25" imgW="127000" imgH="139700" progId="Equation.DSMT4">
                    <p:embed/>
                  </p:oleObj>
                </mc:Choice>
                <mc:Fallback>
                  <p:oleObj name="Equation" r:id="rId25" imgW="127000" imgH="139700" progId="Equation.DSMT4">
                    <p:embed/>
                    <p:pic>
                      <p:nvPicPr>
                        <p:cNvPr id="0" name="Object 101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836" y="2736"/>
                          <a:ext cx="315" cy="312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31" name="Line 102"/>
            <p:cNvSpPr>
              <a:spLocks noChangeShapeType="1"/>
            </p:cNvSpPr>
            <p:nvPr/>
          </p:nvSpPr>
          <p:spPr bwMode="auto">
            <a:xfrm>
              <a:off x="3317" y="2648"/>
              <a:ext cx="1" cy="44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graphicFrame>
          <p:nvGraphicFramePr>
            <p:cNvPr id="32" name="对象 31"/>
            <p:cNvGraphicFramePr>
              <a:graphicFrameLocks noChangeAspect="1"/>
            </p:cNvGraphicFramePr>
            <p:nvPr/>
          </p:nvGraphicFramePr>
          <p:xfrm>
            <a:off x="3978" y="1680"/>
            <a:ext cx="905" cy="29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2605" name="Equation" r:id="rId27" imgW="584200" imgH="203200" progId="Equation.DSMT4">
                    <p:embed/>
                  </p:oleObj>
                </mc:Choice>
                <mc:Fallback>
                  <p:oleObj name="Equation" r:id="rId27" imgW="584200" imgH="203200" progId="Equation.DSMT4">
                    <p:embed/>
                    <p:pic>
                      <p:nvPicPr>
                        <p:cNvPr id="0" name="Object 103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8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978" y="1680"/>
                          <a:ext cx="905" cy="298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33" name="对象 32"/>
            <p:cNvGraphicFramePr>
              <a:graphicFrameLocks noChangeAspect="1"/>
            </p:cNvGraphicFramePr>
            <p:nvPr/>
          </p:nvGraphicFramePr>
          <p:xfrm>
            <a:off x="3456" y="2732"/>
            <a:ext cx="315" cy="31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2606" name="Equation" r:id="rId29" imgW="127000" imgH="139700" progId="Equation.DSMT4">
                    <p:embed/>
                  </p:oleObj>
                </mc:Choice>
                <mc:Fallback>
                  <p:oleObj name="Equation" r:id="rId29" imgW="127000" imgH="139700" progId="Equation.DSMT4">
                    <p:embed/>
                    <p:pic>
                      <p:nvPicPr>
                        <p:cNvPr id="0" name="Object 104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30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456" y="2732"/>
                          <a:ext cx="315" cy="312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34" name="对象 33"/>
            <p:cNvGraphicFramePr>
              <a:graphicFrameLocks noChangeAspect="1"/>
            </p:cNvGraphicFramePr>
            <p:nvPr/>
          </p:nvGraphicFramePr>
          <p:xfrm>
            <a:off x="4284" y="2692"/>
            <a:ext cx="315" cy="39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2607" name="Equation" r:id="rId31" imgW="127000" imgH="177165" progId="Equation.DSMT4">
                    <p:embed/>
                  </p:oleObj>
                </mc:Choice>
                <mc:Fallback>
                  <p:oleObj name="Equation" r:id="rId31" imgW="127000" imgH="177165" progId="Equation.DSMT4">
                    <p:embed/>
                    <p:pic>
                      <p:nvPicPr>
                        <p:cNvPr id="0" name="Object 105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32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284" y="2692"/>
                          <a:ext cx="315" cy="396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35" name="Line 106"/>
            <p:cNvSpPr>
              <a:spLocks noChangeShapeType="1"/>
            </p:cNvSpPr>
            <p:nvPr/>
          </p:nvSpPr>
          <p:spPr bwMode="auto">
            <a:xfrm>
              <a:off x="4398" y="2670"/>
              <a:ext cx="1" cy="22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36" name="Line 107"/>
            <p:cNvSpPr>
              <a:spLocks noChangeShapeType="1"/>
            </p:cNvSpPr>
            <p:nvPr/>
          </p:nvSpPr>
          <p:spPr bwMode="auto">
            <a:xfrm>
              <a:off x="2858" y="2692"/>
              <a:ext cx="759" cy="1"/>
            </a:xfrm>
            <a:prstGeom prst="line">
              <a:avLst/>
            </a:prstGeom>
            <a:noFill/>
            <a:ln w="25400">
              <a:solidFill>
                <a:srgbClr val="0000FF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37" name="Line 108"/>
            <p:cNvSpPr>
              <a:spLocks noChangeShapeType="1"/>
            </p:cNvSpPr>
            <p:nvPr/>
          </p:nvSpPr>
          <p:spPr bwMode="auto">
            <a:xfrm flipV="1">
              <a:off x="3617" y="2142"/>
              <a:ext cx="781" cy="550"/>
            </a:xfrm>
            <a:prstGeom prst="line">
              <a:avLst/>
            </a:prstGeom>
            <a:noFill/>
            <a:ln w="25400">
              <a:solidFill>
                <a:srgbClr val="0000FF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38" name="Line 109"/>
            <p:cNvSpPr>
              <a:spLocks noChangeShapeType="1"/>
            </p:cNvSpPr>
            <p:nvPr/>
          </p:nvSpPr>
          <p:spPr bwMode="auto">
            <a:xfrm>
              <a:off x="4399" y="2142"/>
              <a:ext cx="575" cy="1"/>
            </a:xfrm>
            <a:prstGeom prst="line">
              <a:avLst/>
            </a:prstGeom>
            <a:noFill/>
            <a:ln w="25400">
              <a:solidFill>
                <a:srgbClr val="0000FF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39" name="Line 110"/>
            <p:cNvSpPr>
              <a:spLocks noChangeShapeType="1"/>
            </p:cNvSpPr>
            <p:nvPr/>
          </p:nvSpPr>
          <p:spPr bwMode="auto">
            <a:xfrm>
              <a:off x="3318" y="2142"/>
              <a:ext cx="1035" cy="1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prstDash val="sysDot"/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graphicFrame>
          <p:nvGraphicFramePr>
            <p:cNvPr id="40" name="对象 39"/>
            <p:cNvGraphicFramePr>
              <a:graphicFrameLocks noChangeAspect="1"/>
            </p:cNvGraphicFramePr>
            <p:nvPr/>
          </p:nvGraphicFramePr>
          <p:xfrm>
            <a:off x="3111" y="1944"/>
            <a:ext cx="219" cy="369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2608" name="Equation" r:id="rId33" imgW="88900" imgH="164465" progId="Equation.DSMT4">
                    <p:embed/>
                  </p:oleObj>
                </mc:Choice>
                <mc:Fallback>
                  <p:oleObj name="Equation" r:id="rId33" imgW="88900" imgH="164465" progId="Equation.DSMT4">
                    <p:embed/>
                    <p:pic>
                      <p:nvPicPr>
                        <p:cNvPr id="0" name="Object 111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3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111" y="1944"/>
                          <a:ext cx="219" cy="369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41" name="对象 40"/>
            <p:cNvGraphicFramePr>
              <a:graphicFrameLocks noChangeAspect="1"/>
            </p:cNvGraphicFramePr>
            <p:nvPr/>
          </p:nvGraphicFramePr>
          <p:xfrm>
            <a:off x="2973" y="2714"/>
            <a:ext cx="318" cy="333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2609" name="Equation" r:id="rId35" imgW="152400" imgH="177800" progId="Equation.DSMT4">
                    <p:embed/>
                  </p:oleObj>
                </mc:Choice>
                <mc:Fallback>
                  <p:oleObj name="Equation" r:id="rId35" imgW="152400" imgH="177800" progId="Equation.DSMT4">
                    <p:embed/>
                    <p:pic>
                      <p:nvPicPr>
                        <p:cNvPr id="0" name="Object 112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3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973" y="2714"/>
                          <a:ext cx="318" cy="333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42" name="对象 41"/>
            <p:cNvGraphicFramePr>
              <a:graphicFrameLocks noChangeAspect="1"/>
            </p:cNvGraphicFramePr>
            <p:nvPr/>
          </p:nvGraphicFramePr>
          <p:xfrm>
            <a:off x="2950" y="1548"/>
            <a:ext cx="347" cy="369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2610" name="Equation" r:id="rId37" imgW="139700" imgH="165100" progId="Equation.DSMT4">
                    <p:embed/>
                  </p:oleObj>
                </mc:Choice>
                <mc:Fallback>
                  <p:oleObj name="Equation" r:id="rId37" imgW="139700" imgH="165100" progId="Equation.DSMT4">
                    <p:embed/>
                    <p:pic>
                      <p:nvPicPr>
                        <p:cNvPr id="0" name="Object 113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38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950" y="1548"/>
                          <a:ext cx="347" cy="369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</p:spTree>
  </p:cSld>
  <p:clrMapOvr>
    <a:masterClrMapping/>
  </p:clrMapOvr>
  <p:transition spd="med">
    <p:zo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07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6307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" fill="hold">
                            <p:stCondLst>
                              <p:cond delay="500"/>
                            </p:stCondLst>
                            <p:childTnLst>
                              <p:par>
                                <p:cTn id="28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0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ct 5"/>
          <p:cNvGraphicFramePr>
            <a:graphicFrameLocks noChangeAspect="1"/>
          </p:cNvGraphicFramePr>
          <p:nvPr/>
        </p:nvGraphicFramePr>
        <p:xfrm>
          <a:off x="669779" y="922143"/>
          <a:ext cx="10557507" cy="10193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425" name="Document" r:id="rId1" imgW="4874895" imgH="471170" progId="Word.Document.8">
                  <p:embed/>
                </p:oleObj>
              </mc:Choice>
              <mc:Fallback>
                <p:oleObj name="Document" r:id="rId1" imgW="4874895" imgH="471170" progId="Word.Document.8">
                  <p:embed/>
                  <p:pic>
                    <p:nvPicPr>
                      <p:cNvPr id="0" name="图片 1342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69779" y="922143"/>
                        <a:ext cx="10557507" cy="10193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" name="Object 4"/>
          <p:cNvGraphicFramePr>
            <a:graphicFrameLocks noChangeAspect="1"/>
          </p:cNvGraphicFramePr>
          <p:nvPr/>
        </p:nvGraphicFramePr>
        <p:xfrm>
          <a:off x="668925" y="1568987"/>
          <a:ext cx="8805761" cy="11459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426" name="Document" r:id="rId3" imgW="3691255" imgH="483235" progId="Word.Document.8">
                  <p:embed/>
                </p:oleObj>
              </mc:Choice>
              <mc:Fallback>
                <p:oleObj name="Document" r:id="rId3" imgW="3691255" imgH="483235" progId="Word.Document.8">
                  <p:embed/>
                  <p:pic>
                    <p:nvPicPr>
                      <p:cNvPr id="0" name="图片 1342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68925" y="1568987"/>
                        <a:ext cx="8805761" cy="11459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" name="Object 4"/>
          <p:cNvGraphicFramePr>
            <a:graphicFrameLocks noChangeAspect="1"/>
          </p:cNvGraphicFramePr>
          <p:nvPr/>
        </p:nvGraphicFramePr>
        <p:xfrm>
          <a:off x="1099427" y="2314378"/>
          <a:ext cx="3830154" cy="97984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427" name="Document" r:id="rId5" imgW="1560830" imgH="399415" progId="Word.Document.8">
                  <p:embed/>
                </p:oleObj>
              </mc:Choice>
              <mc:Fallback>
                <p:oleObj name="Document" r:id="rId5" imgW="1560830" imgH="399415" progId="Word.Document.8">
                  <p:embed/>
                  <p:pic>
                    <p:nvPicPr>
                      <p:cNvPr id="0" name="图片 1342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099427" y="2314378"/>
                        <a:ext cx="3830154" cy="97984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" name="Object 4"/>
          <p:cNvGraphicFramePr>
            <a:graphicFrameLocks noChangeAspect="1"/>
          </p:cNvGraphicFramePr>
          <p:nvPr/>
        </p:nvGraphicFramePr>
        <p:xfrm>
          <a:off x="4433902" y="2314378"/>
          <a:ext cx="4619443" cy="127747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428" name="Document" r:id="rId7" imgW="2010410" imgH="554990" progId="Word.Document.8">
                  <p:embed/>
                </p:oleObj>
              </mc:Choice>
              <mc:Fallback>
                <p:oleObj name="Document" r:id="rId7" imgW="2010410" imgH="554990" progId="Word.Document.8">
                  <p:embed/>
                  <p:pic>
                    <p:nvPicPr>
                      <p:cNvPr id="0" name="图片 1342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433902" y="2314378"/>
                        <a:ext cx="4619443" cy="1277476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ransition spd="med">
    <p:zo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30789" name="Object 5"/>
          <p:cNvGraphicFramePr>
            <a:graphicFrameLocks noChangeAspect="1"/>
          </p:cNvGraphicFramePr>
          <p:nvPr/>
        </p:nvGraphicFramePr>
        <p:xfrm>
          <a:off x="795338" y="3978275"/>
          <a:ext cx="3925887" cy="8397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4532" name="Document" r:id="rId1" imgW="1535430" imgH="327025" progId="Word.Document.8">
                  <p:embed/>
                </p:oleObj>
              </mc:Choice>
              <mc:Fallback>
                <p:oleObj name="Document" r:id="rId1" imgW="1535430" imgH="327025" progId="Word.Document.8">
                  <p:embed/>
                  <p:pic>
                    <p:nvPicPr>
                      <p:cNvPr id="0" name="图片 1453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95338" y="3978275"/>
                        <a:ext cx="3925887" cy="8397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" name="Object 4"/>
          <p:cNvGraphicFramePr>
            <a:graphicFrameLocks noChangeAspect="1"/>
          </p:cNvGraphicFramePr>
          <p:nvPr/>
        </p:nvGraphicFramePr>
        <p:xfrm>
          <a:off x="1524000" y="941388"/>
          <a:ext cx="8518525" cy="6762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4533" name="Document" r:id="rId3" imgW="4927600" imgH="393700" progId="Word.Document.8">
                  <p:embed/>
                </p:oleObj>
              </mc:Choice>
              <mc:Fallback>
                <p:oleObj name="Document" r:id="rId3" imgW="4927600" imgH="393700" progId="Word.Document.8">
                  <p:embed/>
                  <p:pic>
                    <p:nvPicPr>
                      <p:cNvPr id="0" name="图片 1453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524000" y="941388"/>
                        <a:ext cx="8518525" cy="6762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" name="Object 5"/>
          <p:cNvGraphicFramePr>
            <a:graphicFrameLocks noChangeAspect="1"/>
          </p:cNvGraphicFramePr>
          <p:nvPr/>
        </p:nvGraphicFramePr>
        <p:xfrm>
          <a:off x="795826" y="1481932"/>
          <a:ext cx="8286750" cy="26939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4534" name="Document" r:id="rId5" imgW="3440430" imgH="1122045" progId="Word.Document.8">
                  <p:embed/>
                </p:oleObj>
              </mc:Choice>
              <mc:Fallback>
                <p:oleObj name="Document" r:id="rId5" imgW="3440430" imgH="1122045" progId="Word.Document.8">
                  <p:embed/>
                  <p:pic>
                    <p:nvPicPr>
                      <p:cNvPr id="0" name="图片 1453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95826" y="1481932"/>
                        <a:ext cx="8286750" cy="26939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2" name="Object 5"/>
          <p:cNvGraphicFramePr>
            <a:graphicFrameLocks noChangeAspect="1"/>
          </p:cNvGraphicFramePr>
          <p:nvPr/>
        </p:nvGraphicFramePr>
        <p:xfrm>
          <a:off x="2657265" y="4484909"/>
          <a:ext cx="4303712" cy="16621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4535" name="Document" r:id="rId7" imgW="1473835" imgH="648335" progId="Word.Document.8">
                  <p:embed/>
                </p:oleObj>
              </mc:Choice>
              <mc:Fallback>
                <p:oleObj name="Document" r:id="rId7" imgW="1473835" imgH="648335" progId="Word.Document.8">
                  <p:embed/>
                  <p:pic>
                    <p:nvPicPr>
                      <p:cNvPr id="0" name="图片 1453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657265" y="4484909"/>
                        <a:ext cx="4303712" cy="16621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4" name="Group 55"/>
          <p:cNvGrpSpPr>
            <a:grpSpLocks noChangeAspect="1"/>
          </p:cNvGrpSpPr>
          <p:nvPr/>
        </p:nvGrpSpPr>
        <p:grpSpPr bwMode="auto">
          <a:xfrm>
            <a:off x="8501552" y="1559838"/>
            <a:ext cx="3054178" cy="2181988"/>
            <a:chOff x="2697" y="1350"/>
            <a:chExt cx="2529" cy="1808"/>
          </a:xfrm>
        </p:grpSpPr>
        <p:sp>
          <p:nvSpPr>
            <p:cNvPr id="5" name="AutoShape 56"/>
            <p:cNvSpPr>
              <a:spLocks noChangeAspect="1" noChangeArrowheads="1"/>
            </p:cNvSpPr>
            <p:nvPr/>
          </p:nvSpPr>
          <p:spPr bwMode="auto">
            <a:xfrm>
              <a:off x="2697" y="1350"/>
              <a:ext cx="2529" cy="180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6" name="Line 57"/>
            <p:cNvSpPr>
              <a:spLocks noChangeShapeType="1"/>
            </p:cNvSpPr>
            <p:nvPr/>
          </p:nvSpPr>
          <p:spPr bwMode="auto">
            <a:xfrm>
              <a:off x="2766" y="2692"/>
              <a:ext cx="2184" cy="1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7" name="Line 58"/>
            <p:cNvSpPr>
              <a:spLocks noChangeShapeType="1"/>
            </p:cNvSpPr>
            <p:nvPr/>
          </p:nvSpPr>
          <p:spPr bwMode="auto">
            <a:xfrm flipV="1">
              <a:off x="3317" y="1526"/>
              <a:ext cx="1" cy="1430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graphicFrame>
          <p:nvGraphicFramePr>
            <p:cNvPr id="8" name="对象 7"/>
            <p:cNvGraphicFramePr>
              <a:graphicFrameLocks noChangeAspect="1"/>
            </p:cNvGraphicFramePr>
            <p:nvPr/>
          </p:nvGraphicFramePr>
          <p:xfrm>
            <a:off x="4677" y="2714"/>
            <a:ext cx="315" cy="31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4536" name="Equation" r:id="rId9" imgW="127000" imgH="139700" progId="Equation.DSMT4">
                    <p:embed/>
                  </p:oleObj>
                </mc:Choice>
                <mc:Fallback>
                  <p:oleObj name="Equation" r:id="rId9" imgW="127000" imgH="139700" progId="Equation.DSMT4">
                    <p:embed/>
                    <p:pic>
                      <p:nvPicPr>
                        <p:cNvPr id="0" name="Object 59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0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677" y="2714"/>
                          <a:ext cx="315" cy="312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9" name="Line 60"/>
            <p:cNvSpPr>
              <a:spLocks noChangeShapeType="1"/>
            </p:cNvSpPr>
            <p:nvPr/>
          </p:nvSpPr>
          <p:spPr bwMode="auto">
            <a:xfrm>
              <a:off x="3317" y="2648"/>
              <a:ext cx="1" cy="44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graphicFrame>
          <p:nvGraphicFramePr>
            <p:cNvPr id="10" name="对象 9"/>
            <p:cNvGraphicFramePr>
              <a:graphicFrameLocks noChangeAspect="1"/>
            </p:cNvGraphicFramePr>
            <p:nvPr/>
          </p:nvGraphicFramePr>
          <p:xfrm>
            <a:off x="3502" y="1856"/>
            <a:ext cx="966" cy="39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4537" name="Equation" r:id="rId11" imgW="584200" imgH="203200" progId="Equation.DSMT4">
                    <p:embed/>
                  </p:oleObj>
                </mc:Choice>
                <mc:Fallback>
                  <p:oleObj name="Equation" r:id="rId11" imgW="584200" imgH="203200" progId="Equation.DSMT4">
                    <p:embed/>
                    <p:pic>
                      <p:nvPicPr>
                        <p:cNvPr id="0" name="Object 61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2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502" y="1856"/>
                          <a:ext cx="966" cy="396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1" name="Line 62"/>
            <p:cNvSpPr>
              <a:spLocks noChangeShapeType="1"/>
            </p:cNvSpPr>
            <p:nvPr/>
          </p:nvSpPr>
          <p:spPr bwMode="auto">
            <a:xfrm>
              <a:off x="3318" y="1900"/>
              <a:ext cx="46" cy="1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graphicFrame>
          <p:nvGraphicFramePr>
            <p:cNvPr id="13" name="对象 12"/>
            <p:cNvGraphicFramePr>
              <a:graphicFrameLocks noChangeAspect="1"/>
            </p:cNvGraphicFramePr>
            <p:nvPr/>
          </p:nvGraphicFramePr>
          <p:xfrm>
            <a:off x="3065" y="1724"/>
            <a:ext cx="300" cy="34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4538" name="Equation" r:id="rId13" imgW="139700" imgH="177800" progId="Equation.DSMT4">
                    <p:embed/>
                  </p:oleObj>
                </mc:Choice>
                <mc:Fallback>
                  <p:oleObj name="Equation" r:id="rId13" imgW="139700" imgH="177800" progId="Equation.DSMT4">
                    <p:embed/>
                    <p:pic>
                      <p:nvPicPr>
                        <p:cNvPr id="0" name="Object 63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065" y="1724"/>
                          <a:ext cx="300" cy="345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4" name="Oval 64"/>
            <p:cNvSpPr>
              <a:spLocks noChangeArrowheads="1"/>
            </p:cNvSpPr>
            <p:nvPr/>
          </p:nvSpPr>
          <p:spPr bwMode="auto">
            <a:xfrm>
              <a:off x="3295" y="2668"/>
              <a:ext cx="46" cy="46"/>
            </a:xfrm>
            <a:prstGeom prst="ellipse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5" name="Line 65"/>
            <p:cNvSpPr>
              <a:spLocks noChangeShapeType="1"/>
            </p:cNvSpPr>
            <p:nvPr/>
          </p:nvSpPr>
          <p:spPr bwMode="auto">
            <a:xfrm>
              <a:off x="2766" y="2692"/>
              <a:ext cx="529" cy="0"/>
            </a:xfrm>
            <a:prstGeom prst="line">
              <a:avLst/>
            </a:prstGeom>
            <a:noFill/>
            <a:ln w="25400">
              <a:solidFill>
                <a:srgbClr val="0000FF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graphicFrame>
          <p:nvGraphicFramePr>
            <p:cNvPr id="16" name="对象 15"/>
            <p:cNvGraphicFramePr>
              <a:graphicFrameLocks noChangeAspect="1"/>
            </p:cNvGraphicFramePr>
            <p:nvPr/>
          </p:nvGraphicFramePr>
          <p:xfrm>
            <a:off x="3019" y="2670"/>
            <a:ext cx="318" cy="333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4539" name="Equation" r:id="rId15" imgW="152400" imgH="177800" progId="Equation.DSMT4">
                    <p:embed/>
                  </p:oleObj>
                </mc:Choice>
                <mc:Fallback>
                  <p:oleObj name="Equation" r:id="rId15" imgW="152400" imgH="177800" progId="Equation.DSMT4">
                    <p:embed/>
                    <p:pic>
                      <p:nvPicPr>
                        <p:cNvPr id="0" name="Object 66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019" y="2670"/>
                          <a:ext cx="318" cy="333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7" name="对象 16"/>
            <p:cNvGraphicFramePr>
              <a:graphicFrameLocks noChangeAspect="1"/>
            </p:cNvGraphicFramePr>
            <p:nvPr/>
          </p:nvGraphicFramePr>
          <p:xfrm>
            <a:off x="3015" y="1422"/>
            <a:ext cx="347" cy="369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4540" name="Equation" r:id="rId17" imgW="139700" imgH="165100" progId="Equation.DSMT4">
                    <p:embed/>
                  </p:oleObj>
                </mc:Choice>
                <mc:Fallback>
                  <p:oleObj name="Equation" r:id="rId17" imgW="139700" imgH="165100" progId="Equation.DSMT4">
                    <p:embed/>
                    <p:pic>
                      <p:nvPicPr>
                        <p:cNvPr id="0" name="Object 67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8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015" y="1422"/>
                          <a:ext cx="347" cy="369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8" name="Freeform 68"/>
            <p:cNvSpPr/>
            <p:nvPr/>
          </p:nvSpPr>
          <p:spPr bwMode="auto">
            <a:xfrm>
              <a:off x="3322" y="1907"/>
              <a:ext cx="1305" cy="748"/>
            </a:xfrm>
            <a:custGeom>
              <a:avLst/>
              <a:gdLst>
                <a:gd name="T0" fmla="*/ 0 w 1305"/>
                <a:gd name="T1" fmla="*/ 0 h 748"/>
                <a:gd name="T2" fmla="*/ 305 w 1305"/>
                <a:gd name="T3" fmla="*/ 488 h 748"/>
                <a:gd name="T4" fmla="*/ 795 w 1305"/>
                <a:gd name="T5" fmla="*/ 678 h 748"/>
                <a:gd name="T6" fmla="*/ 1305 w 1305"/>
                <a:gd name="T7" fmla="*/ 748 h 74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305" h="748">
                  <a:moveTo>
                    <a:pt x="0" y="0"/>
                  </a:moveTo>
                  <a:cubicBezTo>
                    <a:pt x="86" y="187"/>
                    <a:pt x="173" y="375"/>
                    <a:pt x="305" y="488"/>
                  </a:cubicBezTo>
                  <a:cubicBezTo>
                    <a:pt x="437" y="601"/>
                    <a:pt x="628" y="635"/>
                    <a:pt x="795" y="678"/>
                  </a:cubicBezTo>
                  <a:cubicBezTo>
                    <a:pt x="962" y="721"/>
                    <a:pt x="1133" y="734"/>
                    <a:pt x="1305" y="748"/>
                  </a:cubicBezTo>
                </a:path>
              </a:pathLst>
            </a:custGeom>
            <a:noFill/>
            <a:ln w="25400">
              <a:solidFill>
                <a:srgbClr val="0000FF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</p:grpSp>
      <p:grpSp>
        <p:nvGrpSpPr>
          <p:cNvPr id="19" name="Group 69"/>
          <p:cNvGrpSpPr>
            <a:grpSpLocks noChangeAspect="1"/>
          </p:cNvGrpSpPr>
          <p:nvPr/>
        </p:nvGrpSpPr>
        <p:grpSpPr bwMode="auto">
          <a:xfrm>
            <a:off x="8392369" y="3757516"/>
            <a:ext cx="3190561" cy="2389506"/>
            <a:chOff x="2632" y="1189"/>
            <a:chExt cx="2720" cy="2020"/>
          </a:xfrm>
        </p:grpSpPr>
        <p:sp>
          <p:nvSpPr>
            <p:cNvPr id="20" name="AutoShape 70"/>
            <p:cNvSpPr>
              <a:spLocks noChangeAspect="1" noChangeArrowheads="1"/>
            </p:cNvSpPr>
            <p:nvPr/>
          </p:nvSpPr>
          <p:spPr bwMode="auto">
            <a:xfrm>
              <a:off x="2632" y="1189"/>
              <a:ext cx="2720" cy="202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21" name="Line 71"/>
            <p:cNvSpPr>
              <a:spLocks noChangeShapeType="1"/>
            </p:cNvSpPr>
            <p:nvPr/>
          </p:nvSpPr>
          <p:spPr bwMode="auto">
            <a:xfrm>
              <a:off x="2766" y="2692"/>
              <a:ext cx="2240" cy="5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22" name="Line 72"/>
            <p:cNvSpPr>
              <a:spLocks noChangeShapeType="1"/>
            </p:cNvSpPr>
            <p:nvPr/>
          </p:nvSpPr>
          <p:spPr bwMode="auto">
            <a:xfrm flipV="1">
              <a:off x="3318" y="1506"/>
              <a:ext cx="1" cy="1518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graphicFrame>
          <p:nvGraphicFramePr>
            <p:cNvPr id="23" name="对象 22"/>
            <p:cNvGraphicFramePr>
              <a:graphicFrameLocks noChangeAspect="1"/>
            </p:cNvGraphicFramePr>
            <p:nvPr/>
          </p:nvGraphicFramePr>
          <p:xfrm>
            <a:off x="4711" y="2734"/>
            <a:ext cx="332" cy="30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4541" name="Equation" r:id="rId19" imgW="3048000" imgH="3352800" progId="Equation.DSMT4">
                    <p:embed/>
                  </p:oleObj>
                </mc:Choice>
                <mc:Fallback>
                  <p:oleObj name="Equation" r:id="rId19" imgW="3048000" imgH="3352800" progId="Equation.DSMT4">
                    <p:embed/>
                    <p:pic>
                      <p:nvPicPr>
                        <p:cNvPr id="0" name="Object 73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0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711" y="2734"/>
                          <a:ext cx="332" cy="306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24" name="Line 74"/>
            <p:cNvSpPr>
              <a:spLocks noChangeShapeType="1"/>
            </p:cNvSpPr>
            <p:nvPr/>
          </p:nvSpPr>
          <p:spPr bwMode="auto">
            <a:xfrm>
              <a:off x="3317" y="2648"/>
              <a:ext cx="1" cy="44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25" name="Line 75"/>
            <p:cNvSpPr>
              <a:spLocks noChangeShapeType="1"/>
            </p:cNvSpPr>
            <p:nvPr/>
          </p:nvSpPr>
          <p:spPr bwMode="auto">
            <a:xfrm>
              <a:off x="3318" y="1921"/>
              <a:ext cx="46" cy="1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graphicFrame>
          <p:nvGraphicFramePr>
            <p:cNvPr id="26" name="对象 25"/>
            <p:cNvGraphicFramePr>
              <a:graphicFrameLocks noChangeAspect="1"/>
            </p:cNvGraphicFramePr>
            <p:nvPr/>
          </p:nvGraphicFramePr>
          <p:xfrm>
            <a:off x="3151" y="1746"/>
            <a:ext cx="190" cy="32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4542" name="Equation" r:id="rId21" imgW="88900" imgH="164465" progId="Equation.DSMT4">
                    <p:embed/>
                  </p:oleObj>
                </mc:Choice>
                <mc:Fallback>
                  <p:oleObj name="Equation" r:id="rId21" imgW="88900" imgH="164465" progId="Equation.DSMT4">
                    <p:embed/>
                    <p:pic>
                      <p:nvPicPr>
                        <p:cNvPr id="0" name="Object 76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2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151" y="1746"/>
                          <a:ext cx="190" cy="322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27" name="Oval 77"/>
            <p:cNvSpPr>
              <a:spLocks noChangeArrowheads="1"/>
            </p:cNvSpPr>
            <p:nvPr/>
          </p:nvSpPr>
          <p:spPr bwMode="auto">
            <a:xfrm>
              <a:off x="3295" y="2668"/>
              <a:ext cx="46" cy="46"/>
            </a:xfrm>
            <a:prstGeom prst="ellipse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28" name="Line 78"/>
            <p:cNvSpPr>
              <a:spLocks noChangeShapeType="1"/>
            </p:cNvSpPr>
            <p:nvPr/>
          </p:nvSpPr>
          <p:spPr bwMode="auto">
            <a:xfrm>
              <a:off x="2746" y="2675"/>
              <a:ext cx="595" cy="17"/>
            </a:xfrm>
            <a:prstGeom prst="line">
              <a:avLst/>
            </a:prstGeom>
            <a:noFill/>
            <a:ln w="25400">
              <a:solidFill>
                <a:srgbClr val="0000FF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29" name="Line 79"/>
            <p:cNvSpPr>
              <a:spLocks noChangeShapeType="1"/>
            </p:cNvSpPr>
            <p:nvPr/>
          </p:nvSpPr>
          <p:spPr bwMode="auto">
            <a:xfrm>
              <a:off x="3318" y="1921"/>
              <a:ext cx="1524" cy="1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prstDash val="sysDot"/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graphicFrame>
          <p:nvGraphicFramePr>
            <p:cNvPr id="30" name="对象 29"/>
            <p:cNvGraphicFramePr>
              <a:graphicFrameLocks noChangeAspect="1"/>
            </p:cNvGraphicFramePr>
            <p:nvPr/>
          </p:nvGraphicFramePr>
          <p:xfrm>
            <a:off x="2950" y="2714"/>
            <a:ext cx="318" cy="333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4543" name="Equation" r:id="rId23" imgW="152400" imgH="177800" progId="Equation.DSMT4">
                    <p:embed/>
                  </p:oleObj>
                </mc:Choice>
                <mc:Fallback>
                  <p:oleObj name="Equation" r:id="rId23" imgW="152400" imgH="177800" progId="Equation.DSMT4">
                    <p:embed/>
                    <p:pic>
                      <p:nvPicPr>
                        <p:cNvPr id="0" name="Object 80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950" y="2714"/>
                          <a:ext cx="318" cy="333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31" name="对象 30"/>
            <p:cNvGraphicFramePr>
              <a:graphicFrameLocks noChangeAspect="1"/>
            </p:cNvGraphicFramePr>
            <p:nvPr/>
          </p:nvGraphicFramePr>
          <p:xfrm>
            <a:off x="3525" y="1572"/>
            <a:ext cx="851" cy="33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4544" name="Equation" r:id="rId25" imgW="584200" imgH="203200" progId="Equation.DSMT4">
                    <p:embed/>
                  </p:oleObj>
                </mc:Choice>
                <mc:Fallback>
                  <p:oleObj name="Equation" r:id="rId25" imgW="584200" imgH="203200" progId="Equation.DSMT4">
                    <p:embed/>
                    <p:pic>
                      <p:nvPicPr>
                        <p:cNvPr id="0" name="Object 81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525" y="1572"/>
                          <a:ext cx="851" cy="33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32" name="Freeform 82"/>
            <p:cNvSpPr/>
            <p:nvPr/>
          </p:nvSpPr>
          <p:spPr bwMode="auto">
            <a:xfrm>
              <a:off x="3319" y="1971"/>
              <a:ext cx="1303" cy="704"/>
            </a:xfrm>
            <a:custGeom>
              <a:avLst/>
              <a:gdLst>
                <a:gd name="T0" fmla="*/ 0 w 1303"/>
                <a:gd name="T1" fmla="*/ 704 h 704"/>
                <a:gd name="T2" fmla="*/ 303 w 1303"/>
                <a:gd name="T3" fmla="*/ 266 h 704"/>
                <a:gd name="T4" fmla="*/ 753 w 1303"/>
                <a:gd name="T5" fmla="*/ 75 h 704"/>
                <a:gd name="T6" fmla="*/ 1303 w 1303"/>
                <a:gd name="T7" fmla="*/ 0 h 70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303" h="704">
                  <a:moveTo>
                    <a:pt x="0" y="704"/>
                  </a:moveTo>
                  <a:cubicBezTo>
                    <a:pt x="88" y="537"/>
                    <a:pt x="177" y="371"/>
                    <a:pt x="303" y="266"/>
                  </a:cubicBezTo>
                  <a:cubicBezTo>
                    <a:pt x="429" y="161"/>
                    <a:pt x="586" y="119"/>
                    <a:pt x="753" y="75"/>
                  </a:cubicBezTo>
                  <a:cubicBezTo>
                    <a:pt x="920" y="31"/>
                    <a:pt x="1211" y="12"/>
                    <a:pt x="1303" y="0"/>
                  </a:cubicBezTo>
                </a:path>
              </a:pathLst>
            </a:custGeom>
            <a:noFill/>
            <a:ln w="25400">
              <a:solidFill>
                <a:srgbClr val="0000FF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graphicFrame>
          <p:nvGraphicFramePr>
            <p:cNvPr id="33" name="对象 32"/>
            <p:cNvGraphicFramePr>
              <a:graphicFrameLocks noChangeAspect="1"/>
            </p:cNvGraphicFramePr>
            <p:nvPr/>
          </p:nvGraphicFramePr>
          <p:xfrm>
            <a:off x="3002" y="1427"/>
            <a:ext cx="318" cy="33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4545" name="Equation" r:id="rId27" imgW="139700" imgH="165100" progId="Equation.DSMT4">
                    <p:embed/>
                  </p:oleObj>
                </mc:Choice>
                <mc:Fallback>
                  <p:oleObj name="Equation" r:id="rId27" imgW="139700" imgH="165100" progId="Equation.DSMT4">
                    <p:embed/>
                    <p:pic>
                      <p:nvPicPr>
                        <p:cNvPr id="0" name="Object 83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8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002" y="1427"/>
                          <a:ext cx="318" cy="33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</p:spTree>
  </p:cSld>
  <p:clrMapOvr>
    <a:masterClrMapping/>
  </p:clrMapOvr>
  <p:transition spd="med">
    <p:zo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07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500"/>
                                        <p:tgtEl>
                                          <p:spTgt spid="6307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500"/>
                            </p:stCondLst>
                            <p:childTnLst>
                              <p:par>
                                <p:cTn id="23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30789" name="Object 5"/>
          <p:cNvGraphicFramePr>
            <a:graphicFrameLocks noChangeAspect="1"/>
          </p:cNvGraphicFramePr>
          <p:nvPr/>
        </p:nvGraphicFramePr>
        <p:xfrm>
          <a:off x="1214438" y="2009408"/>
          <a:ext cx="10480675" cy="30416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5431" name="Document" r:id="rId1" imgW="4309110" imgH="1250950" progId="Word.Document.8">
                  <p:embed/>
                </p:oleObj>
              </mc:Choice>
              <mc:Fallback>
                <p:oleObj name="Document" r:id="rId1" imgW="4309110" imgH="1250950" progId="Word.Document.8">
                  <p:embed/>
                  <p:pic>
                    <p:nvPicPr>
                      <p:cNvPr id="0" name="图片 1543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214438" y="2009408"/>
                        <a:ext cx="10480675" cy="30416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" name="Object 4"/>
          <p:cNvGraphicFramePr>
            <a:graphicFrameLocks noChangeAspect="1"/>
          </p:cNvGraphicFramePr>
          <p:nvPr/>
        </p:nvGraphicFramePr>
        <p:xfrm>
          <a:off x="1214438" y="847849"/>
          <a:ext cx="8548411" cy="13678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5432" name="Document" r:id="rId3" imgW="5054600" imgH="812800" progId="Word.Document.8">
                  <p:embed/>
                </p:oleObj>
              </mc:Choice>
              <mc:Fallback>
                <p:oleObj name="Document" r:id="rId3" imgW="5054600" imgH="812800" progId="Word.Document.8">
                  <p:embed/>
                  <p:pic>
                    <p:nvPicPr>
                      <p:cNvPr id="0" name="图片 1543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214438" y="847849"/>
                        <a:ext cx="8548411" cy="13678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" name="Object 4"/>
          <p:cNvGraphicFramePr>
            <a:graphicFrameLocks noChangeAspect="1"/>
          </p:cNvGraphicFramePr>
          <p:nvPr/>
        </p:nvGraphicFramePr>
        <p:xfrm>
          <a:off x="581270" y="5158765"/>
          <a:ext cx="10753725" cy="11731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5433" name="Document" r:id="rId5" imgW="4807585" imgH="525780" progId="Word.Document.8">
                  <p:embed/>
                </p:oleObj>
              </mc:Choice>
              <mc:Fallback>
                <p:oleObj name="Document" r:id="rId5" imgW="4807585" imgH="525780" progId="Word.Document.8">
                  <p:embed/>
                  <p:pic>
                    <p:nvPicPr>
                      <p:cNvPr id="0" name="图片 1543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81270" y="5158765"/>
                        <a:ext cx="10753725" cy="11731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18438" name="AutoShape 6" descr="C:\Users\Ningrj\AppData\Roaming\Tencent\Users\767623779\QQ\WinTemp\RichOle\9LHM]C9%9%$B~U03)BC4O.png"/>
          <p:cNvSpPr>
            <a:spLocks noChangeAspect="1" noChangeArrowheads="1"/>
          </p:cNvSpPr>
          <p:nvPr/>
        </p:nvSpPr>
        <p:spPr bwMode="auto">
          <a:xfrm>
            <a:off x="1524000" y="0"/>
            <a:ext cx="304800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3000">
                <a:solidFill>
                  <a:schemeClr val="tx1"/>
                </a:solidFill>
                <a:latin typeface="Arial" panose="020B060402020209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60000"/>
              <a:buFont typeface="Wingdings" panose="05000000000000000000" pitchFamily="2" charset="2"/>
              <a:buChar char="q"/>
              <a:defRPr sz="2600">
                <a:solidFill>
                  <a:schemeClr val="tx1"/>
                </a:solidFill>
                <a:latin typeface="Arial" panose="020B060402020209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2200">
                <a:solidFill>
                  <a:schemeClr val="tx1"/>
                </a:solidFill>
                <a:latin typeface="Arial" panose="020B060402020209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q"/>
              <a:defRPr sz="2000">
                <a:solidFill>
                  <a:schemeClr val="tx1"/>
                </a:solidFill>
                <a:latin typeface="Arial" panose="020B060402020209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9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9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9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9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9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buClr>
                <a:schemeClr val="tx1"/>
              </a:buClr>
              <a:buSzPct val="80000"/>
              <a:buFontTx/>
              <a:buChar char="•"/>
            </a:pPr>
            <a:endParaRPr lang="zh-CN" altLang="en-US" sz="2400">
              <a:solidFill>
                <a:srgbClr val="000066"/>
              </a:solidFill>
            </a:endParaRPr>
          </a:p>
        </p:txBody>
      </p:sp>
    </p:spTree>
  </p:cSld>
  <p:clrMapOvr>
    <a:masterClrMapping/>
  </p:clrMapOvr>
  <p:transition spd="med">
    <p:zo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07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6307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30789" name="Object 5"/>
          <p:cNvGraphicFramePr>
            <a:graphicFrameLocks noChangeAspect="1"/>
          </p:cNvGraphicFramePr>
          <p:nvPr/>
        </p:nvGraphicFramePr>
        <p:xfrm>
          <a:off x="698499" y="2593975"/>
          <a:ext cx="11110261" cy="119062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6533" name="Document" r:id="rId1" imgW="4755515" imgH="510540" progId="Word.Document.8">
                  <p:embed/>
                </p:oleObj>
              </mc:Choice>
              <mc:Fallback>
                <p:oleObj name="Document" r:id="rId1" imgW="4755515" imgH="510540" progId="Word.Document.8">
                  <p:embed/>
                  <p:pic>
                    <p:nvPicPr>
                      <p:cNvPr id="0" name="图片 1653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98499" y="2593975"/>
                        <a:ext cx="11110261" cy="1190626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" name="Object 4"/>
          <p:cNvGraphicFramePr>
            <a:graphicFrameLocks noChangeAspect="1"/>
          </p:cNvGraphicFramePr>
          <p:nvPr/>
        </p:nvGraphicFramePr>
        <p:xfrm>
          <a:off x="698378" y="832645"/>
          <a:ext cx="11004550" cy="17462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6534" name="Document" r:id="rId3" imgW="4773930" imgH="758190" progId="Word.Document.8">
                  <p:embed/>
                </p:oleObj>
              </mc:Choice>
              <mc:Fallback>
                <p:oleObj name="Document" r:id="rId3" imgW="4773930" imgH="758190" progId="Word.Document.8">
                  <p:embed/>
                  <p:pic>
                    <p:nvPicPr>
                      <p:cNvPr id="0" name="图片 1653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98378" y="832645"/>
                        <a:ext cx="11004550" cy="17462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" name="Object 5"/>
          <p:cNvGraphicFramePr>
            <a:graphicFrameLocks noChangeAspect="1"/>
          </p:cNvGraphicFramePr>
          <p:nvPr/>
        </p:nvGraphicFramePr>
        <p:xfrm>
          <a:off x="1313045" y="3497571"/>
          <a:ext cx="8683420" cy="109640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6535" name="Document" r:id="rId5" imgW="3709670" imgH="469265" progId="Word.Document.8">
                  <p:embed/>
                </p:oleObj>
              </mc:Choice>
              <mc:Fallback>
                <p:oleObj name="Document" r:id="rId5" imgW="3709670" imgH="469265" progId="Word.Document.8">
                  <p:embed/>
                  <p:pic>
                    <p:nvPicPr>
                      <p:cNvPr id="0" name="图片 1653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313045" y="3497571"/>
                        <a:ext cx="8683420" cy="1096409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" name="Object 5"/>
          <p:cNvGraphicFramePr>
            <a:graphicFrameLocks noChangeAspect="1"/>
          </p:cNvGraphicFramePr>
          <p:nvPr/>
        </p:nvGraphicFramePr>
        <p:xfrm>
          <a:off x="1851579" y="4262803"/>
          <a:ext cx="8464645" cy="116290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6536" name="Document" r:id="rId7" imgW="3709670" imgH="509270" progId="Word.Document.8">
                  <p:embed/>
                </p:oleObj>
              </mc:Choice>
              <mc:Fallback>
                <p:oleObj name="Document" r:id="rId7" imgW="3709670" imgH="509270" progId="Word.Document.8">
                  <p:embed/>
                  <p:pic>
                    <p:nvPicPr>
                      <p:cNvPr id="0" name="图片 1653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851579" y="4262803"/>
                        <a:ext cx="8464645" cy="1162906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" name="Object 5"/>
          <p:cNvGraphicFramePr>
            <a:graphicFrameLocks noChangeAspect="1"/>
          </p:cNvGraphicFramePr>
          <p:nvPr/>
        </p:nvGraphicFramePr>
        <p:xfrm>
          <a:off x="698378" y="5409832"/>
          <a:ext cx="3182140" cy="62413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6537" name="Document" r:id="rId9" imgW="1235710" imgH="241300" progId="Word.Document.8">
                  <p:embed/>
                </p:oleObj>
              </mc:Choice>
              <mc:Fallback>
                <p:oleObj name="Document" r:id="rId9" imgW="1235710" imgH="241300" progId="Word.Document.8">
                  <p:embed/>
                  <p:pic>
                    <p:nvPicPr>
                      <p:cNvPr id="0" name="图片 1653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98378" y="5409832"/>
                        <a:ext cx="3182140" cy="624131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" name="Object 5"/>
          <p:cNvGraphicFramePr>
            <a:graphicFrameLocks noChangeAspect="1"/>
          </p:cNvGraphicFramePr>
          <p:nvPr/>
        </p:nvGraphicFramePr>
        <p:xfrm>
          <a:off x="3221893" y="5330030"/>
          <a:ext cx="8204200" cy="8842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6538" name="Document" r:id="rId11" imgW="3709670" imgH="399415" progId="Word.Document.8">
                  <p:embed/>
                </p:oleObj>
              </mc:Choice>
              <mc:Fallback>
                <p:oleObj name="Document" r:id="rId11" imgW="3709670" imgH="399415" progId="Word.Document.8">
                  <p:embed/>
                  <p:pic>
                    <p:nvPicPr>
                      <p:cNvPr id="0" name="图片 1653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221893" y="5330030"/>
                        <a:ext cx="8204200" cy="8842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" name="Object 5"/>
          <p:cNvGraphicFramePr>
            <a:graphicFrameLocks noChangeAspect="1"/>
          </p:cNvGraphicFramePr>
          <p:nvPr/>
        </p:nvGraphicFramePr>
        <p:xfrm>
          <a:off x="10167300" y="5325879"/>
          <a:ext cx="1519238" cy="736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6539" name="Document" r:id="rId13" imgW="688975" imgH="332105" progId="Word.Document.8">
                  <p:embed/>
                </p:oleObj>
              </mc:Choice>
              <mc:Fallback>
                <p:oleObj name="Document" r:id="rId13" imgW="688975" imgH="332105" progId="Word.Document.8">
                  <p:embed/>
                  <p:pic>
                    <p:nvPicPr>
                      <p:cNvPr id="0" name="图片 1653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0167300" y="5325879"/>
                        <a:ext cx="1519238" cy="7366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ransition spd="med">
    <p:zo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07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6307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30789" name="Object 5"/>
          <p:cNvGraphicFramePr>
            <a:graphicFrameLocks noChangeAspect="1"/>
          </p:cNvGraphicFramePr>
          <p:nvPr/>
        </p:nvGraphicFramePr>
        <p:xfrm>
          <a:off x="1427482" y="592565"/>
          <a:ext cx="3479800" cy="10334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7673" name="Document" r:id="rId1" imgW="2044700" imgH="609600" progId="Word.Document.8">
                  <p:embed/>
                </p:oleObj>
              </mc:Choice>
              <mc:Fallback>
                <p:oleObj name="Document" r:id="rId1" imgW="2044700" imgH="609600" progId="Word.Document.8">
                  <p:embed/>
                  <p:pic>
                    <p:nvPicPr>
                      <p:cNvPr id="0" name="图片 1767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427482" y="592565"/>
                        <a:ext cx="3479800" cy="10334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" name="Object 4"/>
          <p:cNvGraphicFramePr>
            <a:graphicFrameLocks noChangeAspect="1"/>
          </p:cNvGraphicFramePr>
          <p:nvPr/>
        </p:nvGraphicFramePr>
        <p:xfrm>
          <a:off x="796192" y="917454"/>
          <a:ext cx="8259763" cy="39004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7674" name="Document" r:id="rId3" imgW="3566160" imgH="1685290" progId="Word.Document.8">
                  <p:embed/>
                </p:oleObj>
              </mc:Choice>
              <mc:Fallback>
                <p:oleObj name="Document" r:id="rId3" imgW="3566160" imgH="1685290" progId="Word.Document.8">
                  <p:embed/>
                  <p:pic>
                    <p:nvPicPr>
                      <p:cNvPr id="0" name="图片 1767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96192" y="917454"/>
                        <a:ext cx="8259763" cy="39004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" name="Object 7"/>
          <p:cNvGraphicFramePr>
            <a:graphicFrameLocks noChangeAspect="1"/>
          </p:cNvGraphicFramePr>
          <p:nvPr/>
        </p:nvGraphicFramePr>
        <p:xfrm>
          <a:off x="1477895" y="4077778"/>
          <a:ext cx="3131334" cy="79755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7675" name="Document" r:id="rId5" imgW="1269365" imgH="330200" progId="Word.Document.8">
                  <p:embed/>
                </p:oleObj>
              </mc:Choice>
              <mc:Fallback>
                <p:oleObj name="Document" r:id="rId5" imgW="1269365" imgH="330200" progId="Word.Document.8">
                  <p:embed/>
                  <p:pic>
                    <p:nvPicPr>
                      <p:cNvPr id="0" name="图片 1767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477895" y="4077778"/>
                        <a:ext cx="3131334" cy="79755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" name="Object 8"/>
          <p:cNvGraphicFramePr>
            <a:graphicFrameLocks noChangeAspect="1"/>
          </p:cNvGraphicFramePr>
          <p:nvPr/>
        </p:nvGraphicFramePr>
        <p:xfrm>
          <a:off x="1565382" y="4656192"/>
          <a:ext cx="6307243" cy="144999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7676" name="Document" r:id="rId7" imgW="2785745" imgH="641985" progId="Word.Document.8">
                  <p:embed/>
                </p:oleObj>
              </mc:Choice>
              <mc:Fallback>
                <p:oleObj name="Document" r:id="rId7" imgW="2785745" imgH="641985" progId="Word.Document.8">
                  <p:embed/>
                  <p:pic>
                    <p:nvPicPr>
                      <p:cNvPr id="0" name="图片 1767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565382" y="4656192"/>
                        <a:ext cx="6307243" cy="1449999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5" name="Group 66"/>
          <p:cNvGrpSpPr>
            <a:grpSpLocks noChangeAspect="1"/>
          </p:cNvGrpSpPr>
          <p:nvPr/>
        </p:nvGrpSpPr>
        <p:grpSpPr bwMode="auto">
          <a:xfrm>
            <a:off x="8426403" y="917454"/>
            <a:ext cx="3368723" cy="2496459"/>
            <a:chOff x="2264" y="426"/>
            <a:chExt cx="3036" cy="2251"/>
          </a:xfrm>
        </p:grpSpPr>
        <p:sp>
          <p:nvSpPr>
            <p:cNvPr id="6" name="AutoShape 67"/>
            <p:cNvSpPr>
              <a:spLocks noChangeAspect="1" noChangeArrowheads="1"/>
            </p:cNvSpPr>
            <p:nvPr/>
          </p:nvSpPr>
          <p:spPr bwMode="auto">
            <a:xfrm>
              <a:off x="2264" y="477"/>
              <a:ext cx="3036" cy="2200"/>
            </a:xfrm>
            <a:prstGeom prst="rect">
              <a:avLst/>
            </a:prstGeom>
            <a:noFill/>
            <a:ln w="9525">
              <a:solidFill>
                <a:srgbClr val="FFFFFF"/>
              </a:solidFill>
              <a:miter lim="800000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8" name="Line 69"/>
            <p:cNvSpPr>
              <a:spLocks noChangeShapeType="1"/>
            </p:cNvSpPr>
            <p:nvPr/>
          </p:nvSpPr>
          <p:spPr bwMode="auto">
            <a:xfrm>
              <a:off x="3893" y="1086"/>
              <a:ext cx="1" cy="946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prstDash val="sysDot"/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9" name="Line 70"/>
            <p:cNvSpPr>
              <a:spLocks noChangeShapeType="1"/>
            </p:cNvSpPr>
            <p:nvPr/>
          </p:nvSpPr>
          <p:spPr bwMode="auto">
            <a:xfrm>
              <a:off x="3501" y="1592"/>
              <a:ext cx="1" cy="44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prstDash val="sysDot"/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graphicFrame>
          <p:nvGraphicFramePr>
            <p:cNvPr id="10" name="对象 9"/>
            <p:cNvGraphicFramePr>
              <a:graphicFrameLocks noChangeAspect="1"/>
            </p:cNvGraphicFramePr>
            <p:nvPr/>
          </p:nvGraphicFramePr>
          <p:xfrm>
            <a:off x="4997" y="2094"/>
            <a:ext cx="230" cy="341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7677" name="Equation" r:id="rId9" imgW="2743200" imgH="3048000" progId="Equation.DSMT4">
                    <p:embed/>
                  </p:oleObj>
                </mc:Choice>
                <mc:Fallback>
                  <p:oleObj name="Equation" r:id="rId9" imgW="2743200" imgH="3048000" progId="Equation.DSMT4">
                    <p:embed/>
                    <p:pic>
                      <p:nvPicPr>
                        <p:cNvPr id="0" name="Object 71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0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997" y="2094"/>
                          <a:ext cx="230" cy="341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grpSp>
          <p:nvGrpSpPr>
            <p:cNvPr id="11" name="Group 72"/>
            <p:cNvGrpSpPr/>
            <p:nvPr/>
          </p:nvGrpSpPr>
          <p:grpSpPr bwMode="auto">
            <a:xfrm>
              <a:off x="2582" y="426"/>
              <a:ext cx="2645" cy="1892"/>
              <a:chOff x="2582" y="426"/>
              <a:chExt cx="2645" cy="1892"/>
            </a:xfrm>
          </p:grpSpPr>
          <p:sp>
            <p:nvSpPr>
              <p:cNvPr id="25" name="Freeform 73"/>
              <p:cNvSpPr/>
              <p:nvPr/>
            </p:nvSpPr>
            <p:spPr bwMode="auto">
              <a:xfrm flipH="1">
                <a:off x="3893" y="1086"/>
                <a:ext cx="1142" cy="830"/>
              </a:xfrm>
              <a:custGeom>
                <a:avLst/>
                <a:gdLst>
                  <a:gd name="T0" fmla="*/ 0 w 2160"/>
                  <a:gd name="T1" fmla="*/ 1092 h 1092"/>
                  <a:gd name="T2" fmla="*/ 1260 w 2160"/>
                  <a:gd name="T3" fmla="*/ 780 h 1092"/>
                  <a:gd name="T4" fmla="*/ 1800 w 2160"/>
                  <a:gd name="T5" fmla="*/ 156 h 1092"/>
                  <a:gd name="T6" fmla="*/ 2160 w 2160"/>
                  <a:gd name="T7" fmla="*/ 0 h 109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2160" h="1092">
                    <a:moveTo>
                      <a:pt x="0" y="1092"/>
                    </a:moveTo>
                    <a:cubicBezTo>
                      <a:pt x="480" y="1014"/>
                      <a:pt x="960" y="936"/>
                      <a:pt x="1260" y="780"/>
                    </a:cubicBezTo>
                    <a:cubicBezTo>
                      <a:pt x="1560" y="624"/>
                      <a:pt x="1650" y="286"/>
                      <a:pt x="1800" y="156"/>
                    </a:cubicBezTo>
                    <a:cubicBezTo>
                      <a:pt x="1950" y="26"/>
                      <a:pt x="2055" y="13"/>
                      <a:pt x="2160" y="0"/>
                    </a:cubicBezTo>
                  </a:path>
                </a:pathLst>
              </a:custGeom>
              <a:noFill/>
              <a:ln w="25400">
                <a:solidFill>
                  <a:srgbClr val="0000FF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26" name="Freeform 74"/>
              <p:cNvSpPr/>
              <p:nvPr/>
            </p:nvSpPr>
            <p:spPr bwMode="auto">
              <a:xfrm>
                <a:off x="2712" y="1086"/>
                <a:ext cx="1181" cy="829"/>
              </a:xfrm>
              <a:custGeom>
                <a:avLst/>
                <a:gdLst>
                  <a:gd name="T0" fmla="*/ 0 w 2160"/>
                  <a:gd name="T1" fmla="*/ 1092 h 1092"/>
                  <a:gd name="T2" fmla="*/ 1260 w 2160"/>
                  <a:gd name="T3" fmla="*/ 780 h 1092"/>
                  <a:gd name="T4" fmla="*/ 1800 w 2160"/>
                  <a:gd name="T5" fmla="*/ 156 h 1092"/>
                  <a:gd name="T6" fmla="*/ 2160 w 2160"/>
                  <a:gd name="T7" fmla="*/ 0 h 109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2160" h="1092">
                    <a:moveTo>
                      <a:pt x="0" y="1092"/>
                    </a:moveTo>
                    <a:cubicBezTo>
                      <a:pt x="480" y="1014"/>
                      <a:pt x="960" y="936"/>
                      <a:pt x="1260" y="780"/>
                    </a:cubicBezTo>
                    <a:cubicBezTo>
                      <a:pt x="1560" y="624"/>
                      <a:pt x="1650" y="286"/>
                      <a:pt x="1800" y="156"/>
                    </a:cubicBezTo>
                    <a:cubicBezTo>
                      <a:pt x="1950" y="26"/>
                      <a:pt x="2055" y="13"/>
                      <a:pt x="2160" y="0"/>
                    </a:cubicBezTo>
                  </a:path>
                </a:pathLst>
              </a:custGeom>
              <a:noFill/>
              <a:ln w="25400">
                <a:solidFill>
                  <a:srgbClr val="0000FF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27" name="Line 75"/>
              <p:cNvSpPr>
                <a:spLocks noChangeShapeType="1"/>
              </p:cNvSpPr>
              <p:nvPr/>
            </p:nvSpPr>
            <p:spPr bwMode="auto">
              <a:xfrm>
                <a:off x="2582" y="2031"/>
                <a:ext cx="2645" cy="1"/>
              </a:xfrm>
              <a:prstGeom prst="line">
                <a:avLst/>
              </a:prstGeom>
              <a:noFill/>
              <a:ln w="12700">
                <a:solidFill>
                  <a:srgbClr val="000000"/>
                </a:solidFill>
                <a:rou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28" name="Line 76"/>
              <p:cNvSpPr>
                <a:spLocks noChangeShapeType="1"/>
              </p:cNvSpPr>
              <p:nvPr/>
            </p:nvSpPr>
            <p:spPr bwMode="auto">
              <a:xfrm flipV="1">
                <a:off x="2996" y="426"/>
                <a:ext cx="1" cy="1892"/>
              </a:xfrm>
              <a:prstGeom prst="line">
                <a:avLst/>
              </a:prstGeom>
              <a:noFill/>
              <a:ln w="12700">
                <a:solidFill>
                  <a:srgbClr val="000000"/>
                </a:solidFill>
                <a:rou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</p:grpSp>
        <p:sp>
          <p:nvSpPr>
            <p:cNvPr id="12" name="Line 77"/>
            <p:cNvSpPr>
              <a:spLocks noChangeShapeType="1"/>
            </p:cNvSpPr>
            <p:nvPr/>
          </p:nvSpPr>
          <p:spPr bwMode="auto">
            <a:xfrm>
              <a:off x="4284" y="1592"/>
              <a:ext cx="1" cy="44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prstDash val="sysDot"/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3" name="Line 78"/>
            <p:cNvSpPr>
              <a:spLocks noChangeShapeType="1"/>
            </p:cNvSpPr>
            <p:nvPr/>
          </p:nvSpPr>
          <p:spPr bwMode="auto">
            <a:xfrm flipH="1">
              <a:off x="3180" y="1086"/>
              <a:ext cx="713" cy="0"/>
            </a:xfrm>
            <a:prstGeom prst="line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4" name="Line 79"/>
            <p:cNvSpPr>
              <a:spLocks noChangeShapeType="1"/>
            </p:cNvSpPr>
            <p:nvPr/>
          </p:nvSpPr>
          <p:spPr bwMode="auto">
            <a:xfrm flipH="1">
              <a:off x="3180" y="1086"/>
              <a:ext cx="713" cy="0"/>
            </a:xfrm>
            <a:prstGeom prst="line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5" name="Line 80"/>
            <p:cNvSpPr>
              <a:spLocks noChangeShapeType="1"/>
            </p:cNvSpPr>
            <p:nvPr/>
          </p:nvSpPr>
          <p:spPr bwMode="auto">
            <a:xfrm flipH="1">
              <a:off x="2996" y="1086"/>
              <a:ext cx="897" cy="1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prstDash val="sysDot"/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graphicFrame>
          <p:nvGraphicFramePr>
            <p:cNvPr id="16" name="对象 15"/>
            <p:cNvGraphicFramePr>
              <a:graphicFrameLocks noChangeAspect="1"/>
            </p:cNvGraphicFramePr>
            <p:nvPr/>
          </p:nvGraphicFramePr>
          <p:xfrm>
            <a:off x="3180" y="2080"/>
            <a:ext cx="474" cy="25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7678" name="Equation" r:id="rId11" imgW="317500" imgH="139700" progId="Equation.DSMT4">
                    <p:embed/>
                  </p:oleObj>
                </mc:Choice>
                <mc:Fallback>
                  <p:oleObj name="Equation" r:id="rId11" imgW="317500" imgH="139700" progId="Equation.DSMT4">
                    <p:embed/>
                    <p:pic>
                      <p:nvPicPr>
                        <p:cNvPr id="0" name="Object 81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2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180" y="2080"/>
                          <a:ext cx="474" cy="257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7" name="对象 16"/>
            <p:cNvGraphicFramePr>
              <a:graphicFrameLocks noChangeAspect="1"/>
            </p:cNvGraphicFramePr>
            <p:nvPr/>
          </p:nvGraphicFramePr>
          <p:xfrm>
            <a:off x="4105" y="2058"/>
            <a:ext cx="555" cy="25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7679" name="Equation" r:id="rId13" imgW="393065" imgH="177800" progId="Equation.DSMT4">
                    <p:embed/>
                  </p:oleObj>
                </mc:Choice>
                <mc:Fallback>
                  <p:oleObj name="Equation" r:id="rId13" imgW="393065" imgH="177800" progId="Equation.DSMT4">
                    <p:embed/>
                    <p:pic>
                      <p:nvPicPr>
                        <p:cNvPr id="0" name="Object 82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105" y="2058"/>
                          <a:ext cx="555" cy="257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20" name="对象 19"/>
            <p:cNvGraphicFramePr>
              <a:graphicFrameLocks noChangeAspect="1"/>
            </p:cNvGraphicFramePr>
            <p:nvPr/>
          </p:nvGraphicFramePr>
          <p:xfrm>
            <a:off x="3972" y="676"/>
            <a:ext cx="924" cy="32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7680" name="Equation" r:id="rId15" imgW="584200" imgH="203200" progId="Equation.DSMT4">
                    <p:embed/>
                  </p:oleObj>
                </mc:Choice>
                <mc:Fallback>
                  <p:oleObj name="Equation" r:id="rId15" imgW="584200" imgH="203200" progId="Equation.DSMT4">
                    <p:embed/>
                    <p:pic>
                      <p:nvPicPr>
                        <p:cNvPr id="0" name="Object 85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972" y="676"/>
                          <a:ext cx="924" cy="328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21" name="对象 20"/>
            <p:cNvGraphicFramePr>
              <a:graphicFrameLocks noChangeAspect="1"/>
            </p:cNvGraphicFramePr>
            <p:nvPr/>
          </p:nvGraphicFramePr>
          <p:xfrm>
            <a:off x="2329" y="819"/>
            <a:ext cx="602" cy="579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7681" name="Equation" r:id="rId17" imgW="457200" imgH="419100" progId="Equation.DSMT4">
                    <p:embed/>
                  </p:oleObj>
                </mc:Choice>
                <mc:Fallback>
                  <p:oleObj name="Equation" r:id="rId17" imgW="457200" imgH="419100" progId="Equation.DSMT4">
                    <p:embed/>
                    <p:pic>
                      <p:nvPicPr>
                        <p:cNvPr id="0" name="Object 86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8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329" y="819"/>
                          <a:ext cx="602" cy="579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22" name="对象 21"/>
            <p:cNvGraphicFramePr>
              <a:graphicFrameLocks noChangeAspect="1"/>
            </p:cNvGraphicFramePr>
            <p:nvPr/>
          </p:nvGraphicFramePr>
          <p:xfrm>
            <a:off x="2671" y="2032"/>
            <a:ext cx="318" cy="333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7682" name="Equation" r:id="rId19" imgW="152400" imgH="177800" progId="Equation.DSMT4">
                    <p:embed/>
                  </p:oleObj>
                </mc:Choice>
                <mc:Fallback>
                  <p:oleObj name="Equation" r:id="rId19" imgW="152400" imgH="177800" progId="Equation.DSMT4">
                    <p:embed/>
                    <p:pic>
                      <p:nvPicPr>
                        <p:cNvPr id="0" name="Object 87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0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671" y="2032"/>
                          <a:ext cx="318" cy="333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23" name="对象 22"/>
            <p:cNvGraphicFramePr>
              <a:graphicFrameLocks noChangeAspect="1"/>
            </p:cNvGraphicFramePr>
            <p:nvPr/>
          </p:nvGraphicFramePr>
          <p:xfrm>
            <a:off x="2694" y="449"/>
            <a:ext cx="347" cy="369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7683" name="Equation" r:id="rId21" imgW="139700" imgH="165100" progId="Equation.DSMT4">
                    <p:embed/>
                  </p:oleObj>
                </mc:Choice>
                <mc:Fallback>
                  <p:oleObj name="Equation" r:id="rId21" imgW="139700" imgH="165100" progId="Equation.DSMT4">
                    <p:embed/>
                    <p:pic>
                      <p:nvPicPr>
                        <p:cNvPr id="0" name="Object 88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2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694" y="449"/>
                          <a:ext cx="347" cy="369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24" name="对象 23"/>
            <p:cNvGraphicFramePr>
              <a:graphicFrameLocks noChangeAspect="1"/>
            </p:cNvGraphicFramePr>
            <p:nvPr/>
          </p:nvGraphicFramePr>
          <p:xfrm>
            <a:off x="3782" y="2094"/>
            <a:ext cx="226" cy="22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7684" name="Equation" r:id="rId23" imgW="127000" imgH="139700" progId="Equation.DSMT4">
                    <p:embed/>
                  </p:oleObj>
                </mc:Choice>
                <mc:Fallback>
                  <p:oleObj name="Equation" r:id="rId23" imgW="127000" imgH="139700" progId="Equation.DSMT4">
                    <p:embed/>
                    <p:pic>
                      <p:nvPicPr>
                        <p:cNvPr id="0" name="Object 89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782" y="2094"/>
                          <a:ext cx="226" cy="226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29" name="Group 90"/>
          <p:cNvGrpSpPr>
            <a:grpSpLocks noChangeAspect="1"/>
          </p:cNvGrpSpPr>
          <p:nvPr/>
        </p:nvGrpSpPr>
        <p:grpSpPr bwMode="auto">
          <a:xfrm>
            <a:off x="8272976" y="3737126"/>
            <a:ext cx="3610029" cy="2004190"/>
            <a:chOff x="1981" y="646"/>
            <a:chExt cx="3453" cy="1919"/>
          </a:xfrm>
        </p:grpSpPr>
        <p:sp>
          <p:nvSpPr>
            <p:cNvPr id="30" name="AutoShape 91"/>
            <p:cNvSpPr>
              <a:spLocks noChangeAspect="1" noChangeArrowheads="1"/>
            </p:cNvSpPr>
            <p:nvPr/>
          </p:nvSpPr>
          <p:spPr bwMode="auto">
            <a:xfrm>
              <a:off x="1981" y="646"/>
              <a:ext cx="3453" cy="1919"/>
            </a:xfrm>
            <a:prstGeom prst="rect">
              <a:avLst/>
            </a:prstGeom>
            <a:noFill/>
            <a:ln w="9525">
              <a:solidFill>
                <a:srgbClr val="FFFFFF"/>
              </a:solidFill>
              <a:miter lim="800000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graphicFrame>
          <p:nvGraphicFramePr>
            <p:cNvPr id="31" name="对象 30"/>
            <p:cNvGraphicFramePr>
              <a:graphicFrameLocks noChangeAspect="1"/>
            </p:cNvGraphicFramePr>
            <p:nvPr/>
          </p:nvGraphicFramePr>
          <p:xfrm>
            <a:off x="5017" y="2138"/>
            <a:ext cx="315" cy="31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7685" name="Equation" r:id="rId25" imgW="127000" imgH="139700" progId="Equation.DSMT4">
                    <p:embed/>
                  </p:oleObj>
                </mc:Choice>
                <mc:Fallback>
                  <p:oleObj name="Equation" r:id="rId25" imgW="127000" imgH="139700" progId="Equation.DSMT4">
                    <p:embed/>
                    <p:pic>
                      <p:nvPicPr>
                        <p:cNvPr id="0" name="Object 92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5017" y="2138"/>
                          <a:ext cx="315" cy="312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32" name="Line 93"/>
            <p:cNvSpPr>
              <a:spLocks noChangeShapeType="1"/>
            </p:cNvSpPr>
            <p:nvPr/>
          </p:nvSpPr>
          <p:spPr bwMode="auto">
            <a:xfrm>
              <a:off x="2372" y="2120"/>
              <a:ext cx="2868" cy="1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33" name="Line 94"/>
            <p:cNvSpPr>
              <a:spLocks noChangeShapeType="1"/>
            </p:cNvSpPr>
            <p:nvPr/>
          </p:nvSpPr>
          <p:spPr bwMode="auto">
            <a:xfrm flipV="1">
              <a:off x="2901" y="778"/>
              <a:ext cx="1" cy="1672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34" name="Line 95"/>
            <p:cNvSpPr>
              <a:spLocks noChangeShapeType="1"/>
            </p:cNvSpPr>
            <p:nvPr/>
          </p:nvSpPr>
          <p:spPr bwMode="auto">
            <a:xfrm flipH="1">
              <a:off x="3180" y="1086"/>
              <a:ext cx="713" cy="0"/>
            </a:xfrm>
            <a:prstGeom prst="line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35" name="Line 96"/>
            <p:cNvSpPr>
              <a:spLocks noChangeShapeType="1"/>
            </p:cNvSpPr>
            <p:nvPr/>
          </p:nvSpPr>
          <p:spPr bwMode="auto">
            <a:xfrm flipH="1">
              <a:off x="3180" y="1086"/>
              <a:ext cx="713" cy="0"/>
            </a:xfrm>
            <a:prstGeom prst="line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graphicFrame>
          <p:nvGraphicFramePr>
            <p:cNvPr id="36" name="对象 35"/>
            <p:cNvGraphicFramePr>
              <a:graphicFrameLocks noChangeAspect="1"/>
            </p:cNvGraphicFramePr>
            <p:nvPr/>
          </p:nvGraphicFramePr>
          <p:xfrm>
            <a:off x="3606" y="834"/>
            <a:ext cx="1012" cy="32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7686" name="Equation" r:id="rId27" imgW="584200" imgH="203200" progId="Equation.DSMT4">
                    <p:embed/>
                  </p:oleObj>
                </mc:Choice>
                <mc:Fallback>
                  <p:oleObj name="Equation" r:id="rId27" imgW="584200" imgH="203200" progId="Equation.DSMT4">
                    <p:embed/>
                    <p:pic>
                      <p:nvPicPr>
                        <p:cNvPr id="0" name="Object 97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8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606" y="834"/>
                          <a:ext cx="1012" cy="32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37" name="Line 98"/>
            <p:cNvSpPr>
              <a:spLocks noChangeShapeType="1"/>
            </p:cNvSpPr>
            <p:nvPr/>
          </p:nvSpPr>
          <p:spPr bwMode="auto">
            <a:xfrm>
              <a:off x="2901" y="1218"/>
              <a:ext cx="2249" cy="22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prstDash val="sysDot"/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38" name="Freeform 99"/>
            <p:cNvSpPr/>
            <p:nvPr/>
          </p:nvSpPr>
          <p:spPr bwMode="auto">
            <a:xfrm>
              <a:off x="2786" y="1262"/>
              <a:ext cx="851" cy="264"/>
            </a:xfrm>
            <a:custGeom>
              <a:avLst/>
              <a:gdLst>
                <a:gd name="T0" fmla="*/ 851 w 851"/>
                <a:gd name="T1" fmla="*/ 0 h 264"/>
                <a:gd name="T2" fmla="*/ 391 w 851"/>
                <a:gd name="T3" fmla="*/ 66 h 264"/>
                <a:gd name="T4" fmla="*/ 0 w 851"/>
                <a:gd name="T5" fmla="*/ 264 h 26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851" h="264">
                  <a:moveTo>
                    <a:pt x="851" y="0"/>
                  </a:moveTo>
                  <a:cubicBezTo>
                    <a:pt x="692" y="11"/>
                    <a:pt x="533" y="22"/>
                    <a:pt x="391" y="66"/>
                  </a:cubicBezTo>
                  <a:cubicBezTo>
                    <a:pt x="249" y="110"/>
                    <a:pt x="65" y="231"/>
                    <a:pt x="0" y="264"/>
                  </a:cubicBezTo>
                </a:path>
              </a:pathLst>
            </a:cu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prstDash val="solid"/>
                  <a:rou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39" name="Freeform 100"/>
            <p:cNvSpPr/>
            <p:nvPr/>
          </p:nvSpPr>
          <p:spPr bwMode="auto">
            <a:xfrm>
              <a:off x="2096" y="1262"/>
              <a:ext cx="1564" cy="770"/>
            </a:xfrm>
            <a:custGeom>
              <a:avLst/>
              <a:gdLst>
                <a:gd name="T0" fmla="*/ 0 w 1564"/>
                <a:gd name="T1" fmla="*/ 770 h 770"/>
                <a:gd name="T2" fmla="*/ 506 w 1564"/>
                <a:gd name="T3" fmla="*/ 594 h 770"/>
                <a:gd name="T4" fmla="*/ 713 w 1564"/>
                <a:gd name="T5" fmla="*/ 286 h 770"/>
                <a:gd name="T6" fmla="*/ 1058 w 1564"/>
                <a:gd name="T7" fmla="*/ 44 h 770"/>
                <a:gd name="T8" fmla="*/ 1564 w 1564"/>
                <a:gd name="T9" fmla="*/ 22 h 7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564" h="770">
                  <a:moveTo>
                    <a:pt x="0" y="770"/>
                  </a:moveTo>
                  <a:cubicBezTo>
                    <a:pt x="193" y="722"/>
                    <a:pt x="387" y="675"/>
                    <a:pt x="506" y="594"/>
                  </a:cubicBezTo>
                  <a:cubicBezTo>
                    <a:pt x="625" y="513"/>
                    <a:pt x="621" y="378"/>
                    <a:pt x="713" y="286"/>
                  </a:cubicBezTo>
                  <a:cubicBezTo>
                    <a:pt x="805" y="194"/>
                    <a:pt x="916" y="88"/>
                    <a:pt x="1058" y="44"/>
                  </a:cubicBezTo>
                  <a:cubicBezTo>
                    <a:pt x="1200" y="0"/>
                    <a:pt x="1480" y="26"/>
                    <a:pt x="1564" y="22"/>
                  </a:cubicBezTo>
                </a:path>
              </a:pathLst>
            </a:cu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prstDash val="solid"/>
                  <a:rou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40" name="Line 101"/>
            <p:cNvSpPr>
              <a:spLocks noChangeShapeType="1"/>
            </p:cNvSpPr>
            <p:nvPr/>
          </p:nvSpPr>
          <p:spPr bwMode="auto">
            <a:xfrm>
              <a:off x="2096" y="1240"/>
              <a:ext cx="0" cy="902"/>
            </a:xfrm>
            <a:prstGeom prst="line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41" name="Freeform 102"/>
            <p:cNvSpPr/>
            <p:nvPr/>
          </p:nvSpPr>
          <p:spPr bwMode="auto">
            <a:xfrm>
              <a:off x="1981" y="800"/>
              <a:ext cx="1817" cy="770"/>
            </a:xfrm>
            <a:custGeom>
              <a:avLst/>
              <a:gdLst>
                <a:gd name="T0" fmla="*/ 1817 w 1817"/>
                <a:gd name="T1" fmla="*/ 0 h 770"/>
                <a:gd name="T2" fmla="*/ 1104 w 1817"/>
                <a:gd name="T3" fmla="*/ 176 h 770"/>
                <a:gd name="T4" fmla="*/ 920 w 1817"/>
                <a:gd name="T5" fmla="*/ 418 h 770"/>
                <a:gd name="T6" fmla="*/ 736 w 1817"/>
                <a:gd name="T7" fmla="*/ 616 h 770"/>
                <a:gd name="T8" fmla="*/ 0 w 1817"/>
                <a:gd name="T9" fmla="*/ 770 h 7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817" h="770">
                  <a:moveTo>
                    <a:pt x="1817" y="0"/>
                  </a:moveTo>
                  <a:cubicBezTo>
                    <a:pt x="1535" y="53"/>
                    <a:pt x="1254" y="106"/>
                    <a:pt x="1104" y="176"/>
                  </a:cubicBezTo>
                  <a:cubicBezTo>
                    <a:pt x="954" y="246"/>
                    <a:pt x="981" y="345"/>
                    <a:pt x="920" y="418"/>
                  </a:cubicBezTo>
                  <a:cubicBezTo>
                    <a:pt x="859" y="491"/>
                    <a:pt x="889" y="557"/>
                    <a:pt x="736" y="616"/>
                  </a:cubicBezTo>
                  <a:cubicBezTo>
                    <a:pt x="583" y="675"/>
                    <a:pt x="123" y="744"/>
                    <a:pt x="0" y="770"/>
                  </a:cubicBezTo>
                </a:path>
              </a:pathLst>
            </a:cu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prstDash val="solid"/>
                  <a:rou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42" name="Arc 103"/>
            <p:cNvSpPr/>
            <p:nvPr/>
          </p:nvSpPr>
          <p:spPr bwMode="auto">
            <a:xfrm flipV="1">
              <a:off x="2487" y="1834"/>
              <a:ext cx="896" cy="352"/>
            </a:xfrm>
            <a:custGeom>
              <a:avLst/>
              <a:gdLst>
                <a:gd name="G0" fmla="+- 0 0 0"/>
                <a:gd name="G1" fmla="+- 21600 0 0"/>
                <a:gd name="G2" fmla="+- 21600 0 0"/>
                <a:gd name="T0" fmla="*/ 0 w 21600"/>
                <a:gd name="T1" fmla="*/ 0 h 21600"/>
                <a:gd name="T2" fmla="*/ 21600 w 21600"/>
                <a:gd name="T3" fmla="*/ 21600 h 21600"/>
                <a:gd name="T4" fmla="*/ 0 w 21600"/>
                <a:gd name="T5" fmla="*/ 21600 h 216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21600" h="21600" fill="none" extrusionOk="0">
                  <a:moveTo>
                    <a:pt x="0" y="0"/>
                  </a:moveTo>
                  <a:cubicBezTo>
                    <a:pt x="11929" y="0"/>
                    <a:pt x="21600" y="9670"/>
                    <a:pt x="21600" y="21600"/>
                  </a:cubicBezTo>
                </a:path>
                <a:path w="21600" h="21600" stroke="0" extrusionOk="0">
                  <a:moveTo>
                    <a:pt x="0" y="0"/>
                  </a:moveTo>
                  <a:cubicBezTo>
                    <a:pt x="11929" y="0"/>
                    <a:pt x="21600" y="9670"/>
                    <a:pt x="21600" y="21600"/>
                  </a:cubicBezTo>
                  <a:lnTo>
                    <a:pt x="0" y="21600"/>
                  </a:lnTo>
                  <a:close/>
                </a:path>
              </a:pathLst>
            </a:cu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43" name="Line 104"/>
            <p:cNvSpPr>
              <a:spLocks noChangeShapeType="1"/>
            </p:cNvSpPr>
            <p:nvPr/>
          </p:nvSpPr>
          <p:spPr bwMode="auto">
            <a:xfrm>
              <a:off x="2901" y="1680"/>
              <a:ext cx="992" cy="1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prstDash val="sysDot"/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44" name="Line 105"/>
            <p:cNvSpPr>
              <a:spLocks noChangeShapeType="1"/>
            </p:cNvSpPr>
            <p:nvPr/>
          </p:nvSpPr>
          <p:spPr bwMode="auto">
            <a:xfrm>
              <a:off x="3903" y="2076"/>
              <a:ext cx="1" cy="44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graphicFrame>
          <p:nvGraphicFramePr>
            <p:cNvPr id="45" name="对象 44"/>
            <p:cNvGraphicFramePr>
              <a:graphicFrameLocks noChangeAspect="1"/>
            </p:cNvGraphicFramePr>
            <p:nvPr/>
          </p:nvGraphicFramePr>
          <p:xfrm>
            <a:off x="3749" y="2103"/>
            <a:ext cx="315" cy="31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7687" name="Equation" r:id="rId29" imgW="127000" imgH="139700" progId="Equation.DSMT4">
                    <p:embed/>
                  </p:oleObj>
                </mc:Choice>
                <mc:Fallback>
                  <p:oleObj name="Equation" r:id="rId29" imgW="127000" imgH="139700" progId="Equation.DSMT4">
                    <p:embed/>
                    <p:pic>
                      <p:nvPicPr>
                        <p:cNvPr id="0" name="Object 106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30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749" y="2103"/>
                          <a:ext cx="315" cy="312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46" name="对象 45"/>
            <p:cNvGraphicFramePr>
              <a:graphicFrameLocks noChangeAspect="1"/>
            </p:cNvGraphicFramePr>
            <p:nvPr/>
          </p:nvGraphicFramePr>
          <p:xfrm>
            <a:off x="2475" y="1416"/>
            <a:ext cx="449" cy="52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7688" name="Equation" r:id="rId31" imgW="152400" imgH="393700" progId="Equation.DSMT4">
                    <p:embed/>
                  </p:oleObj>
                </mc:Choice>
                <mc:Fallback>
                  <p:oleObj name="Equation" r:id="rId31" imgW="152400" imgH="393700" progId="Equation.DSMT4">
                    <p:embed/>
                    <p:pic>
                      <p:nvPicPr>
                        <p:cNvPr id="0" name="Object 107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32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475" y="1416"/>
                          <a:ext cx="449" cy="528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47" name="对象 46"/>
            <p:cNvGraphicFramePr>
              <a:graphicFrameLocks noChangeAspect="1"/>
            </p:cNvGraphicFramePr>
            <p:nvPr/>
          </p:nvGraphicFramePr>
          <p:xfrm>
            <a:off x="2602" y="1042"/>
            <a:ext cx="219" cy="31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7689" name="Equation" r:id="rId33" imgW="88900" imgH="139700" progId="Equation.DSMT4">
                    <p:embed/>
                  </p:oleObj>
                </mc:Choice>
                <mc:Fallback>
                  <p:oleObj name="Equation" r:id="rId33" imgW="88900" imgH="139700" progId="Equation.DSMT4">
                    <p:embed/>
                    <p:pic>
                      <p:nvPicPr>
                        <p:cNvPr id="0" name="Object 108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3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602" y="1042"/>
                          <a:ext cx="219" cy="312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48" name="对象 47"/>
            <p:cNvGraphicFramePr>
              <a:graphicFrameLocks noChangeAspect="1"/>
            </p:cNvGraphicFramePr>
            <p:nvPr/>
          </p:nvGraphicFramePr>
          <p:xfrm>
            <a:off x="2579" y="2120"/>
            <a:ext cx="318" cy="333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7690" name="Equation" r:id="rId35" imgW="152400" imgH="177800" progId="Equation.DSMT4">
                    <p:embed/>
                  </p:oleObj>
                </mc:Choice>
                <mc:Fallback>
                  <p:oleObj name="Equation" r:id="rId35" imgW="152400" imgH="177800" progId="Equation.DSMT4">
                    <p:embed/>
                    <p:pic>
                      <p:nvPicPr>
                        <p:cNvPr id="0" name="Object 109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3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579" y="2120"/>
                          <a:ext cx="318" cy="333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49" name="对象 48"/>
            <p:cNvGraphicFramePr>
              <a:graphicFrameLocks noChangeAspect="1"/>
            </p:cNvGraphicFramePr>
            <p:nvPr/>
          </p:nvGraphicFramePr>
          <p:xfrm>
            <a:off x="2602" y="670"/>
            <a:ext cx="347" cy="369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7691" name="Equation" r:id="rId37" imgW="139700" imgH="165100" progId="Equation.DSMT4">
                    <p:embed/>
                  </p:oleObj>
                </mc:Choice>
                <mc:Fallback>
                  <p:oleObj name="Equation" r:id="rId37" imgW="139700" imgH="165100" progId="Equation.DSMT4">
                    <p:embed/>
                    <p:pic>
                      <p:nvPicPr>
                        <p:cNvPr id="0" name="Object 110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38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602" y="670"/>
                          <a:ext cx="347" cy="369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50" name="Freeform 111"/>
            <p:cNvSpPr/>
            <p:nvPr/>
          </p:nvSpPr>
          <p:spPr bwMode="auto">
            <a:xfrm>
              <a:off x="2680" y="1682"/>
              <a:ext cx="1213" cy="394"/>
            </a:xfrm>
            <a:custGeom>
              <a:avLst/>
              <a:gdLst>
                <a:gd name="T0" fmla="*/ 0 w 1213"/>
                <a:gd name="T1" fmla="*/ 394 h 394"/>
                <a:gd name="T2" fmla="*/ 703 w 1213"/>
                <a:gd name="T3" fmla="*/ 262 h 394"/>
                <a:gd name="T4" fmla="*/ 1213 w 1213"/>
                <a:gd name="T5" fmla="*/ 0 h 3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1213" h="394">
                  <a:moveTo>
                    <a:pt x="0" y="394"/>
                  </a:moveTo>
                  <a:cubicBezTo>
                    <a:pt x="250" y="361"/>
                    <a:pt x="501" y="328"/>
                    <a:pt x="703" y="262"/>
                  </a:cubicBezTo>
                  <a:cubicBezTo>
                    <a:pt x="905" y="196"/>
                    <a:pt x="1059" y="98"/>
                    <a:pt x="1213" y="0"/>
                  </a:cubicBezTo>
                </a:path>
              </a:pathLst>
            </a:custGeom>
            <a:noFill/>
            <a:ln w="25400">
              <a:solidFill>
                <a:srgbClr val="0000FF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51" name="Freeform 112"/>
            <p:cNvSpPr/>
            <p:nvPr/>
          </p:nvSpPr>
          <p:spPr bwMode="auto">
            <a:xfrm flipH="1" flipV="1">
              <a:off x="3870" y="1292"/>
              <a:ext cx="1213" cy="394"/>
            </a:xfrm>
            <a:custGeom>
              <a:avLst/>
              <a:gdLst>
                <a:gd name="T0" fmla="*/ 0 w 1213"/>
                <a:gd name="T1" fmla="*/ 394 h 394"/>
                <a:gd name="T2" fmla="*/ 703 w 1213"/>
                <a:gd name="T3" fmla="*/ 262 h 394"/>
                <a:gd name="T4" fmla="*/ 1213 w 1213"/>
                <a:gd name="T5" fmla="*/ 0 h 3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1213" h="394">
                  <a:moveTo>
                    <a:pt x="0" y="394"/>
                  </a:moveTo>
                  <a:cubicBezTo>
                    <a:pt x="250" y="361"/>
                    <a:pt x="501" y="328"/>
                    <a:pt x="703" y="262"/>
                  </a:cubicBezTo>
                  <a:cubicBezTo>
                    <a:pt x="905" y="196"/>
                    <a:pt x="1059" y="98"/>
                    <a:pt x="1213" y="0"/>
                  </a:cubicBezTo>
                </a:path>
              </a:pathLst>
            </a:custGeom>
            <a:noFill/>
            <a:ln w="25400">
              <a:solidFill>
                <a:srgbClr val="0000FF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</p:grpSp>
    </p:spTree>
  </p:cSld>
  <p:clrMapOvr>
    <a:masterClrMapping/>
  </p:clrMapOvr>
  <p:transition spd="med">
    <p:zo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07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6307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30789" name="Object 5"/>
          <p:cNvGraphicFramePr>
            <a:graphicFrameLocks noChangeAspect="1"/>
          </p:cNvGraphicFramePr>
          <p:nvPr/>
        </p:nvGraphicFramePr>
        <p:xfrm>
          <a:off x="878743" y="711933"/>
          <a:ext cx="8261350" cy="7921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8610" name="Document" r:id="rId1" imgW="3566160" imgH="342265" progId="Word.Document.8">
                  <p:embed/>
                </p:oleObj>
              </mc:Choice>
              <mc:Fallback>
                <p:oleObj name="Document" r:id="rId1" imgW="3566160" imgH="342265" progId="Word.Document.8">
                  <p:embed/>
                  <p:pic>
                    <p:nvPicPr>
                      <p:cNvPr id="0" name="图片 1860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78743" y="711933"/>
                        <a:ext cx="8261350" cy="7921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" name="Object 4"/>
          <p:cNvGraphicFramePr>
            <a:graphicFrameLocks noChangeAspect="1"/>
          </p:cNvGraphicFramePr>
          <p:nvPr/>
        </p:nvGraphicFramePr>
        <p:xfrm>
          <a:off x="803275" y="5070475"/>
          <a:ext cx="10774363" cy="1054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8611" name="Document" r:id="rId3" imgW="4400550" imgH="431165" progId="Word.Document.8">
                  <p:embed/>
                </p:oleObj>
              </mc:Choice>
              <mc:Fallback>
                <p:oleObj name="Document" r:id="rId3" imgW="4400550" imgH="431165" progId="Word.Document.8">
                  <p:embed/>
                  <p:pic>
                    <p:nvPicPr>
                      <p:cNvPr id="0" name="图片 1861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03275" y="5070475"/>
                        <a:ext cx="10774363" cy="10541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" name="Object 5"/>
          <p:cNvGraphicFramePr>
            <a:graphicFrameLocks noChangeAspect="1"/>
          </p:cNvGraphicFramePr>
          <p:nvPr/>
        </p:nvGraphicFramePr>
        <p:xfrm>
          <a:off x="1481138" y="1304925"/>
          <a:ext cx="7807325" cy="16144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8612" name="Document" r:id="rId5" imgW="3376295" imgH="697230" progId="Word.Document.8">
                  <p:embed/>
                </p:oleObj>
              </mc:Choice>
              <mc:Fallback>
                <p:oleObj name="Document" r:id="rId5" imgW="3376295" imgH="697230" progId="Word.Document.8">
                  <p:embed/>
                  <p:pic>
                    <p:nvPicPr>
                      <p:cNvPr id="0" name="图片 1861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481138" y="1304925"/>
                        <a:ext cx="7807325" cy="16144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" name="Object 6"/>
          <p:cNvGraphicFramePr>
            <a:graphicFrameLocks noChangeAspect="1"/>
          </p:cNvGraphicFramePr>
          <p:nvPr/>
        </p:nvGraphicFramePr>
        <p:xfrm>
          <a:off x="1481992" y="2695086"/>
          <a:ext cx="8261350" cy="8747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8613" name="Document" r:id="rId7" imgW="3566160" imgH="379095" progId="Word.Document.8">
                  <p:embed/>
                </p:oleObj>
              </mc:Choice>
              <mc:Fallback>
                <p:oleObj name="Document" r:id="rId7" imgW="3566160" imgH="379095" progId="Word.Document.8">
                  <p:embed/>
                  <p:pic>
                    <p:nvPicPr>
                      <p:cNvPr id="0" name="图片 1861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481992" y="2695086"/>
                        <a:ext cx="8261350" cy="8747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" name="Object 7"/>
          <p:cNvGraphicFramePr>
            <a:graphicFrameLocks noChangeAspect="1"/>
          </p:cNvGraphicFramePr>
          <p:nvPr/>
        </p:nvGraphicFramePr>
        <p:xfrm>
          <a:off x="1463675" y="3270250"/>
          <a:ext cx="10093325" cy="18827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8614" name="Document" r:id="rId9" imgW="4358005" imgH="813435" progId="Word.Document.8">
                  <p:embed/>
                </p:oleObj>
              </mc:Choice>
              <mc:Fallback>
                <p:oleObj name="Document" r:id="rId9" imgW="4358005" imgH="813435" progId="Word.Document.8">
                  <p:embed/>
                  <p:pic>
                    <p:nvPicPr>
                      <p:cNvPr id="0" name="图片 1861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463675" y="3270250"/>
                        <a:ext cx="10093325" cy="18827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10" name="Group 66"/>
          <p:cNvGrpSpPr>
            <a:grpSpLocks noChangeAspect="1"/>
          </p:cNvGrpSpPr>
          <p:nvPr/>
        </p:nvGrpSpPr>
        <p:grpSpPr bwMode="auto">
          <a:xfrm>
            <a:off x="9158410" y="1071690"/>
            <a:ext cx="2808045" cy="2080957"/>
            <a:chOff x="2264" y="426"/>
            <a:chExt cx="3036" cy="2251"/>
          </a:xfrm>
        </p:grpSpPr>
        <p:sp>
          <p:nvSpPr>
            <p:cNvPr id="11" name="AutoShape 67"/>
            <p:cNvSpPr>
              <a:spLocks noChangeAspect="1" noChangeArrowheads="1"/>
            </p:cNvSpPr>
            <p:nvPr/>
          </p:nvSpPr>
          <p:spPr bwMode="auto">
            <a:xfrm>
              <a:off x="2264" y="477"/>
              <a:ext cx="3036" cy="2200"/>
            </a:xfrm>
            <a:prstGeom prst="rect">
              <a:avLst/>
            </a:prstGeom>
            <a:noFill/>
            <a:ln w="9525">
              <a:solidFill>
                <a:srgbClr val="FFFFFF"/>
              </a:solidFill>
              <a:miter lim="800000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2" name="Line 69"/>
            <p:cNvSpPr>
              <a:spLocks noChangeShapeType="1"/>
            </p:cNvSpPr>
            <p:nvPr/>
          </p:nvSpPr>
          <p:spPr bwMode="auto">
            <a:xfrm>
              <a:off x="3893" y="1086"/>
              <a:ext cx="1" cy="946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prstDash val="sysDot"/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3" name="Line 70"/>
            <p:cNvSpPr>
              <a:spLocks noChangeShapeType="1"/>
            </p:cNvSpPr>
            <p:nvPr/>
          </p:nvSpPr>
          <p:spPr bwMode="auto">
            <a:xfrm>
              <a:off x="3501" y="1592"/>
              <a:ext cx="1" cy="44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prstDash val="sysDot"/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graphicFrame>
          <p:nvGraphicFramePr>
            <p:cNvPr id="14" name="对象 13"/>
            <p:cNvGraphicFramePr>
              <a:graphicFrameLocks noChangeAspect="1"/>
            </p:cNvGraphicFramePr>
            <p:nvPr/>
          </p:nvGraphicFramePr>
          <p:xfrm>
            <a:off x="4997" y="2094"/>
            <a:ext cx="230" cy="341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8615" name="Equation" r:id="rId11" imgW="2743200" imgH="3048000" progId="Equation.DSMT4">
                    <p:embed/>
                  </p:oleObj>
                </mc:Choice>
                <mc:Fallback>
                  <p:oleObj name="Equation" r:id="rId11" imgW="2743200" imgH="3048000" progId="Equation.DSMT4">
                    <p:embed/>
                    <p:pic>
                      <p:nvPicPr>
                        <p:cNvPr id="0" name="图片 18614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2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997" y="2094"/>
                          <a:ext cx="230" cy="341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grpSp>
          <p:nvGrpSpPr>
            <p:cNvPr id="15" name="Group 72"/>
            <p:cNvGrpSpPr/>
            <p:nvPr/>
          </p:nvGrpSpPr>
          <p:grpSpPr bwMode="auto">
            <a:xfrm>
              <a:off x="2582" y="426"/>
              <a:ext cx="2645" cy="1892"/>
              <a:chOff x="2582" y="426"/>
              <a:chExt cx="2645" cy="1892"/>
            </a:xfrm>
          </p:grpSpPr>
          <p:sp>
            <p:nvSpPr>
              <p:cNvPr id="27" name="Freeform 73"/>
              <p:cNvSpPr/>
              <p:nvPr/>
            </p:nvSpPr>
            <p:spPr bwMode="auto">
              <a:xfrm flipH="1">
                <a:off x="3893" y="1086"/>
                <a:ext cx="1142" cy="830"/>
              </a:xfrm>
              <a:custGeom>
                <a:avLst/>
                <a:gdLst>
                  <a:gd name="T0" fmla="*/ 0 w 2160"/>
                  <a:gd name="T1" fmla="*/ 1092 h 1092"/>
                  <a:gd name="T2" fmla="*/ 1260 w 2160"/>
                  <a:gd name="T3" fmla="*/ 780 h 1092"/>
                  <a:gd name="T4" fmla="*/ 1800 w 2160"/>
                  <a:gd name="T5" fmla="*/ 156 h 1092"/>
                  <a:gd name="T6" fmla="*/ 2160 w 2160"/>
                  <a:gd name="T7" fmla="*/ 0 h 109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2160" h="1092">
                    <a:moveTo>
                      <a:pt x="0" y="1092"/>
                    </a:moveTo>
                    <a:cubicBezTo>
                      <a:pt x="480" y="1014"/>
                      <a:pt x="960" y="936"/>
                      <a:pt x="1260" y="780"/>
                    </a:cubicBezTo>
                    <a:cubicBezTo>
                      <a:pt x="1560" y="624"/>
                      <a:pt x="1650" y="286"/>
                      <a:pt x="1800" y="156"/>
                    </a:cubicBezTo>
                    <a:cubicBezTo>
                      <a:pt x="1950" y="26"/>
                      <a:pt x="2055" y="13"/>
                      <a:pt x="2160" y="0"/>
                    </a:cubicBezTo>
                  </a:path>
                </a:pathLst>
              </a:custGeom>
              <a:noFill/>
              <a:ln w="25400">
                <a:solidFill>
                  <a:srgbClr val="0000FF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28" name="Freeform 74"/>
              <p:cNvSpPr/>
              <p:nvPr/>
            </p:nvSpPr>
            <p:spPr bwMode="auto">
              <a:xfrm>
                <a:off x="2712" y="1086"/>
                <a:ext cx="1181" cy="829"/>
              </a:xfrm>
              <a:custGeom>
                <a:avLst/>
                <a:gdLst>
                  <a:gd name="T0" fmla="*/ 0 w 2160"/>
                  <a:gd name="T1" fmla="*/ 1092 h 1092"/>
                  <a:gd name="T2" fmla="*/ 1260 w 2160"/>
                  <a:gd name="T3" fmla="*/ 780 h 1092"/>
                  <a:gd name="T4" fmla="*/ 1800 w 2160"/>
                  <a:gd name="T5" fmla="*/ 156 h 1092"/>
                  <a:gd name="T6" fmla="*/ 2160 w 2160"/>
                  <a:gd name="T7" fmla="*/ 0 h 109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2160" h="1092">
                    <a:moveTo>
                      <a:pt x="0" y="1092"/>
                    </a:moveTo>
                    <a:cubicBezTo>
                      <a:pt x="480" y="1014"/>
                      <a:pt x="960" y="936"/>
                      <a:pt x="1260" y="780"/>
                    </a:cubicBezTo>
                    <a:cubicBezTo>
                      <a:pt x="1560" y="624"/>
                      <a:pt x="1650" y="286"/>
                      <a:pt x="1800" y="156"/>
                    </a:cubicBezTo>
                    <a:cubicBezTo>
                      <a:pt x="1950" y="26"/>
                      <a:pt x="2055" y="13"/>
                      <a:pt x="2160" y="0"/>
                    </a:cubicBezTo>
                  </a:path>
                </a:pathLst>
              </a:custGeom>
              <a:noFill/>
              <a:ln w="25400">
                <a:solidFill>
                  <a:srgbClr val="0000FF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29" name="Line 75"/>
              <p:cNvSpPr>
                <a:spLocks noChangeShapeType="1"/>
              </p:cNvSpPr>
              <p:nvPr/>
            </p:nvSpPr>
            <p:spPr bwMode="auto">
              <a:xfrm>
                <a:off x="2582" y="2031"/>
                <a:ext cx="2645" cy="1"/>
              </a:xfrm>
              <a:prstGeom prst="line">
                <a:avLst/>
              </a:prstGeom>
              <a:noFill/>
              <a:ln w="12700">
                <a:solidFill>
                  <a:srgbClr val="000000"/>
                </a:solidFill>
                <a:rou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30" name="Line 76"/>
              <p:cNvSpPr>
                <a:spLocks noChangeShapeType="1"/>
              </p:cNvSpPr>
              <p:nvPr/>
            </p:nvSpPr>
            <p:spPr bwMode="auto">
              <a:xfrm flipV="1">
                <a:off x="2996" y="426"/>
                <a:ext cx="1" cy="1892"/>
              </a:xfrm>
              <a:prstGeom prst="line">
                <a:avLst/>
              </a:prstGeom>
              <a:noFill/>
              <a:ln w="12700">
                <a:solidFill>
                  <a:srgbClr val="000000"/>
                </a:solidFill>
                <a:rou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</p:grpSp>
        <p:sp>
          <p:nvSpPr>
            <p:cNvPr id="16" name="Line 77"/>
            <p:cNvSpPr>
              <a:spLocks noChangeShapeType="1"/>
            </p:cNvSpPr>
            <p:nvPr/>
          </p:nvSpPr>
          <p:spPr bwMode="auto">
            <a:xfrm>
              <a:off x="4284" y="1592"/>
              <a:ext cx="1" cy="44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prstDash val="sysDot"/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7" name="Line 78"/>
            <p:cNvSpPr>
              <a:spLocks noChangeShapeType="1"/>
            </p:cNvSpPr>
            <p:nvPr/>
          </p:nvSpPr>
          <p:spPr bwMode="auto">
            <a:xfrm flipH="1">
              <a:off x="3180" y="1086"/>
              <a:ext cx="713" cy="0"/>
            </a:xfrm>
            <a:prstGeom prst="line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8" name="Line 79"/>
            <p:cNvSpPr>
              <a:spLocks noChangeShapeType="1"/>
            </p:cNvSpPr>
            <p:nvPr/>
          </p:nvSpPr>
          <p:spPr bwMode="auto">
            <a:xfrm flipH="1">
              <a:off x="3180" y="1086"/>
              <a:ext cx="713" cy="0"/>
            </a:xfrm>
            <a:prstGeom prst="line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9" name="Line 80"/>
            <p:cNvSpPr>
              <a:spLocks noChangeShapeType="1"/>
            </p:cNvSpPr>
            <p:nvPr/>
          </p:nvSpPr>
          <p:spPr bwMode="auto">
            <a:xfrm flipH="1">
              <a:off x="2996" y="1086"/>
              <a:ext cx="897" cy="1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prstDash val="sysDot"/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graphicFrame>
          <p:nvGraphicFramePr>
            <p:cNvPr id="20" name="对象 19"/>
            <p:cNvGraphicFramePr>
              <a:graphicFrameLocks noChangeAspect="1"/>
            </p:cNvGraphicFramePr>
            <p:nvPr/>
          </p:nvGraphicFramePr>
          <p:xfrm>
            <a:off x="3180" y="2080"/>
            <a:ext cx="474" cy="25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8616" name="Equation" r:id="rId13" imgW="317500" imgH="139700" progId="Equation.DSMT4">
                    <p:embed/>
                  </p:oleObj>
                </mc:Choice>
                <mc:Fallback>
                  <p:oleObj name="Equation" r:id="rId13" imgW="317500" imgH="139700" progId="Equation.DSMT4">
                    <p:embed/>
                    <p:pic>
                      <p:nvPicPr>
                        <p:cNvPr id="0" name="图片 18615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180" y="2080"/>
                          <a:ext cx="474" cy="257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21" name="对象 20"/>
            <p:cNvGraphicFramePr>
              <a:graphicFrameLocks noChangeAspect="1"/>
            </p:cNvGraphicFramePr>
            <p:nvPr/>
          </p:nvGraphicFramePr>
          <p:xfrm>
            <a:off x="4105" y="2058"/>
            <a:ext cx="555" cy="25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8617" name="Equation" r:id="rId15" imgW="393065" imgH="177800" progId="Equation.DSMT4">
                    <p:embed/>
                  </p:oleObj>
                </mc:Choice>
                <mc:Fallback>
                  <p:oleObj name="Equation" r:id="rId15" imgW="393065" imgH="177800" progId="Equation.DSMT4">
                    <p:embed/>
                    <p:pic>
                      <p:nvPicPr>
                        <p:cNvPr id="0" name="图片 18616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105" y="2058"/>
                          <a:ext cx="555" cy="257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22" name="对象 21"/>
            <p:cNvGraphicFramePr>
              <a:graphicFrameLocks noChangeAspect="1"/>
            </p:cNvGraphicFramePr>
            <p:nvPr/>
          </p:nvGraphicFramePr>
          <p:xfrm>
            <a:off x="3972" y="676"/>
            <a:ext cx="924" cy="32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8618" name="Equation" r:id="rId17" imgW="584200" imgH="203200" progId="Equation.DSMT4">
                    <p:embed/>
                  </p:oleObj>
                </mc:Choice>
                <mc:Fallback>
                  <p:oleObj name="Equation" r:id="rId17" imgW="584200" imgH="203200" progId="Equation.DSMT4">
                    <p:embed/>
                    <p:pic>
                      <p:nvPicPr>
                        <p:cNvPr id="0" name="图片 18617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8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972" y="676"/>
                          <a:ext cx="924" cy="328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23" name="对象 22"/>
            <p:cNvGraphicFramePr>
              <a:graphicFrameLocks noChangeAspect="1"/>
            </p:cNvGraphicFramePr>
            <p:nvPr/>
          </p:nvGraphicFramePr>
          <p:xfrm>
            <a:off x="2329" y="819"/>
            <a:ext cx="602" cy="579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8619" name="Equation" r:id="rId19" imgW="457200" imgH="419100" progId="Equation.DSMT4">
                    <p:embed/>
                  </p:oleObj>
                </mc:Choice>
                <mc:Fallback>
                  <p:oleObj name="Equation" r:id="rId19" imgW="457200" imgH="419100" progId="Equation.DSMT4">
                    <p:embed/>
                    <p:pic>
                      <p:nvPicPr>
                        <p:cNvPr id="0" name="图片 18618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0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329" y="819"/>
                          <a:ext cx="602" cy="579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24" name="对象 23"/>
            <p:cNvGraphicFramePr>
              <a:graphicFrameLocks noChangeAspect="1"/>
            </p:cNvGraphicFramePr>
            <p:nvPr/>
          </p:nvGraphicFramePr>
          <p:xfrm>
            <a:off x="2671" y="2032"/>
            <a:ext cx="318" cy="333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8620" name="Equation" r:id="rId21" imgW="152400" imgH="177800" progId="Equation.DSMT4">
                    <p:embed/>
                  </p:oleObj>
                </mc:Choice>
                <mc:Fallback>
                  <p:oleObj name="Equation" r:id="rId21" imgW="152400" imgH="177800" progId="Equation.DSMT4">
                    <p:embed/>
                    <p:pic>
                      <p:nvPicPr>
                        <p:cNvPr id="0" name="图片 18619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2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671" y="2032"/>
                          <a:ext cx="318" cy="333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25" name="对象 24"/>
            <p:cNvGraphicFramePr>
              <a:graphicFrameLocks noChangeAspect="1"/>
            </p:cNvGraphicFramePr>
            <p:nvPr/>
          </p:nvGraphicFramePr>
          <p:xfrm>
            <a:off x="2694" y="449"/>
            <a:ext cx="347" cy="369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8621" name="Equation" r:id="rId23" imgW="139700" imgH="165100" progId="Equation.DSMT4">
                    <p:embed/>
                  </p:oleObj>
                </mc:Choice>
                <mc:Fallback>
                  <p:oleObj name="Equation" r:id="rId23" imgW="139700" imgH="165100" progId="Equation.DSMT4">
                    <p:embed/>
                    <p:pic>
                      <p:nvPicPr>
                        <p:cNvPr id="0" name="图片 18620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694" y="449"/>
                          <a:ext cx="347" cy="369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26" name="对象 25"/>
            <p:cNvGraphicFramePr>
              <a:graphicFrameLocks noChangeAspect="1"/>
            </p:cNvGraphicFramePr>
            <p:nvPr/>
          </p:nvGraphicFramePr>
          <p:xfrm>
            <a:off x="3782" y="2094"/>
            <a:ext cx="226" cy="22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8622" name="Equation" r:id="rId25" imgW="127000" imgH="139700" progId="Equation.DSMT4">
                    <p:embed/>
                  </p:oleObj>
                </mc:Choice>
                <mc:Fallback>
                  <p:oleObj name="Equation" r:id="rId25" imgW="127000" imgH="139700" progId="Equation.DSMT4">
                    <p:embed/>
                    <p:pic>
                      <p:nvPicPr>
                        <p:cNvPr id="0" name="图片 18621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782" y="2094"/>
                          <a:ext cx="226" cy="226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</p:spTree>
  </p:cSld>
  <p:clrMapOvr>
    <a:masterClrMapping/>
  </p:clrMapOvr>
  <p:transition spd="med">
    <p:zo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07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6307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30789" name="Object 5"/>
          <p:cNvGraphicFramePr>
            <a:graphicFrameLocks noChangeAspect="1"/>
          </p:cNvGraphicFramePr>
          <p:nvPr/>
        </p:nvGraphicFramePr>
        <p:xfrm>
          <a:off x="1017465" y="948960"/>
          <a:ext cx="10401300" cy="15398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9539" name="Document" r:id="rId1" imgW="4697095" imgH="697230" progId="Word.Document.8">
                  <p:embed/>
                </p:oleObj>
              </mc:Choice>
              <mc:Fallback>
                <p:oleObj name="Document" r:id="rId1" imgW="4697095" imgH="697230" progId="Word.Document.8">
                  <p:embed/>
                  <p:pic>
                    <p:nvPicPr>
                      <p:cNvPr id="0" name="图片 1953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017465" y="948960"/>
                        <a:ext cx="10401300" cy="15398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" name="Object 4"/>
          <p:cNvGraphicFramePr>
            <a:graphicFrameLocks noChangeAspect="1"/>
          </p:cNvGraphicFramePr>
          <p:nvPr/>
        </p:nvGraphicFramePr>
        <p:xfrm>
          <a:off x="967459" y="2242197"/>
          <a:ext cx="10501312" cy="33940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9540" name="Document" r:id="rId3" imgW="4795520" imgH="1553845" progId="Word.Document.8">
                  <p:embed/>
                </p:oleObj>
              </mc:Choice>
              <mc:Fallback>
                <p:oleObj name="Document" r:id="rId3" imgW="4795520" imgH="1553845" progId="Word.Document.8">
                  <p:embed/>
                  <p:pic>
                    <p:nvPicPr>
                      <p:cNvPr id="0" name="图片 1953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67459" y="2242197"/>
                        <a:ext cx="10501312" cy="33940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" name="Object 4"/>
          <p:cNvGraphicFramePr>
            <a:graphicFrameLocks noChangeAspect="1"/>
          </p:cNvGraphicFramePr>
          <p:nvPr/>
        </p:nvGraphicFramePr>
        <p:xfrm>
          <a:off x="4065307" y="4865315"/>
          <a:ext cx="3600450" cy="6873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9541" name="Document" r:id="rId5" imgW="1670050" imgH="318135" progId="Word.Document.8">
                  <p:embed/>
                </p:oleObj>
              </mc:Choice>
              <mc:Fallback>
                <p:oleObj name="Document" r:id="rId5" imgW="1670050" imgH="318135" progId="Word.Document.8">
                  <p:embed/>
                  <p:pic>
                    <p:nvPicPr>
                      <p:cNvPr id="0" name="图片 1954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065307" y="4865315"/>
                        <a:ext cx="3600450" cy="6873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ransition spd="med">
    <p:zo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07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6307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30789" name="Object 5"/>
          <p:cNvGraphicFramePr>
            <a:graphicFrameLocks noChangeAspect="1"/>
          </p:cNvGraphicFramePr>
          <p:nvPr/>
        </p:nvGraphicFramePr>
        <p:xfrm>
          <a:off x="1108075" y="871721"/>
          <a:ext cx="10140950" cy="10636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681" name="Document" r:id="rId1" imgW="4449445" imgH="464820" progId="Word.Document.8">
                  <p:embed/>
                </p:oleObj>
              </mc:Choice>
              <mc:Fallback>
                <p:oleObj name="Document" r:id="rId1" imgW="4449445" imgH="464820" progId="Word.Document.8">
                  <p:embed/>
                  <p:pic>
                    <p:nvPicPr>
                      <p:cNvPr id="0" name="图片 2068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108075" y="871721"/>
                        <a:ext cx="10140950" cy="10636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" name="Object 5"/>
          <p:cNvGraphicFramePr>
            <a:graphicFrameLocks noChangeAspect="1"/>
          </p:cNvGraphicFramePr>
          <p:nvPr/>
        </p:nvGraphicFramePr>
        <p:xfrm>
          <a:off x="1108075" y="1516063"/>
          <a:ext cx="10177463" cy="11128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682" name="Document" r:id="rId3" imgW="4287520" imgH="471170" progId="Word.Document.8">
                  <p:embed/>
                </p:oleObj>
              </mc:Choice>
              <mc:Fallback>
                <p:oleObj name="Document" r:id="rId3" imgW="4287520" imgH="471170" progId="Word.Document.8">
                  <p:embed/>
                  <p:pic>
                    <p:nvPicPr>
                      <p:cNvPr id="0" name="图片 2068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108075" y="1516063"/>
                        <a:ext cx="10177463" cy="11128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" name="Object 5"/>
          <p:cNvGraphicFramePr>
            <a:graphicFrameLocks noChangeAspect="1"/>
          </p:cNvGraphicFramePr>
          <p:nvPr/>
        </p:nvGraphicFramePr>
        <p:xfrm>
          <a:off x="1752945" y="2280544"/>
          <a:ext cx="9092298" cy="13477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683" name="Document" r:id="rId5" imgW="3859530" imgH="574675" progId="Word.Document.8">
                  <p:embed/>
                </p:oleObj>
              </mc:Choice>
              <mc:Fallback>
                <p:oleObj name="Document" r:id="rId5" imgW="3859530" imgH="574675" progId="Word.Document.8">
                  <p:embed/>
                  <p:pic>
                    <p:nvPicPr>
                      <p:cNvPr id="0" name="图片 2068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752945" y="2280544"/>
                        <a:ext cx="9092298" cy="13477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2" name="Group 62"/>
          <p:cNvGrpSpPr>
            <a:grpSpLocks noChangeAspect="1"/>
          </p:cNvGrpSpPr>
          <p:nvPr/>
        </p:nvGrpSpPr>
        <p:grpSpPr bwMode="auto">
          <a:xfrm>
            <a:off x="2104372" y="3640949"/>
            <a:ext cx="3410603" cy="2330197"/>
            <a:chOff x="2362" y="518"/>
            <a:chExt cx="2980" cy="2036"/>
          </a:xfrm>
        </p:grpSpPr>
        <p:sp>
          <p:nvSpPr>
            <p:cNvPr id="3" name="AutoShape 63"/>
            <p:cNvSpPr>
              <a:spLocks noChangeAspect="1" noChangeArrowheads="1"/>
            </p:cNvSpPr>
            <p:nvPr/>
          </p:nvSpPr>
          <p:spPr bwMode="auto">
            <a:xfrm>
              <a:off x="2362" y="534"/>
              <a:ext cx="2980" cy="202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grpSp>
          <p:nvGrpSpPr>
            <p:cNvPr id="7" name="Group 64"/>
            <p:cNvGrpSpPr/>
            <p:nvPr/>
          </p:nvGrpSpPr>
          <p:grpSpPr bwMode="auto">
            <a:xfrm>
              <a:off x="2702" y="1178"/>
              <a:ext cx="2330" cy="831"/>
              <a:chOff x="2973" y="1084"/>
              <a:chExt cx="1817" cy="831"/>
            </a:xfrm>
          </p:grpSpPr>
          <p:sp>
            <p:nvSpPr>
              <p:cNvPr id="16" name="Freeform 65"/>
              <p:cNvSpPr/>
              <p:nvPr/>
            </p:nvSpPr>
            <p:spPr bwMode="auto">
              <a:xfrm flipH="1">
                <a:off x="3893" y="1084"/>
                <a:ext cx="897" cy="830"/>
              </a:xfrm>
              <a:custGeom>
                <a:avLst/>
                <a:gdLst>
                  <a:gd name="T0" fmla="*/ 0 w 2160"/>
                  <a:gd name="T1" fmla="*/ 1092 h 1092"/>
                  <a:gd name="T2" fmla="*/ 1260 w 2160"/>
                  <a:gd name="T3" fmla="*/ 780 h 1092"/>
                  <a:gd name="T4" fmla="*/ 1800 w 2160"/>
                  <a:gd name="T5" fmla="*/ 156 h 1092"/>
                  <a:gd name="T6" fmla="*/ 2160 w 2160"/>
                  <a:gd name="T7" fmla="*/ 0 h 109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2160" h="1092">
                    <a:moveTo>
                      <a:pt x="0" y="1092"/>
                    </a:moveTo>
                    <a:cubicBezTo>
                      <a:pt x="480" y="1014"/>
                      <a:pt x="960" y="936"/>
                      <a:pt x="1260" y="780"/>
                    </a:cubicBezTo>
                    <a:cubicBezTo>
                      <a:pt x="1560" y="624"/>
                      <a:pt x="1650" y="286"/>
                      <a:pt x="1800" y="156"/>
                    </a:cubicBezTo>
                    <a:cubicBezTo>
                      <a:pt x="1950" y="26"/>
                      <a:pt x="2055" y="13"/>
                      <a:pt x="2160" y="0"/>
                    </a:cubicBezTo>
                  </a:path>
                </a:pathLst>
              </a:custGeom>
              <a:noFill/>
              <a:ln w="25400">
                <a:solidFill>
                  <a:srgbClr val="0000FF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17" name="Freeform 66"/>
              <p:cNvSpPr/>
              <p:nvPr/>
            </p:nvSpPr>
            <p:spPr bwMode="auto">
              <a:xfrm>
                <a:off x="2973" y="1086"/>
                <a:ext cx="920" cy="829"/>
              </a:xfrm>
              <a:custGeom>
                <a:avLst/>
                <a:gdLst>
                  <a:gd name="T0" fmla="*/ 0 w 2160"/>
                  <a:gd name="T1" fmla="*/ 1092 h 1092"/>
                  <a:gd name="T2" fmla="*/ 1260 w 2160"/>
                  <a:gd name="T3" fmla="*/ 780 h 1092"/>
                  <a:gd name="T4" fmla="*/ 1800 w 2160"/>
                  <a:gd name="T5" fmla="*/ 156 h 1092"/>
                  <a:gd name="T6" fmla="*/ 2160 w 2160"/>
                  <a:gd name="T7" fmla="*/ 0 h 109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2160" h="1092">
                    <a:moveTo>
                      <a:pt x="0" y="1092"/>
                    </a:moveTo>
                    <a:cubicBezTo>
                      <a:pt x="480" y="1014"/>
                      <a:pt x="960" y="936"/>
                      <a:pt x="1260" y="780"/>
                    </a:cubicBezTo>
                    <a:cubicBezTo>
                      <a:pt x="1560" y="624"/>
                      <a:pt x="1650" y="286"/>
                      <a:pt x="1800" y="156"/>
                    </a:cubicBezTo>
                    <a:cubicBezTo>
                      <a:pt x="1950" y="26"/>
                      <a:pt x="2055" y="13"/>
                      <a:pt x="2160" y="0"/>
                    </a:cubicBezTo>
                  </a:path>
                </a:pathLst>
              </a:custGeom>
              <a:noFill/>
              <a:ln w="25400">
                <a:solidFill>
                  <a:srgbClr val="0000FF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</p:grpSp>
        <p:sp>
          <p:nvSpPr>
            <p:cNvPr id="8" name="Line 67"/>
            <p:cNvSpPr>
              <a:spLocks noChangeShapeType="1"/>
            </p:cNvSpPr>
            <p:nvPr/>
          </p:nvSpPr>
          <p:spPr bwMode="auto">
            <a:xfrm>
              <a:off x="3893" y="1988"/>
              <a:ext cx="0" cy="462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9" name="Line 68"/>
            <p:cNvSpPr>
              <a:spLocks noChangeShapeType="1"/>
            </p:cNvSpPr>
            <p:nvPr/>
          </p:nvSpPr>
          <p:spPr bwMode="auto">
            <a:xfrm flipV="1">
              <a:off x="2482" y="2076"/>
              <a:ext cx="2860" cy="21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graphicFrame>
          <p:nvGraphicFramePr>
            <p:cNvPr id="10" name="对象 9"/>
            <p:cNvGraphicFramePr>
              <a:graphicFrameLocks noChangeAspect="1"/>
            </p:cNvGraphicFramePr>
            <p:nvPr/>
          </p:nvGraphicFramePr>
          <p:xfrm>
            <a:off x="4946" y="2182"/>
            <a:ext cx="391" cy="33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0684" name="Equation" r:id="rId7" imgW="3048000" imgH="3352800" progId="Equation.DSMT4">
                    <p:embed/>
                  </p:oleObj>
                </mc:Choice>
                <mc:Fallback>
                  <p:oleObj name="Equation" r:id="rId7" imgW="3048000" imgH="3352800" progId="Equation.DSMT4">
                    <p:embed/>
                    <p:pic>
                      <p:nvPicPr>
                        <p:cNvPr id="0" name="Object 69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8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946" y="2182"/>
                          <a:ext cx="391" cy="336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1" name="Line 70"/>
            <p:cNvSpPr>
              <a:spLocks noChangeShapeType="1"/>
            </p:cNvSpPr>
            <p:nvPr/>
          </p:nvSpPr>
          <p:spPr bwMode="auto">
            <a:xfrm flipV="1">
              <a:off x="3893" y="618"/>
              <a:ext cx="1" cy="1852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graphicFrame>
          <p:nvGraphicFramePr>
            <p:cNvPr id="12" name="对象 11"/>
            <p:cNvGraphicFramePr>
              <a:graphicFrameLocks noChangeAspect="1"/>
            </p:cNvGraphicFramePr>
            <p:nvPr/>
          </p:nvGraphicFramePr>
          <p:xfrm>
            <a:off x="3292" y="766"/>
            <a:ext cx="412" cy="61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0685" name="Equation" r:id="rId9" imgW="8839200" imgH="10058400" progId="Equation.DSMT4">
                    <p:embed/>
                  </p:oleObj>
                </mc:Choice>
                <mc:Fallback>
                  <p:oleObj name="Equation" r:id="rId9" imgW="8839200" imgH="10058400" progId="Equation.DSMT4">
                    <p:embed/>
                    <p:pic>
                      <p:nvPicPr>
                        <p:cNvPr id="0" name="Object 71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0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292" y="766"/>
                          <a:ext cx="412" cy="61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3" name="对象 12"/>
            <p:cNvGraphicFramePr>
              <a:graphicFrameLocks noChangeAspect="1"/>
            </p:cNvGraphicFramePr>
            <p:nvPr/>
          </p:nvGraphicFramePr>
          <p:xfrm>
            <a:off x="4203" y="1022"/>
            <a:ext cx="940" cy="38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0686" name="Equation" r:id="rId11" imgW="481965" imgH="177800" progId="Equation.DSMT4">
                    <p:embed/>
                  </p:oleObj>
                </mc:Choice>
                <mc:Fallback>
                  <p:oleObj name="Equation" r:id="rId11" imgW="481965" imgH="177800" progId="Equation.DSMT4">
                    <p:embed/>
                    <p:pic>
                      <p:nvPicPr>
                        <p:cNvPr id="0" name="Object 72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2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203" y="1022"/>
                          <a:ext cx="940" cy="38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4" name="对象 13"/>
            <p:cNvGraphicFramePr>
              <a:graphicFrameLocks noChangeAspect="1"/>
            </p:cNvGraphicFramePr>
            <p:nvPr/>
          </p:nvGraphicFramePr>
          <p:xfrm>
            <a:off x="3525" y="2076"/>
            <a:ext cx="318" cy="333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0687" name="Equation" r:id="rId13" imgW="152400" imgH="177800" progId="Equation.DSMT4">
                    <p:embed/>
                  </p:oleObj>
                </mc:Choice>
                <mc:Fallback>
                  <p:oleObj name="Equation" r:id="rId13" imgW="152400" imgH="177800" progId="Equation.DSMT4">
                    <p:embed/>
                    <p:pic>
                      <p:nvPicPr>
                        <p:cNvPr id="0" name="Object 73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525" y="2076"/>
                          <a:ext cx="318" cy="333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5" name="对象 14"/>
            <p:cNvGraphicFramePr>
              <a:graphicFrameLocks noChangeAspect="1"/>
            </p:cNvGraphicFramePr>
            <p:nvPr/>
          </p:nvGraphicFramePr>
          <p:xfrm>
            <a:off x="3548" y="518"/>
            <a:ext cx="347" cy="369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0688" name="Equation" r:id="rId15" imgW="139700" imgH="165100" progId="Equation.DSMT4">
                    <p:embed/>
                  </p:oleObj>
                </mc:Choice>
                <mc:Fallback>
                  <p:oleObj name="Equation" r:id="rId15" imgW="139700" imgH="165100" progId="Equation.DSMT4">
                    <p:embed/>
                    <p:pic>
                      <p:nvPicPr>
                        <p:cNvPr id="0" name="Object 74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548" y="518"/>
                          <a:ext cx="347" cy="369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18" name="Group 83"/>
          <p:cNvGrpSpPr>
            <a:grpSpLocks noChangeAspect="1"/>
          </p:cNvGrpSpPr>
          <p:nvPr/>
        </p:nvGrpSpPr>
        <p:grpSpPr bwMode="auto">
          <a:xfrm>
            <a:off x="5551599" y="3596766"/>
            <a:ext cx="4121558" cy="2495786"/>
            <a:chOff x="2096" y="670"/>
            <a:chExt cx="3249" cy="1968"/>
          </a:xfrm>
        </p:grpSpPr>
        <p:sp>
          <p:nvSpPr>
            <p:cNvPr id="19" name="AutoShape 84"/>
            <p:cNvSpPr>
              <a:spLocks noChangeAspect="1" noChangeArrowheads="1"/>
            </p:cNvSpPr>
            <p:nvPr/>
          </p:nvSpPr>
          <p:spPr bwMode="auto">
            <a:xfrm>
              <a:off x="2487" y="912"/>
              <a:ext cx="2858" cy="1726"/>
            </a:xfrm>
            <a:prstGeom prst="rect">
              <a:avLst/>
            </a:prstGeom>
            <a:noFill/>
            <a:ln w="9525">
              <a:solidFill>
                <a:srgbClr val="FFFFFF"/>
              </a:solidFill>
              <a:miter lim="800000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graphicFrame>
          <p:nvGraphicFramePr>
            <p:cNvPr id="20" name="对象 19"/>
            <p:cNvGraphicFramePr>
              <a:graphicFrameLocks noChangeAspect="1"/>
            </p:cNvGraphicFramePr>
            <p:nvPr/>
          </p:nvGraphicFramePr>
          <p:xfrm>
            <a:off x="5008" y="2167"/>
            <a:ext cx="232" cy="31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0689" name="Equation" r:id="rId17" imgW="3048000" imgH="3352800" progId="Equation.DSMT4">
                    <p:embed/>
                  </p:oleObj>
                </mc:Choice>
                <mc:Fallback>
                  <p:oleObj name="Equation" r:id="rId17" imgW="3048000" imgH="3352800" progId="Equation.DSMT4">
                    <p:embed/>
                    <p:pic>
                      <p:nvPicPr>
                        <p:cNvPr id="0" name="Object 85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8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5008" y="2167"/>
                          <a:ext cx="232" cy="316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21" name="Line 86"/>
            <p:cNvSpPr>
              <a:spLocks noChangeShapeType="1"/>
            </p:cNvSpPr>
            <p:nvPr/>
          </p:nvSpPr>
          <p:spPr bwMode="auto">
            <a:xfrm>
              <a:off x="2602" y="2120"/>
              <a:ext cx="2638" cy="1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22" name="Line 87"/>
            <p:cNvSpPr>
              <a:spLocks noChangeShapeType="1"/>
            </p:cNvSpPr>
            <p:nvPr/>
          </p:nvSpPr>
          <p:spPr bwMode="auto">
            <a:xfrm flipV="1">
              <a:off x="3892" y="814"/>
              <a:ext cx="1" cy="1672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23" name="Line 88"/>
            <p:cNvSpPr>
              <a:spLocks noChangeShapeType="1"/>
            </p:cNvSpPr>
            <p:nvPr/>
          </p:nvSpPr>
          <p:spPr bwMode="auto">
            <a:xfrm flipH="1">
              <a:off x="3180" y="1086"/>
              <a:ext cx="713" cy="0"/>
            </a:xfrm>
            <a:prstGeom prst="line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24" name="Line 89"/>
            <p:cNvSpPr>
              <a:spLocks noChangeShapeType="1"/>
            </p:cNvSpPr>
            <p:nvPr/>
          </p:nvSpPr>
          <p:spPr bwMode="auto">
            <a:xfrm flipH="1">
              <a:off x="3180" y="1086"/>
              <a:ext cx="713" cy="0"/>
            </a:xfrm>
            <a:prstGeom prst="line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graphicFrame>
          <p:nvGraphicFramePr>
            <p:cNvPr id="25" name="对象 24"/>
            <p:cNvGraphicFramePr>
              <a:graphicFrameLocks noChangeAspect="1"/>
            </p:cNvGraphicFramePr>
            <p:nvPr/>
          </p:nvGraphicFramePr>
          <p:xfrm>
            <a:off x="4176" y="1438"/>
            <a:ext cx="1034" cy="32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0690" name="Equation" r:id="rId19" imgW="596900" imgH="203200" progId="Equation.DSMT4">
                    <p:embed/>
                  </p:oleObj>
                </mc:Choice>
                <mc:Fallback>
                  <p:oleObj name="Equation" r:id="rId19" imgW="596900" imgH="203200" progId="Equation.DSMT4">
                    <p:embed/>
                    <p:pic>
                      <p:nvPicPr>
                        <p:cNvPr id="0" name="Object 90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0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176" y="1438"/>
                          <a:ext cx="1034" cy="32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26" name="Freeform 91"/>
            <p:cNvSpPr/>
            <p:nvPr/>
          </p:nvSpPr>
          <p:spPr bwMode="auto">
            <a:xfrm>
              <a:off x="2786" y="1262"/>
              <a:ext cx="851" cy="264"/>
            </a:xfrm>
            <a:custGeom>
              <a:avLst/>
              <a:gdLst>
                <a:gd name="T0" fmla="*/ 851 w 851"/>
                <a:gd name="T1" fmla="*/ 0 h 264"/>
                <a:gd name="T2" fmla="*/ 391 w 851"/>
                <a:gd name="T3" fmla="*/ 66 h 264"/>
                <a:gd name="T4" fmla="*/ 0 w 851"/>
                <a:gd name="T5" fmla="*/ 264 h 26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851" h="264">
                  <a:moveTo>
                    <a:pt x="851" y="0"/>
                  </a:moveTo>
                  <a:cubicBezTo>
                    <a:pt x="692" y="11"/>
                    <a:pt x="533" y="22"/>
                    <a:pt x="391" y="66"/>
                  </a:cubicBezTo>
                  <a:cubicBezTo>
                    <a:pt x="249" y="110"/>
                    <a:pt x="65" y="231"/>
                    <a:pt x="0" y="264"/>
                  </a:cubicBezTo>
                </a:path>
              </a:pathLst>
            </a:cu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prstDash val="solid"/>
                  <a:rou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27" name="Freeform 92"/>
            <p:cNvSpPr/>
            <p:nvPr/>
          </p:nvSpPr>
          <p:spPr bwMode="auto">
            <a:xfrm>
              <a:off x="2096" y="1262"/>
              <a:ext cx="1564" cy="770"/>
            </a:xfrm>
            <a:custGeom>
              <a:avLst/>
              <a:gdLst>
                <a:gd name="T0" fmla="*/ 0 w 1564"/>
                <a:gd name="T1" fmla="*/ 770 h 770"/>
                <a:gd name="T2" fmla="*/ 506 w 1564"/>
                <a:gd name="T3" fmla="*/ 594 h 770"/>
                <a:gd name="T4" fmla="*/ 713 w 1564"/>
                <a:gd name="T5" fmla="*/ 286 h 770"/>
                <a:gd name="T6" fmla="*/ 1058 w 1564"/>
                <a:gd name="T7" fmla="*/ 44 h 770"/>
                <a:gd name="T8" fmla="*/ 1564 w 1564"/>
                <a:gd name="T9" fmla="*/ 22 h 7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564" h="770">
                  <a:moveTo>
                    <a:pt x="0" y="770"/>
                  </a:moveTo>
                  <a:cubicBezTo>
                    <a:pt x="193" y="722"/>
                    <a:pt x="387" y="675"/>
                    <a:pt x="506" y="594"/>
                  </a:cubicBezTo>
                  <a:cubicBezTo>
                    <a:pt x="625" y="513"/>
                    <a:pt x="621" y="378"/>
                    <a:pt x="713" y="286"/>
                  </a:cubicBezTo>
                  <a:cubicBezTo>
                    <a:pt x="805" y="194"/>
                    <a:pt x="916" y="88"/>
                    <a:pt x="1058" y="44"/>
                  </a:cubicBezTo>
                  <a:cubicBezTo>
                    <a:pt x="1200" y="0"/>
                    <a:pt x="1480" y="26"/>
                    <a:pt x="1564" y="22"/>
                  </a:cubicBezTo>
                </a:path>
              </a:pathLst>
            </a:cu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prstDash val="solid"/>
                  <a:rou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28" name="Line 93"/>
            <p:cNvSpPr>
              <a:spLocks noChangeShapeType="1"/>
            </p:cNvSpPr>
            <p:nvPr/>
          </p:nvSpPr>
          <p:spPr bwMode="auto">
            <a:xfrm>
              <a:off x="2096" y="1240"/>
              <a:ext cx="0" cy="902"/>
            </a:xfrm>
            <a:prstGeom prst="line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29" name="Arc 94"/>
            <p:cNvSpPr/>
            <p:nvPr/>
          </p:nvSpPr>
          <p:spPr bwMode="auto">
            <a:xfrm flipV="1">
              <a:off x="2487" y="1834"/>
              <a:ext cx="896" cy="352"/>
            </a:xfrm>
            <a:custGeom>
              <a:avLst/>
              <a:gdLst>
                <a:gd name="G0" fmla="+- 0 0 0"/>
                <a:gd name="G1" fmla="+- 21600 0 0"/>
                <a:gd name="G2" fmla="+- 21600 0 0"/>
                <a:gd name="T0" fmla="*/ 0 w 21600"/>
                <a:gd name="T1" fmla="*/ 0 h 21600"/>
                <a:gd name="T2" fmla="*/ 21600 w 21600"/>
                <a:gd name="T3" fmla="*/ 21600 h 21600"/>
                <a:gd name="T4" fmla="*/ 0 w 21600"/>
                <a:gd name="T5" fmla="*/ 21600 h 216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21600" h="21600" fill="none" extrusionOk="0">
                  <a:moveTo>
                    <a:pt x="0" y="0"/>
                  </a:moveTo>
                  <a:cubicBezTo>
                    <a:pt x="11929" y="0"/>
                    <a:pt x="21600" y="9670"/>
                    <a:pt x="21600" y="21600"/>
                  </a:cubicBezTo>
                </a:path>
                <a:path w="21600" h="21600" stroke="0" extrusionOk="0">
                  <a:moveTo>
                    <a:pt x="0" y="0"/>
                  </a:moveTo>
                  <a:cubicBezTo>
                    <a:pt x="11929" y="0"/>
                    <a:pt x="21600" y="9670"/>
                    <a:pt x="21600" y="21600"/>
                  </a:cubicBezTo>
                  <a:lnTo>
                    <a:pt x="0" y="21600"/>
                  </a:lnTo>
                  <a:close/>
                </a:path>
              </a:pathLst>
            </a:cu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30" name="Line 95"/>
            <p:cNvSpPr>
              <a:spLocks noChangeShapeType="1"/>
            </p:cNvSpPr>
            <p:nvPr/>
          </p:nvSpPr>
          <p:spPr bwMode="auto">
            <a:xfrm>
              <a:off x="3903" y="2076"/>
              <a:ext cx="1" cy="44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graphicFrame>
          <p:nvGraphicFramePr>
            <p:cNvPr id="31" name="对象 30"/>
            <p:cNvGraphicFramePr>
              <a:graphicFrameLocks noChangeAspect="1"/>
            </p:cNvGraphicFramePr>
            <p:nvPr/>
          </p:nvGraphicFramePr>
          <p:xfrm>
            <a:off x="3545" y="1354"/>
            <a:ext cx="311" cy="46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0691" name="Equation" r:id="rId21" imgW="152400" imgH="393700" progId="Equation.DSMT4">
                    <p:embed/>
                  </p:oleObj>
                </mc:Choice>
                <mc:Fallback>
                  <p:oleObj name="Equation" r:id="rId21" imgW="152400" imgH="393700" progId="Equation.DSMT4">
                    <p:embed/>
                    <p:pic>
                      <p:nvPicPr>
                        <p:cNvPr id="0" name="Object 96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2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545" y="1354"/>
                          <a:ext cx="311" cy="46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32" name="对象 31"/>
            <p:cNvGraphicFramePr>
              <a:graphicFrameLocks noChangeAspect="1"/>
            </p:cNvGraphicFramePr>
            <p:nvPr/>
          </p:nvGraphicFramePr>
          <p:xfrm>
            <a:off x="3632" y="1042"/>
            <a:ext cx="219" cy="31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0692" name="Equation" r:id="rId23" imgW="88900" imgH="139700" progId="Equation.DSMT4">
                    <p:embed/>
                  </p:oleObj>
                </mc:Choice>
                <mc:Fallback>
                  <p:oleObj name="Equation" r:id="rId23" imgW="88900" imgH="139700" progId="Equation.DSMT4">
                    <p:embed/>
                    <p:pic>
                      <p:nvPicPr>
                        <p:cNvPr id="0" name="Object 97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632" y="1042"/>
                          <a:ext cx="219" cy="312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33" name="对象 32"/>
            <p:cNvGraphicFramePr>
              <a:graphicFrameLocks noChangeAspect="1"/>
            </p:cNvGraphicFramePr>
            <p:nvPr/>
          </p:nvGraphicFramePr>
          <p:xfrm>
            <a:off x="3539" y="2120"/>
            <a:ext cx="288" cy="30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0693" name="Equation" r:id="rId25" imgW="152400" imgH="177800" progId="Equation.DSMT4">
                    <p:embed/>
                  </p:oleObj>
                </mc:Choice>
                <mc:Fallback>
                  <p:oleObj name="Equation" r:id="rId25" imgW="152400" imgH="177800" progId="Equation.DSMT4">
                    <p:embed/>
                    <p:pic>
                      <p:nvPicPr>
                        <p:cNvPr id="0" name="Object 98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539" y="2120"/>
                          <a:ext cx="288" cy="302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34" name="对象 33"/>
            <p:cNvGraphicFramePr>
              <a:graphicFrameLocks noChangeAspect="1"/>
            </p:cNvGraphicFramePr>
            <p:nvPr/>
          </p:nvGraphicFramePr>
          <p:xfrm>
            <a:off x="3522" y="670"/>
            <a:ext cx="347" cy="369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0694" name="Equation" r:id="rId27" imgW="139700" imgH="165100" progId="Equation.DSMT4">
                    <p:embed/>
                  </p:oleObj>
                </mc:Choice>
                <mc:Fallback>
                  <p:oleObj name="Equation" r:id="rId27" imgW="139700" imgH="165100" progId="Equation.DSMT4">
                    <p:embed/>
                    <p:pic>
                      <p:nvPicPr>
                        <p:cNvPr id="0" name="Object 99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8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522" y="670"/>
                          <a:ext cx="347" cy="369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35" name="Freeform 100"/>
            <p:cNvSpPr/>
            <p:nvPr/>
          </p:nvSpPr>
          <p:spPr bwMode="auto">
            <a:xfrm>
              <a:off x="2856" y="1682"/>
              <a:ext cx="1037" cy="394"/>
            </a:xfrm>
            <a:custGeom>
              <a:avLst/>
              <a:gdLst>
                <a:gd name="T0" fmla="*/ 0 w 1213"/>
                <a:gd name="T1" fmla="*/ 394 h 394"/>
                <a:gd name="T2" fmla="*/ 703 w 1213"/>
                <a:gd name="T3" fmla="*/ 262 h 394"/>
                <a:gd name="T4" fmla="*/ 1213 w 1213"/>
                <a:gd name="T5" fmla="*/ 0 h 3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1213" h="394">
                  <a:moveTo>
                    <a:pt x="0" y="394"/>
                  </a:moveTo>
                  <a:cubicBezTo>
                    <a:pt x="250" y="361"/>
                    <a:pt x="501" y="328"/>
                    <a:pt x="703" y="262"/>
                  </a:cubicBezTo>
                  <a:cubicBezTo>
                    <a:pt x="905" y="196"/>
                    <a:pt x="1059" y="98"/>
                    <a:pt x="1213" y="0"/>
                  </a:cubicBezTo>
                </a:path>
              </a:pathLst>
            </a:custGeom>
            <a:noFill/>
            <a:ln w="25400">
              <a:solidFill>
                <a:srgbClr val="0000FF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36" name="Freeform 101"/>
            <p:cNvSpPr/>
            <p:nvPr/>
          </p:nvSpPr>
          <p:spPr bwMode="auto">
            <a:xfrm flipH="1" flipV="1">
              <a:off x="3870" y="1292"/>
              <a:ext cx="1036" cy="394"/>
            </a:xfrm>
            <a:custGeom>
              <a:avLst/>
              <a:gdLst>
                <a:gd name="T0" fmla="*/ 0 w 1213"/>
                <a:gd name="T1" fmla="*/ 394 h 394"/>
                <a:gd name="T2" fmla="*/ 703 w 1213"/>
                <a:gd name="T3" fmla="*/ 262 h 394"/>
                <a:gd name="T4" fmla="*/ 1213 w 1213"/>
                <a:gd name="T5" fmla="*/ 0 h 3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1213" h="394">
                  <a:moveTo>
                    <a:pt x="0" y="394"/>
                  </a:moveTo>
                  <a:cubicBezTo>
                    <a:pt x="250" y="361"/>
                    <a:pt x="501" y="328"/>
                    <a:pt x="703" y="262"/>
                  </a:cubicBezTo>
                  <a:cubicBezTo>
                    <a:pt x="905" y="196"/>
                    <a:pt x="1059" y="98"/>
                    <a:pt x="1213" y="0"/>
                  </a:cubicBezTo>
                </a:path>
              </a:pathLst>
            </a:custGeom>
            <a:noFill/>
            <a:ln w="25400">
              <a:solidFill>
                <a:srgbClr val="0000FF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37" name="Line 102"/>
            <p:cNvSpPr>
              <a:spLocks noChangeShapeType="1"/>
            </p:cNvSpPr>
            <p:nvPr/>
          </p:nvSpPr>
          <p:spPr bwMode="auto">
            <a:xfrm>
              <a:off x="3870" y="1218"/>
              <a:ext cx="1216" cy="1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prstDash val="sysDot"/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</p:grpSp>
    </p:spTree>
  </p:cSld>
  <p:clrMapOvr>
    <a:masterClrMapping/>
  </p:clrMapOvr>
  <p:transition spd="med">
    <p:zo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07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6307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30789" name="Object 5"/>
          <p:cNvGraphicFramePr>
            <a:graphicFrameLocks noChangeAspect="1"/>
          </p:cNvGraphicFramePr>
          <p:nvPr/>
        </p:nvGraphicFramePr>
        <p:xfrm>
          <a:off x="1341073" y="1039387"/>
          <a:ext cx="8488727" cy="60776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1644" name="Document" r:id="rId1" imgW="3942715" imgH="283210" progId="Word.Document.8">
                  <p:embed/>
                </p:oleObj>
              </mc:Choice>
              <mc:Fallback>
                <p:oleObj name="Document" r:id="rId1" imgW="3942715" imgH="283210" progId="Word.Document.8">
                  <p:embed/>
                  <p:pic>
                    <p:nvPicPr>
                      <p:cNvPr id="0" name="图片 2164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341073" y="1039387"/>
                        <a:ext cx="8488727" cy="60776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" name="Object 4"/>
          <p:cNvGraphicFramePr>
            <a:graphicFrameLocks noChangeAspect="1"/>
          </p:cNvGraphicFramePr>
          <p:nvPr/>
        </p:nvGraphicFramePr>
        <p:xfrm>
          <a:off x="1572866" y="4075113"/>
          <a:ext cx="9610725" cy="19827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1645" name="Document" r:id="rId3" imgW="4556760" imgH="941705" progId="Word.Document.8">
                  <p:embed/>
                </p:oleObj>
              </mc:Choice>
              <mc:Fallback>
                <p:oleObj name="Document" r:id="rId3" imgW="4556760" imgH="941705" progId="Word.Document.8">
                  <p:embed/>
                  <p:pic>
                    <p:nvPicPr>
                      <p:cNvPr id="0" name="图片 2164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572866" y="4075113"/>
                        <a:ext cx="9610725" cy="19827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" name="Object 5"/>
          <p:cNvGraphicFramePr>
            <a:graphicFrameLocks noChangeAspect="1"/>
          </p:cNvGraphicFramePr>
          <p:nvPr/>
        </p:nvGraphicFramePr>
        <p:xfrm>
          <a:off x="1293210" y="2738927"/>
          <a:ext cx="8771926" cy="66589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1646" name="Document" r:id="rId5" imgW="3942715" imgH="301625" progId="Word.Document.8">
                  <p:embed/>
                </p:oleObj>
              </mc:Choice>
              <mc:Fallback>
                <p:oleObj name="Document" r:id="rId5" imgW="3942715" imgH="301625" progId="Word.Document.8">
                  <p:embed/>
                  <p:pic>
                    <p:nvPicPr>
                      <p:cNvPr id="0" name="图片 2164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293210" y="2738927"/>
                        <a:ext cx="8771926" cy="66589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" name="Object 5"/>
          <p:cNvGraphicFramePr>
            <a:graphicFrameLocks noChangeAspect="1"/>
          </p:cNvGraphicFramePr>
          <p:nvPr/>
        </p:nvGraphicFramePr>
        <p:xfrm>
          <a:off x="2710352" y="1727298"/>
          <a:ext cx="7666037" cy="9604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1647" name="Document" r:id="rId7" imgW="3660775" imgH="458470" progId="Word.Document.8">
                  <p:embed/>
                </p:oleObj>
              </mc:Choice>
              <mc:Fallback>
                <p:oleObj name="Document" r:id="rId7" imgW="3660775" imgH="458470" progId="Word.Document.8">
                  <p:embed/>
                  <p:pic>
                    <p:nvPicPr>
                      <p:cNvPr id="0" name="图片 2164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710352" y="1727298"/>
                        <a:ext cx="7666037" cy="960438"/>
                      </a:xfrm>
                      <a:prstGeom prst="rect">
                        <a:avLst/>
                      </a:prstGeom>
                      <a:solidFill>
                        <a:schemeClr val="bg1"/>
                      </a:solidFill>
                      <a:ln>
                        <a:noFill/>
                      </a:ln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矩形 3"/>
          <p:cNvSpPr>
            <a:spLocks noChangeArrowheads="1"/>
          </p:cNvSpPr>
          <p:nvPr/>
        </p:nvSpPr>
        <p:spPr bwMode="auto">
          <a:xfrm>
            <a:off x="2634172" y="1647600"/>
            <a:ext cx="7488114" cy="949028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19050">
                <a:solidFill>
                  <a:srgbClr val="000000"/>
                </a:solidFill>
                <a:round/>
                <a:tailEnd type="none" w="med" len="lg"/>
              </a14:hiddenLine>
            </a:ext>
          </a:extLst>
        </p:spPr>
        <p:txBody>
          <a:bodyPr wrap="square" lIns="90000" tIns="46800" rIns="90000" bIns="46800">
            <a:spAutoFit/>
          </a:bodyPr>
          <a:lstStyle>
            <a:lvl1pPr marL="1143000" indent="-228600">
              <a:defRPr sz="2400">
                <a:solidFill>
                  <a:srgbClr val="000066"/>
                </a:solidFill>
                <a:latin typeface="Arial" panose="020B0604020202090204" pitchFamily="34" charset="0"/>
                <a:ea typeface="宋体" panose="02010600030101010101" pitchFamily="2" charset="-122"/>
              </a:defRPr>
            </a:lvl1pPr>
            <a:lvl2pPr marL="742950" indent="-285750">
              <a:defRPr sz="2400">
                <a:solidFill>
                  <a:srgbClr val="000066"/>
                </a:solidFill>
                <a:latin typeface="Arial" panose="020B0604020202090204" pitchFamily="34" charset="0"/>
                <a:ea typeface="宋体" panose="02010600030101010101" pitchFamily="2" charset="-122"/>
              </a:defRPr>
            </a:lvl2pPr>
            <a:lvl3pPr marL="1143000" indent="-228600">
              <a:defRPr sz="2400">
                <a:solidFill>
                  <a:srgbClr val="000066"/>
                </a:solidFill>
                <a:latin typeface="Arial" panose="020B0604020202090204" pitchFamily="34" charset="0"/>
                <a:ea typeface="宋体" panose="02010600030101010101" pitchFamily="2" charset="-122"/>
              </a:defRPr>
            </a:lvl3pPr>
            <a:lvl4pPr marL="1600200" indent="-228600">
              <a:defRPr sz="2400">
                <a:solidFill>
                  <a:srgbClr val="000066"/>
                </a:solidFill>
                <a:latin typeface="Arial" panose="020B0604020202090204" pitchFamily="34" charset="0"/>
                <a:ea typeface="宋体" panose="02010600030101010101" pitchFamily="2" charset="-122"/>
              </a:defRPr>
            </a:lvl4pPr>
            <a:lvl5pPr marL="2057400" indent="-228600">
              <a:defRPr sz="2400">
                <a:solidFill>
                  <a:srgbClr val="000066"/>
                </a:solidFill>
                <a:latin typeface="Arial" panose="020B060402020209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rgbClr val="000066"/>
                </a:solidFill>
                <a:latin typeface="Arial" panose="020B060402020209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rgbClr val="000066"/>
                </a:solidFill>
                <a:latin typeface="Arial" panose="020B060402020209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rgbClr val="000066"/>
                </a:solidFill>
                <a:latin typeface="Arial" panose="020B060402020209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rgbClr val="000066"/>
                </a:solidFill>
                <a:latin typeface="Arial" panose="020B060402020209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20000"/>
              </a:spcBef>
              <a:buClr>
                <a:schemeClr val="tx1"/>
              </a:buClr>
              <a:buSzPct val="80000"/>
              <a:buFontTx/>
              <a:buChar char="•"/>
            </a:pPr>
            <a:endParaRPr lang="zh-CN" altLang="en-US"/>
          </a:p>
        </p:txBody>
      </p:sp>
      <p:graphicFrame>
        <p:nvGraphicFramePr>
          <p:cNvPr id="11" name="Object 5"/>
          <p:cNvGraphicFramePr>
            <a:graphicFrameLocks noChangeAspect="1"/>
          </p:cNvGraphicFramePr>
          <p:nvPr/>
        </p:nvGraphicFramePr>
        <p:xfrm>
          <a:off x="2710352" y="1696553"/>
          <a:ext cx="7960271" cy="99297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1648" name="Document" r:id="rId9" imgW="3660775" imgH="458470" progId="Word.Document.8">
                  <p:embed/>
                </p:oleObj>
              </mc:Choice>
              <mc:Fallback>
                <p:oleObj name="Document" r:id="rId9" imgW="3660775" imgH="458470" progId="Word.Document.8">
                  <p:embed/>
                  <p:pic>
                    <p:nvPicPr>
                      <p:cNvPr id="0" name="图片 2164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710352" y="1696553"/>
                        <a:ext cx="7960271" cy="99297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3" name="Object 5"/>
          <p:cNvGraphicFramePr>
            <a:graphicFrameLocks noChangeAspect="1"/>
          </p:cNvGraphicFramePr>
          <p:nvPr/>
        </p:nvGraphicFramePr>
        <p:xfrm>
          <a:off x="1254614" y="3406287"/>
          <a:ext cx="8810522" cy="66882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1649" name="Document" r:id="rId11" imgW="3942715" imgH="301625" progId="Word.Document.8">
                  <p:embed/>
                </p:oleObj>
              </mc:Choice>
              <mc:Fallback>
                <p:oleObj name="Document" r:id="rId11" imgW="3942715" imgH="301625" progId="Word.Document.8">
                  <p:embed/>
                  <p:pic>
                    <p:nvPicPr>
                      <p:cNvPr id="0" name="图片 2164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254614" y="3406287"/>
                        <a:ext cx="8810522" cy="668826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ransition spd="med">
    <p:zo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07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6307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0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5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ct 5"/>
          <p:cNvGraphicFramePr>
            <a:graphicFrameLocks noChangeAspect="1"/>
          </p:cNvGraphicFramePr>
          <p:nvPr/>
        </p:nvGraphicFramePr>
        <p:xfrm>
          <a:off x="1524000" y="860425"/>
          <a:ext cx="3884613" cy="9683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2655" name="Document" r:id="rId1" imgW="1880870" imgH="467995" progId="Word.Document.8">
                  <p:embed/>
                </p:oleObj>
              </mc:Choice>
              <mc:Fallback>
                <p:oleObj name="Document" r:id="rId1" imgW="1880870" imgH="467995" progId="Word.Document.8">
                  <p:embed/>
                  <p:pic>
                    <p:nvPicPr>
                      <p:cNvPr id="0" name="图片 2265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524000" y="860425"/>
                        <a:ext cx="3884613" cy="9683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" name="Object 5"/>
          <p:cNvGraphicFramePr>
            <a:graphicFrameLocks noChangeAspect="1"/>
          </p:cNvGraphicFramePr>
          <p:nvPr/>
        </p:nvGraphicFramePr>
        <p:xfrm>
          <a:off x="1577731" y="3385786"/>
          <a:ext cx="8280702" cy="99717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2656" name="Document" r:id="rId3" imgW="3910330" imgH="472440" progId="Word.Document.8">
                  <p:embed/>
                </p:oleObj>
              </mc:Choice>
              <mc:Fallback>
                <p:oleObj name="Document" r:id="rId3" imgW="3910330" imgH="472440" progId="Word.Document.8">
                  <p:embed/>
                  <p:pic>
                    <p:nvPicPr>
                      <p:cNvPr id="0" name="图片 2265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577731" y="3385786"/>
                        <a:ext cx="8280702" cy="997179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" name="Object 5"/>
          <p:cNvGraphicFramePr>
            <a:graphicFrameLocks noChangeAspect="1"/>
          </p:cNvGraphicFramePr>
          <p:nvPr/>
        </p:nvGraphicFramePr>
        <p:xfrm>
          <a:off x="878945" y="4339003"/>
          <a:ext cx="8643124" cy="101845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2657" name="Document" r:id="rId5" imgW="3910330" imgH="460375" progId="Word.Document.8">
                  <p:embed/>
                </p:oleObj>
              </mc:Choice>
              <mc:Fallback>
                <p:oleObj name="Document" r:id="rId5" imgW="3910330" imgH="460375" progId="Word.Document.8">
                  <p:embed/>
                  <p:pic>
                    <p:nvPicPr>
                      <p:cNvPr id="0" name="图片 2265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78945" y="4339003"/>
                        <a:ext cx="8643124" cy="101845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" name="Object 5"/>
          <p:cNvGraphicFramePr>
            <a:graphicFrameLocks noChangeAspect="1"/>
          </p:cNvGraphicFramePr>
          <p:nvPr/>
        </p:nvGraphicFramePr>
        <p:xfrm>
          <a:off x="1317812" y="1353604"/>
          <a:ext cx="9961563" cy="15541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2658" name="Document" r:id="rId7" imgW="4284345" imgH="737235" progId="Word.Document.8">
                  <p:embed/>
                </p:oleObj>
              </mc:Choice>
              <mc:Fallback>
                <p:oleObj name="Document" r:id="rId7" imgW="4284345" imgH="737235" progId="Word.Document.8">
                  <p:embed/>
                  <p:pic>
                    <p:nvPicPr>
                      <p:cNvPr id="0" name="图片 2265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317812" y="1353604"/>
                        <a:ext cx="9961563" cy="15541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" name="Object 5"/>
          <p:cNvGraphicFramePr>
            <a:graphicFrameLocks noChangeAspect="1"/>
          </p:cNvGraphicFramePr>
          <p:nvPr/>
        </p:nvGraphicFramePr>
        <p:xfrm>
          <a:off x="3281011" y="2504196"/>
          <a:ext cx="3632509" cy="11191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2659" name="Document" r:id="rId9" imgW="1751330" imgH="537845" progId="Word.Document.8">
                  <p:embed/>
                </p:oleObj>
              </mc:Choice>
              <mc:Fallback>
                <p:oleObj name="Document" r:id="rId9" imgW="1751330" imgH="537845" progId="Word.Document.8">
                  <p:embed/>
                  <p:pic>
                    <p:nvPicPr>
                      <p:cNvPr id="0" name="图片 2265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281011" y="2504196"/>
                        <a:ext cx="3632509" cy="11191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ransition spd="med">
    <p:zo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30789" name="Object 5"/>
          <p:cNvGraphicFramePr>
            <a:graphicFrameLocks noChangeAspect="1"/>
          </p:cNvGraphicFramePr>
          <p:nvPr/>
        </p:nvGraphicFramePr>
        <p:xfrm>
          <a:off x="1349864" y="935995"/>
          <a:ext cx="10257936" cy="68635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3773" name="Document" r:id="rId1" imgW="4654550" imgH="311785" progId="Word.Document.8">
                  <p:embed/>
                </p:oleObj>
              </mc:Choice>
              <mc:Fallback>
                <p:oleObj name="Document" r:id="rId1" imgW="4654550" imgH="311785" progId="Word.Document.8">
                  <p:embed/>
                  <p:pic>
                    <p:nvPicPr>
                      <p:cNvPr id="0" name="图片 2377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349864" y="935995"/>
                        <a:ext cx="10257936" cy="68635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" name="Object 4"/>
          <p:cNvGraphicFramePr>
            <a:graphicFrameLocks noChangeAspect="1"/>
          </p:cNvGraphicFramePr>
          <p:nvPr/>
        </p:nvGraphicFramePr>
        <p:xfrm>
          <a:off x="1349864" y="1521411"/>
          <a:ext cx="9214095" cy="7588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3774" name="Document" r:id="rId3" imgW="3654425" imgH="299720" progId="Word.Document.8">
                  <p:embed/>
                </p:oleObj>
              </mc:Choice>
              <mc:Fallback>
                <p:oleObj name="Document" r:id="rId3" imgW="3654425" imgH="299720" progId="Word.Document.8">
                  <p:embed/>
                  <p:pic>
                    <p:nvPicPr>
                      <p:cNvPr id="0" name="图片 2377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349864" y="1521411"/>
                        <a:ext cx="9214095" cy="7588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" name="Object 5"/>
          <p:cNvGraphicFramePr>
            <a:graphicFrameLocks noChangeAspect="1"/>
          </p:cNvGraphicFramePr>
          <p:nvPr/>
        </p:nvGraphicFramePr>
        <p:xfrm>
          <a:off x="1260232" y="3082314"/>
          <a:ext cx="8270875" cy="8239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3775" name="Document" r:id="rId5" imgW="3651250" imgH="362585" progId="Word.Document.8">
                  <p:embed/>
                </p:oleObj>
              </mc:Choice>
              <mc:Fallback>
                <p:oleObj name="Document" r:id="rId5" imgW="3651250" imgH="362585" progId="Word.Document.8">
                  <p:embed/>
                  <p:pic>
                    <p:nvPicPr>
                      <p:cNvPr id="0" name="图片 2377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260232" y="3082314"/>
                        <a:ext cx="8270875" cy="8239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" name="Object 4"/>
          <p:cNvGraphicFramePr>
            <a:graphicFrameLocks noChangeAspect="1"/>
          </p:cNvGraphicFramePr>
          <p:nvPr/>
        </p:nvGraphicFramePr>
        <p:xfrm>
          <a:off x="1293812" y="2327641"/>
          <a:ext cx="2500312" cy="9842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3776" name="Document" r:id="rId7" imgW="1109345" imgH="437515" progId="Word.Document.8">
                  <p:embed/>
                </p:oleObj>
              </mc:Choice>
              <mc:Fallback>
                <p:oleObj name="Document" r:id="rId7" imgW="1109345" imgH="437515" progId="Word.Document.8">
                  <p:embed/>
                  <p:pic>
                    <p:nvPicPr>
                      <p:cNvPr id="0" name="图片 2377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293812" y="2327641"/>
                        <a:ext cx="2500312" cy="9842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" name="Object 5"/>
          <p:cNvGraphicFramePr>
            <a:graphicFrameLocks noChangeAspect="1"/>
          </p:cNvGraphicFramePr>
          <p:nvPr/>
        </p:nvGraphicFramePr>
        <p:xfrm>
          <a:off x="5305913" y="4642656"/>
          <a:ext cx="5011738" cy="8651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3777" name="Document" r:id="rId9" imgW="2470785" imgH="427990" progId="Word.Document.8">
                  <p:embed/>
                </p:oleObj>
              </mc:Choice>
              <mc:Fallback>
                <p:oleObj name="Document" r:id="rId9" imgW="2470785" imgH="427990" progId="Word.Document.8">
                  <p:embed/>
                  <p:pic>
                    <p:nvPicPr>
                      <p:cNvPr id="0" name="图片 2377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305913" y="4642656"/>
                        <a:ext cx="5011738" cy="865187"/>
                      </a:xfrm>
                      <a:prstGeom prst="rect">
                        <a:avLst/>
                      </a:prstGeom>
                      <a:noFill/>
                      <a:ln w="19050">
                        <a:solidFill>
                          <a:srgbClr val="FF66FF"/>
                        </a:solidFill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" name="Object 5"/>
          <p:cNvGraphicFramePr>
            <a:graphicFrameLocks noChangeAspect="1"/>
          </p:cNvGraphicFramePr>
          <p:nvPr/>
        </p:nvGraphicFramePr>
        <p:xfrm>
          <a:off x="3571875" y="2882228"/>
          <a:ext cx="3327400" cy="11128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3778" name="Document" r:id="rId11" imgW="1469390" imgH="490855" progId="Word.Document.8">
                  <p:embed/>
                </p:oleObj>
              </mc:Choice>
              <mc:Fallback>
                <p:oleObj name="Document" r:id="rId11" imgW="1469390" imgH="490855" progId="Word.Document.8">
                  <p:embed/>
                  <p:pic>
                    <p:nvPicPr>
                      <p:cNvPr id="0" name="图片 2377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571875" y="2882228"/>
                        <a:ext cx="3327400" cy="11128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" name="Object 5"/>
          <p:cNvGraphicFramePr>
            <a:graphicFrameLocks noChangeAspect="1"/>
          </p:cNvGraphicFramePr>
          <p:nvPr/>
        </p:nvGraphicFramePr>
        <p:xfrm>
          <a:off x="6345766" y="3118981"/>
          <a:ext cx="5542614" cy="66615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3779" name="Document" r:id="rId13" imgW="2315210" imgH="281305" progId="Word.Document.8">
                  <p:embed/>
                </p:oleObj>
              </mc:Choice>
              <mc:Fallback>
                <p:oleObj name="Document" r:id="rId13" imgW="2315210" imgH="281305" progId="Word.Document.8">
                  <p:embed/>
                  <p:pic>
                    <p:nvPicPr>
                      <p:cNvPr id="0" name="图片 2377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345766" y="3118981"/>
                        <a:ext cx="5542614" cy="66615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" name="Object 5"/>
          <p:cNvGraphicFramePr>
            <a:graphicFrameLocks noChangeAspect="1"/>
          </p:cNvGraphicFramePr>
          <p:nvPr/>
        </p:nvGraphicFramePr>
        <p:xfrm>
          <a:off x="1902802" y="4642656"/>
          <a:ext cx="3254375" cy="8620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3780" name="Document" r:id="rId15" imgW="1602740" imgH="424815" progId="Word.Document.8">
                  <p:embed/>
                </p:oleObj>
              </mc:Choice>
              <mc:Fallback>
                <p:oleObj name="Document" r:id="rId15" imgW="1602740" imgH="424815" progId="Word.Document.8">
                  <p:embed/>
                  <p:pic>
                    <p:nvPicPr>
                      <p:cNvPr id="0" name="图片 2377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902802" y="4642656"/>
                        <a:ext cx="3254375" cy="862013"/>
                      </a:xfrm>
                      <a:prstGeom prst="rect">
                        <a:avLst/>
                      </a:prstGeom>
                      <a:noFill/>
                      <a:ln w="15875">
                        <a:solidFill>
                          <a:srgbClr val="FF66FF"/>
                        </a:solidFill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" name="Object 4"/>
          <p:cNvGraphicFramePr>
            <a:graphicFrameLocks noChangeAspect="1"/>
          </p:cNvGraphicFramePr>
          <p:nvPr/>
        </p:nvGraphicFramePr>
        <p:xfrm>
          <a:off x="2932113" y="2100484"/>
          <a:ext cx="3967162" cy="10874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3781" name="Document" r:id="rId17" imgW="1760220" imgH="481330" progId="Word.Document.8">
                  <p:embed/>
                </p:oleObj>
              </mc:Choice>
              <mc:Fallback>
                <p:oleObj name="Document" r:id="rId17" imgW="1760220" imgH="481330" progId="Word.Document.8">
                  <p:embed/>
                  <p:pic>
                    <p:nvPicPr>
                      <p:cNvPr id="0" name="图片 2378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932113" y="2100484"/>
                        <a:ext cx="3967162" cy="10874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2" name="Object 5"/>
          <p:cNvGraphicFramePr>
            <a:graphicFrameLocks noChangeAspect="1"/>
          </p:cNvGraphicFramePr>
          <p:nvPr/>
        </p:nvGraphicFramePr>
        <p:xfrm>
          <a:off x="3297850" y="3835492"/>
          <a:ext cx="7869684" cy="65606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3782" name="Document" r:id="rId19" imgW="3250565" imgH="290830" progId="Word.Document.8">
                  <p:embed/>
                </p:oleObj>
              </mc:Choice>
              <mc:Fallback>
                <p:oleObj name="Document" r:id="rId19" imgW="3250565" imgH="290830" progId="Word.Document.8">
                  <p:embed/>
                  <p:pic>
                    <p:nvPicPr>
                      <p:cNvPr id="0" name="图片 2378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0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297850" y="3835492"/>
                        <a:ext cx="7869684" cy="65606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ransition spd="med">
    <p:zo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07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6307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30789" name="Object 5"/>
          <p:cNvGraphicFramePr>
            <a:graphicFrameLocks noChangeAspect="1"/>
          </p:cNvGraphicFramePr>
          <p:nvPr/>
        </p:nvGraphicFramePr>
        <p:xfrm>
          <a:off x="1067656" y="1333322"/>
          <a:ext cx="10077450" cy="2032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4851" name="Document" r:id="rId1" imgW="4204970" imgH="847090" progId="Word.Document.8">
                  <p:embed/>
                </p:oleObj>
              </mc:Choice>
              <mc:Fallback>
                <p:oleObj name="Document" r:id="rId1" imgW="4204970" imgH="847090" progId="Word.Document.8">
                  <p:embed/>
                  <p:pic>
                    <p:nvPicPr>
                      <p:cNvPr id="0" name="图片 2485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067656" y="1333322"/>
                        <a:ext cx="10077450" cy="2032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" name="Object 24"/>
          <p:cNvGraphicFramePr>
            <a:graphicFrameLocks noChangeAspect="1"/>
          </p:cNvGraphicFramePr>
          <p:nvPr/>
        </p:nvGraphicFramePr>
        <p:xfrm>
          <a:off x="1067656" y="728113"/>
          <a:ext cx="10844092" cy="78416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4852" name="Document" r:id="rId3" imgW="5257165" imgH="379095" progId="Word.Document.8">
                  <p:embed/>
                </p:oleObj>
              </mc:Choice>
              <mc:Fallback>
                <p:oleObj name="Document" r:id="rId3" imgW="5257165" imgH="379095" progId="Word.Document.8">
                  <p:embed/>
                  <p:pic>
                    <p:nvPicPr>
                      <p:cNvPr id="0" name="图片 2485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067656" y="728113"/>
                        <a:ext cx="10844092" cy="784164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" name="Object 25"/>
          <p:cNvGraphicFramePr>
            <a:graphicFrameLocks noChangeAspect="1"/>
          </p:cNvGraphicFramePr>
          <p:nvPr/>
        </p:nvGraphicFramePr>
        <p:xfrm>
          <a:off x="1870743" y="3821882"/>
          <a:ext cx="8199644" cy="174526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4853" name="Document" r:id="rId5" imgW="4978400" imgH="1054100" progId="Word.Document.8">
                  <p:embed/>
                </p:oleObj>
              </mc:Choice>
              <mc:Fallback>
                <p:oleObj name="Document" r:id="rId5" imgW="4978400" imgH="1054100" progId="Word.Document.8">
                  <p:embed/>
                  <p:pic>
                    <p:nvPicPr>
                      <p:cNvPr id="0" name="图片 2485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870743" y="3821882"/>
                        <a:ext cx="8199644" cy="1745266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7" name="Rectangle 267"/>
          <p:cNvSpPr>
            <a:spLocks noChangeArrowheads="1"/>
          </p:cNvSpPr>
          <p:nvPr/>
        </p:nvSpPr>
        <p:spPr bwMode="auto">
          <a:xfrm>
            <a:off x="0" y="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endParaRPr lang="zh-CN" altLang="en-US"/>
          </a:p>
        </p:txBody>
      </p:sp>
      <p:graphicFrame>
        <p:nvGraphicFramePr>
          <p:cNvPr id="8" name="对象 7"/>
          <p:cNvGraphicFramePr>
            <a:graphicFrameLocks noChangeAspect="1"/>
          </p:cNvGraphicFramePr>
          <p:nvPr/>
        </p:nvGraphicFramePr>
        <p:xfrm>
          <a:off x="0" y="0"/>
          <a:ext cx="735013" cy="2016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4854" name="Equation" r:id="rId7" imgW="736600" imgH="203200" progId="Equation.DSMT4">
                  <p:embed/>
                </p:oleObj>
              </mc:Choice>
              <mc:Fallback>
                <p:oleObj name="Equation" r:id="rId7" imgW="736600" imgH="203200" progId="Equation.DSMT4">
                  <p:embed/>
                  <p:pic>
                    <p:nvPicPr>
                      <p:cNvPr id="0" name="Object 26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0" y="0"/>
                        <a:ext cx="735013" cy="201613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7" name="Object 5"/>
          <p:cNvGraphicFramePr>
            <a:graphicFrameLocks noChangeAspect="1"/>
          </p:cNvGraphicFramePr>
          <p:nvPr/>
        </p:nvGraphicFramePr>
        <p:xfrm>
          <a:off x="1449389" y="1968837"/>
          <a:ext cx="10079038" cy="1219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4855" name="Document" r:id="rId9" imgW="4204970" imgH="507365" progId="Word.Document.8">
                  <p:embed/>
                </p:oleObj>
              </mc:Choice>
              <mc:Fallback>
                <p:oleObj name="Document" r:id="rId9" imgW="4204970" imgH="507365" progId="Word.Document.8">
                  <p:embed/>
                  <p:pic>
                    <p:nvPicPr>
                      <p:cNvPr id="0" name="图片 2485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449389" y="1968837"/>
                        <a:ext cx="10079038" cy="12192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8" name="Object 5"/>
          <p:cNvGraphicFramePr>
            <a:graphicFrameLocks noChangeAspect="1"/>
          </p:cNvGraphicFramePr>
          <p:nvPr/>
        </p:nvGraphicFramePr>
        <p:xfrm>
          <a:off x="1450183" y="2926136"/>
          <a:ext cx="10077450" cy="7731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4856" name="Document" r:id="rId11" imgW="4204970" imgH="324485" progId="Word.Document.8">
                  <p:embed/>
                </p:oleObj>
              </mc:Choice>
              <mc:Fallback>
                <p:oleObj name="Document" r:id="rId11" imgW="4204970" imgH="324485" progId="Word.Document.8">
                  <p:embed/>
                  <p:pic>
                    <p:nvPicPr>
                      <p:cNvPr id="0" name="图片 2485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450183" y="2926136"/>
                        <a:ext cx="10077450" cy="7731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9" name="Object 5"/>
          <p:cNvGraphicFramePr>
            <a:graphicFrameLocks noChangeAspect="1"/>
          </p:cNvGraphicFramePr>
          <p:nvPr/>
        </p:nvGraphicFramePr>
        <p:xfrm>
          <a:off x="1132586" y="3641918"/>
          <a:ext cx="1093787" cy="6572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4857" name="Document" r:id="rId13" imgW="455930" imgH="274955" progId="Word.Document.8">
                  <p:embed/>
                </p:oleObj>
              </mc:Choice>
              <mc:Fallback>
                <p:oleObj name="Document" r:id="rId13" imgW="455930" imgH="274955" progId="Word.Document.8">
                  <p:embed/>
                  <p:pic>
                    <p:nvPicPr>
                      <p:cNvPr id="0" name="图片 2485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132586" y="3641918"/>
                        <a:ext cx="1093787" cy="6572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ransition spd="med">
    <p:zo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07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6307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22"/>
          <p:cNvGrpSpPr/>
          <p:nvPr/>
        </p:nvGrpSpPr>
        <p:grpSpPr bwMode="auto">
          <a:xfrm>
            <a:off x="1121444" y="2420754"/>
            <a:ext cx="3845378" cy="1853827"/>
            <a:chOff x="1211" y="2683"/>
            <a:chExt cx="3573" cy="1138"/>
          </a:xfrm>
        </p:grpSpPr>
        <p:sp>
          <p:nvSpPr>
            <p:cNvPr id="27657" name="AutoShape 5"/>
            <p:cNvSpPr>
              <a:spLocks noChangeAspect="1" noChangeArrowheads="1"/>
            </p:cNvSpPr>
            <p:nvPr/>
          </p:nvSpPr>
          <p:spPr bwMode="auto">
            <a:xfrm>
              <a:off x="1211" y="2683"/>
              <a:ext cx="3573" cy="1138"/>
            </a:xfrm>
            <a:prstGeom prst="rect">
              <a:avLst/>
            </a:prstGeom>
            <a:noFill/>
            <a:ln w="9525">
              <a:solidFill>
                <a:srgbClr val="FFFFFF"/>
              </a:solidFill>
              <a:miter lim="800000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Clr>
                  <a:schemeClr val="accent1"/>
                </a:buClr>
                <a:buSzPct val="65000"/>
                <a:buFont typeface="Wingdings" panose="05000000000000000000" pitchFamily="2" charset="2"/>
                <a:buChar char="n"/>
                <a:defRPr sz="3000">
                  <a:solidFill>
                    <a:schemeClr val="tx1"/>
                  </a:solidFill>
                  <a:latin typeface="Arial" panose="020B060402020209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60000"/>
                <a:buFont typeface="Wingdings" panose="05000000000000000000" pitchFamily="2" charset="2"/>
                <a:buChar char="q"/>
                <a:defRPr sz="2600">
                  <a:solidFill>
                    <a:schemeClr val="tx1"/>
                  </a:solidFill>
                  <a:latin typeface="Arial" panose="020B060402020209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1"/>
                </a:buClr>
                <a:buSzPct val="65000"/>
                <a:buFont typeface="Wingdings" panose="05000000000000000000" pitchFamily="2" charset="2"/>
                <a:buChar char="n"/>
                <a:defRPr sz="2200">
                  <a:solidFill>
                    <a:schemeClr val="tx1"/>
                  </a:solidFill>
                  <a:latin typeface="Arial" panose="020B060402020209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q"/>
                <a:defRPr sz="2000">
                  <a:solidFill>
                    <a:schemeClr val="tx1"/>
                  </a:solidFill>
                  <a:latin typeface="Arial" panose="020B060402020209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9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9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9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9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9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buClr>
                  <a:schemeClr val="tx1"/>
                </a:buClr>
                <a:buSzPct val="80000"/>
                <a:buFontTx/>
                <a:buChar char="•"/>
              </a:pPr>
              <a:endParaRPr lang="zh-CN" altLang="zh-CN" sz="2400">
                <a:solidFill>
                  <a:srgbClr val="000066"/>
                </a:solidFill>
              </a:endParaRPr>
            </a:p>
          </p:txBody>
        </p:sp>
        <p:sp>
          <p:nvSpPr>
            <p:cNvPr id="27658" name="Line 6"/>
            <p:cNvSpPr>
              <a:spLocks noChangeShapeType="1"/>
            </p:cNvSpPr>
            <p:nvPr/>
          </p:nvSpPr>
          <p:spPr bwMode="auto">
            <a:xfrm>
              <a:off x="2899" y="3077"/>
              <a:ext cx="0" cy="46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prstDash val="sysDot"/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graphicFrame>
          <p:nvGraphicFramePr>
            <p:cNvPr id="27659" name="Object 7"/>
            <p:cNvGraphicFramePr>
              <a:graphicFrameLocks noChangeAspect="1"/>
            </p:cNvGraphicFramePr>
            <p:nvPr/>
          </p:nvGraphicFramePr>
          <p:xfrm>
            <a:off x="4469" y="3527"/>
            <a:ext cx="176" cy="24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0732" name="Equation" r:id="rId1" imgW="114300" imgH="127000" progId="Equation.DSMT4">
                    <p:embed/>
                  </p:oleObj>
                </mc:Choice>
                <mc:Fallback>
                  <p:oleObj name="Equation" r:id="rId1" imgW="114300" imgH="127000" progId="Equation.DSMT4">
                    <p:embed/>
                    <p:pic>
                      <p:nvPicPr>
                        <p:cNvPr id="0" name="图片 30731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469" y="3527"/>
                          <a:ext cx="176" cy="244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27660" name="Line 8"/>
            <p:cNvSpPr>
              <a:spLocks noChangeShapeType="1"/>
            </p:cNvSpPr>
            <p:nvPr/>
          </p:nvSpPr>
          <p:spPr bwMode="auto">
            <a:xfrm>
              <a:off x="1305" y="3537"/>
              <a:ext cx="3306" cy="0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7661" name="Line 9"/>
            <p:cNvSpPr>
              <a:spLocks noChangeShapeType="1"/>
            </p:cNvSpPr>
            <p:nvPr/>
          </p:nvSpPr>
          <p:spPr bwMode="auto">
            <a:xfrm flipV="1">
              <a:off x="2371" y="2854"/>
              <a:ext cx="1" cy="945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7663" name="Line 11"/>
            <p:cNvSpPr>
              <a:spLocks noChangeShapeType="1"/>
            </p:cNvSpPr>
            <p:nvPr/>
          </p:nvSpPr>
          <p:spPr bwMode="auto">
            <a:xfrm flipH="1">
              <a:off x="2479" y="2981"/>
              <a:ext cx="419" cy="0"/>
            </a:xfrm>
            <a:prstGeom prst="line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7664" name="Line 12"/>
            <p:cNvSpPr>
              <a:spLocks noChangeShapeType="1"/>
            </p:cNvSpPr>
            <p:nvPr/>
          </p:nvSpPr>
          <p:spPr bwMode="auto">
            <a:xfrm flipH="1">
              <a:off x="2479" y="2981"/>
              <a:ext cx="419" cy="0"/>
            </a:xfrm>
            <a:prstGeom prst="line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graphicFrame>
          <p:nvGraphicFramePr>
            <p:cNvPr id="27665" name="Object 13"/>
            <p:cNvGraphicFramePr>
              <a:graphicFrameLocks noChangeAspect="1"/>
            </p:cNvGraphicFramePr>
            <p:nvPr/>
          </p:nvGraphicFramePr>
          <p:xfrm>
            <a:off x="1339" y="3527"/>
            <a:ext cx="442" cy="17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0733" name="Equation" r:id="rId3" imgW="381000" imgH="165100" progId="Equation.DSMT4">
                    <p:embed/>
                  </p:oleObj>
                </mc:Choice>
                <mc:Fallback>
                  <p:oleObj name="Equation" r:id="rId3" imgW="381000" imgH="165100" progId="Equation.DSMT4">
                    <p:embed/>
                    <p:pic>
                      <p:nvPicPr>
                        <p:cNvPr id="0" name="图片 30732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339" y="3527"/>
                          <a:ext cx="442" cy="178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27666" name="Object 14"/>
            <p:cNvGraphicFramePr>
              <a:graphicFrameLocks noChangeAspect="1"/>
            </p:cNvGraphicFramePr>
            <p:nvPr/>
          </p:nvGraphicFramePr>
          <p:xfrm>
            <a:off x="3962" y="3548"/>
            <a:ext cx="507" cy="173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0734" name="Equation" r:id="rId5" imgW="457200" imgH="203200" progId="Equation.DSMT4">
                    <p:embed/>
                  </p:oleObj>
                </mc:Choice>
                <mc:Fallback>
                  <p:oleObj name="Equation" r:id="rId5" imgW="457200" imgH="203200" progId="Equation.DSMT4">
                    <p:embed/>
                    <p:pic>
                      <p:nvPicPr>
                        <p:cNvPr id="0" name="图片 30733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962" y="3548"/>
                          <a:ext cx="507" cy="173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27667" name="Object 15"/>
            <p:cNvGraphicFramePr>
              <a:graphicFrameLocks noChangeAspect="1"/>
            </p:cNvGraphicFramePr>
            <p:nvPr/>
          </p:nvGraphicFramePr>
          <p:xfrm>
            <a:off x="2132" y="3522"/>
            <a:ext cx="220" cy="19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0735" name="Equation" r:id="rId7" imgW="152400" imgH="177800" progId="Equation.DSMT4">
                    <p:embed/>
                  </p:oleObj>
                </mc:Choice>
                <mc:Fallback>
                  <p:oleObj name="Equation" r:id="rId7" imgW="152400" imgH="177800" progId="Equation.DSMT4">
                    <p:embed/>
                    <p:pic>
                      <p:nvPicPr>
                        <p:cNvPr id="0" name="图片 30734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8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132" y="3522"/>
                          <a:ext cx="220" cy="195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27668" name="Object 16"/>
            <p:cNvGraphicFramePr>
              <a:graphicFrameLocks noChangeAspect="1"/>
            </p:cNvGraphicFramePr>
            <p:nvPr/>
          </p:nvGraphicFramePr>
          <p:xfrm>
            <a:off x="2092" y="2834"/>
            <a:ext cx="204" cy="21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0736" name="Equation" r:id="rId9" imgW="139700" imgH="165100" progId="Equation.DSMT4">
                    <p:embed/>
                  </p:oleObj>
                </mc:Choice>
                <mc:Fallback>
                  <p:oleObj name="Equation" r:id="rId9" imgW="139700" imgH="165100" progId="Equation.DSMT4">
                    <p:embed/>
                    <p:pic>
                      <p:nvPicPr>
                        <p:cNvPr id="0" name="图片 30735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0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092" y="2834"/>
                          <a:ext cx="204" cy="217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27669" name="Object 17"/>
            <p:cNvGraphicFramePr>
              <a:graphicFrameLocks noChangeAspect="1"/>
            </p:cNvGraphicFramePr>
            <p:nvPr/>
          </p:nvGraphicFramePr>
          <p:xfrm>
            <a:off x="2833" y="3573"/>
            <a:ext cx="133" cy="133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0737" name="Equation" r:id="rId11" imgW="127000" imgH="139700" progId="Equation.DSMT4">
                    <p:embed/>
                  </p:oleObj>
                </mc:Choice>
                <mc:Fallback>
                  <p:oleObj name="Equation" r:id="rId11" imgW="127000" imgH="139700" progId="Equation.DSMT4">
                    <p:embed/>
                    <p:pic>
                      <p:nvPicPr>
                        <p:cNvPr id="0" name="图片 30736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2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833" y="3573"/>
                          <a:ext cx="133" cy="133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27670" name="Freeform 18"/>
            <p:cNvSpPr/>
            <p:nvPr/>
          </p:nvSpPr>
          <p:spPr bwMode="auto">
            <a:xfrm>
              <a:off x="1405" y="3077"/>
              <a:ext cx="1493" cy="424"/>
            </a:xfrm>
            <a:custGeom>
              <a:avLst/>
              <a:gdLst>
                <a:gd name="T0" fmla="*/ 0 w 2543"/>
                <a:gd name="T1" fmla="*/ 1 h 723"/>
                <a:gd name="T2" fmla="*/ 1 w 2543"/>
                <a:gd name="T3" fmla="*/ 1 h 723"/>
                <a:gd name="T4" fmla="*/ 1 w 2543"/>
                <a:gd name="T5" fmla="*/ 1 h 723"/>
                <a:gd name="T6" fmla="*/ 1 w 2543"/>
                <a:gd name="T7" fmla="*/ 1 h 723"/>
                <a:gd name="T8" fmla="*/ 1 w 2543"/>
                <a:gd name="T9" fmla="*/ 1 h 723"/>
                <a:gd name="T10" fmla="*/ 1 w 2543"/>
                <a:gd name="T11" fmla="*/ 0 h 723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w 2543"/>
                <a:gd name="T19" fmla="*/ 0 h 723"/>
                <a:gd name="T20" fmla="*/ 2543 w 2543"/>
                <a:gd name="T21" fmla="*/ 723 h 723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T18" t="T19" r="T20" b="T21"/>
              <a:pathLst>
                <a:path w="2543" h="723">
                  <a:moveTo>
                    <a:pt x="0" y="723"/>
                  </a:moveTo>
                  <a:cubicBezTo>
                    <a:pt x="361" y="695"/>
                    <a:pt x="723" y="667"/>
                    <a:pt x="1020" y="607"/>
                  </a:cubicBezTo>
                  <a:cubicBezTo>
                    <a:pt x="1317" y="547"/>
                    <a:pt x="1592" y="436"/>
                    <a:pt x="1780" y="360"/>
                  </a:cubicBezTo>
                  <a:cubicBezTo>
                    <a:pt x="1968" y="284"/>
                    <a:pt x="2051" y="203"/>
                    <a:pt x="2151" y="150"/>
                  </a:cubicBezTo>
                  <a:cubicBezTo>
                    <a:pt x="2251" y="97"/>
                    <a:pt x="2315" y="65"/>
                    <a:pt x="2380" y="40"/>
                  </a:cubicBezTo>
                  <a:cubicBezTo>
                    <a:pt x="2445" y="15"/>
                    <a:pt x="2494" y="7"/>
                    <a:pt x="2543" y="0"/>
                  </a:cubicBezTo>
                </a:path>
              </a:pathLst>
            </a:custGeom>
            <a:noFill/>
            <a:ln w="25400">
              <a:solidFill>
                <a:srgbClr val="0000FF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7671" name="Freeform 19"/>
            <p:cNvSpPr/>
            <p:nvPr/>
          </p:nvSpPr>
          <p:spPr bwMode="auto">
            <a:xfrm flipH="1">
              <a:off x="2899" y="3077"/>
              <a:ext cx="1494" cy="424"/>
            </a:xfrm>
            <a:custGeom>
              <a:avLst/>
              <a:gdLst>
                <a:gd name="T0" fmla="*/ 0 w 2543"/>
                <a:gd name="T1" fmla="*/ 1 h 723"/>
                <a:gd name="T2" fmla="*/ 1 w 2543"/>
                <a:gd name="T3" fmla="*/ 1 h 723"/>
                <a:gd name="T4" fmla="*/ 1 w 2543"/>
                <a:gd name="T5" fmla="*/ 1 h 723"/>
                <a:gd name="T6" fmla="*/ 1 w 2543"/>
                <a:gd name="T7" fmla="*/ 1 h 723"/>
                <a:gd name="T8" fmla="*/ 1 w 2543"/>
                <a:gd name="T9" fmla="*/ 1 h 723"/>
                <a:gd name="T10" fmla="*/ 1 w 2543"/>
                <a:gd name="T11" fmla="*/ 0 h 723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w 2543"/>
                <a:gd name="T19" fmla="*/ 0 h 723"/>
                <a:gd name="T20" fmla="*/ 2543 w 2543"/>
                <a:gd name="T21" fmla="*/ 723 h 723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T18" t="T19" r="T20" b="T21"/>
              <a:pathLst>
                <a:path w="2543" h="723">
                  <a:moveTo>
                    <a:pt x="0" y="723"/>
                  </a:moveTo>
                  <a:cubicBezTo>
                    <a:pt x="361" y="695"/>
                    <a:pt x="723" y="667"/>
                    <a:pt x="1020" y="607"/>
                  </a:cubicBezTo>
                  <a:cubicBezTo>
                    <a:pt x="1317" y="547"/>
                    <a:pt x="1592" y="436"/>
                    <a:pt x="1780" y="360"/>
                  </a:cubicBezTo>
                  <a:cubicBezTo>
                    <a:pt x="1968" y="284"/>
                    <a:pt x="2051" y="203"/>
                    <a:pt x="2151" y="150"/>
                  </a:cubicBezTo>
                  <a:cubicBezTo>
                    <a:pt x="2251" y="97"/>
                    <a:pt x="2315" y="65"/>
                    <a:pt x="2380" y="40"/>
                  </a:cubicBezTo>
                  <a:cubicBezTo>
                    <a:pt x="2445" y="15"/>
                    <a:pt x="2494" y="7"/>
                    <a:pt x="2543" y="0"/>
                  </a:cubicBezTo>
                </a:path>
              </a:pathLst>
            </a:custGeom>
            <a:noFill/>
            <a:ln w="25400">
              <a:solidFill>
                <a:srgbClr val="0000FF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7672" name="Line 20"/>
            <p:cNvSpPr>
              <a:spLocks noChangeShapeType="1"/>
            </p:cNvSpPr>
            <p:nvPr/>
          </p:nvSpPr>
          <p:spPr bwMode="auto">
            <a:xfrm>
              <a:off x="1530" y="3489"/>
              <a:ext cx="1" cy="44"/>
            </a:xfrm>
            <a:prstGeom prst="line">
              <a:avLst/>
            </a:prstGeom>
            <a:noFill/>
            <a:ln w="25400">
              <a:solidFill>
                <a:srgbClr val="FF0000"/>
              </a:solidFill>
              <a:prstDash val="solid"/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graphicFrame>
          <p:nvGraphicFramePr>
            <p:cNvPr id="27673" name="Object 21"/>
            <p:cNvGraphicFramePr>
              <a:graphicFrameLocks noChangeAspect="1"/>
            </p:cNvGraphicFramePr>
            <p:nvPr/>
          </p:nvGraphicFramePr>
          <p:xfrm>
            <a:off x="2549" y="3300"/>
            <a:ext cx="527" cy="153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0738" name="Equation" r:id="rId13" imgW="469900" imgH="177800" progId="Equation.DSMT4">
                    <p:embed/>
                  </p:oleObj>
                </mc:Choice>
                <mc:Fallback>
                  <p:oleObj name="Equation" r:id="rId13" imgW="469900" imgH="177800" progId="Equation.DSMT4">
                    <p:embed/>
                    <p:pic>
                      <p:nvPicPr>
                        <p:cNvPr id="0" name="图片 30737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549" y="3300"/>
                          <a:ext cx="527" cy="153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</p:spPr>
                    </p:pic>
                  </p:oleObj>
                </mc:Fallback>
              </mc:AlternateContent>
            </a:graphicData>
          </a:graphic>
        </p:graphicFrame>
      </p:grpSp>
      <p:graphicFrame>
        <p:nvGraphicFramePr>
          <p:cNvPr id="2" name="Object 23"/>
          <p:cNvGraphicFramePr>
            <a:graphicFrameLocks noChangeAspect="1"/>
          </p:cNvGraphicFramePr>
          <p:nvPr/>
        </p:nvGraphicFramePr>
        <p:xfrm>
          <a:off x="5462966" y="2557720"/>
          <a:ext cx="5651133" cy="17590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739" name="Document" r:id="rId15" imgW="2286000" imgH="713105" progId="Word.Document.8">
                  <p:embed/>
                </p:oleObj>
              </mc:Choice>
              <mc:Fallback>
                <p:oleObj name="Document" r:id="rId15" imgW="2286000" imgH="713105" progId="Word.Document.8">
                  <p:embed/>
                  <p:pic>
                    <p:nvPicPr>
                      <p:cNvPr id="0" name="图片 3073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462966" y="2557720"/>
                        <a:ext cx="5651133" cy="17590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" name="Object 12"/>
          <p:cNvGraphicFramePr>
            <a:graphicFrameLocks noChangeAspect="1"/>
          </p:cNvGraphicFramePr>
          <p:nvPr/>
        </p:nvGraphicFramePr>
        <p:xfrm>
          <a:off x="1259202" y="1246794"/>
          <a:ext cx="9244013" cy="6715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740" name="Document" r:id="rId17" imgW="4070350" imgH="296545" progId="Word.Document.8">
                  <p:embed/>
                </p:oleObj>
              </mc:Choice>
              <mc:Fallback>
                <p:oleObj name="Document" r:id="rId17" imgW="4070350" imgH="296545" progId="Word.Document.8">
                  <p:embed/>
                  <p:pic>
                    <p:nvPicPr>
                      <p:cNvPr id="0" name="图片 3073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8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259202" y="1246794"/>
                        <a:ext cx="9244013" cy="6715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5" name="Line 20"/>
          <p:cNvSpPr>
            <a:spLocks noChangeShapeType="1"/>
          </p:cNvSpPr>
          <p:nvPr/>
        </p:nvSpPr>
        <p:spPr bwMode="auto">
          <a:xfrm>
            <a:off x="4338244" y="3715505"/>
            <a:ext cx="1076" cy="71677"/>
          </a:xfrm>
          <a:prstGeom prst="line">
            <a:avLst/>
          </a:prstGeom>
          <a:noFill/>
          <a:ln w="25400">
            <a:solidFill>
              <a:srgbClr val="FF0000"/>
            </a:solidFill>
            <a:prstDash val="solid"/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7" name="Rectangle 267"/>
          <p:cNvSpPr>
            <a:spLocks noChangeArrowheads="1"/>
          </p:cNvSpPr>
          <p:nvPr/>
        </p:nvSpPr>
        <p:spPr bwMode="auto">
          <a:xfrm>
            <a:off x="0" y="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endParaRPr lang="zh-CN" altLang="en-US"/>
          </a:p>
        </p:txBody>
      </p:sp>
      <p:graphicFrame>
        <p:nvGraphicFramePr>
          <p:cNvPr id="8" name="对象 7"/>
          <p:cNvGraphicFramePr>
            <a:graphicFrameLocks noChangeAspect="1"/>
          </p:cNvGraphicFramePr>
          <p:nvPr/>
        </p:nvGraphicFramePr>
        <p:xfrm>
          <a:off x="0" y="0"/>
          <a:ext cx="735013" cy="2016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741" name="Equation" r:id="rId19" imgW="736600" imgH="203200" progId="Equation.DSMT4">
                  <p:embed/>
                </p:oleObj>
              </mc:Choice>
              <mc:Fallback>
                <p:oleObj name="Equation" r:id="rId19" imgW="736600" imgH="203200" progId="Equation.DSMT4">
                  <p:embed/>
                  <p:pic>
                    <p:nvPicPr>
                      <p:cNvPr id="0" name="图片 3074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0" y="0"/>
                        <a:ext cx="735013" cy="201613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ransition spd="med">
    <p:zo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ags/tag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4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4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4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4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3.xml><?xml version="1.0" encoding="utf-8"?>
<p:tagLst xmlns:p="http://schemas.openxmlformats.org/presentationml/2006/main">
  <p:tag name="KSO_WM_TEMPLATE_THUMBS_INDEX" val="1"/>
  <p:tag name="KSO_WM_TEMPLATE_SUBCATEGORY" val="0"/>
  <p:tag name="KSO_WM_TAG_VERSION" val="1.0"/>
  <p:tag name="KSO_WM_BEAUTIFY_FLAG" val="#wm#"/>
  <p:tag name="KSO_WM_TEMPLATE_CATEGORY" val="custom"/>
  <p:tag name="KSO_WM_TEMPLATE_INDEX" val="20187308"/>
</p:tagLst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自定义 9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WPS 演示</Application>
  <PresentationFormat>宽屏</PresentationFormat>
  <Paragraphs>0</Paragraphs>
  <Slides>25</Slides>
  <Notes>1</Notes>
  <HiddenSlides>0</HiddenSlides>
  <MMClips>0</MMClips>
  <ScaleCrop>false</ScaleCrop>
  <HeadingPairs>
    <vt:vector size="8" baseType="variant">
      <vt:variant>
        <vt:lpstr>已用的字体</vt:lpstr>
      </vt:variant>
      <vt:variant>
        <vt:i4>6</vt:i4>
      </vt:variant>
      <vt:variant>
        <vt:lpstr>主题</vt:lpstr>
      </vt:variant>
      <vt:variant>
        <vt:i4>1</vt:i4>
      </vt:variant>
      <vt:variant>
        <vt:lpstr>嵌入 OLE 服务器</vt:lpstr>
      </vt:variant>
      <vt:variant>
        <vt:i4>196</vt:i4>
      </vt:variant>
      <vt:variant>
        <vt:lpstr>幻灯片标题</vt:lpstr>
      </vt:variant>
      <vt:variant>
        <vt:i4>25</vt:i4>
      </vt:variant>
    </vt:vector>
  </HeadingPairs>
  <TitlesOfParts>
    <vt:vector size="228" baseType="lpstr">
      <vt:lpstr>Arial</vt:lpstr>
      <vt:lpstr>宋体</vt:lpstr>
      <vt:lpstr>Wingdings</vt:lpstr>
      <vt:lpstr>微软雅黑</vt:lpstr>
      <vt:lpstr>汉仪旗黑</vt:lpstr>
      <vt:lpstr>Arial Unicode MS</vt:lpstr>
      <vt:lpstr>Office 主题​​</vt:lpstr>
      <vt:lpstr>Word.Document.8</vt:lpstr>
      <vt:lpstr>Word.Document.8</vt:lpstr>
      <vt:lpstr>Word.Document.8</vt:lpstr>
      <vt:lpstr>Word.Document.8</vt:lpstr>
      <vt:lpstr>Word.Document.8</vt:lpstr>
      <vt:lpstr>Word.Document.8</vt:lpstr>
      <vt:lpstr>Word.Document.8</vt:lpstr>
      <vt:lpstr>Word.Document.8</vt:lpstr>
      <vt:lpstr>Word.Document.8</vt:lpstr>
      <vt:lpstr>Word.Document.8</vt:lpstr>
      <vt:lpstr>Word.Document.8</vt:lpstr>
      <vt:lpstr>Word.Document.8</vt:lpstr>
      <vt:lpstr>Word.Document.8</vt:lpstr>
      <vt:lpstr>Word.Document.8</vt:lpstr>
      <vt:lpstr>Word.Document.8</vt:lpstr>
      <vt:lpstr>Word.Document.8</vt:lpstr>
      <vt:lpstr>Word.Document.8</vt:lpstr>
      <vt:lpstr>Word.Document.8</vt:lpstr>
      <vt:lpstr>Word.Document.8</vt:lpstr>
      <vt:lpstr>Word.Document.8</vt:lpstr>
      <vt:lpstr>Word.Document.8</vt:lpstr>
      <vt:lpstr>Word.Document.8</vt:lpstr>
      <vt:lpstr>Word.Document.8</vt:lpstr>
      <vt:lpstr>Word.Document.8</vt:lpstr>
      <vt:lpstr>Word.Document.8</vt:lpstr>
      <vt:lpstr>Word.Document.8</vt:lpstr>
      <vt:lpstr>Word.Document.8</vt:lpstr>
      <vt:lpstr>Word.Document.8</vt:lpstr>
      <vt:lpstr>Word.Document.8</vt:lpstr>
      <vt:lpstr>Word.Document.8</vt:lpstr>
      <vt:lpstr>Word.Document.8</vt:lpstr>
      <vt:lpstr>Word.Document.8</vt:lpstr>
      <vt:lpstr>Word.Document.8</vt:lpstr>
      <vt:lpstr>Word.Document.8</vt:lpstr>
      <vt:lpstr>Word.Document.8</vt:lpstr>
      <vt:lpstr>Word.Document.8</vt:lpstr>
      <vt:lpstr>Word.Document.8</vt:lpstr>
      <vt:lpstr>Word.Document.8</vt:lpstr>
      <vt:lpstr>Word.Document.8</vt:lpstr>
      <vt:lpstr>Word.Document.8</vt:lpstr>
      <vt:lpstr>Word.Document.8</vt:lpstr>
      <vt:lpstr>Word.Document.8</vt:lpstr>
      <vt:lpstr>Word.Document.8</vt:lpstr>
      <vt:lpstr>Word.Document.8</vt:lpstr>
      <vt:lpstr>Word.Document.8</vt:lpstr>
      <vt:lpstr>Word.Document.8</vt:lpstr>
      <vt:lpstr>Word.Document.8</vt:lpstr>
      <vt:lpstr>Word.Document.8</vt:lpstr>
      <vt:lpstr>Word.Document.8</vt:lpstr>
      <vt:lpstr>Word.Document.8</vt:lpstr>
      <vt:lpstr>Word.Document.8</vt:lpstr>
      <vt:lpstr>Word.Document.8</vt:lpstr>
      <vt:lpstr>Word.Document.8</vt:lpstr>
      <vt:lpstr>Word.Document.8</vt:lpstr>
      <vt:lpstr>Word.Document.8</vt:lpstr>
      <vt:lpstr>Word.Document.8</vt:lpstr>
      <vt:lpstr>Word.Document.8</vt:lpstr>
      <vt:lpstr>Word.Document.8</vt:lpstr>
      <vt:lpstr>Word.Document.8</vt:lpstr>
      <vt:lpstr>Word.Document.8</vt:lpstr>
      <vt:lpstr>Word.Document.8</vt:lpstr>
      <vt:lpstr>Word.Document.8</vt:lpstr>
      <vt:lpstr>Word.Document.8</vt:lpstr>
      <vt:lpstr>Word.Document.8</vt:lpstr>
      <vt:lpstr>Word.Document.8</vt:lpstr>
      <vt:lpstr>Word.Document.8</vt:lpstr>
      <vt:lpstr>Word.Document.8</vt:lpstr>
      <vt:lpstr>Word.Document.8</vt:lpstr>
      <vt:lpstr>Word.Document.8</vt:lpstr>
      <vt:lpstr>Word.Document.8</vt:lpstr>
      <vt:lpstr>Word.Document.8</vt:lpstr>
      <vt:lpstr>Word.Document.8</vt:lpstr>
      <vt:lpstr>Word.Document.8</vt:lpstr>
      <vt:lpstr>Word.Document.8</vt:lpstr>
      <vt:lpstr>Word.Document.8</vt:lpstr>
      <vt:lpstr>Word.Document.8</vt:lpstr>
      <vt:lpstr>Word.Document.8</vt:lpstr>
      <vt:lpstr>Word.Document.8</vt:lpstr>
      <vt:lpstr>Word.Document.8</vt:lpstr>
      <vt:lpstr>Word.Document.8</vt:lpstr>
      <vt:lpstr>Word.Document.8</vt:lpstr>
      <vt:lpstr>Word.Document.8</vt:lpstr>
      <vt:lpstr>Word.Document.8</vt:lpstr>
      <vt:lpstr>Word.Document.8</vt:lpstr>
      <vt:lpstr>Word.Document.8</vt:lpstr>
      <vt:lpstr>Word.Document.8</vt:lpstr>
      <vt:lpstr>Word.Document.8</vt:lpstr>
      <vt:lpstr>Word.Document.8</vt:lpstr>
      <vt:lpstr>Word.Document.8</vt:lpstr>
      <vt:lpstr>Word.Document.8</vt:lpstr>
      <vt:lpstr>Word.Document.8</vt:lpstr>
      <vt:lpstr>Word.Document.8</vt:lpstr>
      <vt:lpstr>Word.Document.8</vt:lpstr>
      <vt:lpstr>Word.Document.8</vt:lpstr>
      <vt:lpstr>Word.Document.8</vt:lpstr>
      <vt:lpstr>Word.Document.8</vt:lpstr>
      <vt:lpstr>Word.Document.8</vt:lpstr>
      <vt:lpstr>Word.Document.8</vt:lpstr>
      <vt:lpstr>Word.Document.8</vt:lpstr>
      <vt:lpstr>Word.Document.8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Word.Document.8</vt:lpstr>
      <vt:lpstr>Equation.DSMT4</vt:lpstr>
      <vt:lpstr>Equation.DSMT4</vt:lpstr>
      <vt:lpstr>Equation.DSMT4</vt:lpstr>
      <vt:lpstr>Equation.DSMT4</vt:lpstr>
      <vt:lpstr>Equation.DSMT4</vt:lpstr>
      <vt:lpstr>Word.Document.8</vt:lpstr>
      <vt:lpstr>Word.Document.8</vt:lpstr>
      <vt:lpstr>Equation.DSMT4</vt:lpstr>
      <vt:lpstr>Equation.DSMT4</vt:lpstr>
      <vt:lpstr>Equation.DSMT4</vt:lpstr>
      <vt:lpstr>Word.Document.8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Word.Document.8</vt:lpstr>
      <vt:lpstr>Equation.DSMT4</vt:lpstr>
      <vt:lpstr>Word.Document.8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Word.Document.8</vt:lpstr>
      <vt:lpstr>Equation.DSMT4</vt:lpstr>
      <vt:lpstr>Equation.DSMT4</vt:lpstr>
      <vt:lpstr>Word.Document.8</vt:lpstr>
      <vt:lpstr>Word.Document.8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Word.Document.8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微软雅黑 54号(标题)</dc:title>
  <dc:creator>宁荣健</dc:creator>
  <cp:lastModifiedBy>基础部-金建军</cp:lastModifiedBy>
  <cp:revision>81</cp:revision>
  <dcterms:created xsi:type="dcterms:W3CDTF">2023-12-07T05:04:48Z</dcterms:created>
  <dcterms:modified xsi:type="dcterms:W3CDTF">2023-12-07T05:04:48Z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2052-6.3.0.8471</vt:lpwstr>
  </property>
  <property fmtid="{D5CDD505-2E9C-101B-9397-08002B2CF9AE}" pid="3" name="ICV">
    <vt:lpwstr>CE49A008D8A125A3505B68658A4D31A1_42</vt:lpwstr>
  </property>
</Properties>
</file>