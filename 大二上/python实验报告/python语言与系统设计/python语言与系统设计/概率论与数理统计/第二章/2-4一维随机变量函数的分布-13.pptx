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85" d="100"/>
          <a:sy n="85" d="100"/>
        </p:scale>
        <p:origin x="653" y="38"/>
      </p:cViewPr>
      <p:guideLst>
        <p:guide orient="horz" pos="2158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7" Type="http://schemas.openxmlformats.org/officeDocument/2006/relationships/image" Target="../media/image27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Relationship Id="rId4" Type="http://schemas.openxmlformats.org/officeDocument/2006/relationships/image" Target="../media/image33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Relationship Id="rId4" Type="http://schemas.openxmlformats.org/officeDocument/2006/relationships/image" Target="../media/image40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Relationship Id="rId4" Type="http://schemas.openxmlformats.org/officeDocument/2006/relationships/image" Target="../media/image44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image" Target="../media/image48.emf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Relationship Id="rId5" Type="http://schemas.openxmlformats.org/officeDocument/2006/relationships/image" Target="../media/image57.emf"/><Relationship Id="rId4" Type="http://schemas.openxmlformats.org/officeDocument/2006/relationships/image" Target="../media/image56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image" Target="../media/image58.emf"/><Relationship Id="rId5" Type="http://schemas.openxmlformats.org/officeDocument/2006/relationships/image" Target="../media/image62.emf"/><Relationship Id="rId4" Type="http://schemas.openxmlformats.org/officeDocument/2006/relationships/image" Target="../media/image61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7" Type="http://schemas.openxmlformats.org/officeDocument/2006/relationships/image" Target="../media/image69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Relationship Id="rId6" Type="http://schemas.openxmlformats.org/officeDocument/2006/relationships/image" Target="../media/image68.emf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2019/12/2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0013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2019/12/2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94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anose="020B0604020202020204" pitchFamily="34" charset="0"/>
            </a:endParaRPr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E8A3969-46C8-4AEA-997B-1952336FD0FF}" type="slidenum">
              <a:rPr lang="en-US" altLang="zh-CN" sz="1200" smtClean="0">
                <a:solidFill>
                  <a:schemeClr val="tx1"/>
                </a:solidFill>
              </a:rPr>
              <a:pPr/>
              <a:t>7</a:t>
            </a:fld>
            <a:endParaRPr lang="en-US" altLang="zh-CN" sz="12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850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  <a:prstGeom prst="rect">
            <a:avLst/>
          </a:prstGeo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  <a:prstGeom prst="rect">
            <a:avLst/>
          </a:prstGeo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2019/12/2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  <a:prstGeom prst="rect">
            <a:avLst/>
          </a:prstGeo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  <a:prstGeom prst="rect">
            <a:avLst/>
          </a:prstGeo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2019/12/2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="" xmlns:a16="http://schemas.microsoft.com/office/drawing/2014/main" id="{92589C0E-C98B-4A6B-B4CF-F71114176CE7}"/>
              </a:ext>
            </a:extLst>
          </p:cNvPr>
          <p:cNvGrpSpPr/>
          <p:nvPr userDrawn="1"/>
        </p:nvGrpSpPr>
        <p:grpSpPr>
          <a:xfrm>
            <a:off x="6600217" y="234834"/>
            <a:ext cx="5491260" cy="461665"/>
            <a:chOff x="6600217" y="234834"/>
            <a:chExt cx="5491260" cy="461665"/>
          </a:xfrm>
        </p:grpSpPr>
        <p:pic>
          <p:nvPicPr>
            <p:cNvPr id="12" name="图片 11">
              <a:extLst>
                <a:ext uri="{FF2B5EF4-FFF2-40B4-BE49-F238E27FC236}">
                  <a16:creationId xmlns="" xmlns:a16="http://schemas.microsoft.com/office/drawing/2014/main" id="{086E06BA-2668-4C3A-8E45-593AD2CA1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6600217" y="243967"/>
              <a:ext cx="2821020" cy="43794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="" xmlns:a16="http://schemas.microsoft.com/office/drawing/2014/main" id="{6561B98C-21BF-43F5-A1B5-5D7BD0822FCB}"/>
                </a:ext>
              </a:extLst>
            </p:cNvPr>
            <p:cNvSpPr txBox="1"/>
            <p:nvPr userDrawn="1"/>
          </p:nvSpPr>
          <p:spPr>
            <a:xfrm>
              <a:off x="9401781" y="234834"/>
              <a:ext cx="26896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00B0F0"/>
                  </a:solidFill>
                  <a:effectLst/>
                </a:rPr>
                <a:t>概率论与数理统计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4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emf"/><Relationship Id="rId12" Type="http://schemas.openxmlformats.org/officeDocument/2006/relationships/image" Target="../media/image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Microsoft_Word_97_-_2003___1.doc"/><Relationship Id="rId11" Type="http://schemas.openxmlformats.org/officeDocument/2006/relationships/oleObject" Target="../embeddings/Microsoft_Word_97_-_2003___3.doc"/><Relationship Id="rId5" Type="http://schemas.openxmlformats.org/officeDocument/2006/relationships/oleObject" Target="../embeddings/oleObject2.bin"/><Relationship Id="rId15" Type="http://schemas.openxmlformats.org/officeDocument/2006/relationships/image" Target="../media/image7.emf"/><Relationship Id="rId10" Type="http://schemas.openxmlformats.org/officeDocument/2006/relationships/image" Target="../media/image5.emf"/><Relationship Id="rId4" Type="http://schemas.openxmlformats.org/officeDocument/2006/relationships/image" Target="../media/image3.emf"/><Relationship Id="rId9" Type="http://schemas.openxmlformats.org/officeDocument/2006/relationships/oleObject" Target="../embeddings/Microsoft_Word_97_-_2003___2.doc"/><Relationship Id="rId14" Type="http://schemas.openxmlformats.org/officeDocument/2006/relationships/oleObject" Target="../embeddings/Microsoft_Word_97_-_2003___4.doc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oleObject" Target="../embeddings/Microsoft_Word_97_-_2003___8.doc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Microsoft_Word_97_-_2003___6.doc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1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Microsoft_Word_97_-_2003___9.doc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emf"/><Relationship Id="rId5" Type="http://schemas.openxmlformats.org/officeDocument/2006/relationships/image" Target="../media/image8.emf"/><Relationship Id="rId15" Type="http://schemas.openxmlformats.org/officeDocument/2006/relationships/oleObject" Target="../embeddings/oleObject9.bin"/><Relationship Id="rId10" Type="http://schemas.openxmlformats.org/officeDocument/2006/relationships/oleObject" Target="../embeddings/Microsoft_Word_97_-_2003___7.doc"/><Relationship Id="rId4" Type="http://schemas.openxmlformats.org/officeDocument/2006/relationships/oleObject" Target="../embeddings/Microsoft_Word_97_-_2003___5.doc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1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13" Type="http://schemas.openxmlformats.org/officeDocument/2006/relationships/oleObject" Target="../embeddings/Microsoft_Word_97_-_2003___13.doc"/><Relationship Id="rId18" Type="http://schemas.openxmlformats.org/officeDocument/2006/relationships/oleObject" Target="../embeddings/oleObject15.bin"/><Relationship Id="rId26" Type="http://schemas.openxmlformats.org/officeDocument/2006/relationships/image" Target="../media/image20.emf"/><Relationship Id="rId3" Type="http://schemas.openxmlformats.org/officeDocument/2006/relationships/oleObject" Target="../embeddings/oleObject10.bin"/><Relationship Id="rId21" Type="http://schemas.openxmlformats.org/officeDocument/2006/relationships/oleObject" Target="../embeddings/oleObject16.bin"/><Relationship Id="rId7" Type="http://schemas.openxmlformats.org/officeDocument/2006/relationships/oleObject" Target="../embeddings/Microsoft_Word_97_-_2003___11.doc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17.emf"/><Relationship Id="rId25" Type="http://schemas.openxmlformats.org/officeDocument/2006/relationships/oleObject" Target="../embeddings/Microsoft_Word_97_-_2003___17.doc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Microsoft_Word_97_-_2003___14.doc"/><Relationship Id="rId20" Type="http://schemas.openxmlformats.org/officeDocument/2006/relationships/image" Target="../media/image18.e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5.emf"/><Relationship Id="rId24" Type="http://schemas.openxmlformats.org/officeDocument/2006/relationships/oleObject" Target="../embeddings/oleObject17.bin"/><Relationship Id="rId5" Type="http://schemas.openxmlformats.org/officeDocument/2006/relationships/image" Target="../media/image13.emf"/><Relationship Id="rId15" Type="http://schemas.openxmlformats.org/officeDocument/2006/relationships/oleObject" Target="../embeddings/oleObject14.bin"/><Relationship Id="rId23" Type="http://schemas.openxmlformats.org/officeDocument/2006/relationships/image" Target="../media/image19.emf"/><Relationship Id="rId10" Type="http://schemas.openxmlformats.org/officeDocument/2006/relationships/oleObject" Target="../embeddings/Microsoft_Word_97_-_2003___12.doc"/><Relationship Id="rId19" Type="http://schemas.openxmlformats.org/officeDocument/2006/relationships/oleObject" Target="../embeddings/Microsoft_Word_97_-_2003___15.doc"/><Relationship Id="rId4" Type="http://schemas.openxmlformats.org/officeDocument/2006/relationships/oleObject" Target="../embeddings/Microsoft_Word_97_-_2003___10.doc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6.emf"/><Relationship Id="rId22" Type="http://schemas.openxmlformats.org/officeDocument/2006/relationships/oleObject" Target="../embeddings/Microsoft_Word_97_-_2003___16.doc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oleObject" Target="../embeddings/Microsoft_Word_97_-_2003___21.doc"/><Relationship Id="rId18" Type="http://schemas.openxmlformats.org/officeDocument/2006/relationships/image" Target="../media/image28.png"/><Relationship Id="rId3" Type="http://schemas.openxmlformats.org/officeDocument/2006/relationships/oleObject" Target="../embeddings/oleObject18.bin"/><Relationship Id="rId21" Type="http://schemas.openxmlformats.org/officeDocument/2006/relationships/image" Target="../media/image26.emf"/><Relationship Id="rId7" Type="http://schemas.openxmlformats.org/officeDocument/2006/relationships/oleObject" Target="../embeddings/Microsoft_Word_97_-_2003___19.doc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25.emf"/><Relationship Id="rId25" Type="http://schemas.openxmlformats.org/officeDocument/2006/relationships/image" Target="../media/image2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Microsoft_Word_97_-_2003___22.doc"/><Relationship Id="rId20" Type="http://schemas.openxmlformats.org/officeDocument/2006/relationships/oleObject" Target="../embeddings/Microsoft_Word_97_-_2003___23.doc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3.emf"/><Relationship Id="rId24" Type="http://schemas.openxmlformats.org/officeDocument/2006/relationships/oleObject" Target="../embeddings/Microsoft_Word_97_-_2003___24.doc"/><Relationship Id="rId5" Type="http://schemas.openxmlformats.org/officeDocument/2006/relationships/image" Target="../media/image21.emf"/><Relationship Id="rId15" Type="http://schemas.openxmlformats.org/officeDocument/2006/relationships/oleObject" Target="../embeddings/oleObject22.bin"/><Relationship Id="rId23" Type="http://schemas.openxmlformats.org/officeDocument/2006/relationships/oleObject" Target="../embeddings/oleObject24.bin"/><Relationship Id="rId10" Type="http://schemas.openxmlformats.org/officeDocument/2006/relationships/oleObject" Target="../embeddings/Microsoft_Word_97_-_2003___20.doc"/><Relationship Id="rId19" Type="http://schemas.openxmlformats.org/officeDocument/2006/relationships/oleObject" Target="../embeddings/oleObject23.bin"/><Relationship Id="rId4" Type="http://schemas.openxmlformats.org/officeDocument/2006/relationships/oleObject" Target="../embeddings/Microsoft_Word_97_-_2003___18.doc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4.emf"/><Relationship Id="rId22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13" Type="http://schemas.openxmlformats.org/officeDocument/2006/relationships/oleObject" Target="../embeddings/Microsoft_Word_97_-_2003___28.doc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Microsoft_Word_97_-_2003___26.doc"/><Relationship Id="rId12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2.emf"/><Relationship Id="rId5" Type="http://schemas.openxmlformats.org/officeDocument/2006/relationships/image" Target="../media/image30.emf"/><Relationship Id="rId10" Type="http://schemas.openxmlformats.org/officeDocument/2006/relationships/oleObject" Target="../embeddings/Microsoft_Word_97_-_2003___27.doc"/><Relationship Id="rId4" Type="http://schemas.openxmlformats.org/officeDocument/2006/relationships/oleObject" Target="../embeddings/Microsoft_Word_97_-_2003___25.doc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3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Microsoft_Word_97_-_2003___30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6.emf"/><Relationship Id="rId5" Type="http://schemas.openxmlformats.org/officeDocument/2006/relationships/image" Target="../media/image34.emf"/><Relationship Id="rId10" Type="http://schemas.openxmlformats.org/officeDocument/2006/relationships/oleObject" Target="../embeddings/Microsoft_Word_97_-_2003___31.doc"/><Relationship Id="rId4" Type="http://schemas.openxmlformats.org/officeDocument/2006/relationships/oleObject" Target="../embeddings/Microsoft_Word_97_-_2003___29.doc"/><Relationship Id="rId9" Type="http://schemas.openxmlformats.org/officeDocument/2006/relationships/oleObject" Target="../embeddings/oleObject3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Word_97_-_2003___33.doc"/><Relationship Id="rId13" Type="http://schemas.openxmlformats.org/officeDocument/2006/relationships/oleObject" Target="../embeddings/oleObject35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7.emf"/><Relationship Id="rId11" Type="http://schemas.openxmlformats.org/officeDocument/2006/relationships/oleObject" Target="../embeddings/Microsoft_Word_97_-_2003___34.doc"/><Relationship Id="rId5" Type="http://schemas.openxmlformats.org/officeDocument/2006/relationships/oleObject" Target="../embeddings/Microsoft_Word_97_-_2003___32.doc"/><Relationship Id="rId15" Type="http://schemas.openxmlformats.org/officeDocument/2006/relationships/image" Target="../media/image40.e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8.emf"/><Relationship Id="rId14" Type="http://schemas.openxmlformats.org/officeDocument/2006/relationships/oleObject" Target="../embeddings/Microsoft_Word_97_-_2003___35.doc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13" Type="http://schemas.openxmlformats.org/officeDocument/2006/relationships/oleObject" Target="../embeddings/Microsoft_Word_97_-_2003___39.doc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Microsoft_Word_97_-_2003___37.doc"/><Relationship Id="rId12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3.emf"/><Relationship Id="rId5" Type="http://schemas.openxmlformats.org/officeDocument/2006/relationships/image" Target="../media/image41.emf"/><Relationship Id="rId10" Type="http://schemas.openxmlformats.org/officeDocument/2006/relationships/oleObject" Target="../embeddings/Microsoft_Word_97_-_2003___38.doc"/><Relationship Id="rId4" Type="http://schemas.openxmlformats.org/officeDocument/2006/relationships/oleObject" Target="../embeddings/Microsoft_Word_97_-_2003___36.doc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4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Microsoft_Word_97_-_2003___41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7.emf"/><Relationship Id="rId5" Type="http://schemas.openxmlformats.org/officeDocument/2006/relationships/image" Target="../media/image45.emf"/><Relationship Id="rId10" Type="http://schemas.openxmlformats.org/officeDocument/2006/relationships/oleObject" Target="../embeddings/Microsoft_Word_97_-_2003___42.doc"/><Relationship Id="rId4" Type="http://schemas.openxmlformats.org/officeDocument/2006/relationships/oleObject" Target="../embeddings/Microsoft_Word_97_-_2003___40.doc"/><Relationship Id="rId9" Type="http://schemas.openxmlformats.org/officeDocument/2006/relationships/oleObject" Target="../embeddings/oleObject4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13" Type="http://schemas.openxmlformats.org/officeDocument/2006/relationships/oleObject" Target="../embeddings/Microsoft_Word_97_-_2003___46.doc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Microsoft_Word_97_-_2003___44.doc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5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Microsoft_Word_97_-_2003___47.doc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50.emf"/><Relationship Id="rId5" Type="http://schemas.openxmlformats.org/officeDocument/2006/relationships/image" Target="../media/image48.emf"/><Relationship Id="rId15" Type="http://schemas.openxmlformats.org/officeDocument/2006/relationships/oleObject" Target="../embeddings/oleObject47.bin"/><Relationship Id="rId10" Type="http://schemas.openxmlformats.org/officeDocument/2006/relationships/oleObject" Target="../embeddings/Microsoft_Word_97_-_2003___45.doc"/><Relationship Id="rId4" Type="http://schemas.openxmlformats.org/officeDocument/2006/relationships/oleObject" Target="../embeddings/Microsoft_Word_97_-_2003___43.doc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51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13" Type="http://schemas.openxmlformats.org/officeDocument/2006/relationships/oleObject" Target="../embeddings/Microsoft_Word_97_-_2003___51.doc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Microsoft_Word_97_-_2003___49.doc"/><Relationship Id="rId12" Type="http://schemas.openxmlformats.org/officeDocument/2006/relationships/oleObject" Target="../embeddings/oleObject51.bin"/><Relationship Id="rId17" Type="http://schemas.openxmlformats.org/officeDocument/2006/relationships/image" Target="../media/image5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Microsoft_Word_97_-_2003___52.doc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5.emf"/><Relationship Id="rId5" Type="http://schemas.openxmlformats.org/officeDocument/2006/relationships/image" Target="../media/image53.emf"/><Relationship Id="rId15" Type="http://schemas.openxmlformats.org/officeDocument/2006/relationships/oleObject" Target="../embeddings/oleObject52.bin"/><Relationship Id="rId10" Type="http://schemas.openxmlformats.org/officeDocument/2006/relationships/oleObject" Target="../embeddings/Microsoft_Word_97_-_2003___50.doc"/><Relationship Id="rId4" Type="http://schemas.openxmlformats.org/officeDocument/2006/relationships/oleObject" Target="../embeddings/Microsoft_Word_97_-_2003___48.doc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6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13" Type="http://schemas.openxmlformats.org/officeDocument/2006/relationships/oleObject" Target="../embeddings/Microsoft_Word_97_-_2003___56.doc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Microsoft_Word_97_-_2003___54.doc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6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Microsoft_Word_97_-_2003___57.doc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60.emf"/><Relationship Id="rId5" Type="http://schemas.openxmlformats.org/officeDocument/2006/relationships/image" Target="../media/image58.emf"/><Relationship Id="rId15" Type="http://schemas.openxmlformats.org/officeDocument/2006/relationships/oleObject" Target="../embeddings/oleObject57.bin"/><Relationship Id="rId10" Type="http://schemas.openxmlformats.org/officeDocument/2006/relationships/oleObject" Target="../embeddings/Microsoft_Word_97_-_2003___55.doc"/><Relationship Id="rId4" Type="http://schemas.openxmlformats.org/officeDocument/2006/relationships/oleObject" Target="../embeddings/Microsoft_Word_97_-_2003___53.doc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6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13" Type="http://schemas.openxmlformats.org/officeDocument/2006/relationships/oleObject" Target="../embeddings/Microsoft_Word_97_-_2003___61.doc"/><Relationship Id="rId18" Type="http://schemas.openxmlformats.org/officeDocument/2006/relationships/oleObject" Target="../embeddings/oleObject63.bin"/><Relationship Id="rId3" Type="http://schemas.openxmlformats.org/officeDocument/2006/relationships/oleObject" Target="../embeddings/oleObject58.bin"/><Relationship Id="rId21" Type="http://schemas.openxmlformats.org/officeDocument/2006/relationships/oleObject" Target="../embeddings/oleObject64.bin"/><Relationship Id="rId7" Type="http://schemas.openxmlformats.org/officeDocument/2006/relationships/oleObject" Target="../embeddings/Microsoft_Word_97_-_2003___59.doc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6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Microsoft_Word_97_-_2003___62.doc"/><Relationship Id="rId20" Type="http://schemas.openxmlformats.org/officeDocument/2006/relationships/image" Target="../media/image68.emf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65.emf"/><Relationship Id="rId5" Type="http://schemas.openxmlformats.org/officeDocument/2006/relationships/image" Target="../media/image63.emf"/><Relationship Id="rId15" Type="http://schemas.openxmlformats.org/officeDocument/2006/relationships/oleObject" Target="../embeddings/oleObject62.bin"/><Relationship Id="rId10" Type="http://schemas.openxmlformats.org/officeDocument/2006/relationships/oleObject" Target="../embeddings/Microsoft_Word_97_-_2003___60.doc"/><Relationship Id="rId19" Type="http://schemas.openxmlformats.org/officeDocument/2006/relationships/oleObject" Target="../embeddings/Microsoft_Word_97_-_2003___63.doc"/><Relationship Id="rId4" Type="http://schemas.openxmlformats.org/officeDocument/2006/relationships/oleObject" Target="../embeddings/Microsoft_Word_97_-_2003___58.doc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6.emf"/><Relationship Id="rId22" Type="http://schemas.openxmlformats.org/officeDocument/2006/relationships/image" Target="../media/image6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795875"/>
              </p:ext>
            </p:extLst>
          </p:nvPr>
        </p:nvGraphicFramePr>
        <p:xfrm>
          <a:off x="1642130" y="512716"/>
          <a:ext cx="8470058" cy="937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Document" r:id="rId3" imgW="3674975" imgH="414078" progId="Word.Document.8">
                  <p:embed/>
                </p:oleObj>
              </mc:Choice>
              <mc:Fallback>
                <p:oleObj name="Document" r:id="rId3" imgW="3674975" imgH="4140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2130" y="512716"/>
                        <a:ext cx="8470058" cy="937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533885"/>
              </p:ext>
            </p:extLst>
          </p:nvPr>
        </p:nvGraphicFramePr>
        <p:xfrm>
          <a:off x="786373" y="3542179"/>
          <a:ext cx="10731500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Document" r:id="rId6" imgW="4707638" imgH="554685" progId="Word.Document.8">
                  <p:embed/>
                </p:oleObj>
              </mc:Choice>
              <mc:Fallback>
                <p:oleObj name="Document" r:id="rId6" imgW="4707638" imgH="55468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373" y="3542179"/>
                        <a:ext cx="10731500" cy="126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729355"/>
              </p:ext>
            </p:extLst>
          </p:nvPr>
        </p:nvGraphicFramePr>
        <p:xfrm>
          <a:off x="740336" y="1333780"/>
          <a:ext cx="10948988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Document" r:id="rId9" imgW="4802818" imgH="509749" progId="Word.Document.8">
                  <p:embed/>
                </p:oleObj>
              </mc:Choice>
              <mc:Fallback>
                <p:oleObj name="Document" r:id="rId9" imgW="4802818" imgH="50974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336" y="1333780"/>
                        <a:ext cx="10948988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662690"/>
              </p:ext>
            </p:extLst>
          </p:nvPr>
        </p:nvGraphicFramePr>
        <p:xfrm>
          <a:off x="784225" y="2428875"/>
          <a:ext cx="10812463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Document" r:id="rId11" imgW="4747865" imgH="570862" progId="Word.Document.8">
                  <p:embed/>
                </p:oleObj>
              </mc:Choice>
              <mc:Fallback>
                <p:oleObj name="Document" r:id="rId11" imgW="4747865" imgH="5708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" y="2428875"/>
                        <a:ext cx="10812463" cy="1296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09571"/>
              </p:ext>
            </p:extLst>
          </p:nvPr>
        </p:nvGraphicFramePr>
        <p:xfrm>
          <a:off x="786373" y="4646519"/>
          <a:ext cx="10556875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Document" r:id="rId14" imgW="4631134" imgH="514063" progId="Word.Document.8">
                  <p:embed/>
                </p:oleObj>
              </mc:Choice>
              <mc:Fallback>
                <p:oleObj name="Document" r:id="rId14" imgW="4631134" imgH="51406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373" y="4646519"/>
                        <a:ext cx="10556875" cy="116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32472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240258"/>
              </p:ext>
            </p:extLst>
          </p:nvPr>
        </p:nvGraphicFramePr>
        <p:xfrm>
          <a:off x="1480391" y="1012826"/>
          <a:ext cx="76962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" name="Document" r:id="rId4" imgW="4154350" imgH="436696" progId="Word.Document.8">
                  <p:embed/>
                </p:oleObj>
              </mc:Choice>
              <mc:Fallback>
                <p:oleObj name="Document" r:id="rId4" imgW="4154350" imgH="43669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0391" y="1012826"/>
                        <a:ext cx="76962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8166759"/>
              </p:ext>
            </p:extLst>
          </p:nvPr>
        </p:nvGraphicFramePr>
        <p:xfrm>
          <a:off x="2241176" y="1658938"/>
          <a:ext cx="752792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name="Document" r:id="rId7" imgW="4185672" imgH="528499" progId="Word.Document.8">
                  <p:embed/>
                </p:oleObj>
              </mc:Choice>
              <mc:Fallback>
                <p:oleObj name="Document" r:id="rId7" imgW="4185672" imgH="52849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176" y="1658938"/>
                        <a:ext cx="7527925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584563"/>
              </p:ext>
            </p:extLst>
          </p:nvPr>
        </p:nvGraphicFramePr>
        <p:xfrm>
          <a:off x="2241176" y="2303463"/>
          <a:ext cx="7527925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" name="Document" r:id="rId10" imgW="4185672" imgH="611302" progId="Word.Document.8">
                  <p:embed/>
                </p:oleObj>
              </mc:Choice>
              <mc:Fallback>
                <p:oleObj name="Document" r:id="rId10" imgW="4185672" imgH="6113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176" y="2303463"/>
                        <a:ext cx="7527925" cy="109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433922"/>
              </p:ext>
            </p:extLst>
          </p:nvPr>
        </p:nvGraphicFramePr>
        <p:xfrm>
          <a:off x="2893639" y="2922588"/>
          <a:ext cx="86455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" name="Document" r:id="rId13" imgW="4805278" imgH="445696" progId="Word.Document.8">
                  <p:embed/>
                </p:oleObj>
              </mc:Choice>
              <mc:Fallback>
                <p:oleObj name="Document" r:id="rId13" imgW="4805278" imgH="44569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3639" y="2922588"/>
                        <a:ext cx="86455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889448"/>
              </p:ext>
            </p:extLst>
          </p:nvPr>
        </p:nvGraphicFramePr>
        <p:xfrm>
          <a:off x="1274202" y="3796928"/>
          <a:ext cx="79756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" name="Document" r:id="rId16" imgW="4154350" imgH="428415" progId="Word.Document.8">
                  <p:embed/>
                </p:oleObj>
              </mc:Choice>
              <mc:Fallback>
                <p:oleObj name="Document" r:id="rId16" imgW="4154350" imgH="42841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202" y="3796928"/>
                        <a:ext cx="797560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7992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530780"/>
              </p:ext>
            </p:extLst>
          </p:nvPr>
        </p:nvGraphicFramePr>
        <p:xfrm>
          <a:off x="1961216" y="820784"/>
          <a:ext cx="8237313" cy="917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Document" r:id="rId4" imgW="3363371" imgH="374773" progId="Word.Document.8">
                  <p:embed/>
                </p:oleObj>
              </mc:Choice>
              <mc:Fallback>
                <p:oleObj name="Document" r:id="rId4" imgW="3363371" imgH="37477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1216" y="820784"/>
                        <a:ext cx="8237313" cy="9176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18126"/>
              </p:ext>
            </p:extLst>
          </p:nvPr>
        </p:nvGraphicFramePr>
        <p:xfrm>
          <a:off x="1044294" y="1625064"/>
          <a:ext cx="6478587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Document" r:id="rId7" imgW="2926156" imgH="388962" progId="Word.Document.8">
                  <p:embed/>
                </p:oleObj>
              </mc:Choice>
              <mc:Fallback>
                <p:oleObj name="Document" r:id="rId7" imgW="2926156" imgH="3889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294" y="1625064"/>
                        <a:ext cx="6478587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016045"/>
              </p:ext>
            </p:extLst>
          </p:nvPr>
        </p:nvGraphicFramePr>
        <p:xfrm>
          <a:off x="972576" y="3734259"/>
          <a:ext cx="1056163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Document" r:id="rId10" imgW="4690038" imgH="508311" progId="Word.Document.8">
                  <p:embed/>
                </p:oleObj>
              </mc:Choice>
              <mc:Fallback>
                <p:oleObj name="Document" r:id="rId10" imgW="4690038" imgH="50831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576" y="3734259"/>
                        <a:ext cx="10561638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465715"/>
              </p:ext>
            </p:extLst>
          </p:nvPr>
        </p:nvGraphicFramePr>
        <p:xfrm>
          <a:off x="1614694" y="3014969"/>
          <a:ext cx="4015142" cy="8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Document" r:id="rId13" imgW="1720208" imgH="378014" progId="Word.Document.8">
                  <p:embed/>
                </p:oleObj>
              </mc:Choice>
              <mc:Fallback>
                <p:oleObj name="Document" r:id="rId13" imgW="1720208" imgH="37801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694" y="3014969"/>
                        <a:ext cx="4015142" cy="8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75437"/>
              </p:ext>
            </p:extLst>
          </p:nvPr>
        </p:nvGraphicFramePr>
        <p:xfrm>
          <a:off x="1024478" y="4871367"/>
          <a:ext cx="10110788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Document" r:id="rId16" imgW="4468790" imgH="525567" progId="Word.Document.8">
                  <p:embed/>
                </p:oleObj>
              </mc:Choice>
              <mc:Fallback>
                <p:oleObj name="Document" r:id="rId16" imgW="4468790" imgH="5255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4478" y="4871367"/>
                        <a:ext cx="10110788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6239651"/>
              </p:ext>
            </p:extLst>
          </p:nvPr>
        </p:nvGraphicFramePr>
        <p:xfrm>
          <a:off x="972576" y="2482102"/>
          <a:ext cx="4906962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Document" r:id="rId19" imgW="2216796" imgH="292621" progId="Word.Document.8">
                  <p:embed/>
                </p:oleObj>
              </mc:Choice>
              <mc:Fallback>
                <p:oleObj name="Document" r:id="rId19" imgW="2216796" imgH="29262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576" y="2482102"/>
                        <a:ext cx="4906962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248592"/>
              </p:ext>
            </p:extLst>
          </p:nvPr>
        </p:nvGraphicFramePr>
        <p:xfrm>
          <a:off x="7123952" y="1471613"/>
          <a:ext cx="4475163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Document" r:id="rId22" imgW="1953883" imgH="730832" progId="Word.Document.8">
                  <p:embed/>
                </p:oleObj>
              </mc:Choice>
              <mc:Fallback>
                <p:oleObj name="Document" r:id="rId22" imgW="1953883" imgH="7308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3952" y="1471613"/>
                        <a:ext cx="4475163" cy="167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4444338"/>
              </p:ext>
            </p:extLst>
          </p:nvPr>
        </p:nvGraphicFramePr>
        <p:xfrm>
          <a:off x="11270502" y="1584723"/>
          <a:ext cx="65722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Document" r:id="rId25" imgW="293442" imgH="333242" progId="Word.Document.8">
                  <p:embed/>
                </p:oleObj>
              </mc:Choice>
              <mc:Fallback>
                <p:oleObj name="Document" r:id="rId25" imgW="293442" imgH="33324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0502" y="1584723"/>
                        <a:ext cx="65722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380711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0111366"/>
              </p:ext>
            </p:extLst>
          </p:nvPr>
        </p:nvGraphicFramePr>
        <p:xfrm>
          <a:off x="2339790" y="3317501"/>
          <a:ext cx="5141913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1" name="Document" r:id="rId4" imgW="2465700" imgH="914529" progId="Word.Document.8">
                  <p:embed/>
                </p:oleObj>
              </mc:Choice>
              <mc:Fallback>
                <p:oleObj name="Document" r:id="rId4" imgW="2465700" imgH="91452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90" y="3317501"/>
                        <a:ext cx="5141913" cy="177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046096"/>
              </p:ext>
            </p:extLst>
          </p:nvPr>
        </p:nvGraphicFramePr>
        <p:xfrm>
          <a:off x="555625" y="663575"/>
          <a:ext cx="10948988" cy="218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2" name="Document" r:id="rId7" imgW="5090513" imgH="1018061" progId="Word.Document.8">
                  <p:embed/>
                </p:oleObj>
              </mc:Choice>
              <mc:Fallback>
                <p:oleObj name="Document" r:id="rId7" imgW="5090513" imgH="101806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" y="663575"/>
                        <a:ext cx="10948988" cy="218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595858"/>
              </p:ext>
            </p:extLst>
          </p:nvPr>
        </p:nvGraphicFramePr>
        <p:xfrm>
          <a:off x="8240526" y="2833314"/>
          <a:ext cx="2392363" cy="197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3" name="Document" r:id="rId10" imgW="1150646" imgH="949714" progId="Word.Document.8">
                  <p:embed/>
                </p:oleObj>
              </mc:Choice>
              <mc:Fallback>
                <p:oleObj name="Document" r:id="rId10" imgW="1150646" imgH="94971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0526" y="2833314"/>
                        <a:ext cx="2392363" cy="197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2839009"/>
              </p:ext>
            </p:extLst>
          </p:nvPr>
        </p:nvGraphicFramePr>
        <p:xfrm>
          <a:off x="8022291" y="4701802"/>
          <a:ext cx="2392362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4" name="Document" r:id="rId13" imgW="1150646" imgH="715346" progId="Word.Document.8">
                  <p:embed/>
                </p:oleObj>
              </mc:Choice>
              <mc:Fallback>
                <p:oleObj name="Document" r:id="rId13" imgW="1150646" imgH="71534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2291" y="4701802"/>
                        <a:ext cx="2392362" cy="148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77442"/>
              </p:ext>
            </p:extLst>
          </p:nvPr>
        </p:nvGraphicFramePr>
        <p:xfrm>
          <a:off x="2339790" y="4701802"/>
          <a:ext cx="51720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5" name="Document" r:id="rId16" imgW="2471584" imgH="515539" progId="Word.Document.8">
                  <p:embed/>
                </p:oleObj>
              </mc:Choice>
              <mc:Fallback>
                <p:oleObj name="Document" r:id="rId16" imgW="2471584" imgH="51553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90" y="4701802"/>
                        <a:ext cx="51720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740" y="4809752"/>
            <a:ext cx="3609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421324"/>
              </p:ext>
            </p:extLst>
          </p:nvPr>
        </p:nvGraphicFramePr>
        <p:xfrm>
          <a:off x="2339790" y="5274890"/>
          <a:ext cx="5172075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6" name="Document" r:id="rId20" imgW="2471584" imgH="515899" progId="Word.Document.8">
                  <p:embed/>
                </p:oleObj>
              </mc:Choice>
              <mc:Fallback>
                <p:oleObj name="Document" r:id="rId20" imgW="2471584" imgH="51589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90" y="5274890"/>
                        <a:ext cx="5172075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527" y="5525716"/>
            <a:ext cx="32432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010094"/>
              </p:ext>
            </p:extLst>
          </p:nvPr>
        </p:nvGraphicFramePr>
        <p:xfrm>
          <a:off x="1151964" y="2556388"/>
          <a:ext cx="366236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" name="Document" r:id="rId24" imgW="1756699" imgH="428865" progId="Word.Document.8">
                  <p:embed/>
                </p:oleObj>
              </mc:Choice>
              <mc:Fallback>
                <p:oleObj name="Document" r:id="rId24" imgW="1756699" imgH="42886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964" y="2556388"/>
                        <a:ext cx="3662363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494831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22784"/>
              </p:ext>
            </p:extLst>
          </p:nvPr>
        </p:nvGraphicFramePr>
        <p:xfrm>
          <a:off x="1242183" y="752379"/>
          <a:ext cx="10787461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2" name="Document" r:id="rId4" imgW="5498608" imgH="466560" progId="Word.Document.8">
                  <p:embed/>
                </p:oleObj>
              </mc:Choice>
              <mc:Fallback>
                <p:oleObj name="Document" r:id="rId4" imgW="5498608" imgH="4665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2183" y="752379"/>
                        <a:ext cx="10787461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907708"/>
              </p:ext>
            </p:extLst>
          </p:nvPr>
        </p:nvGraphicFramePr>
        <p:xfrm>
          <a:off x="1242183" y="1637024"/>
          <a:ext cx="7897000" cy="779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" name="Document" r:id="rId7" imgW="3810884" imgH="375853" progId="Word.Document.8">
                  <p:embed/>
                </p:oleObj>
              </mc:Choice>
              <mc:Fallback>
                <p:oleObj name="Document" r:id="rId7" imgW="3810884" imgH="37585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2183" y="1637024"/>
                        <a:ext cx="7897000" cy="7790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70806"/>
              </p:ext>
            </p:extLst>
          </p:nvPr>
        </p:nvGraphicFramePr>
        <p:xfrm>
          <a:off x="2488994" y="2058603"/>
          <a:ext cx="7772400" cy="271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" name="Document" r:id="rId10" imgW="3810884" imgH="1329528" progId="Word.Document.8">
                  <p:embed/>
                </p:oleObj>
              </mc:Choice>
              <mc:Fallback>
                <p:oleObj name="Document" r:id="rId10" imgW="3810884" imgH="132952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8994" y="2058603"/>
                        <a:ext cx="7772400" cy="2713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020179"/>
              </p:ext>
            </p:extLst>
          </p:nvPr>
        </p:nvGraphicFramePr>
        <p:xfrm>
          <a:off x="1287742" y="4771640"/>
          <a:ext cx="7740650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" name="Document" r:id="rId13" imgW="3801812" imgH="705309" progId="Word.Document.8">
                  <p:embed/>
                </p:oleObj>
              </mc:Choice>
              <mc:Fallback>
                <p:oleObj name="Document" r:id="rId13" imgW="3801812" imgH="70530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742" y="4771640"/>
                        <a:ext cx="7740650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6801335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288330"/>
              </p:ext>
            </p:extLst>
          </p:nvPr>
        </p:nvGraphicFramePr>
        <p:xfrm>
          <a:off x="1935909" y="717508"/>
          <a:ext cx="8529078" cy="110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9" name="Document" r:id="rId4" imgW="3620430" imgH="468737" progId="Word.Document.8">
                  <p:embed/>
                </p:oleObj>
              </mc:Choice>
              <mc:Fallback>
                <p:oleObj name="Document" r:id="rId4" imgW="3620430" imgH="46873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5909" y="717508"/>
                        <a:ext cx="8529078" cy="110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749133"/>
              </p:ext>
            </p:extLst>
          </p:nvPr>
        </p:nvGraphicFramePr>
        <p:xfrm>
          <a:off x="697987" y="1472926"/>
          <a:ext cx="10807700" cy="4077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0" name="Document" r:id="rId7" imgW="5058906" imgH="1909223" progId="Word.Document.8">
                  <p:embed/>
                </p:oleObj>
              </mc:Choice>
              <mc:Fallback>
                <p:oleObj name="Document" r:id="rId7" imgW="5058906" imgH="190922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987" y="1472926"/>
                        <a:ext cx="10807700" cy="40779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992240"/>
              </p:ext>
            </p:extLst>
          </p:nvPr>
        </p:nvGraphicFramePr>
        <p:xfrm>
          <a:off x="4645586" y="5334000"/>
          <a:ext cx="24003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1" name="Document" r:id="rId10" imgW="1243533" imgH="478097" progId="Word.Document.8">
                  <p:embed/>
                </p:oleObj>
              </mc:Choice>
              <mc:Fallback>
                <p:oleObj name="Document" r:id="rId10" imgW="1243533" imgH="47809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586" y="5334000"/>
                        <a:ext cx="240030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2109695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31090"/>
              </p:ext>
            </p:extLst>
          </p:nvPr>
        </p:nvGraphicFramePr>
        <p:xfrm>
          <a:off x="895350" y="1838325"/>
          <a:ext cx="10715625" cy="161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" name="Document" r:id="rId5" imgW="4872497" imgH="734068" progId="Word.Document.8">
                  <p:embed/>
                </p:oleObj>
              </mc:Choice>
              <mc:Fallback>
                <p:oleObj name="Document" r:id="rId5" imgW="4872497" imgH="73406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1838325"/>
                        <a:ext cx="10715625" cy="161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494335"/>
              </p:ext>
            </p:extLst>
          </p:nvPr>
        </p:nvGraphicFramePr>
        <p:xfrm>
          <a:off x="925979" y="789081"/>
          <a:ext cx="10620375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name="Document" r:id="rId8" imgW="5244237" imgH="652824" progId="Word.Document.8">
                  <p:embed/>
                </p:oleObj>
              </mc:Choice>
              <mc:Fallback>
                <p:oleObj name="Document" r:id="rId8" imgW="5244237" imgH="65282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979" y="789081"/>
                        <a:ext cx="10620375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764796"/>
              </p:ext>
            </p:extLst>
          </p:nvPr>
        </p:nvGraphicFramePr>
        <p:xfrm>
          <a:off x="3369935" y="5321581"/>
          <a:ext cx="5675312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name="Document" r:id="rId11" imgW="2581393" imgH="547580" progId="Word.Document.8">
                  <p:embed/>
                </p:oleObj>
              </mc:Choice>
              <mc:Fallback>
                <p:oleObj name="Document" r:id="rId11" imgW="2581393" imgH="5475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9935" y="5321581"/>
                        <a:ext cx="5675312" cy="120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026176"/>
              </p:ext>
            </p:extLst>
          </p:nvPr>
        </p:nvGraphicFramePr>
        <p:xfrm>
          <a:off x="868829" y="3246812"/>
          <a:ext cx="10677525" cy="245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3" name="Document" r:id="rId14" imgW="4999283" imgH="1147835" progId="Word.Document.8">
                  <p:embed/>
                </p:oleObj>
              </mc:Choice>
              <mc:Fallback>
                <p:oleObj name="Document" r:id="rId14" imgW="4999283" imgH="11478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829" y="3246812"/>
                        <a:ext cx="10677525" cy="245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307703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1955153"/>
              </p:ext>
            </p:extLst>
          </p:nvPr>
        </p:nvGraphicFramePr>
        <p:xfrm>
          <a:off x="1278964" y="749673"/>
          <a:ext cx="8824259" cy="1208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8" name="Document" r:id="rId4" imgW="3610709" imgH="495378" progId="Word.Document.8">
                  <p:embed/>
                </p:oleObj>
              </mc:Choice>
              <mc:Fallback>
                <p:oleObj name="Document" r:id="rId4" imgW="3610709" imgH="4953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964" y="749673"/>
                        <a:ext cx="8824259" cy="12083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764700"/>
              </p:ext>
            </p:extLst>
          </p:nvPr>
        </p:nvGraphicFramePr>
        <p:xfrm>
          <a:off x="573274" y="2400884"/>
          <a:ext cx="10998200" cy="402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9" name="Document" r:id="rId7" imgW="4537391" imgH="1662976" progId="Word.Document.8">
                  <p:embed/>
                </p:oleObj>
              </mc:Choice>
              <mc:Fallback>
                <p:oleObj name="Document" r:id="rId7" imgW="4537391" imgH="166297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74" y="2400884"/>
                        <a:ext cx="10998200" cy="402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900294"/>
              </p:ext>
            </p:extLst>
          </p:nvPr>
        </p:nvGraphicFramePr>
        <p:xfrm>
          <a:off x="7043926" y="1439024"/>
          <a:ext cx="4124325" cy="119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0" name="Document" r:id="rId10" imgW="1888701" imgH="550820" progId="Word.Document.8">
                  <p:embed/>
                </p:oleObj>
              </mc:Choice>
              <mc:Fallback>
                <p:oleObj name="Document" r:id="rId10" imgW="1888701" imgH="5508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3926" y="1439024"/>
                        <a:ext cx="4124325" cy="1198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957385"/>
              </p:ext>
            </p:extLst>
          </p:nvPr>
        </p:nvGraphicFramePr>
        <p:xfrm>
          <a:off x="1278964" y="1590300"/>
          <a:ext cx="5677569" cy="978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1" name="Document" r:id="rId13" imgW="2305252" imgH="397094" progId="Word.Document.8">
                  <p:embed/>
                </p:oleObj>
              </mc:Choice>
              <mc:Fallback>
                <p:oleObj name="Document" r:id="rId13" imgW="2305252" imgH="3970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964" y="1590300"/>
                        <a:ext cx="5677569" cy="9784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098992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091821"/>
              </p:ext>
            </p:extLst>
          </p:nvPr>
        </p:nvGraphicFramePr>
        <p:xfrm>
          <a:off x="701675" y="1819275"/>
          <a:ext cx="10918825" cy="295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8" name="Document" r:id="rId4" imgW="4823649" imgH="1305648" progId="Word.Document.8">
                  <p:embed/>
                </p:oleObj>
              </mc:Choice>
              <mc:Fallback>
                <p:oleObj name="Document" r:id="rId4" imgW="4823649" imgH="130564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" y="1819275"/>
                        <a:ext cx="10918825" cy="295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4925603"/>
              </p:ext>
            </p:extLst>
          </p:nvPr>
        </p:nvGraphicFramePr>
        <p:xfrm>
          <a:off x="699528" y="570473"/>
          <a:ext cx="10828337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9" name="Document" r:id="rId7" imgW="4728829" imgH="648870" progId="Word.Document.8">
                  <p:embed/>
                </p:oleObj>
              </mc:Choice>
              <mc:Fallback>
                <p:oleObj name="Document" r:id="rId7" imgW="4728829" imgH="64887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528" y="570473"/>
                        <a:ext cx="10828337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691887"/>
              </p:ext>
            </p:extLst>
          </p:nvPr>
        </p:nvGraphicFramePr>
        <p:xfrm>
          <a:off x="1925077" y="4443694"/>
          <a:ext cx="8377237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0" name="Document" r:id="rId10" imgW="3586588" imgH="861871" progId="Word.Document.8">
                  <p:embed/>
                </p:oleObj>
              </mc:Choice>
              <mc:Fallback>
                <p:oleObj name="Document" r:id="rId10" imgW="3586588" imgH="86187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077" y="4443694"/>
                        <a:ext cx="8377237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0850512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725096"/>
              </p:ext>
            </p:extLst>
          </p:nvPr>
        </p:nvGraphicFramePr>
        <p:xfrm>
          <a:off x="665163" y="772646"/>
          <a:ext cx="10991850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2" name="Document" r:id="rId4" imgW="4475973" imgH="490697" progId="Word.Document.8">
                  <p:embed/>
                </p:oleObj>
              </mc:Choice>
              <mc:Fallback>
                <p:oleObj name="Document" r:id="rId4" imgW="4475973" imgH="49069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772646"/>
                        <a:ext cx="10991850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894587"/>
              </p:ext>
            </p:extLst>
          </p:nvPr>
        </p:nvGraphicFramePr>
        <p:xfrm>
          <a:off x="1314078" y="3473355"/>
          <a:ext cx="9300682" cy="605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3" name="Document" r:id="rId7" imgW="3733479" imgH="242649" progId="Word.Document.8">
                  <p:embed/>
                </p:oleObj>
              </mc:Choice>
              <mc:Fallback>
                <p:oleObj name="Document" r:id="rId7" imgW="3733479" imgH="24264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078" y="3473355"/>
                        <a:ext cx="9300682" cy="6055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915306"/>
              </p:ext>
            </p:extLst>
          </p:nvPr>
        </p:nvGraphicFramePr>
        <p:xfrm>
          <a:off x="1314078" y="2894899"/>
          <a:ext cx="9200012" cy="753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4" name="Document" r:id="rId10" imgW="3735279" imgH="306371" progId="Word.Document.8">
                  <p:embed/>
                </p:oleObj>
              </mc:Choice>
              <mc:Fallback>
                <p:oleObj name="Document" r:id="rId10" imgW="3735279" imgH="30637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078" y="2894899"/>
                        <a:ext cx="9200012" cy="7537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163682"/>
              </p:ext>
            </p:extLst>
          </p:nvPr>
        </p:nvGraphicFramePr>
        <p:xfrm>
          <a:off x="665163" y="1826559"/>
          <a:ext cx="11117263" cy="144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5" name="Document" r:id="rId13" imgW="4723082" imgH="615078" progId="Word.Document.8">
                  <p:embed/>
                </p:oleObj>
              </mc:Choice>
              <mc:Fallback>
                <p:oleObj name="Document" r:id="rId13" imgW="4723082" imgH="6150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1826559"/>
                        <a:ext cx="11117263" cy="1446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519921"/>
              </p:ext>
            </p:extLst>
          </p:nvPr>
        </p:nvGraphicFramePr>
        <p:xfrm>
          <a:off x="461775" y="3477181"/>
          <a:ext cx="11631613" cy="292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6" name="Document" r:id="rId16" imgW="5022630" imgH="1266465" progId="Word.Document.8">
                  <p:embed/>
                </p:oleObj>
              </mc:Choice>
              <mc:Fallback>
                <p:oleObj name="Document" r:id="rId16" imgW="5022630" imgH="126646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775" y="3477181"/>
                        <a:ext cx="11631613" cy="292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991106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452251"/>
              </p:ext>
            </p:extLst>
          </p:nvPr>
        </p:nvGraphicFramePr>
        <p:xfrm>
          <a:off x="687807" y="875927"/>
          <a:ext cx="10915650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1" name="Document" r:id="rId4" imgW="5359890" imgH="551450" progId="Word.Document.8">
                  <p:embed/>
                </p:oleObj>
              </mc:Choice>
              <mc:Fallback>
                <p:oleObj name="Document" r:id="rId4" imgW="5359890" imgH="5514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807" y="875927"/>
                        <a:ext cx="10915650" cy="11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054266"/>
              </p:ext>
            </p:extLst>
          </p:nvPr>
        </p:nvGraphicFramePr>
        <p:xfrm>
          <a:off x="687807" y="2533744"/>
          <a:ext cx="75565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2" name="Document" r:id="rId7" imgW="3689032" imgH="309157" progId="Word.Document.8">
                  <p:embed/>
                </p:oleObj>
              </mc:Choice>
              <mc:Fallback>
                <p:oleObj name="Document" r:id="rId7" imgW="3689032" imgH="3091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807" y="2533744"/>
                        <a:ext cx="75565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624495"/>
              </p:ext>
            </p:extLst>
          </p:nvPr>
        </p:nvGraphicFramePr>
        <p:xfrm>
          <a:off x="1299087" y="3073773"/>
          <a:ext cx="10344150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3" name="Document" r:id="rId10" imgW="5145466" imgH="927111" progId="Word.Document.8">
                  <p:embed/>
                </p:oleObj>
              </mc:Choice>
              <mc:Fallback>
                <p:oleObj name="Document" r:id="rId10" imgW="5145466" imgH="92711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9087" y="3073773"/>
                        <a:ext cx="10344150" cy="185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549736"/>
              </p:ext>
            </p:extLst>
          </p:nvPr>
        </p:nvGraphicFramePr>
        <p:xfrm>
          <a:off x="1976064" y="1796677"/>
          <a:ext cx="80010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4" name="Document" r:id="rId13" imgW="3923213" imgH="502578" progId="Word.Document.8">
                  <p:embed/>
                </p:oleObj>
              </mc:Choice>
              <mc:Fallback>
                <p:oleObj name="Document" r:id="rId13" imgW="3923213" imgH="50257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064" y="1796677"/>
                        <a:ext cx="800100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583163"/>
              </p:ext>
            </p:extLst>
          </p:nvPr>
        </p:nvGraphicFramePr>
        <p:xfrm>
          <a:off x="687807" y="5056046"/>
          <a:ext cx="10933113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5" name="Document" r:id="rId16" imgW="5404786" imgH="485304" progId="Word.Document.8">
                  <p:embed/>
                </p:oleObj>
              </mc:Choice>
              <mc:Fallback>
                <p:oleObj name="Document" r:id="rId16" imgW="5404786" imgH="48530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807" y="5056046"/>
                        <a:ext cx="10933113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569359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343480"/>
              </p:ext>
            </p:extLst>
          </p:nvPr>
        </p:nvGraphicFramePr>
        <p:xfrm>
          <a:off x="1475628" y="1861220"/>
          <a:ext cx="8437660" cy="1007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5" name="Document" r:id="rId4" imgW="3736719" imgH="445336" progId="Word.Document.8">
                  <p:embed/>
                </p:oleObj>
              </mc:Choice>
              <mc:Fallback>
                <p:oleObj name="Document" r:id="rId4" imgW="3736719" imgH="44533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28" y="1861220"/>
                        <a:ext cx="8437660" cy="1007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686164"/>
              </p:ext>
            </p:extLst>
          </p:nvPr>
        </p:nvGraphicFramePr>
        <p:xfrm>
          <a:off x="857810" y="645764"/>
          <a:ext cx="10609263" cy="152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6" name="Document" r:id="rId7" imgW="4658431" imgH="673315" progId="Word.Document.8">
                  <p:embed/>
                </p:oleObj>
              </mc:Choice>
              <mc:Fallback>
                <p:oleObj name="Document" r:id="rId7" imgW="4658431" imgH="67331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810" y="645764"/>
                        <a:ext cx="10609263" cy="1528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92254"/>
              </p:ext>
            </p:extLst>
          </p:nvPr>
        </p:nvGraphicFramePr>
        <p:xfrm>
          <a:off x="857810" y="2584126"/>
          <a:ext cx="8446002" cy="913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7" name="Document" r:id="rId10" imgW="3736719" imgH="403935" progId="Word.Document.8">
                  <p:embed/>
                </p:oleObj>
              </mc:Choice>
              <mc:Fallback>
                <p:oleObj name="Document" r:id="rId10" imgW="3736719" imgH="4039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810" y="2584126"/>
                        <a:ext cx="8446002" cy="913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458652"/>
              </p:ext>
            </p:extLst>
          </p:nvPr>
        </p:nvGraphicFramePr>
        <p:xfrm>
          <a:off x="857810" y="3091059"/>
          <a:ext cx="10977562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8" name="Document" r:id="rId13" imgW="4985994" imgH="523050" progId="Word.Document.8">
                  <p:embed/>
                </p:oleObj>
              </mc:Choice>
              <mc:Fallback>
                <p:oleObj name="Document" r:id="rId13" imgW="4985994" imgH="5230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810" y="3091059"/>
                        <a:ext cx="10977562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0240605"/>
              </p:ext>
            </p:extLst>
          </p:nvPr>
        </p:nvGraphicFramePr>
        <p:xfrm>
          <a:off x="893668" y="3956892"/>
          <a:ext cx="8220075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" name="Document" r:id="rId16" imgW="3736719" imgH="1034317" progId="Word.Document.8">
                  <p:embed/>
                </p:oleObj>
              </mc:Choice>
              <mc:Fallback>
                <p:oleObj name="Document" r:id="rId16" imgW="3736719" imgH="103431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668" y="3956892"/>
                        <a:ext cx="8220075" cy="227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130092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416604"/>
              </p:ext>
            </p:extLst>
          </p:nvPr>
        </p:nvGraphicFramePr>
        <p:xfrm>
          <a:off x="1381126" y="1345738"/>
          <a:ext cx="8033978" cy="798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7" name="Document" r:id="rId4" imgW="3672510" imgH="366315" progId="Word.Document.8">
                  <p:embed/>
                </p:oleObj>
              </mc:Choice>
              <mc:Fallback>
                <p:oleObj name="Document" r:id="rId4" imgW="3672510" imgH="36631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26" y="1345738"/>
                        <a:ext cx="8033978" cy="798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11686"/>
              </p:ext>
            </p:extLst>
          </p:nvPr>
        </p:nvGraphicFramePr>
        <p:xfrm>
          <a:off x="1381126" y="766764"/>
          <a:ext cx="93313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8" name="Document" r:id="rId7" imgW="4194025" imgH="427787" progId="Word.Document.8">
                  <p:embed/>
                </p:oleObj>
              </mc:Choice>
              <mc:Fallback>
                <p:oleObj name="Document" r:id="rId7" imgW="4194025" imgH="42778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26" y="766764"/>
                        <a:ext cx="933132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327609"/>
              </p:ext>
            </p:extLst>
          </p:nvPr>
        </p:nvGraphicFramePr>
        <p:xfrm>
          <a:off x="628650" y="5559425"/>
          <a:ext cx="84137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9" name="Document" r:id="rId10" imgW="3672510" imgH="271051" progId="Word.Document.8">
                  <p:embed/>
                </p:oleObj>
              </mc:Choice>
              <mc:Fallback>
                <p:oleObj name="Document" r:id="rId10" imgW="3672510" imgH="27105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5559425"/>
                        <a:ext cx="841375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239709"/>
              </p:ext>
            </p:extLst>
          </p:nvPr>
        </p:nvGraphicFramePr>
        <p:xfrm>
          <a:off x="1339771" y="1944689"/>
          <a:ext cx="6126162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0" name="Document" r:id="rId13" imgW="2736924" imgH="353533" progId="Word.Document.8">
                  <p:embed/>
                </p:oleObj>
              </mc:Choice>
              <mc:Fallback>
                <p:oleObj name="Document" r:id="rId13" imgW="2736924" imgH="3535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771" y="1944689"/>
                        <a:ext cx="6126162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015393"/>
              </p:ext>
            </p:extLst>
          </p:nvPr>
        </p:nvGraphicFramePr>
        <p:xfrm>
          <a:off x="5871477" y="1944689"/>
          <a:ext cx="556895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1" name="Document" r:id="rId16" imgW="2487426" imgH="403214" progId="Word.Document.8">
                  <p:embed/>
                </p:oleObj>
              </mc:Choice>
              <mc:Fallback>
                <p:oleObj name="Document" r:id="rId16" imgW="2487426" imgH="40321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1477" y="1944689"/>
                        <a:ext cx="556895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225310"/>
              </p:ext>
            </p:extLst>
          </p:nvPr>
        </p:nvGraphicFramePr>
        <p:xfrm>
          <a:off x="1339850" y="2627313"/>
          <a:ext cx="10523538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2" name="Document" r:id="rId19" imgW="4705123" imgH="594228" progId="Word.Document.8">
                  <p:embed/>
                </p:oleObj>
              </mc:Choice>
              <mc:Fallback>
                <p:oleObj name="Document" r:id="rId19" imgW="4705123" imgH="59422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2627313"/>
                        <a:ext cx="10523538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102461"/>
              </p:ext>
            </p:extLst>
          </p:nvPr>
        </p:nvGraphicFramePr>
        <p:xfrm>
          <a:off x="627435" y="3848662"/>
          <a:ext cx="8532281" cy="1668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3" name="Document" r:id="rId21" imgW="3680914" imgH="725312" progId="Word.Document.8">
                  <p:embed/>
                </p:oleObj>
              </mc:Choice>
              <mc:Fallback>
                <p:oleObj name="Document" r:id="rId21" imgW="3680914" imgH="72531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435" y="3848662"/>
                        <a:ext cx="8532281" cy="1668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726245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</Words>
  <Application>Microsoft Office PowerPoint</Application>
  <PresentationFormat>宽屏</PresentationFormat>
  <Paragraphs>1</Paragraphs>
  <Slides>13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宋体</vt:lpstr>
      <vt:lpstr>微软雅黑</vt:lpstr>
      <vt:lpstr>Arial</vt:lpstr>
      <vt:lpstr>Office 主题​​</vt:lpstr>
      <vt:lpstr>Document</vt:lpstr>
      <vt:lpstr>Microsoft Word 97 - 2003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微软雅黑 54号(标题)</dc:title>
  <dc:creator>宁荣健</dc:creator>
  <cp:lastModifiedBy>nrjian</cp:lastModifiedBy>
  <cp:revision>55</cp:revision>
  <dcterms:created xsi:type="dcterms:W3CDTF">2019-06-19T02:08:00Z</dcterms:created>
  <dcterms:modified xsi:type="dcterms:W3CDTF">2019-12-02T11:04:45Z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2052-11.1.0.8894</vt:lpwstr>
  </property>
</Properties>
</file>