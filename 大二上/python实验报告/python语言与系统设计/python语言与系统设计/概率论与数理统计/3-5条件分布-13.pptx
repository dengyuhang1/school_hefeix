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doc" ContentType="application/msword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260" r:id="rId2"/>
    <p:sldId id="261" r:id="rId3"/>
    <p:sldId id="262" r:id="rId4"/>
    <p:sldId id="263" r:id="rId5"/>
    <p:sldId id="264" r:id="rId6"/>
    <p:sldId id="273" r:id="rId7"/>
    <p:sldId id="265" r:id="rId8"/>
    <p:sldId id="266" r:id="rId9"/>
    <p:sldId id="267" r:id="rId10"/>
    <p:sldId id="274" r:id="rId11"/>
    <p:sldId id="268" r:id="rId12"/>
    <p:sldId id="270" r:id="rId13"/>
    <p:sldId id="275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8">
          <p15:clr>
            <a:srgbClr val="A4A3A4"/>
          </p15:clr>
        </p15:guide>
        <p15:guide id="2" pos="386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CDCDC"/>
    <a:srgbClr val="F0F0F0"/>
    <a:srgbClr val="E6E6E6"/>
    <a:srgbClr val="C8C8C8"/>
    <a:srgbClr val="FFFFFF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85" d="100"/>
          <a:sy n="85" d="100"/>
        </p:scale>
        <p:origin x="653" y="38"/>
      </p:cViewPr>
      <p:guideLst>
        <p:guide orient="horz" pos="2158"/>
        <p:guide pos="3861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image" Target="../media/image3.e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image" Target="../media/image6.e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emf"/><Relationship Id="rId1" Type="http://schemas.openxmlformats.org/officeDocument/2006/relationships/image" Target="../media/image8.e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image" Target="../media/image11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e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image" Target="../media/image15.emf"/><Relationship Id="rId1" Type="http://schemas.openxmlformats.org/officeDocument/2006/relationships/image" Target="../media/image14.e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image" Target="../media/image15.emf"/><Relationship Id="rId1" Type="http://schemas.openxmlformats.org/officeDocument/2006/relationships/image" Target="../media/image14.emf"/><Relationship Id="rId6" Type="http://schemas.openxmlformats.org/officeDocument/2006/relationships/image" Target="../media/image20.emf"/><Relationship Id="rId5" Type="http://schemas.openxmlformats.org/officeDocument/2006/relationships/image" Target="../media/image19.emf"/><Relationship Id="rId4" Type="http://schemas.openxmlformats.org/officeDocument/2006/relationships/image" Target="../media/image18.e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image" Target="../media/image22.emf"/><Relationship Id="rId1" Type="http://schemas.openxmlformats.org/officeDocument/2006/relationships/image" Target="../media/image21.e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7" Type="http://schemas.openxmlformats.org/officeDocument/2006/relationships/image" Target="../media/image30.emf"/><Relationship Id="rId2" Type="http://schemas.openxmlformats.org/officeDocument/2006/relationships/image" Target="../media/image25.emf"/><Relationship Id="rId1" Type="http://schemas.openxmlformats.org/officeDocument/2006/relationships/image" Target="../media/image24.emf"/><Relationship Id="rId6" Type="http://schemas.openxmlformats.org/officeDocument/2006/relationships/image" Target="../media/image29.emf"/><Relationship Id="rId5" Type="http://schemas.openxmlformats.org/officeDocument/2006/relationships/image" Target="../media/image28.emf"/><Relationship Id="rId4" Type="http://schemas.openxmlformats.org/officeDocument/2006/relationships/image" Target="../media/image27.e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33.emf"/><Relationship Id="rId2" Type="http://schemas.openxmlformats.org/officeDocument/2006/relationships/image" Target="../media/image32.emf"/><Relationship Id="rId1" Type="http://schemas.openxmlformats.org/officeDocument/2006/relationships/image" Target="../media/image31.emf"/><Relationship Id="rId4" Type="http://schemas.openxmlformats.org/officeDocument/2006/relationships/image" Target="../media/image34.e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5.emf"/><Relationship Id="rId7" Type="http://schemas.openxmlformats.org/officeDocument/2006/relationships/image" Target="../media/image39.emf"/><Relationship Id="rId2" Type="http://schemas.openxmlformats.org/officeDocument/2006/relationships/image" Target="../media/image34.emf"/><Relationship Id="rId1" Type="http://schemas.openxmlformats.org/officeDocument/2006/relationships/image" Target="../media/image31.emf"/><Relationship Id="rId6" Type="http://schemas.openxmlformats.org/officeDocument/2006/relationships/image" Target="../media/image38.emf"/><Relationship Id="rId5" Type="http://schemas.openxmlformats.org/officeDocument/2006/relationships/image" Target="../media/image37.emf"/><Relationship Id="rId4" Type="http://schemas.openxmlformats.org/officeDocument/2006/relationships/image" Target="../media/image36.e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43.emf"/><Relationship Id="rId2" Type="http://schemas.openxmlformats.org/officeDocument/2006/relationships/image" Target="../media/image42.emf"/><Relationship Id="rId1" Type="http://schemas.openxmlformats.org/officeDocument/2006/relationships/image" Target="../media/image41.emf"/><Relationship Id="rId6" Type="http://schemas.openxmlformats.org/officeDocument/2006/relationships/image" Target="../media/image46.emf"/><Relationship Id="rId5" Type="http://schemas.openxmlformats.org/officeDocument/2006/relationships/image" Target="../media/image45.emf"/><Relationship Id="rId4" Type="http://schemas.openxmlformats.org/officeDocument/2006/relationships/image" Target="../media/image44.emf"/></Relationships>
</file>

<file path=ppt/drawings/_rels/vmlDrawing13.vml.rels><?xml version="1.0" encoding="UTF-8" standalone="yes"?>
<Relationships xmlns="http://schemas.openxmlformats.org/package/2006/relationships"><Relationship Id="rId8" Type="http://schemas.openxmlformats.org/officeDocument/2006/relationships/image" Target="../media/image53.wmf"/><Relationship Id="rId13" Type="http://schemas.openxmlformats.org/officeDocument/2006/relationships/image" Target="../media/image58.emf"/><Relationship Id="rId3" Type="http://schemas.openxmlformats.org/officeDocument/2006/relationships/image" Target="../media/image48.emf"/><Relationship Id="rId7" Type="http://schemas.openxmlformats.org/officeDocument/2006/relationships/image" Target="../media/image52.wmf"/><Relationship Id="rId12" Type="http://schemas.openxmlformats.org/officeDocument/2006/relationships/image" Target="../media/image57.wmf"/><Relationship Id="rId2" Type="http://schemas.openxmlformats.org/officeDocument/2006/relationships/image" Target="../media/image47.emf"/><Relationship Id="rId1" Type="http://schemas.openxmlformats.org/officeDocument/2006/relationships/image" Target="../media/image41.emf"/><Relationship Id="rId6" Type="http://schemas.openxmlformats.org/officeDocument/2006/relationships/image" Target="../media/image51.wmf"/><Relationship Id="rId11" Type="http://schemas.openxmlformats.org/officeDocument/2006/relationships/image" Target="../media/image56.wmf"/><Relationship Id="rId5" Type="http://schemas.openxmlformats.org/officeDocument/2006/relationships/image" Target="../media/image50.wmf"/><Relationship Id="rId15" Type="http://schemas.openxmlformats.org/officeDocument/2006/relationships/image" Target="../media/image60.emf"/><Relationship Id="rId10" Type="http://schemas.openxmlformats.org/officeDocument/2006/relationships/image" Target="../media/image55.wmf"/><Relationship Id="rId4" Type="http://schemas.openxmlformats.org/officeDocument/2006/relationships/image" Target="../media/image49.wmf"/><Relationship Id="rId9" Type="http://schemas.openxmlformats.org/officeDocument/2006/relationships/image" Target="../media/image54.wmf"/><Relationship Id="rId14" Type="http://schemas.openxmlformats.org/officeDocument/2006/relationships/image" Target="../media/image59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  <a:t>2020/2/9</a:t>
            </a:fld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  <a:t>‹#›</a:t>
            </a:fld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400135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1AC49D05-6128-4D0D-A32A-06A5E73B386C}" type="datetimeFigureOut">
              <a:rPr lang="zh-CN" altLang="en-US" smtClean="0"/>
              <a:t>2020/2/9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5849F42C-2DAE-424C-A4B8-3140182C3E9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19457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6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.xml"/><Relationship Id="rId1" Type="http://schemas.openxmlformats.org/officeDocument/2006/relationships/tags" Target="../tags/tag2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6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8.xml"/><Relationship Id="rId4" Type="http://schemas.openxmlformats.org/officeDocument/2006/relationships/tags" Target="../tags/tag7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3.xml"/><Relationship Id="rId4" Type="http://schemas.openxmlformats.org/officeDocument/2006/relationships/tags" Target="../tags/tag12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16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6" Type="http://schemas.openxmlformats.org/officeDocument/2006/relationships/tags" Target="../tags/tag19.xml"/><Relationship Id="rId5" Type="http://schemas.openxmlformats.org/officeDocument/2006/relationships/tags" Target="../tags/tag18.xml"/><Relationship Id="rId4" Type="http://schemas.openxmlformats.org/officeDocument/2006/relationships/tags" Target="../tags/tag17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27.xml"/><Relationship Id="rId3" Type="http://schemas.openxmlformats.org/officeDocument/2006/relationships/tags" Target="../tags/tag22.xml"/><Relationship Id="rId7" Type="http://schemas.openxmlformats.org/officeDocument/2006/relationships/tags" Target="../tags/tag26.xml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openxmlformats.org/officeDocument/2006/relationships/tags" Target="../tags/tag25.xml"/><Relationship Id="rId5" Type="http://schemas.openxmlformats.org/officeDocument/2006/relationships/tags" Target="../tags/tag24.xml"/><Relationship Id="rId4" Type="http://schemas.openxmlformats.org/officeDocument/2006/relationships/tags" Target="../tags/tag23.xml"/><Relationship Id="rId9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3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34.xml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37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36.xml"/><Relationship Id="rId1" Type="http://schemas.openxmlformats.org/officeDocument/2006/relationships/tags" Target="../tags/tag35.xml"/><Relationship Id="rId6" Type="http://schemas.openxmlformats.org/officeDocument/2006/relationships/tags" Target="../tags/tag40.xml"/><Relationship Id="rId5" Type="http://schemas.openxmlformats.org/officeDocument/2006/relationships/tags" Target="../tags/tag39.xml"/><Relationship Id="rId4" Type="http://schemas.openxmlformats.org/officeDocument/2006/relationships/tags" Target="../tags/tag38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43.xml"/><Relationship Id="rId2" Type="http://schemas.openxmlformats.org/officeDocument/2006/relationships/tags" Target="../tags/tag42.xml"/><Relationship Id="rId1" Type="http://schemas.openxmlformats.org/officeDocument/2006/relationships/tags" Target="../tags/tag41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45.xml"/><Relationship Id="rId4" Type="http://schemas.openxmlformats.org/officeDocument/2006/relationships/tags" Target="../tags/tag44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49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tags" Target="../tags/tag52.xml"/><Relationship Id="rId2" Type="http://schemas.openxmlformats.org/officeDocument/2006/relationships/tags" Target="../tags/tag51.xml"/><Relationship Id="rId1" Type="http://schemas.openxmlformats.org/officeDocument/2006/relationships/tags" Target="../tags/tag50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5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"/>
            </p:custDataLst>
          </p:nvPr>
        </p:nvSpPr>
        <p:spPr>
          <a:xfrm>
            <a:off x="669882" y="2588281"/>
            <a:ext cx="10852237" cy="899167"/>
          </a:xfrm>
          <a:prstGeom prst="rect">
            <a:avLst/>
          </a:prstGeom>
        </p:spPr>
        <p:txBody>
          <a:bodyPr lIns="101600" tIns="38100" rIns="25400" bIns="38100" anchor="t" anchorCtr="0">
            <a:noAutofit/>
          </a:bodyPr>
          <a:lstStyle>
            <a:lvl1pPr algn="ctr">
              <a:defRPr sz="5400" b="0" spc="6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2"/>
            </p:custDataLst>
          </p:nvPr>
        </p:nvSpPr>
        <p:spPr>
          <a:xfrm>
            <a:off x="669882" y="3566160"/>
            <a:ext cx="10852237" cy="950984"/>
          </a:xfrm>
          <a:prstGeom prst="rect">
            <a:avLst/>
          </a:prstGeom>
        </p:spPr>
        <p:txBody>
          <a:bodyPr lIns="101600" tIns="38100" rIns="76200" bIns="3810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200" normalizeH="0" baseline="0">
                <a:solidFill>
                  <a:schemeClr val="tx1"/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9882" y="432000"/>
            <a:ext cx="10852237" cy="648000"/>
          </a:xfrm>
          <a:prstGeom prst="rect">
            <a:avLst/>
          </a:prstGeo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69882" y="1296000"/>
            <a:ext cx="10852237" cy="5041355"/>
          </a:xfrm>
          <a:prstGeom prst="rect">
            <a:avLst/>
          </a:prstGeo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  <a:t>2020/2/9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9930" y="3808730"/>
            <a:ext cx="10852237" cy="624845"/>
          </a:xfrm>
          <a:prstGeom prst="rect">
            <a:avLst/>
          </a:prstGeom>
        </p:spPr>
        <p:txBody>
          <a:bodyPr lIns="101600" tIns="38100" rIns="63500" bIns="38100" anchor="t" anchorCtr="0">
            <a:noAutofit/>
          </a:bodyPr>
          <a:lstStyle>
            <a:lvl1pPr>
              <a:defRPr sz="3600" b="0" u="none" strike="noStrike" kern="1200" cap="none" spc="300" normalizeH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Tx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669925" y="4511675"/>
            <a:ext cx="10852237" cy="1077985"/>
          </a:xfrm>
          <a:prstGeom prst="rect">
            <a:avLst/>
          </a:prstGeom>
        </p:spPr>
        <p:txBody>
          <a:bodyPr lIns="101600" tIns="38100" rIns="76200" bIns="38100">
            <a:noAutofit/>
          </a:bodyPr>
          <a:lstStyle>
            <a:lvl1pPr marL="0" indent="0" eaLnBrk="1" fontAlgn="auto" latinLnBrk="0" hangingPunct="1">
              <a:buNone/>
              <a:defRPr kumimoji="0" lang="zh-CN" altLang="en-US" sz="1600" b="0" i="0" u="none" strike="noStrike" kern="1200" cap="none" spc="150" normalizeH="0" baseline="0" noProof="1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  <a:t>2020/2/9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9882" y="432000"/>
            <a:ext cx="10852237" cy="648000"/>
          </a:xfrm>
          <a:prstGeom prst="rect">
            <a:avLst/>
          </a:prstGeom>
        </p:spPr>
        <p:txBody>
          <a:bodyPr vert="horz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69930" y="1296000"/>
            <a:ext cx="5283242" cy="5040000"/>
          </a:xfrm>
          <a:prstGeom prst="rect">
            <a:avLst/>
          </a:prstGeo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238877" y="1296000"/>
            <a:ext cx="5283242" cy="5040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  <a:t>2020/2/9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9882" y="432000"/>
            <a:ext cx="10852237" cy="648000"/>
          </a:xfrm>
          <a:prstGeom prst="rect">
            <a:avLst/>
          </a:prstGeom>
        </p:spPr>
        <p:txBody>
          <a:bodyPr vert="horz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69930" y="1296000"/>
            <a:ext cx="5283242" cy="381003"/>
          </a:xfrm>
          <a:prstGeom prst="rect">
            <a:avLst/>
          </a:prstGeom>
        </p:spPr>
        <p:txBody>
          <a:bodyPr lIns="101600" tIns="38100" rIns="76200" bIns="38100" anchor="t" anchorCtr="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/>
                </a:solidFill>
                <a:uFillTx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69925" y="1789043"/>
            <a:ext cx="5283200" cy="4552234"/>
          </a:xfrm>
          <a:prstGeom prst="rect">
            <a:avLst/>
          </a:prstGeo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235750" y="1296000"/>
            <a:ext cx="5283242" cy="381003"/>
          </a:xfrm>
          <a:prstGeom prst="rect">
            <a:avLst/>
          </a:prstGeo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235750" y="1789043"/>
            <a:ext cx="5283242" cy="4552234"/>
          </a:xfrm>
          <a:prstGeom prst="rect">
            <a:avLst/>
          </a:prstGeo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  <a:t>2020/2/9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9882" y="432000"/>
            <a:ext cx="10852237" cy="648000"/>
          </a:xfrm>
          <a:prstGeom prst="rect">
            <a:avLst/>
          </a:prstGeom>
        </p:spPr>
        <p:txBody>
          <a:bodyPr vert="horz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  <a:t>2020/2/9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  <a:t>2020/2/9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669930" y="1296000"/>
            <a:ext cx="5283242" cy="5040000"/>
          </a:xfrm>
          <a:prstGeom prst="rect">
            <a:avLst/>
          </a:prstGeom>
        </p:spPr>
        <p:txBody>
          <a:bodyPr vert="horz" lIns="101600" tIns="0" rIns="82550" bIns="0"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6238925" y="1296000"/>
            <a:ext cx="5283242" cy="504000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9EFD9D74-47D9-4702-A33C-335B63B48DBF}" type="datetimeFigureOut">
              <a:rPr lang="zh-CN" altLang="en-US" smtClean="0"/>
              <a:t>2020/2/9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669882" y="432000"/>
            <a:ext cx="10852237" cy="648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1"/>
            </p:custDataLst>
          </p:nvPr>
        </p:nvSpPr>
        <p:spPr>
          <a:xfrm>
            <a:off x="10571135" y="952508"/>
            <a:ext cx="950984" cy="5388907"/>
          </a:xfrm>
          <a:prstGeom prst="rect">
            <a:avLst/>
          </a:prstGeom>
        </p:spPr>
        <p:txBody>
          <a:bodyPr vert="eaVert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669925" y="952500"/>
            <a:ext cx="9828101" cy="5388907"/>
          </a:xfrm>
          <a:prstGeom prst="rect">
            <a:avLst/>
          </a:prstGeom>
        </p:spPr>
        <p:txBody>
          <a:bodyPr vert="eaVert"/>
          <a:lstStyle>
            <a:lvl1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  <a:t>2020/2/9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  <a:t>2020/2/9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669930" y="952508"/>
            <a:ext cx="10852237" cy="5040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  <a:t>2020/2/9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669882" y="2588281"/>
            <a:ext cx="10852237" cy="899167"/>
          </a:xfrm>
          <a:prstGeom prst="rect">
            <a:avLst/>
          </a:prstGeom>
        </p:spPr>
        <p:txBody>
          <a:bodyPr vert="horz" lIns="101600" tIns="38100" rIns="25400" bIns="38100" rtlCol="0" anchor="t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5400" b="0" i="0" u="none" strike="noStrike" kern="1200" cap="none" spc="600" normalizeH="0" baseline="0" noProof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4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KSO_TEMPLATE" hidden="1"/>
          <p:cNvSpPr/>
          <p:nvPr>
            <p:custDataLst>
              <p:tags r:id="rId13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xmlns="" id="{92589C0E-C98B-4A6B-B4CF-F71114176CE7}"/>
              </a:ext>
            </a:extLst>
          </p:cNvPr>
          <p:cNvGrpSpPr/>
          <p:nvPr userDrawn="1"/>
        </p:nvGrpSpPr>
        <p:grpSpPr>
          <a:xfrm>
            <a:off x="6600217" y="234834"/>
            <a:ext cx="5491260" cy="461665"/>
            <a:chOff x="6600217" y="234834"/>
            <a:chExt cx="5491260" cy="461665"/>
          </a:xfrm>
        </p:grpSpPr>
        <p:pic>
          <p:nvPicPr>
            <p:cNvPr id="12" name="图片 11">
              <a:extLst>
                <a:ext uri="{FF2B5EF4-FFF2-40B4-BE49-F238E27FC236}">
                  <a16:creationId xmlns:a16="http://schemas.microsoft.com/office/drawing/2014/main" xmlns="" id="{086E06BA-2668-4C3A-8E45-593AD2CA1B6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5"/>
            <a:stretch>
              <a:fillRect/>
            </a:stretch>
          </p:blipFill>
          <p:spPr>
            <a:xfrm>
              <a:off x="6600217" y="243967"/>
              <a:ext cx="2821020" cy="437940"/>
            </a:xfrm>
            <a:prstGeom prst="rect">
              <a:avLst/>
            </a:prstGeom>
          </p:spPr>
        </p:pic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xmlns="" id="{6561B98C-21BF-43F5-A1B5-5D7BD0822FCB}"/>
                </a:ext>
              </a:extLst>
            </p:cNvPr>
            <p:cNvSpPr txBox="1"/>
            <p:nvPr userDrawn="1"/>
          </p:nvSpPr>
          <p:spPr>
            <a:xfrm>
              <a:off x="9401781" y="234834"/>
              <a:ext cx="2689696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en-US" sz="2400" b="1" dirty="0">
                  <a:solidFill>
                    <a:srgbClr val="00B0F0"/>
                  </a:solidFill>
                  <a:effectLst/>
                </a:rPr>
                <a:t>概率论与数理统计</a:t>
              </a: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b="1" u="none" strike="noStrike" kern="1200" cap="none" spc="200" normalizeH="0">
          <a:solidFill>
            <a:schemeClr val="tx1"/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Microsoft_Word_97_-_2003___1.doc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3.emf"/><Relationship Id="rId9" Type="http://schemas.openxmlformats.org/officeDocument/2006/relationships/image" Target="../media/image5.emf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emf"/><Relationship Id="rId3" Type="http://schemas.openxmlformats.org/officeDocument/2006/relationships/oleObject" Target="../embeddings/oleObject4.bin"/><Relationship Id="rId7" Type="http://schemas.openxmlformats.org/officeDocument/2006/relationships/oleObject" Target="../embeddings/Microsoft_Word_97_-_2003___3.doc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5.bin"/><Relationship Id="rId5" Type="http://schemas.openxmlformats.org/officeDocument/2006/relationships/image" Target="../media/image6.emf"/><Relationship Id="rId4" Type="http://schemas.openxmlformats.org/officeDocument/2006/relationships/oleObject" Target="../embeddings/Microsoft_Word_97_-_2003___2.doc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Microsoft_Word_97_-_2003___5.doc"/><Relationship Id="rId3" Type="http://schemas.openxmlformats.org/officeDocument/2006/relationships/oleObject" Target="../embeddings/oleObject6.bin"/><Relationship Id="rId7" Type="http://schemas.openxmlformats.org/officeDocument/2006/relationships/oleObject" Target="../embeddings/oleObject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9.emf"/><Relationship Id="rId5" Type="http://schemas.openxmlformats.org/officeDocument/2006/relationships/oleObject" Target="../embeddings/Microsoft_Word_97_-_2003___4.doc"/><Relationship Id="rId4" Type="http://schemas.openxmlformats.org/officeDocument/2006/relationships/image" Target="../media/image8.emf"/><Relationship Id="rId9" Type="http://schemas.openxmlformats.org/officeDocument/2006/relationships/image" Target="../media/image10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7" Type="http://schemas.openxmlformats.org/officeDocument/2006/relationships/image" Target="../media/image12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9.bin"/><Relationship Id="rId5" Type="http://schemas.openxmlformats.org/officeDocument/2006/relationships/image" Target="../media/image11.emf"/><Relationship Id="rId4" Type="http://schemas.openxmlformats.org/officeDocument/2006/relationships/oleObject" Target="../embeddings/Microsoft_Word_97_-_2003___6.doc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13.emf"/><Relationship Id="rId4" Type="http://schemas.openxmlformats.org/officeDocument/2006/relationships/oleObject" Target="../embeddings/Microsoft_Word_97_-_2003___7.doc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emf"/><Relationship Id="rId3" Type="http://schemas.openxmlformats.org/officeDocument/2006/relationships/oleObject" Target="../embeddings/oleObject11.bin"/><Relationship Id="rId7" Type="http://schemas.openxmlformats.org/officeDocument/2006/relationships/oleObject" Target="../embeddings/Microsoft_Word_97_-_2003___9.doc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12.bin"/><Relationship Id="rId5" Type="http://schemas.openxmlformats.org/officeDocument/2006/relationships/image" Target="../media/image14.emf"/><Relationship Id="rId10" Type="http://schemas.openxmlformats.org/officeDocument/2006/relationships/image" Target="../media/image16.emf"/><Relationship Id="rId4" Type="http://schemas.openxmlformats.org/officeDocument/2006/relationships/oleObject" Target="../embeddings/Microsoft_Word_97_-_2003___8.doc"/><Relationship Id="rId9" Type="http://schemas.openxmlformats.org/officeDocument/2006/relationships/oleObject" Target="../embeddings/oleObject13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emf"/><Relationship Id="rId13" Type="http://schemas.openxmlformats.org/officeDocument/2006/relationships/oleObject" Target="../embeddings/Microsoft_Word_97_-_2003___13.doc"/><Relationship Id="rId18" Type="http://schemas.openxmlformats.org/officeDocument/2006/relationships/oleObject" Target="../embeddings/oleObject19.bin"/><Relationship Id="rId3" Type="http://schemas.openxmlformats.org/officeDocument/2006/relationships/oleObject" Target="../embeddings/oleObject14.bin"/><Relationship Id="rId7" Type="http://schemas.openxmlformats.org/officeDocument/2006/relationships/oleObject" Target="../embeddings/Microsoft_Word_97_-_2003___11.doc"/><Relationship Id="rId12" Type="http://schemas.openxmlformats.org/officeDocument/2006/relationships/oleObject" Target="../embeddings/oleObject17.bin"/><Relationship Id="rId17" Type="http://schemas.openxmlformats.org/officeDocument/2006/relationships/image" Target="../media/image19.e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Microsoft_Word_97_-_2003___14.doc"/><Relationship Id="rId20" Type="http://schemas.openxmlformats.org/officeDocument/2006/relationships/image" Target="../media/image20.emf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15.bin"/><Relationship Id="rId11" Type="http://schemas.openxmlformats.org/officeDocument/2006/relationships/image" Target="../media/image17.emf"/><Relationship Id="rId5" Type="http://schemas.openxmlformats.org/officeDocument/2006/relationships/image" Target="../media/image14.emf"/><Relationship Id="rId15" Type="http://schemas.openxmlformats.org/officeDocument/2006/relationships/oleObject" Target="../embeddings/oleObject18.bin"/><Relationship Id="rId10" Type="http://schemas.openxmlformats.org/officeDocument/2006/relationships/oleObject" Target="../embeddings/Microsoft_Word_97_-_2003___12.doc"/><Relationship Id="rId19" Type="http://schemas.openxmlformats.org/officeDocument/2006/relationships/oleObject" Target="../embeddings/Microsoft_Word_97_-_2003___15.doc"/><Relationship Id="rId4" Type="http://schemas.openxmlformats.org/officeDocument/2006/relationships/oleObject" Target="../embeddings/Microsoft_Word_97_-_2003___10.doc"/><Relationship Id="rId9" Type="http://schemas.openxmlformats.org/officeDocument/2006/relationships/oleObject" Target="../embeddings/oleObject16.bin"/><Relationship Id="rId14" Type="http://schemas.openxmlformats.org/officeDocument/2006/relationships/image" Target="../media/image18.e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2.bin"/><Relationship Id="rId3" Type="http://schemas.openxmlformats.org/officeDocument/2006/relationships/oleObject" Target="../embeddings/oleObject20.bin"/><Relationship Id="rId7" Type="http://schemas.openxmlformats.org/officeDocument/2006/relationships/image" Target="../media/image22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Microsoft_Word_97_-_2003___16.doc"/><Relationship Id="rId5" Type="http://schemas.openxmlformats.org/officeDocument/2006/relationships/oleObject" Target="../embeddings/oleObject21.bin"/><Relationship Id="rId10" Type="http://schemas.openxmlformats.org/officeDocument/2006/relationships/image" Target="../media/image23.emf"/><Relationship Id="rId4" Type="http://schemas.openxmlformats.org/officeDocument/2006/relationships/image" Target="../media/image21.emf"/><Relationship Id="rId9" Type="http://schemas.openxmlformats.org/officeDocument/2006/relationships/oleObject" Target="../embeddings/Microsoft_Word_97_-_2003___17.doc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5.bin"/><Relationship Id="rId13" Type="http://schemas.openxmlformats.org/officeDocument/2006/relationships/image" Target="../media/image27.emf"/><Relationship Id="rId18" Type="http://schemas.openxmlformats.org/officeDocument/2006/relationships/oleObject" Target="../embeddings/Microsoft_Word_97_-_2003___22.doc"/><Relationship Id="rId3" Type="http://schemas.openxmlformats.org/officeDocument/2006/relationships/oleObject" Target="../embeddings/oleObject23.bin"/><Relationship Id="rId21" Type="http://schemas.openxmlformats.org/officeDocument/2006/relationships/oleObject" Target="../embeddings/Microsoft_Word_97_-_2003___23.doc"/><Relationship Id="rId7" Type="http://schemas.openxmlformats.org/officeDocument/2006/relationships/image" Target="../media/image25.emf"/><Relationship Id="rId12" Type="http://schemas.openxmlformats.org/officeDocument/2006/relationships/oleObject" Target="../embeddings/Microsoft_Word_97_-_2003___20.doc"/><Relationship Id="rId17" Type="http://schemas.openxmlformats.org/officeDocument/2006/relationships/oleObject" Target="../embeddings/oleObject28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8.emf"/><Relationship Id="rId20" Type="http://schemas.openxmlformats.org/officeDocument/2006/relationships/oleObject" Target="../embeddings/oleObject29.bin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Microsoft_Word_97_-_2003___18.doc"/><Relationship Id="rId11" Type="http://schemas.openxmlformats.org/officeDocument/2006/relationships/oleObject" Target="../embeddings/oleObject26.bin"/><Relationship Id="rId5" Type="http://schemas.openxmlformats.org/officeDocument/2006/relationships/oleObject" Target="../embeddings/oleObject24.bin"/><Relationship Id="rId15" Type="http://schemas.openxmlformats.org/officeDocument/2006/relationships/oleObject" Target="../embeddings/Microsoft_Word_97_-_2003___21.doc"/><Relationship Id="rId10" Type="http://schemas.openxmlformats.org/officeDocument/2006/relationships/image" Target="../media/image26.emf"/><Relationship Id="rId19" Type="http://schemas.openxmlformats.org/officeDocument/2006/relationships/image" Target="../media/image29.emf"/><Relationship Id="rId4" Type="http://schemas.openxmlformats.org/officeDocument/2006/relationships/image" Target="../media/image24.emf"/><Relationship Id="rId9" Type="http://schemas.openxmlformats.org/officeDocument/2006/relationships/oleObject" Target="../embeddings/Microsoft_Word_97_-_2003___19.doc"/><Relationship Id="rId14" Type="http://schemas.openxmlformats.org/officeDocument/2006/relationships/oleObject" Target="../embeddings/oleObject27.bin"/><Relationship Id="rId22" Type="http://schemas.openxmlformats.org/officeDocument/2006/relationships/image" Target="../media/image30.e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emf"/><Relationship Id="rId13" Type="http://schemas.openxmlformats.org/officeDocument/2006/relationships/oleObject" Target="../embeddings/Microsoft_Word_97_-_2003___27.doc"/><Relationship Id="rId3" Type="http://schemas.openxmlformats.org/officeDocument/2006/relationships/oleObject" Target="../embeddings/oleObject30.bin"/><Relationship Id="rId7" Type="http://schemas.openxmlformats.org/officeDocument/2006/relationships/oleObject" Target="../embeddings/Microsoft_Word_97_-_2003___25.doc"/><Relationship Id="rId12" Type="http://schemas.openxmlformats.org/officeDocument/2006/relationships/oleObject" Target="../embeddings/oleObject3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0.vml"/><Relationship Id="rId6" Type="http://schemas.openxmlformats.org/officeDocument/2006/relationships/oleObject" Target="../embeddings/oleObject31.bin"/><Relationship Id="rId11" Type="http://schemas.openxmlformats.org/officeDocument/2006/relationships/image" Target="../media/image33.emf"/><Relationship Id="rId5" Type="http://schemas.openxmlformats.org/officeDocument/2006/relationships/image" Target="../media/image31.emf"/><Relationship Id="rId10" Type="http://schemas.openxmlformats.org/officeDocument/2006/relationships/oleObject" Target="../embeddings/Microsoft_Word_97_-_2003___26.doc"/><Relationship Id="rId4" Type="http://schemas.openxmlformats.org/officeDocument/2006/relationships/oleObject" Target="../embeddings/Microsoft_Word_97_-_2003___24.doc"/><Relationship Id="rId9" Type="http://schemas.openxmlformats.org/officeDocument/2006/relationships/oleObject" Target="../embeddings/oleObject32.bin"/><Relationship Id="rId14" Type="http://schemas.openxmlformats.org/officeDocument/2006/relationships/image" Target="../media/image34.e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emf"/><Relationship Id="rId13" Type="http://schemas.openxmlformats.org/officeDocument/2006/relationships/oleObject" Target="../embeddings/Microsoft_Word_97_-_2003___31.doc"/><Relationship Id="rId18" Type="http://schemas.openxmlformats.org/officeDocument/2006/relationships/image" Target="../media/image37.emf"/><Relationship Id="rId3" Type="http://schemas.openxmlformats.org/officeDocument/2006/relationships/oleObject" Target="../embeddings/oleObject34.bin"/><Relationship Id="rId21" Type="http://schemas.openxmlformats.org/officeDocument/2006/relationships/image" Target="../media/image38.emf"/><Relationship Id="rId7" Type="http://schemas.openxmlformats.org/officeDocument/2006/relationships/oleObject" Target="../embeddings/Microsoft_Word_97_-_2003___29.doc"/><Relationship Id="rId12" Type="http://schemas.openxmlformats.org/officeDocument/2006/relationships/oleObject" Target="../embeddings/oleObject37.bin"/><Relationship Id="rId17" Type="http://schemas.openxmlformats.org/officeDocument/2006/relationships/oleObject" Target="../embeddings/Microsoft_Word_97_-_2003___32.doc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38.bin"/><Relationship Id="rId20" Type="http://schemas.openxmlformats.org/officeDocument/2006/relationships/oleObject" Target="../embeddings/Microsoft_Word_97_-_2003___33.doc"/><Relationship Id="rId1" Type="http://schemas.openxmlformats.org/officeDocument/2006/relationships/vmlDrawing" Target="../drawings/vmlDrawing11.vml"/><Relationship Id="rId6" Type="http://schemas.openxmlformats.org/officeDocument/2006/relationships/oleObject" Target="../embeddings/oleObject35.bin"/><Relationship Id="rId11" Type="http://schemas.openxmlformats.org/officeDocument/2006/relationships/image" Target="../media/image35.emf"/><Relationship Id="rId24" Type="http://schemas.openxmlformats.org/officeDocument/2006/relationships/image" Target="../media/image39.emf"/><Relationship Id="rId5" Type="http://schemas.openxmlformats.org/officeDocument/2006/relationships/image" Target="../media/image31.emf"/><Relationship Id="rId15" Type="http://schemas.openxmlformats.org/officeDocument/2006/relationships/image" Target="../media/image40.png"/><Relationship Id="rId23" Type="http://schemas.openxmlformats.org/officeDocument/2006/relationships/oleObject" Target="../embeddings/Microsoft_Word_97_-_2003___34.doc"/><Relationship Id="rId10" Type="http://schemas.openxmlformats.org/officeDocument/2006/relationships/oleObject" Target="../embeddings/Microsoft_Word_97_-_2003___30.doc"/><Relationship Id="rId19" Type="http://schemas.openxmlformats.org/officeDocument/2006/relationships/oleObject" Target="../embeddings/oleObject39.bin"/><Relationship Id="rId4" Type="http://schemas.openxmlformats.org/officeDocument/2006/relationships/oleObject" Target="../embeddings/Microsoft_Word_97_-_2003___28.doc"/><Relationship Id="rId9" Type="http://schemas.openxmlformats.org/officeDocument/2006/relationships/oleObject" Target="../embeddings/oleObject36.bin"/><Relationship Id="rId14" Type="http://schemas.openxmlformats.org/officeDocument/2006/relationships/image" Target="../media/image36.emf"/><Relationship Id="rId22" Type="http://schemas.openxmlformats.org/officeDocument/2006/relationships/oleObject" Target="../embeddings/oleObject40.bin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emf"/><Relationship Id="rId13" Type="http://schemas.openxmlformats.org/officeDocument/2006/relationships/oleObject" Target="../embeddings/Microsoft_Word_97_-_2003___38.doc"/><Relationship Id="rId18" Type="http://schemas.openxmlformats.org/officeDocument/2006/relationships/oleObject" Target="../embeddings/oleObject46.bin"/><Relationship Id="rId3" Type="http://schemas.openxmlformats.org/officeDocument/2006/relationships/oleObject" Target="../embeddings/oleObject41.bin"/><Relationship Id="rId7" Type="http://schemas.openxmlformats.org/officeDocument/2006/relationships/oleObject" Target="../embeddings/Microsoft_Word_97_-_2003___36.doc"/><Relationship Id="rId12" Type="http://schemas.openxmlformats.org/officeDocument/2006/relationships/oleObject" Target="../embeddings/oleObject44.bin"/><Relationship Id="rId17" Type="http://schemas.openxmlformats.org/officeDocument/2006/relationships/image" Target="../media/image45.e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Microsoft_Word_97_-_2003___39.doc"/><Relationship Id="rId20" Type="http://schemas.openxmlformats.org/officeDocument/2006/relationships/image" Target="../media/image46.emf"/><Relationship Id="rId1" Type="http://schemas.openxmlformats.org/officeDocument/2006/relationships/vmlDrawing" Target="../drawings/vmlDrawing12.vml"/><Relationship Id="rId6" Type="http://schemas.openxmlformats.org/officeDocument/2006/relationships/oleObject" Target="../embeddings/oleObject42.bin"/><Relationship Id="rId11" Type="http://schemas.openxmlformats.org/officeDocument/2006/relationships/image" Target="../media/image43.emf"/><Relationship Id="rId5" Type="http://schemas.openxmlformats.org/officeDocument/2006/relationships/image" Target="../media/image41.emf"/><Relationship Id="rId15" Type="http://schemas.openxmlformats.org/officeDocument/2006/relationships/oleObject" Target="../embeddings/oleObject45.bin"/><Relationship Id="rId10" Type="http://schemas.openxmlformats.org/officeDocument/2006/relationships/oleObject" Target="../embeddings/Microsoft_Word_97_-_2003___37.doc"/><Relationship Id="rId19" Type="http://schemas.openxmlformats.org/officeDocument/2006/relationships/oleObject" Target="../embeddings/Microsoft_Word_97_-_2003___40.doc"/><Relationship Id="rId4" Type="http://schemas.openxmlformats.org/officeDocument/2006/relationships/oleObject" Target="../embeddings/Microsoft_Word_97_-_2003___35.doc"/><Relationship Id="rId9" Type="http://schemas.openxmlformats.org/officeDocument/2006/relationships/oleObject" Target="../embeddings/oleObject43.bin"/><Relationship Id="rId14" Type="http://schemas.openxmlformats.org/officeDocument/2006/relationships/image" Target="../media/image44.emf"/></Relationships>
</file>

<file path=ppt/slides/_rels/slide1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9.wmf"/><Relationship Id="rId18" Type="http://schemas.openxmlformats.org/officeDocument/2006/relationships/oleObject" Target="../embeddings/oleObject53.bin"/><Relationship Id="rId26" Type="http://schemas.openxmlformats.org/officeDocument/2006/relationships/oleObject" Target="../embeddings/oleObject57.bin"/><Relationship Id="rId21" Type="http://schemas.openxmlformats.org/officeDocument/2006/relationships/image" Target="../media/image53.wmf"/><Relationship Id="rId34" Type="http://schemas.openxmlformats.org/officeDocument/2006/relationships/oleObject" Target="../embeddings/Microsoft_Word_97_-_2003___45.doc"/><Relationship Id="rId7" Type="http://schemas.openxmlformats.org/officeDocument/2006/relationships/oleObject" Target="../embeddings/Microsoft_Word_97_-_2003___42.doc"/><Relationship Id="rId12" Type="http://schemas.openxmlformats.org/officeDocument/2006/relationships/oleObject" Target="../embeddings/oleObject50.bin"/><Relationship Id="rId17" Type="http://schemas.openxmlformats.org/officeDocument/2006/relationships/image" Target="../media/image51.wmf"/><Relationship Id="rId25" Type="http://schemas.openxmlformats.org/officeDocument/2006/relationships/image" Target="../media/image55.wmf"/><Relationship Id="rId33" Type="http://schemas.openxmlformats.org/officeDocument/2006/relationships/oleObject" Target="../embeddings/oleObject60.bin"/><Relationship Id="rId38" Type="http://schemas.openxmlformats.org/officeDocument/2006/relationships/image" Target="../media/image60.e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52.bin"/><Relationship Id="rId20" Type="http://schemas.openxmlformats.org/officeDocument/2006/relationships/oleObject" Target="../embeddings/oleObject54.bin"/><Relationship Id="rId29" Type="http://schemas.openxmlformats.org/officeDocument/2006/relationships/image" Target="../media/image57.wmf"/><Relationship Id="rId1" Type="http://schemas.openxmlformats.org/officeDocument/2006/relationships/vmlDrawing" Target="../drawings/vmlDrawing13.vml"/><Relationship Id="rId6" Type="http://schemas.openxmlformats.org/officeDocument/2006/relationships/oleObject" Target="../embeddings/oleObject48.bin"/><Relationship Id="rId11" Type="http://schemas.openxmlformats.org/officeDocument/2006/relationships/image" Target="../media/image48.emf"/><Relationship Id="rId24" Type="http://schemas.openxmlformats.org/officeDocument/2006/relationships/oleObject" Target="../embeddings/oleObject56.bin"/><Relationship Id="rId32" Type="http://schemas.openxmlformats.org/officeDocument/2006/relationships/image" Target="../media/image58.emf"/><Relationship Id="rId37" Type="http://schemas.openxmlformats.org/officeDocument/2006/relationships/oleObject" Target="../embeddings/Microsoft_Word_97_-_2003___46.doc"/><Relationship Id="rId5" Type="http://schemas.openxmlformats.org/officeDocument/2006/relationships/image" Target="../media/image41.emf"/><Relationship Id="rId15" Type="http://schemas.openxmlformats.org/officeDocument/2006/relationships/image" Target="../media/image50.wmf"/><Relationship Id="rId23" Type="http://schemas.openxmlformats.org/officeDocument/2006/relationships/image" Target="../media/image54.wmf"/><Relationship Id="rId28" Type="http://schemas.openxmlformats.org/officeDocument/2006/relationships/oleObject" Target="../embeddings/oleObject58.bin"/><Relationship Id="rId36" Type="http://schemas.openxmlformats.org/officeDocument/2006/relationships/oleObject" Target="../embeddings/oleObject61.bin"/><Relationship Id="rId10" Type="http://schemas.openxmlformats.org/officeDocument/2006/relationships/oleObject" Target="../embeddings/Microsoft_Word_97_-_2003___43.doc"/><Relationship Id="rId19" Type="http://schemas.openxmlformats.org/officeDocument/2006/relationships/image" Target="../media/image52.wmf"/><Relationship Id="rId31" Type="http://schemas.openxmlformats.org/officeDocument/2006/relationships/oleObject" Target="../embeddings/Microsoft_Word_97_-_2003___44.doc"/><Relationship Id="rId4" Type="http://schemas.openxmlformats.org/officeDocument/2006/relationships/oleObject" Target="../embeddings/Microsoft_Word_97_-_2003___41.doc"/><Relationship Id="rId9" Type="http://schemas.openxmlformats.org/officeDocument/2006/relationships/oleObject" Target="../embeddings/oleObject49.bin"/><Relationship Id="rId14" Type="http://schemas.openxmlformats.org/officeDocument/2006/relationships/oleObject" Target="../embeddings/oleObject51.bin"/><Relationship Id="rId22" Type="http://schemas.openxmlformats.org/officeDocument/2006/relationships/oleObject" Target="../embeddings/oleObject55.bin"/><Relationship Id="rId27" Type="http://schemas.openxmlformats.org/officeDocument/2006/relationships/image" Target="../media/image56.wmf"/><Relationship Id="rId30" Type="http://schemas.openxmlformats.org/officeDocument/2006/relationships/oleObject" Target="../embeddings/oleObject59.bin"/><Relationship Id="rId35" Type="http://schemas.openxmlformats.org/officeDocument/2006/relationships/image" Target="../media/image59.emf"/><Relationship Id="rId8" Type="http://schemas.openxmlformats.org/officeDocument/2006/relationships/image" Target="../media/image47.emf"/><Relationship Id="rId3" Type="http://schemas.openxmlformats.org/officeDocument/2006/relationships/oleObject" Target="../embeddings/oleObject47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3078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40811409"/>
              </p:ext>
            </p:extLst>
          </p:nvPr>
        </p:nvGraphicFramePr>
        <p:xfrm>
          <a:off x="1654969" y="841187"/>
          <a:ext cx="8297863" cy="727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9" name="Document" r:id="rId3" imgW="3653650" imgH="319601" progId="Word.Document.8">
                  <p:embed/>
                </p:oleObj>
              </mc:Choice>
              <mc:Fallback>
                <p:oleObj name="Document" r:id="rId3" imgW="3653650" imgH="319601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54969" y="841187"/>
                        <a:ext cx="8297863" cy="727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10019307"/>
              </p:ext>
            </p:extLst>
          </p:nvPr>
        </p:nvGraphicFramePr>
        <p:xfrm>
          <a:off x="1255342" y="1455737"/>
          <a:ext cx="8538261" cy="7271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0" name="Document" r:id="rId5" imgW="3463881" imgH="301786" progId="Word.Document.8">
                  <p:embed/>
                </p:oleObj>
              </mc:Choice>
              <mc:Fallback>
                <p:oleObj name="Document" r:id="rId5" imgW="3463881" imgH="301786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5342" y="1455737"/>
                        <a:ext cx="8538261" cy="72716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26068409"/>
              </p:ext>
            </p:extLst>
          </p:nvPr>
        </p:nvGraphicFramePr>
        <p:xfrm>
          <a:off x="618005" y="2132012"/>
          <a:ext cx="10885488" cy="3948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1" name="Document" r:id="rId8" imgW="4754689" imgH="1724448" progId="Word.Document.8">
                  <p:embed/>
                </p:oleObj>
              </mc:Choice>
              <mc:Fallback>
                <p:oleObj name="Document" r:id="rId8" imgW="4754689" imgH="1724448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8005" y="2132012"/>
                        <a:ext cx="10885488" cy="3948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56794357"/>
      </p:ext>
    </p:extLst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30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3078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77143261"/>
              </p:ext>
            </p:extLst>
          </p:nvPr>
        </p:nvGraphicFramePr>
        <p:xfrm>
          <a:off x="888533" y="957263"/>
          <a:ext cx="10171112" cy="1543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4" name="Document" r:id="rId4" imgW="4442930" imgH="692368" progId="Word.Document.8">
                  <p:embed/>
                </p:oleObj>
              </mc:Choice>
              <mc:Fallback>
                <p:oleObj name="Document" r:id="rId4" imgW="4442930" imgH="692368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8533" y="957263"/>
                        <a:ext cx="10171112" cy="1543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96899543"/>
              </p:ext>
            </p:extLst>
          </p:nvPr>
        </p:nvGraphicFramePr>
        <p:xfrm>
          <a:off x="994896" y="2237723"/>
          <a:ext cx="10628313" cy="3197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5" name="Document" r:id="rId7" imgW="4641191" imgH="1396958" progId="Word.Document.8">
                  <p:embed/>
                </p:oleObj>
              </mc:Choice>
              <mc:Fallback>
                <p:oleObj name="Document" r:id="rId7" imgW="4641191" imgH="1396958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4896" y="2237723"/>
                        <a:ext cx="10628313" cy="3197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11220830"/>
      </p:ext>
    </p:extLst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30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3078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58619214"/>
              </p:ext>
            </p:extLst>
          </p:nvPr>
        </p:nvGraphicFramePr>
        <p:xfrm>
          <a:off x="1556741" y="793375"/>
          <a:ext cx="8884843" cy="6499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8" name="Document" r:id="rId3" imgW="3675245" imgH="272093" progId="Word.Document.8">
                  <p:embed/>
                </p:oleObj>
              </mc:Choice>
              <mc:Fallback>
                <p:oleObj name="Document" r:id="rId3" imgW="3675245" imgH="272093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56741" y="793375"/>
                        <a:ext cx="8884843" cy="64994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55556043"/>
              </p:ext>
            </p:extLst>
          </p:nvPr>
        </p:nvGraphicFramePr>
        <p:xfrm>
          <a:off x="909638" y="1273175"/>
          <a:ext cx="10566400" cy="3192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9" name="Document" r:id="rId5" imgW="4602042" imgH="1395160" progId="Word.Document.8">
                  <p:embed/>
                </p:oleObj>
              </mc:Choice>
              <mc:Fallback>
                <p:oleObj name="Document" r:id="rId5" imgW="4602042" imgH="139516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9638" y="1273175"/>
                        <a:ext cx="10566400" cy="3192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69221211"/>
              </p:ext>
            </p:extLst>
          </p:nvPr>
        </p:nvGraphicFramePr>
        <p:xfrm>
          <a:off x="909638" y="4465638"/>
          <a:ext cx="10036268" cy="22226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0" name="Document" r:id="rId8" imgW="4394801" imgH="973844" progId="Word.Document.8">
                  <p:embed/>
                </p:oleObj>
              </mc:Choice>
              <mc:Fallback>
                <p:oleObj name="Document" r:id="rId8" imgW="4394801" imgH="973844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9638" y="4465638"/>
                        <a:ext cx="10036268" cy="222263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14646078"/>
      </p:ext>
    </p:extLst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30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3078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3498931"/>
              </p:ext>
            </p:extLst>
          </p:nvPr>
        </p:nvGraphicFramePr>
        <p:xfrm>
          <a:off x="1439395" y="896472"/>
          <a:ext cx="8415338" cy="1744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32" name="Document" r:id="rId4" imgW="3634438" imgH="753120" progId="Word.Document.8">
                  <p:embed/>
                </p:oleObj>
              </mc:Choice>
              <mc:Fallback>
                <p:oleObj name="Document" r:id="rId4" imgW="3634438" imgH="75312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39395" y="896472"/>
                        <a:ext cx="8415338" cy="1744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64697512"/>
              </p:ext>
            </p:extLst>
          </p:nvPr>
        </p:nvGraphicFramePr>
        <p:xfrm>
          <a:off x="1439395" y="2596032"/>
          <a:ext cx="8415338" cy="3522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33" name="Document" r:id="rId6" imgW="3642852" imgH="1554008" progId="Word.Document.8">
                  <p:embed/>
                </p:oleObj>
              </mc:Choice>
              <mc:Fallback>
                <p:oleObj name="Document" r:id="rId6" imgW="3642852" imgH="1554008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39395" y="2596032"/>
                        <a:ext cx="8415338" cy="3522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16701244"/>
      </p:ext>
    </p:extLst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30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4"/>
          <p:cNvGraphicFramePr>
            <a:graphicFrameLocks noChangeAspect="1"/>
          </p:cNvGraphicFramePr>
          <p:nvPr/>
        </p:nvGraphicFramePr>
        <p:xfrm>
          <a:off x="3135314" y="1282701"/>
          <a:ext cx="6611937" cy="4505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0" name="Document" r:id="rId4" imgW="2798489" imgH="1947310" progId="Word.Document.8">
                  <p:embed/>
                </p:oleObj>
              </mc:Choice>
              <mc:Fallback>
                <p:oleObj name="Document" r:id="rId4" imgW="2798489" imgH="194731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5314" y="1282701"/>
                        <a:ext cx="6611937" cy="4505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>
            <a:spLocks noChangeArrowheads="1"/>
          </p:cNvSpPr>
          <p:nvPr/>
        </p:nvSpPr>
        <p:spPr bwMode="auto">
          <a:xfrm>
            <a:off x="3179762" y="3592512"/>
            <a:ext cx="5919413" cy="585581"/>
          </a:xfrm>
          <a:prstGeom prst="rect">
            <a:avLst/>
          </a:prstGeom>
          <a:noFill/>
          <a:ln w="31750" algn="ctr">
            <a:solidFill>
              <a:srgbClr val="FF0000"/>
            </a:solidFill>
            <a:round/>
            <a:headEnd/>
            <a:tailEnd type="non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90000" tIns="46800" rIns="90000" bIns="46800">
            <a:spAutoFit/>
          </a:bodyPr>
          <a:lstStyle>
            <a:lvl1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chemeClr val="tx1"/>
              </a:buClr>
              <a:buSzPct val="80000"/>
              <a:buFontTx/>
              <a:buChar char="•"/>
            </a:pPr>
            <a:endParaRPr lang="zh-CN" altLang="en-US" sz="2400">
              <a:solidFill>
                <a:srgbClr val="000066"/>
              </a:solidFill>
            </a:endParaRPr>
          </a:p>
        </p:txBody>
      </p:sp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6494465" y="1329954"/>
            <a:ext cx="758823" cy="4071281"/>
          </a:xfrm>
          <a:prstGeom prst="rect">
            <a:avLst/>
          </a:prstGeom>
          <a:noFill/>
          <a:ln w="31750" algn="ctr">
            <a:solidFill>
              <a:srgbClr val="00B050"/>
            </a:solidFill>
            <a:round/>
            <a:headEnd/>
            <a:tailEnd type="non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90000" tIns="46800" rIns="90000" bIns="46800">
            <a:spAutoFit/>
          </a:bodyPr>
          <a:lstStyle>
            <a:lvl1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chemeClr val="tx1"/>
              </a:buClr>
              <a:buSzPct val="80000"/>
              <a:buFontTx/>
              <a:buChar char="•"/>
            </a:pPr>
            <a:endParaRPr lang="zh-CN" altLang="en-US" sz="2400">
              <a:solidFill>
                <a:srgbClr val="000066"/>
              </a:solidFill>
            </a:endParaRPr>
          </a:p>
        </p:txBody>
      </p:sp>
      <p:sp>
        <p:nvSpPr>
          <p:cNvPr id="6" name="椭圆 5"/>
          <p:cNvSpPr>
            <a:spLocks noChangeArrowheads="1"/>
          </p:cNvSpPr>
          <p:nvPr/>
        </p:nvSpPr>
        <p:spPr bwMode="auto">
          <a:xfrm>
            <a:off x="8297678" y="3662082"/>
            <a:ext cx="640136" cy="516012"/>
          </a:xfrm>
          <a:prstGeom prst="ellipse">
            <a:avLst/>
          </a:prstGeom>
          <a:noFill/>
          <a:ln w="31750" algn="ctr">
            <a:solidFill>
              <a:srgbClr val="0000CC"/>
            </a:solidFill>
            <a:round/>
            <a:headEnd/>
            <a:tailEnd type="non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90000" tIns="46800" rIns="90000" bIns="46800">
            <a:spAutoFit/>
          </a:bodyPr>
          <a:lstStyle>
            <a:lvl1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chemeClr val="tx1"/>
              </a:buClr>
              <a:buSzPct val="80000"/>
              <a:buFontTx/>
              <a:buChar char="•"/>
            </a:pPr>
            <a:endParaRPr lang="zh-CN" altLang="en-US" sz="2400">
              <a:solidFill>
                <a:srgbClr val="000066"/>
              </a:solidFill>
            </a:endParaRPr>
          </a:p>
        </p:txBody>
      </p:sp>
      <p:sp>
        <p:nvSpPr>
          <p:cNvPr id="7" name="椭圆 6"/>
          <p:cNvSpPr>
            <a:spLocks noChangeArrowheads="1"/>
          </p:cNvSpPr>
          <p:nvPr/>
        </p:nvSpPr>
        <p:spPr bwMode="auto">
          <a:xfrm>
            <a:off x="6497637" y="4795839"/>
            <a:ext cx="755651" cy="515749"/>
          </a:xfrm>
          <a:prstGeom prst="ellipse">
            <a:avLst/>
          </a:prstGeom>
          <a:noFill/>
          <a:ln w="31750" algn="ctr">
            <a:solidFill>
              <a:srgbClr val="996600"/>
            </a:solidFill>
            <a:round/>
            <a:headEnd/>
            <a:tailEnd type="non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90000" tIns="46800" rIns="90000" bIns="46800">
            <a:spAutoFit/>
          </a:bodyPr>
          <a:lstStyle>
            <a:lvl1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chemeClr val="tx1"/>
              </a:buClr>
              <a:buSzPct val="80000"/>
              <a:buFontTx/>
              <a:buChar char="•"/>
            </a:pPr>
            <a:endParaRPr lang="zh-CN" altLang="en-US" sz="240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12397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30789" name="Object 5"/>
          <p:cNvGraphicFramePr>
            <a:graphicFrameLocks noChangeAspect="1"/>
          </p:cNvGraphicFramePr>
          <p:nvPr/>
        </p:nvGraphicFramePr>
        <p:xfrm>
          <a:off x="870137" y="643927"/>
          <a:ext cx="10833100" cy="1354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57" name="Document" r:id="rId4" imgW="4730625" imgH="593509" progId="Word.Document.8">
                  <p:embed/>
                </p:oleObj>
              </mc:Choice>
              <mc:Fallback>
                <p:oleObj name="Document" r:id="rId4" imgW="4730625" imgH="593509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0137" y="643927"/>
                        <a:ext cx="10833100" cy="1354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4"/>
          <p:cNvGraphicFramePr>
            <a:graphicFrameLocks noChangeAspect="1"/>
          </p:cNvGraphicFramePr>
          <p:nvPr/>
        </p:nvGraphicFramePr>
        <p:xfrm>
          <a:off x="1485900" y="1760538"/>
          <a:ext cx="7386638" cy="715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58" name="Document" r:id="rId7" imgW="3105022" imgH="302686" progId="Word.Document.8">
                  <p:embed/>
                </p:oleObj>
              </mc:Choice>
              <mc:Fallback>
                <p:oleObj name="Document" r:id="rId7" imgW="3105022" imgH="302686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85900" y="1760538"/>
                        <a:ext cx="7386638" cy="715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68936283"/>
              </p:ext>
            </p:extLst>
          </p:nvPr>
        </p:nvGraphicFramePr>
        <p:xfrm>
          <a:off x="1895521" y="2429062"/>
          <a:ext cx="8253413" cy="3741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59" name="Document" r:id="rId9" imgW="3879590" imgH="1788850" progId="Word.Document.8">
                  <p:embed/>
                </p:oleObj>
              </mc:Choice>
              <mc:Fallback>
                <p:oleObj name="Document" r:id="rId9" imgW="3879590" imgH="178885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95521" y="2429062"/>
                        <a:ext cx="8253413" cy="374173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/>
          <p:cNvSpPr>
            <a:spLocks noChangeArrowheads="1"/>
          </p:cNvSpPr>
          <p:nvPr/>
        </p:nvSpPr>
        <p:spPr bwMode="auto">
          <a:xfrm>
            <a:off x="2123845" y="4104527"/>
            <a:ext cx="3649426" cy="740897"/>
          </a:xfrm>
          <a:prstGeom prst="rect">
            <a:avLst/>
          </a:prstGeom>
          <a:noFill/>
          <a:ln w="31750" algn="ctr">
            <a:solidFill>
              <a:srgbClr val="FF0000"/>
            </a:solidFill>
            <a:round/>
            <a:headEnd/>
            <a:tailEnd type="non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90000" tIns="46800" rIns="90000" bIns="46800">
            <a:spAutoFit/>
          </a:bodyPr>
          <a:lstStyle>
            <a:lvl1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chemeClr val="tx1"/>
              </a:buClr>
              <a:buSzPct val="80000"/>
              <a:buFontTx/>
              <a:buChar char="•"/>
            </a:pPr>
            <a:endParaRPr lang="zh-CN" altLang="en-US" sz="2400">
              <a:solidFill>
                <a:srgbClr val="000066"/>
              </a:solidFill>
            </a:endParaRPr>
          </a:p>
        </p:txBody>
      </p:sp>
      <p:sp>
        <p:nvSpPr>
          <p:cNvPr id="7" name="椭圆 6"/>
          <p:cNvSpPr>
            <a:spLocks noChangeArrowheads="1"/>
          </p:cNvSpPr>
          <p:nvPr/>
        </p:nvSpPr>
        <p:spPr bwMode="auto">
          <a:xfrm>
            <a:off x="5179219" y="4062975"/>
            <a:ext cx="479238" cy="782449"/>
          </a:xfrm>
          <a:prstGeom prst="ellipse">
            <a:avLst/>
          </a:prstGeom>
          <a:noFill/>
          <a:ln w="31750" algn="ctr">
            <a:solidFill>
              <a:srgbClr val="0000CC"/>
            </a:solidFill>
            <a:round/>
            <a:headEnd/>
            <a:tailEnd type="non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90000" tIns="46800" rIns="90000" bIns="46800">
            <a:spAutoFit/>
          </a:bodyPr>
          <a:lstStyle>
            <a:lvl1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chemeClr val="tx1"/>
              </a:buClr>
              <a:buSzPct val="80000"/>
              <a:buFontTx/>
              <a:buChar char="•"/>
            </a:pPr>
            <a:endParaRPr lang="zh-CN" altLang="en-US" sz="2400">
              <a:solidFill>
                <a:srgbClr val="000066"/>
              </a:solidFill>
            </a:endParaRPr>
          </a:p>
        </p:txBody>
      </p:sp>
      <p:sp>
        <p:nvSpPr>
          <p:cNvPr id="8" name="矩形 7"/>
          <p:cNvSpPr>
            <a:spLocks noChangeArrowheads="1"/>
          </p:cNvSpPr>
          <p:nvPr/>
        </p:nvSpPr>
        <p:spPr bwMode="auto">
          <a:xfrm>
            <a:off x="6170077" y="4109012"/>
            <a:ext cx="3704172" cy="736412"/>
          </a:xfrm>
          <a:prstGeom prst="rect">
            <a:avLst/>
          </a:prstGeom>
          <a:noFill/>
          <a:ln w="31750" algn="ctr">
            <a:solidFill>
              <a:srgbClr val="FF0000"/>
            </a:solidFill>
            <a:round/>
            <a:headEnd/>
            <a:tailEnd type="non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90000" tIns="46800" rIns="90000" bIns="46800">
            <a:spAutoFit/>
          </a:bodyPr>
          <a:lstStyle>
            <a:lvl1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chemeClr val="tx1"/>
              </a:buClr>
              <a:buSzPct val="80000"/>
              <a:buFontTx/>
              <a:buChar char="•"/>
            </a:pPr>
            <a:endParaRPr lang="zh-CN" altLang="en-US" sz="2400">
              <a:solidFill>
                <a:srgbClr val="000066"/>
              </a:solidFill>
            </a:endParaRPr>
          </a:p>
        </p:txBody>
      </p:sp>
      <p:sp>
        <p:nvSpPr>
          <p:cNvPr id="9" name="椭圆 8"/>
          <p:cNvSpPr>
            <a:spLocks noChangeArrowheads="1"/>
          </p:cNvSpPr>
          <p:nvPr/>
        </p:nvSpPr>
        <p:spPr bwMode="auto">
          <a:xfrm>
            <a:off x="9269505" y="4047101"/>
            <a:ext cx="434415" cy="798323"/>
          </a:xfrm>
          <a:prstGeom prst="ellipse">
            <a:avLst/>
          </a:prstGeom>
          <a:noFill/>
          <a:ln w="31750" algn="ctr">
            <a:solidFill>
              <a:srgbClr val="0000CC"/>
            </a:solidFill>
            <a:round/>
            <a:headEnd/>
            <a:tailEnd type="non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90000" tIns="46800" rIns="90000" bIns="46800">
            <a:spAutoFit/>
          </a:bodyPr>
          <a:lstStyle>
            <a:lvl1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chemeClr val="tx1"/>
              </a:buClr>
              <a:buSzPct val="80000"/>
              <a:buFontTx/>
              <a:buChar char="•"/>
            </a:pPr>
            <a:endParaRPr lang="zh-CN" altLang="en-US" sz="240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8538043"/>
      </p:ext>
    </p:extLst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30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3078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81267049"/>
              </p:ext>
            </p:extLst>
          </p:nvPr>
        </p:nvGraphicFramePr>
        <p:xfrm>
          <a:off x="870137" y="643927"/>
          <a:ext cx="10833100" cy="1354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61" name="Document" r:id="rId4" imgW="4730625" imgH="593509" progId="Word.Document.8">
                  <p:embed/>
                </p:oleObj>
              </mc:Choice>
              <mc:Fallback>
                <p:oleObj name="Document" r:id="rId4" imgW="4730625" imgH="593509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0137" y="643927"/>
                        <a:ext cx="10833100" cy="1354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9651069"/>
              </p:ext>
            </p:extLst>
          </p:nvPr>
        </p:nvGraphicFramePr>
        <p:xfrm>
          <a:off x="1485900" y="1760538"/>
          <a:ext cx="7386638" cy="715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62" name="Document" r:id="rId7" imgW="3105022" imgH="302686" progId="Word.Document.8">
                  <p:embed/>
                </p:oleObj>
              </mc:Choice>
              <mc:Fallback>
                <p:oleObj name="Document" r:id="rId7" imgW="3105022" imgH="302686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85900" y="1760538"/>
                        <a:ext cx="7386638" cy="715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/>
          <p:cNvSpPr>
            <a:spLocks noChangeArrowheads="1"/>
          </p:cNvSpPr>
          <p:nvPr/>
        </p:nvSpPr>
        <p:spPr bwMode="auto">
          <a:xfrm>
            <a:off x="2076451" y="2319338"/>
            <a:ext cx="8126413" cy="463846"/>
          </a:xfrm>
          <a:prstGeom prst="rect">
            <a:avLst/>
          </a:prstGeom>
          <a:solidFill>
            <a:schemeClr val="bg1"/>
          </a:solidFill>
          <a:ln w="19050" algn="ctr">
            <a:solidFill>
              <a:schemeClr val="bg1"/>
            </a:solidFill>
            <a:round/>
            <a:headEnd/>
            <a:tailEnd type="none" w="med" len="lg"/>
          </a:ln>
        </p:spPr>
        <p:txBody>
          <a:bodyPr lIns="90000" tIns="46800" rIns="90000" bIns="46800">
            <a:spAutoFit/>
          </a:bodyPr>
          <a:lstStyle>
            <a:lvl1pPr marL="1143000" indent="-228600"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tx1"/>
              </a:buClr>
              <a:buSzPct val="80000"/>
              <a:buFontTx/>
              <a:buChar char="•"/>
            </a:pPr>
            <a:endParaRPr lang="zh-CN" altLang="en-US"/>
          </a:p>
        </p:txBody>
      </p:sp>
      <p:graphicFrame>
        <p:nvGraphicFramePr>
          <p:cNvPr id="11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58469727"/>
              </p:ext>
            </p:extLst>
          </p:nvPr>
        </p:nvGraphicFramePr>
        <p:xfrm>
          <a:off x="2142379" y="2396854"/>
          <a:ext cx="8224838" cy="178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63" name="Document" r:id="rId10" imgW="3880009" imgH="995076" progId="Word.Document.8">
                  <p:embed/>
                </p:oleObj>
              </mc:Choice>
              <mc:Fallback>
                <p:oleObj name="Document" r:id="rId10" imgW="3880009" imgH="995076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2379" y="2396854"/>
                        <a:ext cx="8224838" cy="1787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矩形 11"/>
          <p:cNvSpPr>
            <a:spLocks noChangeArrowheads="1"/>
          </p:cNvSpPr>
          <p:nvPr/>
        </p:nvSpPr>
        <p:spPr bwMode="auto">
          <a:xfrm>
            <a:off x="2381251" y="3063874"/>
            <a:ext cx="3629584" cy="684007"/>
          </a:xfrm>
          <a:prstGeom prst="rect">
            <a:avLst/>
          </a:prstGeom>
          <a:noFill/>
          <a:ln w="31750" algn="ctr">
            <a:solidFill>
              <a:srgbClr val="FF0000"/>
            </a:solidFill>
            <a:round/>
            <a:headEnd/>
            <a:tailEnd type="non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90000" tIns="46800" rIns="90000" bIns="46800">
            <a:spAutoFit/>
          </a:bodyPr>
          <a:lstStyle>
            <a:lvl1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chemeClr val="tx1"/>
              </a:buClr>
              <a:buSzPct val="80000"/>
              <a:buFontTx/>
              <a:buChar char="•"/>
            </a:pPr>
            <a:endParaRPr lang="zh-CN" altLang="en-US" sz="2400">
              <a:solidFill>
                <a:srgbClr val="000066"/>
              </a:solidFill>
            </a:endParaRPr>
          </a:p>
        </p:txBody>
      </p:sp>
      <p:sp>
        <p:nvSpPr>
          <p:cNvPr id="13" name="椭圆 12"/>
          <p:cNvSpPr>
            <a:spLocks noChangeArrowheads="1"/>
          </p:cNvSpPr>
          <p:nvPr/>
        </p:nvSpPr>
        <p:spPr bwMode="auto">
          <a:xfrm>
            <a:off x="5390960" y="3017839"/>
            <a:ext cx="395754" cy="730042"/>
          </a:xfrm>
          <a:prstGeom prst="ellipse">
            <a:avLst/>
          </a:prstGeom>
          <a:noFill/>
          <a:ln w="31750" algn="ctr">
            <a:solidFill>
              <a:srgbClr val="0000CC"/>
            </a:solidFill>
            <a:round/>
            <a:headEnd/>
            <a:tailEnd type="non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90000" tIns="46800" rIns="90000" bIns="46800">
            <a:spAutoFit/>
          </a:bodyPr>
          <a:lstStyle>
            <a:lvl1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chemeClr val="tx1"/>
              </a:buClr>
              <a:buSzPct val="80000"/>
              <a:buFontTx/>
              <a:buChar char="•"/>
            </a:pPr>
            <a:endParaRPr lang="zh-CN" altLang="en-US" sz="2400">
              <a:solidFill>
                <a:srgbClr val="000066"/>
              </a:solidFill>
            </a:endParaRPr>
          </a:p>
        </p:txBody>
      </p:sp>
      <p:sp>
        <p:nvSpPr>
          <p:cNvPr id="14" name="矩形 13"/>
          <p:cNvSpPr>
            <a:spLocks noChangeArrowheads="1"/>
          </p:cNvSpPr>
          <p:nvPr/>
        </p:nvSpPr>
        <p:spPr bwMode="auto">
          <a:xfrm>
            <a:off x="6450014" y="3063875"/>
            <a:ext cx="3608386" cy="684006"/>
          </a:xfrm>
          <a:prstGeom prst="rect">
            <a:avLst/>
          </a:prstGeom>
          <a:noFill/>
          <a:ln w="31750" algn="ctr">
            <a:solidFill>
              <a:srgbClr val="FF0000"/>
            </a:solidFill>
            <a:round/>
            <a:headEnd/>
            <a:tailEnd type="non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90000" tIns="46800" rIns="90000" bIns="46800">
            <a:spAutoFit/>
          </a:bodyPr>
          <a:lstStyle>
            <a:lvl1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chemeClr val="tx1"/>
              </a:buClr>
              <a:buSzPct val="80000"/>
              <a:buFontTx/>
              <a:buChar char="•"/>
            </a:pPr>
            <a:endParaRPr lang="zh-CN" altLang="en-US" sz="2400">
              <a:solidFill>
                <a:srgbClr val="000066"/>
              </a:solidFill>
            </a:endParaRPr>
          </a:p>
        </p:txBody>
      </p:sp>
      <p:sp>
        <p:nvSpPr>
          <p:cNvPr id="15" name="椭圆 14"/>
          <p:cNvSpPr>
            <a:spLocks noChangeArrowheads="1"/>
          </p:cNvSpPr>
          <p:nvPr/>
        </p:nvSpPr>
        <p:spPr bwMode="auto">
          <a:xfrm>
            <a:off x="9456451" y="3001964"/>
            <a:ext cx="368868" cy="745917"/>
          </a:xfrm>
          <a:prstGeom prst="ellipse">
            <a:avLst/>
          </a:prstGeom>
          <a:noFill/>
          <a:ln w="31750" algn="ctr">
            <a:solidFill>
              <a:srgbClr val="0000CC"/>
            </a:solidFill>
            <a:round/>
            <a:headEnd/>
            <a:tailEnd type="non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90000" tIns="46800" rIns="90000" bIns="46800">
            <a:spAutoFit/>
          </a:bodyPr>
          <a:lstStyle>
            <a:lvl1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chemeClr val="tx1"/>
              </a:buClr>
              <a:buSzPct val="80000"/>
              <a:buFontTx/>
              <a:buChar char="•"/>
            </a:pPr>
            <a:endParaRPr lang="zh-CN" altLang="en-US" sz="2400">
              <a:solidFill>
                <a:srgbClr val="000066"/>
              </a:solidFill>
            </a:endParaRPr>
          </a:p>
        </p:txBody>
      </p:sp>
      <p:graphicFrame>
        <p:nvGraphicFramePr>
          <p:cNvPr id="16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75763687"/>
              </p:ext>
            </p:extLst>
          </p:nvPr>
        </p:nvGraphicFramePr>
        <p:xfrm>
          <a:off x="1837579" y="3896845"/>
          <a:ext cx="8834437" cy="2403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64" name="Document" r:id="rId13" imgW="4181813" imgH="1141004" progId="Word.Document.8">
                  <p:embed/>
                </p:oleObj>
              </mc:Choice>
              <mc:Fallback>
                <p:oleObj name="Document" r:id="rId13" imgW="4181813" imgH="1141004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7579" y="3896845"/>
                        <a:ext cx="8834437" cy="2403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椭圆 17"/>
          <p:cNvSpPr>
            <a:spLocks noChangeArrowheads="1"/>
          </p:cNvSpPr>
          <p:nvPr/>
        </p:nvSpPr>
        <p:spPr bwMode="auto">
          <a:xfrm>
            <a:off x="4425159" y="4668371"/>
            <a:ext cx="454118" cy="840440"/>
          </a:xfrm>
          <a:prstGeom prst="ellipse">
            <a:avLst/>
          </a:prstGeom>
          <a:noFill/>
          <a:ln w="31750" algn="ctr">
            <a:solidFill>
              <a:srgbClr val="0000CC"/>
            </a:solidFill>
            <a:round/>
            <a:headEnd/>
            <a:tailEnd type="non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90000" tIns="46800" rIns="90000" bIns="46800">
            <a:spAutoFit/>
          </a:bodyPr>
          <a:lstStyle>
            <a:lvl1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chemeClr val="tx1"/>
              </a:buClr>
              <a:buSzPct val="80000"/>
              <a:buFontTx/>
              <a:buChar char="•"/>
            </a:pPr>
            <a:endParaRPr lang="zh-CN" altLang="en-US" sz="2400">
              <a:solidFill>
                <a:srgbClr val="000066"/>
              </a:solidFill>
            </a:endParaRPr>
          </a:p>
        </p:txBody>
      </p:sp>
      <p:sp>
        <p:nvSpPr>
          <p:cNvPr id="20" name="椭圆 19"/>
          <p:cNvSpPr>
            <a:spLocks noChangeArrowheads="1"/>
          </p:cNvSpPr>
          <p:nvPr/>
        </p:nvSpPr>
        <p:spPr bwMode="auto">
          <a:xfrm>
            <a:off x="5587020" y="4706189"/>
            <a:ext cx="392112" cy="805515"/>
          </a:xfrm>
          <a:prstGeom prst="ellipse">
            <a:avLst/>
          </a:prstGeom>
          <a:noFill/>
          <a:ln w="31750" algn="ctr">
            <a:solidFill>
              <a:srgbClr val="0000CC"/>
            </a:solidFill>
            <a:round/>
            <a:headEnd/>
            <a:tailEnd type="non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90000" tIns="46800" rIns="90000" bIns="46800">
            <a:spAutoFit/>
          </a:bodyPr>
          <a:lstStyle>
            <a:lvl1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chemeClr val="tx1"/>
              </a:buClr>
              <a:buSzPct val="80000"/>
              <a:buFontTx/>
              <a:buChar char="•"/>
            </a:pPr>
            <a:endParaRPr lang="zh-CN" altLang="en-US" sz="2400">
              <a:solidFill>
                <a:srgbClr val="000066"/>
              </a:solidFill>
            </a:endParaRPr>
          </a:p>
        </p:txBody>
      </p:sp>
      <p:sp>
        <p:nvSpPr>
          <p:cNvPr id="21" name="椭圆 20"/>
          <p:cNvSpPr>
            <a:spLocks noChangeArrowheads="1"/>
          </p:cNvSpPr>
          <p:nvPr/>
        </p:nvSpPr>
        <p:spPr bwMode="auto">
          <a:xfrm>
            <a:off x="8446855" y="4692184"/>
            <a:ext cx="395847" cy="805515"/>
          </a:xfrm>
          <a:prstGeom prst="ellipse">
            <a:avLst/>
          </a:prstGeom>
          <a:noFill/>
          <a:ln w="31750" algn="ctr">
            <a:solidFill>
              <a:srgbClr val="0000CC"/>
            </a:solidFill>
            <a:round/>
            <a:headEnd/>
            <a:tailEnd type="non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90000" tIns="46800" rIns="90000" bIns="46800">
            <a:spAutoFit/>
          </a:bodyPr>
          <a:lstStyle>
            <a:lvl1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chemeClr val="tx1"/>
              </a:buClr>
              <a:buSzPct val="80000"/>
              <a:buFontTx/>
              <a:buChar char="•"/>
            </a:pPr>
            <a:endParaRPr lang="zh-CN" altLang="en-US" sz="2400">
              <a:solidFill>
                <a:srgbClr val="000066"/>
              </a:solidFill>
            </a:endParaRPr>
          </a:p>
        </p:txBody>
      </p:sp>
      <p:sp>
        <p:nvSpPr>
          <p:cNvPr id="22" name="椭圆 21"/>
          <p:cNvSpPr>
            <a:spLocks noChangeArrowheads="1"/>
          </p:cNvSpPr>
          <p:nvPr/>
        </p:nvSpPr>
        <p:spPr bwMode="auto">
          <a:xfrm>
            <a:off x="9680387" y="4706189"/>
            <a:ext cx="392766" cy="816627"/>
          </a:xfrm>
          <a:prstGeom prst="ellipse">
            <a:avLst/>
          </a:prstGeom>
          <a:noFill/>
          <a:ln w="31750" algn="ctr">
            <a:solidFill>
              <a:srgbClr val="0000CC"/>
            </a:solidFill>
            <a:round/>
            <a:headEnd/>
            <a:tailEnd type="non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90000" tIns="46800" rIns="90000" bIns="46800">
            <a:spAutoFit/>
          </a:bodyPr>
          <a:lstStyle>
            <a:lvl1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chemeClr val="tx1"/>
              </a:buClr>
              <a:buSzPct val="80000"/>
              <a:buFontTx/>
              <a:buChar char="•"/>
            </a:pPr>
            <a:endParaRPr lang="zh-CN" altLang="en-US" sz="2400">
              <a:solidFill>
                <a:srgbClr val="000066"/>
              </a:solidFill>
            </a:endParaRPr>
          </a:p>
        </p:txBody>
      </p:sp>
      <p:graphicFrame>
        <p:nvGraphicFramePr>
          <p:cNvPr id="2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83828189"/>
              </p:ext>
            </p:extLst>
          </p:nvPr>
        </p:nvGraphicFramePr>
        <p:xfrm>
          <a:off x="2910495" y="3950837"/>
          <a:ext cx="3068637" cy="1417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65" name="Document" r:id="rId16" imgW="1403385" imgH="648023" progId="Word.Document.8">
                  <p:embed/>
                </p:oleObj>
              </mc:Choice>
              <mc:Fallback>
                <p:oleObj name="Document" r:id="rId16" imgW="1403385" imgH="648023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0495" y="3950837"/>
                        <a:ext cx="3068637" cy="1417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04369372"/>
              </p:ext>
            </p:extLst>
          </p:nvPr>
        </p:nvGraphicFramePr>
        <p:xfrm>
          <a:off x="6956192" y="3953435"/>
          <a:ext cx="2981325" cy="158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66" name="Document" r:id="rId19" imgW="1297537" imgH="747027" progId="Word.Document.8">
                  <p:embed/>
                </p:oleObj>
              </mc:Choice>
              <mc:Fallback>
                <p:oleObj name="Document" r:id="rId19" imgW="1297537" imgH="747027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56192" y="3953435"/>
                        <a:ext cx="2981325" cy="1584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56916233"/>
      </p:ext>
    </p:extLst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2" grpId="0" animBg="1"/>
      <p:bldP spid="13" grpId="0" animBg="1"/>
      <p:bldP spid="14" grpId="0" animBg="1"/>
      <p:bldP spid="15" grpId="0" animBg="1"/>
      <p:bldP spid="18" grpId="0" animBg="1"/>
      <p:bldP spid="18" grpId="1" animBg="1"/>
      <p:bldP spid="20" grpId="0" animBg="1"/>
      <p:bldP spid="20" grpId="1" animBg="1"/>
      <p:bldP spid="21" grpId="0" animBg="1"/>
      <p:bldP spid="21" grpId="1" animBg="1"/>
      <p:bldP spid="22" grpId="0" animBg="1"/>
      <p:bldP spid="22" grpId="1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3078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77684527"/>
              </p:ext>
            </p:extLst>
          </p:nvPr>
        </p:nvGraphicFramePr>
        <p:xfrm>
          <a:off x="1355166" y="539377"/>
          <a:ext cx="7489443" cy="8367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24" name="Document" r:id="rId3" imgW="3044933" imgH="339576" progId="Word.Document.8">
                  <p:embed/>
                </p:oleObj>
              </mc:Choice>
              <mc:Fallback>
                <p:oleObj name="Document" r:id="rId3" imgW="3044933" imgH="339576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55166" y="539377"/>
                        <a:ext cx="7489443" cy="83670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0629264"/>
              </p:ext>
            </p:extLst>
          </p:nvPr>
        </p:nvGraphicFramePr>
        <p:xfrm>
          <a:off x="701675" y="1325563"/>
          <a:ext cx="10899775" cy="2563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25" name="Document" r:id="rId6" imgW="4655199" imgH="1097866" progId="Word.Document.8">
                  <p:embed/>
                </p:oleObj>
              </mc:Choice>
              <mc:Fallback>
                <p:oleObj name="Document" r:id="rId6" imgW="4655199" imgH="1097866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1675" y="1325563"/>
                        <a:ext cx="10899775" cy="2563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6881588"/>
              </p:ext>
            </p:extLst>
          </p:nvPr>
        </p:nvGraphicFramePr>
        <p:xfrm>
          <a:off x="701675" y="3938588"/>
          <a:ext cx="10847388" cy="204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26" name="Document" r:id="rId9" imgW="4609584" imgH="867796" progId="Word.Document.8">
                  <p:embed/>
                </p:oleObj>
              </mc:Choice>
              <mc:Fallback>
                <p:oleObj name="Document" r:id="rId9" imgW="4609584" imgH="867796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1675" y="3938588"/>
                        <a:ext cx="10847388" cy="2041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84475758"/>
      </p:ext>
    </p:extLst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30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3078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05687078"/>
              </p:ext>
            </p:extLst>
          </p:nvPr>
        </p:nvGraphicFramePr>
        <p:xfrm>
          <a:off x="1405518" y="3669925"/>
          <a:ext cx="8450263" cy="220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27" name="Document" r:id="rId3" imgW="3674975" imgH="962313" progId="Word.Document.8">
                  <p:embed/>
                </p:oleObj>
              </mc:Choice>
              <mc:Fallback>
                <p:oleObj name="Document" r:id="rId3" imgW="3674975" imgH="962313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5518" y="3669925"/>
                        <a:ext cx="8450263" cy="2206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06072402"/>
              </p:ext>
            </p:extLst>
          </p:nvPr>
        </p:nvGraphicFramePr>
        <p:xfrm>
          <a:off x="3450293" y="2019550"/>
          <a:ext cx="3216275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28" name="Document" r:id="rId6" imgW="1444068" imgH="444616" progId="Word.Document.8">
                  <p:embed/>
                </p:oleObj>
              </mc:Choice>
              <mc:Fallback>
                <p:oleObj name="Document" r:id="rId6" imgW="1444068" imgH="444616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50293" y="2019550"/>
                        <a:ext cx="3216275" cy="99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74614056"/>
              </p:ext>
            </p:extLst>
          </p:nvPr>
        </p:nvGraphicFramePr>
        <p:xfrm>
          <a:off x="6107691" y="1870325"/>
          <a:ext cx="3490912" cy="1289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29" name="Document" r:id="rId9" imgW="1567197" imgH="585021" progId="Word.Document.8">
                  <p:embed/>
                </p:oleObj>
              </mc:Choice>
              <mc:Fallback>
                <p:oleObj name="Document" r:id="rId9" imgW="1567197" imgH="585021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07691" y="1870325"/>
                        <a:ext cx="3490912" cy="1289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61395511"/>
              </p:ext>
            </p:extLst>
          </p:nvPr>
        </p:nvGraphicFramePr>
        <p:xfrm>
          <a:off x="1025525" y="803275"/>
          <a:ext cx="10745788" cy="1185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30" name="Document" r:id="rId12" imgW="4825086" imgH="534194" progId="Word.Document.8">
                  <p:embed/>
                </p:oleObj>
              </mc:Choice>
              <mc:Fallback>
                <p:oleObj name="Document" r:id="rId12" imgW="4825086" imgH="534194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25525" y="803275"/>
                        <a:ext cx="10745788" cy="1185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4496536"/>
              </p:ext>
            </p:extLst>
          </p:nvPr>
        </p:nvGraphicFramePr>
        <p:xfrm>
          <a:off x="808831" y="1592686"/>
          <a:ext cx="10696575" cy="862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31" name="Document" r:id="rId15" imgW="4826164" imgH="388962" progId="Word.Document.8">
                  <p:embed/>
                </p:oleObj>
              </mc:Choice>
              <mc:Fallback>
                <p:oleObj name="Document" r:id="rId15" imgW="4826164" imgH="388962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8831" y="1592686"/>
                        <a:ext cx="10696575" cy="862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96886511"/>
              </p:ext>
            </p:extLst>
          </p:nvPr>
        </p:nvGraphicFramePr>
        <p:xfrm>
          <a:off x="1654241" y="2209612"/>
          <a:ext cx="8151812" cy="1169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32" name="Document" r:id="rId18" imgW="3661735" imgH="527724" progId="Word.Document.8">
                  <p:embed/>
                </p:oleObj>
              </mc:Choice>
              <mc:Fallback>
                <p:oleObj name="Document" r:id="rId18" imgW="3661735" imgH="527724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54241" y="2209612"/>
                        <a:ext cx="8151812" cy="1169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0895432"/>
              </p:ext>
            </p:extLst>
          </p:nvPr>
        </p:nvGraphicFramePr>
        <p:xfrm>
          <a:off x="808831" y="3150257"/>
          <a:ext cx="10512425" cy="782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33" name="Document" r:id="rId21" imgW="4721286" imgH="351936" progId="Word.Document.8">
                  <p:embed/>
                </p:oleObj>
              </mc:Choice>
              <mc:Fallback>
                <p:oleObj name="Document" r:id="rId21" imgW="4721286" imgH="351936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8831" y="3150257"/>
                        <a:ext cx="10512425" cy="782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99221317"/>
      </p:ext>
    </p:extLst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630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30789" name="Object 5"/>
          <p:cNvGraphicFramePr>
            <a:graphicFrameLocks noChangeAspect="1"/>
          </p:cNvGraphicFramePr>
          <p:nvPr/>
        </p:nvGraphicFramePr>
        <p:xfrm>
          <a:off x="723574" y="653395"/>
          <a:ext cx="10798175" cy="1674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82" name="Document" r:id="rId4" imgW="4688961" imgH="746290" progId="Word.Document.8">
                  <p:embed/>
                </p:oleObj>
              </mc:Choice>
              <mc:Fallback>
                <p:oleObj name="Document" r:id="rId4" imgW="4688961" imgH="74629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574" y="653395"/>
                        <a:ext cx="10798175" cy="1674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4"/>
          <p:cNvGraphicFramePr>
            <a:graphicFrameLocks noChangeAspect="1"/>
          </p:cNvGraphicFramePr>
          <p:nvPr/>
        </p:nvGraphicFramePr>
        <p:xfrm>
          <a:off x="723574" y="2229130"/>
          <a:ext cx="10968037" cy="1684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83" name="Document" r:id="rId7" imgW="4709793" imgH="746290" progId="Word.Document.8">
                  <p:embed/>
                </p:oleObj>
              </mc:Choice>
              <mc:Fallback>
                <p:oleObj name="Document" r:id="rId7" imgW="4709793" imgH="74629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574" y="2229130"/>
                        <a:ext cx="10968037" cy="1684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883772" y="3903943"/>
          <a:ext cx="8594725" cy="1376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84" name="Document" r:id="rId10" imgW="3770921" imgH="603742" progId="Word.Document.8">
                  <p:embed/>
                </p:oleObj>
              </mc:Choice>
              <mc:Fallback>
                <p:oleObj name="Document" r:id="rId10" imgW="3770921" imgH="603742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3772" y="3903943"/>
                        <a:ext cx="8594725" cy="1376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4"/>
          <p:cNvGraphicFramePr>
            <a:graphicFrameLocks noChangeAspect="1"/>
          </p:cNvGraphicFramePr>
          <p:nvPr/>
        </p:nvGraphicFramePr>
        <p:xfrm>
          <a:off x="824194" y="4937779"/>
          <a:ext cx="8543925" cy="162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85" name="Document" r:id="rId13" imgW="3770921" imgH="717506" progId="Word.Document.8">
                  <p:embed/>
                </p:oleObj>
              </mc:Choice>
              <mc:Fallback>
                <p:oleObj name="Document" r:id="rId13" imgW="3770921" imgH="717506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4194" y="4937779"/>
                        <a:ext cx="8543925" cy="162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748431"/>
      </p:ext>
    </p:extLst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30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3078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45948789"/>
              </p:ext>
            </p:extLst>
          </p:nvPr>
        </p:nvGraphicFramePr>
        <p:xfrm>
          <a:off x="723574" y="653395"/>
          <a:ext cx="10798175" cy="1674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12" name="Document" r:id="rId4" imgW="4688961" imgH="746290" progId="Word.Document.8">
                  <p:embed/>
                </p:oleObj>
              </mc:Choice>
              <mc:Fallback>
                <p:oleObj name="Document" r:id="rId4" imgW="4688961" imgH="74629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574" y="653395"/>
                        <a:ext cx="10798175" cy="1674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28736364"/>
              </p:ext>
            </p:extLst>
          </p:nvPr>
        </p:nvGraphicFramePr>
        <p:xfrm>
          <a:off x="824194" y="4937779"/>
          <a:ext cx="8543925" cy="162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13" name="Document" r:id="rId7" imgW="3770921" imgH="717506" progId="Word.Document.8">
                  <p:embed/>
                </p:oleObj>
              </mc:Choice>
              <mc:Fallback>
                <p:oleObj name="Document" r:id="rId7" imgW="3770921" imgH="717506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4194" y="4937779"/>
                        <a:ext cx="8543925" cy="162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19958467"/>
              </p:ext>
            </p:extLst>
          </p:nvPr>
        </p:nvGraphicFramePr>
        <p:xfrm>
          <a:off x="1368425" y="2169179"/>
          <a:ext cx="9991725" cy="1582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14" name="Document" r:id="rId10" imgW="4414555" imgH="698479" progId="Word.Document.8">
                  <p:embed/>
                </p:oleObj>
              </mc:Choice>
              <mc:Fallback>
                <p:oleObj name="Document" r:id="rId10" imgW="4414555" imgH="698479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68425" y="2169179"/>
                        <a:ext cx="9991725" cy="1582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49753446"/>
              </p:ext>
            </p:extLst>
          </p:nvPr>
        </p:nvGraphicFramePr>
        <p:xfrm>
          <a:off x="677022" y="4587456"/>
          <a:ext cx="6986588" cy="1344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15" name="Document" r:id="rId13" imgW="3102508" imgH="598542" progId="Word.Document.8">
                  <p:embed/>
                </p:oleObj>
              </mc:Choice>
              <mc:Fallback>
                <p:oleObj name="Document" r:id="rId13" imgW="3102508" imgH="598542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7022" y="4587456"/>
                        <a:ext cx="6986588" cy="1344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" name="Picture 27" descr="C:\Users\Ningrj\AppData\Roaming\Tencent\Users\767623779\QQ\WinTemp\RichOle\3~(G4IN(LW3%]52CK_5E[_4.png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17101" y="3741155"/>
            <a:ext cx="2861190" cy="1995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51498121"/>
              </p:ext>
            </p:extLst>
          </p:nvPr>
        </p:nvGraphicFramePr>
        <p:xfrm>
          <a:off x="1295682" y="3315354"/>
          <a:ext cx="8072437" cy="1057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16" name="Document" r:id="rId17" imgW="3562466" imgH="468377" progId="Word.Document.8">
                  <p:embed/>
                </p:oleObj>
              </mc:Choice>
              <mc:Fallback>
                <p:oleObj name="Document" r:id="rId17" imgW="3562466" imgH="468377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682" y="3315354"/>
                        <a:ext cx="8072437" cy="1057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9553455"/>
              </p:ext>
            </p:extLst>
          </p:nvPr>
        </p:nvGraphicFramePr>
        <p:xfrm>
          <a:off x="1941700" y="3732632"/>
          <a:ext cx="6084887" cy="1057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17" name="Document" r:id="rId20" imgW="2688681" imgH="465857" progId="Word.Document.8">
                  <p:embed/>
                </p:oleObj>
              </mc:Choice>
              <mc:Fallback>
                <p:oleObj name="Document" r:id="rId20" imgW="2688681" imgH="465857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41700" y="3732632"/>
                        <a:ext cx="6084887" cy="1057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75315790"/>
              </p:ext>
            </p:extLst>
          </p:nvPr>
        </p:nvGraphicFramePr>
        <p:xfrm>
          <a:off x="2713878" y="5140230"/>
          <a:ext cx="3735388" cy="947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18" name="Document" r:id="rId23" imgW="1649667" imgH="418800" progId="Word.Document.8">
                  <p:embed/>
                </p:oleObj>
              </mc:Choice>
              <mc:Fallback>
                <p:oleObj name="Document" r:id="rId23" imgW="1649667" imgH="41880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3878" y="5140230"/>
                        <a:ext cx="3735388" cy="947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7838327"/>
      </p:ext>
    </p:extLst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3078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39926876"/>
              </p:ext>
            </p:extLst>
          </p:nvPr>
        </p:nvGraphicFramePr>
        <p:xfrm>
          <a:off x="739402" y="739589"/>
          <a:ext cx="11039475" cy="2752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43" name="Document" r:id="rId4" imgW="4819339" imgH="1204633" progId="Word.Document.8">
                  <p:embed/>
                </p:oleObj>
              </mc:Choice>
              <mc:Fallback>
                <p:oleObj name="Document" r:id="rId4" imgW="4819339" imgH="1204633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9402" y="739589"/>
                        <a:ext cx="11039475" cy="2752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29039938"/>
              </p:ext>
            </p:extLst>
          </p:nvPr>
        </p:nvGraphicFramePr>
        <p:xfrm>
          <a:off x="1347414" y="3469902"/>
          <a:ext cx="1384300" cy="682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44" name="Document" r:id="rId7" imgW="606997" imgH="297653" progId="Word.Document.8">
                  <p:embed/>
                </p:oleObj>
              </mc:Choice>
              <mc:Fallback>
                <p:oleObj name="Document" r:id="rId7" imgW="606997" imgH="297653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7414" y="3469902"/>
                        <a:ext cx="1384300" cy="682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67178515"/>
              </p:ext>
            </p:extLst>
          </p:nvPr>
        </p:nvGraphicFramePr>
        <p:xfrm>
          <a:off x="739402" y="4910138"/>
          <a:ext cx="7416800" cy="1204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45" name="Document" r:id="rId10" imgW="3274191" imgH="532037" progId="Word.Document.8">
                  <p:embed/>
                </p:oleObj>
              </mc:Choice>
              <mc:Fallback>
                <p:oleObj name="Document" r:id="rId10" imgW="3274191" imgH="532037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9402" y="4910138"/>
                        <a:ext cx="7416800" cy="1204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55941365"/>
              </p:ext>
            </p:extLst>
          </p:nvPr>
        </p:nvGraphicFramePr>
        <p:xfrm>
          <a:off x="2247526" y="4173351"/>
          <a:ext cx="4011613" cy="715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46" name="Document" r:id="rId13" imgW="1759932" imgH="314190" progId="Word.Document.8">
                  <p:embed/>
                </p:oleObj>
              </mc:Choice>
              <mc:Fallback>
                <p:oleObj name="Document" r:id="rId13" imgW="1759932" imgH="31419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47526" y="4173351"/>
                        <a:ext cx="4011613" cy="715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24464700"/>
              </p:ext>
            </p:extLst>
          </p:nvPr>
        </p:nvGraphicFramePr>
        <p:xfrm>
          <a:off x="2366869" y="3466914"/>
          <a:ext cx="9188450" cy="731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47" name="Document" r:id="rId16" imgW="4013363" imgH="318863" progId="Word.Document.8">
                  <p:embed/>
                </p:oleObj>
              </mc:Choice>
              <mc:Fallback>
                <p:oleObj name="Document" r:id="rId16" imgW="4013363" imgH="318863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6869" y="3466914"/>
                        <a:ext cx="9188450" cy="731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86740996"/>
              </p:ext>
            </p:extLst>
          </p:nvPr>
        </p:nvGraphicFramePr>
        <p:xfrm>
          <a:off x="5485653" y="4002835"/>
          <a:ext cx="3917950" cy="981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48" name="Document" r:id="rId19" imgW="1710725" imgH="428865" progId="Word.Document.8">
                  <p:embed/>
                </p:oleObj>
              </mc:Choice>
              <mc:Fallback>
                <p:oleObj name="Document" r:id="rId19" imgW="1710725" imgH="428865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5653" y="4002835"/>
                        <a:ext cx="3917950" cy="981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72999929"/>
      </p:ext>
    </p:extLst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30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任意多边形 32"/>
          <p:cNvSpPr/>
          <p:nvPr/>
        </p:nvSpPr>
        <p:spPr>
          <a:xfrm>
            <a:off x="9574416" y="4215792"/>
            <a:ext cx="841808" cy="771754"/>
          </a:xfrm>
          <a:custGeom>
            <a:avLst/>
            <a:gdLst>
              <a:gd name="connsiteX0" fmla="*/ 0 w 748553"/>
              <a:gd name="connsiteY0" fmla="*/ 945777 h 945777"/>
              <a:gd name="connsiteX1" fmla="*/ 425823 w 748553"/>
              <a:gd name="connsiteY1" fmla="*/ 726141 h 945777"/>
              <a:gd name="connsiteX2" fmla="*/ 748553 w 748553"/>
              <a:gd name="connsiteY2" fmla="*/ 0 h 945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48553" h="945777">
                <a:moveTo>
                  <a:pt x="0" y="945777"/>
                </a:moveTo>
                <a:cubicBezTo>
                  <a:pt x="150532" y="914773"/>
                  <a:pt x="301064" y="883770"/>
                  <a:pt x="425823" y="726141"/>
                </a:cubicBezTo>
                <a:cubicBezTo>
                  <a:pt x="550582" y="568512"/>
                  <a:pt x="649567" y="284256"/>
                  <a:pt x="748553" y="0"/>
                </a:cubicBezTo>
              </a:path>
            </a:pathLst>
          </a:cu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630789" name="Object 5"/>
          <p:cNvGraphicFramePr>
            <a:graphicFrameLocks noChangeAspect="1"/>
          </p:cNvGraphicFramePr>
          <p:nvPr/>
        </p:nvGraphicFramePr>
        <p:xfrm>
          <a:off x="739402" y="739589"/>
          <a:ext cx="11039475" cy="2752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55" name="Document" r:id="rId4" imgW="4819339" imgH="1204633" progId="Word.Document.8">
                  <p:embed/>
                </p:oleObj>
              </mc:Choice>
              <mc:Fallback>
                <p:oleObj name="Document" r:id="rId4" imgW="4819339" imgH="1204633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9402" y="739589"/>
                        <a:ext cx="11039475" cy="2752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42824582"/>
              </p:ext>
            </p:extLst>
          </p:nvPr>
        </p:nvGraphicFramePr>
        <p:xfrm>
          <a:off x="1946269" y="3831379"/>
          <a:ext cx="465138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56" name="Document" r:id="rId7" imgW="206523" imgH="294777" progId="Word.Document.8">
                  <p:embed/>
                </p:oleObj>
              </mc:Choice>
              <mc:Fallback>
                <p:oleObj name="Document" r:id="rId7" imgW="206523" imgH="294777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46269" y="3831379"/>
                        <a:ext cx="465138" cy="67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38676486"/>
              </p:ext>
            </p:extLst>
          </p:nvPr>
        </p:nvGraphicFramePr>
        <p:xfrm>
          <a:off x="1884079" y="4843544"/>
          <a:ext cx="5864225" cy="1195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57" name="Document" r:id="rId10" imgW="2588536" imgH="529880" progId="Word.Document.8">
                  <p:embed/>
                </p:oleObj>
              </mc:Choice>
              <mc:Fallback>
                <p:oleObj name="Document" r:id="rId10" imgW="2588536" imgH="52988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84079" y="4843544"/>
                        <a:ext cx="5864225" cy="1195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Line 4"/>
          <p:cNvSpPr>
            <a:spLocks noChangeShapeType="1"/>
          </p:cNvSpPr>
          <p:nvPr/>
        </p:nvSpPr>
        <p:spPr bwMode="auto">
          <a:xfrm>
            <a:off x="8568623" y="4859718"/>
            <a:ext cx="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40479847"/>
              </p:ext>
            </p:extLst>
          </p:nvPr>
        </p:nvGraphicFramePr>
        <p:xfrm>
          <a:off x="9303230" y="4979517"/>
          <a:ext cx="247424" cy="2866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58" name="Equation" r:id="rId12" imgW="152280" imgH="177480" progId="Equation.DSMT4">
                  <p:embed/>
                </p:oleObj>
              </mc:Choice>
              <mc:Fallback>
                <p:oleObj name="Equation" r:id="rId12" imgW="15228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03230" y="4979517"/>
                        <a:ext cx="247424" cy="28660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61114514"/>
              </p:ext>
            </p:extLst>
          </p:nvPr>
        </p:nvGraphicFramePr>
        <p:xfrm>
          <a:off x="11071492" y="5054643"/>
          <a:ext cx="368652" cy="3634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59" name="Equation" r:id="rId14" imgW="126720" imgH="139680" progId="Equation.DSMT4">
                  <p:embed/>
                </p:oleObj>
              </mc:Choice>
              <mc:Fallback>
                <p:oleObj name="Equation" r:id="rId14" imgW="126720" imgH="1396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071492" y="5054643"/>
                        <a:ext cx="368652" cy="36342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Line 7"/>
          <p:cNvSpPr>
            <a:spLocks noChangeShapeType="1"/>
          </p:cNvSpPr>
          <p:nvPr/>
        </p:nvSpPr>
        <p:spPr bwMode="auto">
          <a:xfrm flipV="1">
            <a:off x="9563819" y="3453944"/>
            <a:ext cx="1653" cy="1985594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6" name="Line 8"/>
          <p:cNvSpPr>
            <a:spLocks noChangeShapeType="1"/>
          </p:cNvSpPr>
          <p:nvPr/>
        </p:nvSpPr>
        <p:spPr bwMode="auto">
          <a:xfrm>
            <a:off x="8821555" y="5001782"/>
            <a:ext cx="2380536" cy="165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graphicFrame>
        <p:nvGraphicFramePr>
          <p:cNvPr id="17" name="对象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12590091"/>
              </p:ext>
            </p:extLst>
          </p:nvPr>
        </p:nvGraphicFramePr>
        <p:xfrm>
          <a:off x="9259640" y="3447336"/>
          <a:ext cx="319058" cy="3402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60" name="Equation" r:id="rId16" imgW="139680" imgH="164880" progId="Equation.DSMT4">
                  <p:embed/>
                </p:oleObj>
              </mc:Choice>
              <mc:Fallback>
                <p:oleObj name="Equation" r:id="rId16" imgW="139680" imgH="164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59640" y="3447336"/>
                        <a:ext cx="319058" cy="34029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Line 11"/>
          <p:cNvSpPr>
            <a:spLocks noChangeShapeType="1"/>
          </p:cNvSpPr>
          <p:nvPr/>
        </p:nvSpPr>
        <p:spPr bwMode="auto">
          <a:xfrm>
            <a:off x="8776800" y="4997541"/>
            <a:ext cx="2343600" cy="5153"/>
          </a:xfrm>
          <a:prstGeom prst="line">
            <a:avLst/>
          </a:prstGeom>
          <a:noFill/>
          <a:ln w="25400">
            <a:solidFill>
              <a:srgbClr val="00B0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graphicFrame>
        <p:nvGraphicFramePr>
          <p:cNvPr id="19" name="对象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6486867"/>
              </p:ext>
            </p:extLst>
          </p:nvPr>
        </p:nvGraphicFramePr>
        <p:xfrm>
          <a:off x="10328917" y="5026466"/>
          <a:ext cx="160356" cy="2676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61" name="Equation" r:id="rId18" imgW="88560" imgH="164880" progId="Equation.DSMT4">
                  <p:embed/>
                </p:oleObj>
              </mc:Choice>
              <mc:Fallback>
                <p:oleObj name="Equation" r:id="rId18" imgW="88560" imgH="164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328917" y="5026466"/>
                        <a:ext cx="160356" cy="26760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42010146"/>
              </p:ext>
            </p:extLst>
          </p:nvPr>
        </p:nvGraphicFramePr>
        <p:xfrm>
          <a:off x="9758728" y="5050212"/>
          <a:ext cx="247122" cy="2637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62" name="Equation" r:id="rId20" imgW="139680" imgH="164880" progId="Equation.DSMT4">
                  <p:embed/>
                </p:oleObj>
              </mc:Choice>
              <mc:Fallback>
                <p:oleObj name="Equation" r:id="rId20" imgW="139680" imgH="164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58728" y="5050212"/>
                        <a:ext cx="247122" cy="26374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03870976"/>
              </p:ext>
            </p:extLst>
          </p:nvPr>
        </p:nvGraphicFramePr>
        <p:xfrm>
          <a:off x="9256450" y="4465073"/>
          <a:ext cx="325437" cy="3455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63" name="Equation" r:id="rId22" imgW="139680" imgH="164880" progId="Equation.DSMT4">
                  <p:embed/>
                </p:oleObj>
              </mc:Choice>
              <mc:Fallback>
                <p:oleObj name="Equation" r:id="rId22" imgW="139680" imgH="164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56450" y="4465073"/>
                        <a:ext cx="325437" cy="34554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2" name="AutoShape 22"/>
          <p:cNvCxnSpPr>
            <a:cxnSpLocks noChangeShapeType="1"/>
          </p:cNvCxnSpPr>
          <p:nvPr/>
        </p:nvCxnSpPr>
        <p:spPr bwMode="auto">
          <a:xfrm flipH="1">
            <a:off x="8862091" y="3951949"/>
            <a:ext cx="2340000" cy="613"/>
          </a:xfrm>
          <a:prstGeom prst="straightConnector1">
            <a:avLst/>
          </a:prstGeom>
          <a:noFill/>
          <a:ln w="12700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" name="AutoShape 23"/>
          <p:cNvCxnSpPr>
            <a:cxnSpLocks noChangeShapeType="1"/>
          </p:cNvCxnSpPr>
          <p:nvPr/>
        </p:nvCxnSpPr>
        <p:spPr bwMode="auto">
          <a:xfrm flipH="1">
            <a:off x="8788615" y="5310689"/>
            <a:ext cx="2343599" cy="0"/>
          </a:xfrm>
          <a:prstGeom prst="straightConnector1">
            <a:avLst/>
          </a:prstGeom>
          <a:noFill/>
          <a:ln w="12700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24" name="对象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7682353"/>
              </p:ext>
            </p:extLst>
          </p:nvPr>
        </p:nvGraphicFramePr>
        <p:xfrm>
          <a:off x="9181867" y="3759453"/>
          <a:ext cx="323933" cy="3442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64" name="Equation" r:id="rId24" imgW="139680" imgH="164880" progId="Equation.DSMT4">
                  <p:embed/>
                </p:oleObj>
              </mc:Choice>
              <mc:Fallback>
                <p:oleObj name="Equation" r:id="rId24" imgW="139680" imgH="164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81867" y="3759453"/>
                        <a:ext cx="323933" cy="34425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对象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90081880"/>
              </p:ext>
            </p:extLst>
          </p:nvPr>
        </p:nvGraphicFramePr>
        <p:xfrm>
          <a:off x="9271230" y="5145236"/>
          <a:ext cx="351275" cy="371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65" name="Equation" r:id="rId26" imgW="139680" imgH="164880" progId="Equation.DSMT4">
                  <p:embed/>
                </p:oleObj>
              </mc:Choice>
              <mc:Fallback>
                <p:oleObj name="Equation" r:id="rId26" imgW="139680" imgH="164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71230" y="5145236"/>
                        <a:ext cx="351275" cy="371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Line 11"/>
          <p:cNvSpPr>
            <a:spLocks noChangeShapeType="1"/>
          </p:cNvSpPr>
          <p:nvPr/>
        </p:nvSpPr>
        <p:spPr bwMode="auto">
          <a:xfrm flipH="1" flipV="1">
            <a:off x="8840445" y="4212324"/>
            <a:ext cx="2342756" cy="3468"/>
          </a:xfrm>
          <a:prstGeom prst="line">
            <a:avLst/>
          </a:prstGeom>
          <a:noFill/>
          <a:ln w="25400">
            <a:solidFill>
              <a:srgbClr val="00B0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cxnSp>
        <p:nvCxnSpPr>
          <p:cNvPr id="29" name="AutoShape 17"/>
          <p:cNvCxnSpPr>
            <a:cxnSpLocks noChangeShapeType="1"/>
          </p:cNvCxnSpPr>
          <p:nvPr/>
        </p:nvCxnSpPr>
        <p:spPr bwMode="auto">
          <a:xfrm flipH="1" flipV="1">
            <a:off x="8830499" y="4705649"/>
            <a:ext cx="2340000" cy="14286"/>
          </a:xfrm>
          <a:prstGeom prst="straightConnector1">
            <a:avLst/>
          </a:prstGeom>
          <a:noFill/>
          <a:ln w="12700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" name="AutoShape 18"/>
          <p:cNvCxnSpPr>
            <a:cxnSpLocks noChangeShapeType="1"/>
          </p:cNvCxnSpPr>
          <p:nvPr/>
        </p:nvCxnSpPr>
        <p:spPr bwMode="auto">
          <a:xfrm flipH="1" flipV="1">
            <a:off x="9869320" y="4710001"/>
            <a:ext cx="280855" cy="2791"/>
          </a:xfrm>
          <a:prstGeom prst="straightConnector1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" name="AutoShape 21"/>
          <p:cNvCxnSpPr>
            <a:cxnSpLocks noChangeShapeType="1"/>
          </p:cNvCxnSpPr>
          <p:nvPr/>
        </p:nvCxnSpPr>
        <p:spPr bwMode="auto">
          <a:xfrm flipH="1">
            <a:off x="9873787" y="4726320"/>
            <a:ext cx="1486" cy="288000"/>
          </a:xfrm>
          <a:prstGeom prst="straightConnector1">
            <a:avLst/>
          </a:prstGeom>
          <a:noFill/>
          <a:ln w="12700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5" name="AutoShape 21"/>
          <p:cNvCxnSpPr>
            <a:cxnSpLocks noChangeShapeType="1"/>
          </p:cNvCxnSpPr>
          <p:nvPr/>
        </p:nvCxnSpPr>
        <p:spPr bwMode="auto">
          <a:xfrm flipH="1">
            <a:off x="10414738" y="4215097"/>
            <a:ext cx="1486" cy="792000"/>
          </a:xfrm>
          <a:prstGeom prst="straightConnector1">
            <a:avLst/>
          </a:prstGeom>
          <a:noFill/>
          <a:ln w="12700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7" name="AutoShape 21"/>
          <p:cNvCxnSpPr>
            <a:cxnSpLocks noChangeShapeType="1"/>
          </p:cNvCxnSpPr>
          <p:nvPr/>
        </p:nvCxnSpPr>
        <p:spPr bwMode="auto">
          <a:xfrm flipH="1">
            <a:off x="10138350" y="4699544"/>
            <a:ext cx="1486" cy="288000"/>
          </a:xfrm>
          <a:prstGeom prst="straightConnector1">
            <a:avLst/>
          </a:prstGeom>
          <a:noFill/>
          <a:ln w="12700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38" name="对象 3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9942552"/>
              </p:ext>
            </p:extLst>
          </p:nvPr>
        </p:nvGraphicFramePr>
        <p:xfrm>
          <a:off x="9940369" y="5000117"/>
          <a:ext cx="362910" cy="3287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66" name="Equation" r:id="rId28" imgW="253800" imgH="253800" progId="Equation.DSMT4">
                  <p:embed/>
                </p:oleObj>
              </mc:Choice>
              <mc:Fallback>
                <p:oleObj name="Equation" r:id="rId28" imgW="25380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40369" y="5000117"/>
                        <a:ext cx="362910" cy="3287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86828134"/>
              </p:ext>
            </p:extLst>
          </p:nvPr>
        </p:nvGraphicFramePr>
        <p:xfrm>
          <a:off x="2128838" y="3386138"/>
          <a:ext cx="6257925" cy="173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67" name="Document" r:id="rId31" imgW="2754473" imgH="764983" progId="Word.Document.8">
                  <p:embed/>
                </p:oleObj>
              </mc:Choice>
              <mc:Fallback>
                <p:oleObj name="Document" r:id="rId31" imgW="2754473" imgH="764983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8838" y="3386138"/>
                        <a:ext cx="6257925" cy="1736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9570031"/>
              </p:ext>
            </p:extLst>
          </p:nvPr>
        </p:nvGraphicFramePr>
        <p:xfrm>
          <a:off x="3164057" y="4601669"/>
          <a:ext cx="4929029" cy="1437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68" name="Document" r:id="rId34" imgW="1946700" imgH="660373" progId="Word.Document.8">
                  <p:embed/>
                </p:oleObj>
              </mc:Choice>
              <mc:Fallback>
                <p:oleObj name="Document" r:id="rId34" imgW="1946700" imgH="660373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64057" y="4601669"/>
                        <a:ext cx="4929029" cy="1437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97122209"/>
              </p:ext>
            </p:extLst>
          </p:nvPr>
        </p:nvGraphicFramePr>
        <p:xfrm>
          <a:off x="1333734" y="3818538"/>
          <a:ext cx="1384300" cy="682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69" name="Document" r:id="rId37" imgW="606997" imgH="296575" progId="Word.Document.8">
                  <p:embed/>
                </p:oleObj>
              </mc:Choice>
              <mc:Fallback>
                <p:oleObj name="Document" r:id="rId37" imgW="606997" imgH="296575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3734" y="3818538"/>
                        <a:ext cx="1384300" cy="682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71817382"/>
      </p:ext>
    </p:extLst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5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1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1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00"/>
                            </p:stCondLst>
                            <p:childTnLst>
                              <p:par>
                                <p:cTn id="7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1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500"/>
                            </p:stCondLst>
                            <p:childTnLst>
                              <p:par>
                                <p:cTn id="8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1000"/>
                            </p:stCondLst>
                            <p:childTnLst>
                              <p:par>
                                <p:cTn id="9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1500"/>
                            </p:stCondLst>
                            <p:childTnLst>
                              <p:par>
                                <p:cTn id="9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15" grpId="0" animBg="1"/>
      <p:bldP spid="16" grpId="0" animBg="1"/>
      <p:bldP spid="18" grpId="0" animBg="1"/>
      <p:bldP spid="27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"/>
  <p:tag name="KSO_WM_TEMPLATE_SUBCATEGORY" val="0"/>
  <p:tag name="KSO_WM_TAG_VERSION" val="1.0"/>
  <p:tag name="KSO_WM_BEAUTIFY_FLAG" val="#wm#"/>
  <p:tag name="KSO_WM_TEMPLATE_CATEGORY" val="custom"/>
  <p:tag name="KSO_WM_TEMPLATE_INDEX" val="2018730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285</TotalTime>
  <Words>0</Words>
  <Application>Microsoft Office PowerPoint</Application>
  <PresentationFormat>宽屏</PresentationFormat>
  <Paragraphs>0</Paragraphs>
  <Slides>13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13</vt:i4>
      </vt:variant>
    </vt:vector>
  </HeadingPairs>
  <TitlesOfParts>
    <vt:vector size="20" baseType="lpstr">
      <vt:lpstr>宋体</vt:lpstr>
      <vt:lpstr>微软雅黑</vt:lpstr>
      <vt:lpstr>Arial</vt:lpstr>
      <vt:lpstr>Office 主题​​</vt:lpstr>
      <vt:lpstr>Document</vt:lpstr>
      <vt:lpstr>Microsoft Word 97 - 2003 文档</vt:lpstr>
      <vt:lpstr>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微软雅黑 54号(标题)</dc:title>
  <dc:creator>宁荣健</dc:creator>
  <cp:lastModifiedBy>nrjian</cp:lastModifiedBy>
  <cp:revision>65</cp:revision>
  <dcterms:created xsi:type="dcterms:W3CDTF">2019-06-19T02:08:00Z</dcterms:created>
  <dcterms:modified xsi:type="dcterms:W3CDTF">2020-02-09T05:36:47Z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2052-11.1.0.8894</vt:lpwstr>
  </property>
</Properties>
</file>