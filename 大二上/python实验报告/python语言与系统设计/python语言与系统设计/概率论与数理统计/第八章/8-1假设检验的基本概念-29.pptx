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9" r:id="rId27"/>
    <p:sldId id="286" r:id="rId28"/>
    <p:sldId id="287" r:id="rId29"/>
    <p:sldId id="28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84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w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9.wmf"/><Relationship Id="rId4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9.wmf"/><Relationship Id="rId4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9.wmf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image" Target="../media/image29.emf"/><Relationship Id="rId1" Type="http://schemas.openxmlformats.org/officeDocument/2006/relationships/image" Target="../media/image9.w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9.wmf"/><Relationship Id="rId4" Type="http://schemas.openxmlformats.org/officeDocument/2006/relationships/image" Target="../media/image37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emf"/><Relationship Id="rId1" Type="http://schemas.openxmlformats.org/officeDocument/2006/relationships/image" Target="../media/image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10" Type="http://schemas.openxmlformats.org/officeDocument/2006/relationships/image" Target="../media/image48.emf"/><Relationship Id="rId4" Type="http://schemas.openxmlformats.org/officeDocument/2006/relationships/image" Target="../media/image42.wmf"/><Relationship Id="rId9" Type="http://schemas.openxmlformats.org/officeDocument/2006/relationships/image" Target="../media/image47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9.wmf"/><Relationship Id="rId4" Type="http://schemas.openxmlformats.org/officeDocument/2006/relationships/image" Target="../media/image51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9.wmf"/><Relationship Id="rId4" Type="http://schemas.openxmlformats.org/officeDocument/2006/relationships/image" Target="../media/image54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9.wmf"/><Relationship Id="rId4" Type="http://schemas.openxmlformats.org/officeDocument/2006/relationships/image" Target="../media/image6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9.wmf"/><Relationship Id="rId4" Type="http://schemas.openxmlformats.org/officeDocument/2006/relationships/image" Target="../media/image6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image" Target="../media/image9.wmf"/><Relationship Id="rId5" Type="http://schemas.openxmlformats.org/officeDocument/2006/relationships/image" Target="../media/image70.emf"/><Relationship Id="rId4" Type="http://schemas.openxmlformats.org/officeDocument/2006/relationships/image" Target="../media/image69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image" Target="../media/image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9.wmf"/><Relationship Id="rId4" Type="http://schemas.openxmlformats.org/officeDocument/2006/relationships/image" Target="../media/image75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9.wmf"/><Relationship Id="rId6" Type="http://schemas.openxmlformats.org/officeDocument/2006/relationships/image" Target="../media/image80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9.wmf"/><Relationship Id="rId4" Type="http://schemas.openxmlformats.org/officeDocument/2006/relationships/image" Target="../media/image83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image" Target="../media/image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9.wmf"/><Relationship Id="rId5" Type="http://schemas.openxmlformats.org/officeDocument/2006/relationships/image" Target="../media/image91.emf"/><Relationship Id="rId4" Type="http://schemas.openxmlformats.org/officeDocument/2006/relationships/image" Target="../media/image90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.wmf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.wmf"/><Relationship Id="rId6" Type="http://schemas.openxmlformats.org/officeDocument/2006/relationships/image" Target="../media/image101.emf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image" Target="../media/image113.e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12" Type="http://schemas.openxmlformats.org/officeDocument/2006/relationships/image" Target="../media/image112.emf"/><Relationship Id="rId2" Type="http://schemas.openxmlformats.org/officeDocument/2006/relationships/image" Target="../media/image102.emf"/><Relationship Id="rId1" Type="http://schemas.openxmlformats.org/officeDocument/2006/relationships/image" Target="../media/image9.wmf"/><Relationship Id="rId6" Type="http://schemas.openxmlformats.org/officeDocument/2006/relationships/image" Target="../media/image106.wmf"/><Relationship Id="rId11" Type="http://schemas.openxmlformats.org/officeDocument/2006/relationships/image" Target="../media/image111.e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2020/2/10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2020/2/10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85800"/>
            <a:ext cx="1138766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1" y="1981200"/>
            <a:ext cx="5592233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01834" y="19812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01834" y="40005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961A7-F02E-44C3-BCD3-3F987FDAD988}" type="datetime1">
              <a:rPr lang="zh-CN" altLang="en-US"/>
              <a:pPr>
                <a:defRPr/>
              </a:pPr>
              <a:t>2020/2/10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E35C7-2885-44EF-AF86-D9DD0F6607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95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="" xmlns:a16="http://schemas.microsoft.com/office/drawing/2014/main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="" xmlns:a16="http://schemas.microsoft.com/office/drawing/2014/main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="" xmlns:a16="http://schemas.microsoft.com/office/drawing/2014/main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Microsoft_Word_97_-_2003___1.doc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Microsoft_Word_97_-_2003___2.doc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3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Microsoft_Word_97_-_2003___4.doc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Microsoft_Word_97_-_2003___9.doc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Microsoft_Word_97_-_2003___6.doc"/><Relationship Id="rId12" Type="http://schemas.openxmlformats.org/officeDocument/2006/relationships/image" Target="../media/image13.emf"/><Relationship Id="rId17" Type="http://schemas.openxmlformats.org/officeDocument/2006/relationships/oleObject" Target="../embeddings/Microsoft_Word_97_-_2003___11.doc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.emf"/><Relationship Id="rId20" Type="http://schemas.openxmlformats.org/officeDocument/2006/relationships/image" Target="../media/image17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Microsoft_Word_97_-_2003___8.doc"/><Relationship Id="rId5" Type="http://schemas.openxmlformats.org/officeDocument/2006/relationships/oleObject" Target="../embeddings/Microsoft_Word_97_-_2003___5.doc"/><Relationship Id="rId15" Type="http://schemas.openxmlformats.org/officeDocument/2006/relationships/oleObject" Target="../embeddings/Microsoft_Word_97_-_2003___10.doc"/><Relationship Id="rId10" Type="http://schemas.openxmlformats.org/officeDocument/2006/relationships/image" Target="../media/image12.emf"/><Relationship Id="rId19" Type="http://schemas.openxmlformats.org/officeDocument/2006/relationships/oleObject" Target="../embeddings/Microsoft_Word_97_-_2003___12.doc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7.doc"/><Relationship Id="rId1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Microsoft_Word_97_-_2003___14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5" Type="http://schemas.openxmlformats.org/officeDocument/2006/relationships/oleObject" Target="../embeddings/Microsoft_Word_97_-_2003___13.doc"/><Relationship Id="rId10" Type="http://schemas.openxmlformats.org/officeDocument/2006/relationships/image" Target="../media/image20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15.doc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Microsoft_Word_97_-_2003___17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emf"/><Relationship Id="rId5" Type="http://schemas.openxmlformats.org/officeDocument/2006/relationships/oleObject" Target="../embeddings/Microsoft_Word_97_-_2003___16.doc"/><Relationship Id="rId10" Type="http://schemas.openxmlformats.org/officeDocument/2006/relationships/image" Target="../media/image23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18.doc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Microsoft_Word_97_-_2003___22.doc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Microsoft_Word_97_-_2003___19.doc"/><Relationship Id="rId12" Type="http://schemas.openxmlformats.org/officeDocument/2006/relationships/image" Target="../media/image27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emf"/><Relationship Id="rId11" Type="http://schemas.openxmlformats.org/officeDocument/2006/relationships/oleObject" Target="../embeddings/Microsoft_Word_97_-_2003___21.doc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6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20.doc"/><Relationship Id="rId14" Type="http://schemas.openxmlformats.org/officeDocument/2006/relationships/image" Target="../media/image2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Microsoft_Word_97_-_2003___25.doc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4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emf"/><Relationship Id="rId11" Type="http://schemas.openxmlformats.org/officeDocument/2006/relationships/oleObject" Target="../embeddings/Microsoft_Word_97_-_2003___24.doc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Microsoft_Word_97_-_2003___26.doc"/><Relationship Id="rId10" Type="http://schemas.openxmlformats.org/officeDocument/2006/relationships/image" Target="../media/image31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23.doc"/><Relationship Id="rId14" Type="http://schemas.openxmlformats.org/officeDocument/2006/relationships/image" Target="../media/image33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Microsoft_Word_97_-_2003___27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37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28.doc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Microsoft_Word_97_-_2003___30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8.emf"/><Relationship Id="rId5" Type="http://schemas.openxmlformats.org/officeDocument/2006/relationships/oleObject" Target="../embeddings/Microsoft_Word_97_-_2003___29.doc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Microsoft_Word_97_-_2003___33.doc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5.wmf"/><Relationship Id="rId20" Type="http://schemas.openxmlformats.org/officeDocument/2006/relationships/image" Target="../media/image47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Microsoft_Word_97_-_2003___31.doc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42.wmf"/><Relationship Id="rId19" Type="http://schemas.openxmlformats.org/officeDocument/2006/relationships/oleObject" Target="../embeddings/Microsoft_Word_97_-_2003___32.doc"/><Relationship Id="rId4" Type="http://schemas.openxmlformats.org/officeDocument/2006/relationships/image" Target="../media/image9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44.wmf"/><Relationship Id="rId22" Type="http://schemas.openxmlformats.org/officeDocument/2006/relationships/image" Target="../media/image4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Microsoft_Word_97_-_2003___35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emf"/><Relationship Id="rId5" Type="http://schemas.openxmlformats.org/officeDocument/2006/relationships/oleObject" Target="../embeddings/Microsoft_Word_97_-_2003___34.doc"/><Relationship Id="rId10" Type="http://schemas.openxmlformats.org/officeDocument/2006/relationships/image" Target="../media/image51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36.doc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Microsoft_Word_97_-_2003___37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54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38.doc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Microsoft_Word_97_-_2003___40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5.emf"/><Relationship Id="rId5" Type="http://schemas.openxmlformats.org/officeDocument/2006/relationships/oleObject" Target="../embeddings/Microsoft_Word_97_-_2003___39.doc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Microsoft_Word_97_-_2003___42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7.emf"/><Relationship Id="rId5" Type="http://schemas.openxmlformats.org/officeDocument/2006/relationships/oleObject" Target="../embeddings/Microsoft_Word_97_-_2003___41.doc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Microsoft_Word_97_-_2003___44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9.emf"/><Relationship Id="rId5" Type="http://schemas.openxmlformats.org/officeDocument/2006/relationships/oleObject" Target="../embeddings/Microsoft_Word_97_-_2003___43.doc"/><Relationship Id="rId10" Type="http://schemas.openxmlformats.org/officeDocument/2006/relationships/image" Target="../media/image61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45.doc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Microsoft_Word_97_-_2003___47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2.emf"/><Relationship Id="rId5" Type="http://schemas.openxmlformats.org/officeDocument/2006/relationships/oleObject" Target="../embeddings/Microsoft_Word_97_-_2003___46.doc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Microsoft_Word_97_-_2003___49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4.emf"/><Relationship Id="rId5" Type="http://schemas.openxmlformats.org/officeDocument/2006/relationships/oleObject" Target="../embeddings/Microsoft_Word_97_-_2003___48.doc"/><Relationship Id="rId10" Type="http://schemas.openxmlformats.org/officeDocument/2006/relationships/image" Target="../media/image66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50.doc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Microsoft_Word_97_-_2003___51.doc"/><Relationship Id="rId12" Type="http://schemas.openxmlformats.org/officeDocument/2006/relationships/image" Target="../media/image70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7.emf"/><Relationship Id="rId11" Type="http://schemas.openxmlformats.org/officeDocument/2006/relationships/oleObject" Target="../embeddings/Microsoft_Word_97_-_2003___53.doc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69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52.doc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Microsoft_Word_97_-_2003___55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1.emf"/><Relationship Id="rId5" Type="http://schemas.openxmlformats.org/officeDocument/2006/relationships/oleObject" Target="../embeddings/Microsoft_Word_97_-_2003___54.doc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Microsoft_Word_97_-_2003___57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3.emf"/><Relationship Id="rId5" Type="http://schemas.openxmlformats.org/officeDocument/2006/relationships/oleObject" Target="../embeddings/Microsoft_Word_97_-_2003___56.doc"/><Relationship Id="rId10" Type="http://schemas.openxmlformats.org/officeDocument/2006/relationships/image" Target="../media/image75.e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3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13" Type="http://schemas.openxmlformats.org/officeDocument/2006/relationships/oleObject" Target="../embeddings/Microsoft_Word_97_-_2003___62.doc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Microsoft_Word_97_-_2003___59.doc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6.emf"/><Relationship Id="rId11" Type="http://schemas.openxmlformats.org/officeDocument/2006/relationships/oleObject" Target="../embeddings/Microsoft_Word_97_-_2003___61.doc"/><Relationship Id="rId5" Type="http://schemas.openxmlformats.org/officeDocument/2006/relationships/oleObject" Target="../embeddings/Microsoft_Word_97_-_2003___58.doc"/><Relationship Id="rId10" Type="http://schemas.openxmlformats.org/officeDocument/2006/relationships/image" Target="../media/image78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60.doc"/><Relationship Id="rId14" Type="http://schemas.openxmlformats.org/officeDocument/2006/relationships/image" Target="../media/image80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Microsoft_Word_97_-_2003___64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1.emf"/><Relationship Id="rId5" Type="http://schemas.openxmlformats.org/officeDocument/2006/relationships/oleObject" Target="../embeddings/Microsoft_Word_97_-_2003___63.doc"/><Relationship Id="rId10" Type="http://schemas.openxmlformats.org/officeDocument/2006/relationships/image" Target="../media/image83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65.doc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Microsoft_Word_97_-_2003___67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4.emf"/><Relationship Id="rId5" Type="http://schemas.openxmlformats.org/officeDocument/2006/relationships/oleObject" Target="../embeddings/Microsoft_Word_97_-_2003___66.doc"/><Relationship Id="rId4" Type="http://schemas.openxmlformats.org/officeDocument/2006/relationships/image" Target="../media/image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Microsoft_Word_97_-_2003___69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6.emf"/><Relationship Id="rId5" Type="http://schemas.openxmlformats.org/officeDocument/2006/relationships/oleObject" Target="../embeddings/Microsoft_Word_97_-_2003___68.doc"/><Relationship Id="rId4" Type="http://schemas.openxmlformats.org/officeDocument/2006/relationships/image" Target="../media/image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Microsoft_Word_97_-_2003___71.doc"/><Relationship Id="rId12" Type="http://schemas.openxmlformats.org/officeDocument/2006/relationships/image" Target="../media/image91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8.emf"/><Relationship Id="rId11" Type="http://schemas.openxmlformats.org/officeDocument/2006/relationships/oleObject" Target="../embeddings/Microsoft_Word_97_-_2003___73.doc"/><Relationship Id="rId5" Type="http://schemas.openxmlformats.org/officeDocument/2006/relationships/oleObject" Target="../embeddings/Microsoft_Word_97_-_2003___70.doc"/><Relationship Id="rId10" Type="http://schemas.openxmlformats.org/officeDocument/2006/relationships/image" Target="../media/image90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72.doc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Microsoft_Word_97_-_2003___75.doc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94.emf"/><Relationship Id="rId4" Type="http://schemas.openxmlformats.org/officeDocument/2006/relationships/image" Target="../media/image9.wmf"/><Relationship Id="rId9" Type="http://schemas.openxmlformats.org/officeDocument/2006/relationships/oleObject" Target="../embeddings/Microsoft_Word_97_-_2003___74.doc"/><Relationship Id="rId14" Type="http://schemas.openxmlformats.org/officeDocument/2006/relationships/image" Target="../media/image96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oleObject" Target="../embeddings/Microsoft_Word_97_-_2003___78.doc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100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7.emf"/><Relationship Id="rId11" Type="http://schemas.openxmlformats.org/officeDocument/2006/relationships/oleObject" Target="../embeddings/Microsoft_Word_97_-_2003___77.doc"/><Relationship Id="rId5" Type="http://schemas.openxmlformats.org/officeDocument/2006/relationships/oleObject" Target="../embeddings/Microsoft_Word_97_-_2003___76.doc"/><Relationship Id="rId10" Type="http://schemas.openxmlformats.org/officeDocument/2006/relationships/image" Target="../media/image99.e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10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108.wmf"/><Relationship Id="rId26" Type="http://schemas.openxmlformats.org/officeDocument/2006/relationships/image" Target="../media/image112.e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52.bin"/><Relationship Id="rId25" Type="http://schemas.openxmlformats.org/officeDocument/2006/relationships/oleObject" Target="../embeddings/Microsoft_Word_97_-_2003___81.doc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2.e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111.emf"/><Relationship Id="rId5" Type="http://schemas.openxmlformats.org/officeDocument/2006/relationships/oleObject" Target="../embeddings/Microsoft_Word_97_-_2003___79.doc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Microsoft_Word_97_-_2003___80.doc"/><Relationship Id="rId28" Type="http://schemas.openxmlformats.org/officeDocument/2006/relationships/image" Target="../media/image113.emf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106.wmf"/><Relationship Id="rId22" Type="http://schemas.openxmlformats.org/officeDocument/2006/relationships/image" Target="../media/image110.wmf"/><Relationship Id="rId27" Type="http://schemas.openxmlformats.org/officeDocument/2006/relationships/oleObject" Target="../embeddings/Microsoft_Word_97_-_2003___82.doc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F5B01D-2396-464B-B8E4-24FADA826A71}" type="slidenum">
              <a:rPr lang="en-US" altLang="zh-CN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>
          <a:xfrm>
            <a:off x="1879600" y="2317750"/>
            <a:ext cx="8047038" cy="1066800"/>
          </a:xfrm>
          <a:noFill/>
        </p:spPr>
        <p:txBody>
          <a:bodyPr anchor="ctr"/>
          <a:lstStyle/>
          <a:p>
            <a:pPr algn="ctr" eaLnBrk="1" hangingPunct="1"/>
            <a:r>
              <a:rPr lang="zh-CN" altLang="en-US" sz="3200" b="1" dirty="0" smtClean="0">
                <a:solidFill>
                  <a:srgbClr val="FF0000"/>
                </a:solidFill>
              </a:rPr>
              <a:t>第八章     假设检验</a:t>
            </a:r>
          </a:p>
        </p:txBody>
      </p:sp>
    </p:spTree>
    <p:extLst>
      <p:ext uri="{BB962C8B-B14F-4D97-AF65-F5344CB8AC3E}">
        <p14:creationId xmlns:p14="http://schemas.microsoft.com/office/powerpoint/2010/main" val="299879010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640257"/>
              </p:ext>
            </p:extLst>
          </p:nvPr>
        </p:nvGraphicFramePr>
        <p:xfrm>
          <a:off x="1873810" y="677861"/>
          <a:ext cx="7561543" cy="989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Document" r:id="rId3" imgW="3553984" imgH="467690" progId="Word.Document.8">
                  <p:embed/>
                </p:oleObj>
              </mc:Choice>
              <mc:Fallback>
                <p:oleObj name="Document" r:id="rId3" imgW="3553984" imgH="4676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810" y="677861"/>
                        <a:ext cx="7561543" cy="989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213529"/>
              </p:ext>
            </p:extLst>
          </p:nvPr>
        </p:nvGraphicFramePr>
        <p:xfrm>
          <a:off x="1165414" y="1285084"/>
          <a:ext cx="80946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Document" r:id="rId5" imgW="3562140" imgH="401391" progId="Word.Document.8">
                  <p:embed/>
                </p:oleObj>
              </mc:Choice>
              <mc:Fallback>
                <p:oleObj name="Document" r:id="rId5" imgW="3562140" imgH="4013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414" y="1285084"/>
                        <a:ext cx="80946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790148"/>
              </p:ext>
            </p:extLst>
          </p:nvPr>
        </p:nvGraphicFramePr>
        <p:xfrm>
          <a:off x="1165414" y="2199484"/>
          <a:ext cx="80946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Document" r:id="rId7" imgW="3562140" imgH="297467" progId="Word.Document.8">
                  <p:embed/>
                </p:oleObj>
              </mc:Choice>
              <mc:Fallback>
                <p:oleObj name="Document" r:id="rId7" imgW="3562140" imgH="2974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414" y="2199484"/>
                        <a:ext cx="809466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67544"/>
              </p:ext>
            </p:extLst>
          </p:nvPr>
        </p:nvGraphicFramePr>
        <p:xfrm>
          <a:off x="484842" y="2806707"/>
          <a:ext cx="11306175" cy="251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Document" r:id="rId9" imgW="4959416" imgH="1148913" progId="Word.Document.8">
                  <p:embed/>
                </p:oleObj>
              </mc:Choice>
              <mc:Fallback>
                <p:oleObj name="Document" r:id="rId9" imgW="4959416" imgH="11489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42" y="2806707"/>
                        <a:ext cx="11306175" cy="251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48135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83482"/>
              </p:ext>
            </p:extLst>
          </p:nvPr>
        </p:nvGraphicFramePr>
        <p:xfrm>
          <a:off x="795244" y="713535"/>
          <a:ext cx="10842625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Document" r:id="rId3" imgW="5039151" imgH="1148913" progId="Word.Document.8">
                  <p:embed/>
                </p:oleObj>
              </mc:Choice>
              <mc:Fallback>
                <p:oleObj name="Document" r:id="rId3" imgW="5039151" imgH="11489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244" y="713535"/>
                        <a:ext cx="10842625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16208"/>
              </p:ext>
            </p:extLst>
          </p:nvPr>
        </p:nvGraphicFramePr>
        <p:xfrm>
          <a:off x="699200" y="2723029"/>
          <a:ext cx="11034712" cy="291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Document" r:id="rId5" imgW="5421308" imgH="1485031" progId="Word.Document.8">
                  <p:embed/>
                </p:oleObj>
              </mc:Choice>
              <mc:Fallback>
                <p:oleObj name="Document" r:id="rId5" imgW="5421308" imgH="14850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00" y="2723029"/>
                        <a:ext cx="11034712" cy="291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288895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140984"/>
              </p:ext>
            </p:extLst>
          </p:nvPr>
        </p:nvGraphicFramePr>
        <p:xfrm>
          <a:off x="919162" y="802652"/>
          <a:ext cx="9266009" cy="706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Document" r:id="rId5" imgW="4079809" imgH="310235" progId="Word.Document.8">
                  <p:embed/>
                </p:oleObj>
              </mc:Choice>
              <mc:Fallback>
                <p:oleObj name="Document" r:id="rId5" imgW="4079809" imgH="3102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2" y="802652"/>
                        <a:ext cx="9266009" cy="706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136434"/>
              </p:ext>
            </p:extLst>
          </p:nvPr>
        </p:nvGraphicFramePr>
        <p:xfrm>
          <a:off x="919162" y="1316641"/>
          <a:ext cx="107600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Document" r:id="rId7" imgW="4856693" imgH="434976" progId="Word.Document.8">
                  <p:embed/>
                </p:oleObj>
              </mc:Choice>
              <mc:Fallback>
                <p:oleObj name="Document" r:id="rId7" imgW="4856693" imgH="4349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2" y="1316641"/>
                        <a:ext cx="107600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446953"/>
              </p:ext>
            </p:extLst>
          </p:nvPr>
        </p:nvGraphicFramePr>
        <p:xfrm>
          <a:off x="972203" y="2524759"/>
          <a:ext cx="8437563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Document" r:id="rId9" imgW="3859848" imgH="450376" progId="Word.Document.8">
                  <p:embed/>
                </p:oleObj>
              </mc:Choice>
              <mc:Fallback>
                <p:oleObj name="Document" r:id="rId9" imgW="3859848" imgH="4503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203" y="2524759"/>
                        <a:ext cx="8437563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775438"/>
              </p:ext>
            </p:extLst>
          </p:nvPr>
        </p:nvGraphicFramePr>
        <p:xfrm>
          <a:off x="919162" y="2204223"/>
          <a:ext cx="813276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Document" r:id="rId11" imgW="3527183" imgH="261729" progId="Word.Document.8">
                  <p:embed/>
                </p:oleObj>
              </mc:Choice>
              <mc:Fallback>
                <p:oleObj name="Document" r:id="rId11" imgW="3527183" imgH="2617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2" y="2204223"/>
                        <a:ext cx="813276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951877"/>
              </p:ext>
            </p:extLst>
          </p:nvPr>
        </p:nvGraphicFramePr>
        <p:xfrm>
          <a:off x="972202" y="3044554"/>
          <a:ext cx="84375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Document" r:id="rId13" imgW="3859848" imgH="331932" progId="Word.Document.8">
                  <p:embed/>
                </p:oleObj>
              </mc:Choice>
              <mc:Fallback>
                <p:oleObj name="Document" r:id="rId13" imgW="3859848" imgH="3319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202" y="3044554"/>
                        <a:ext cx="84375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249944"/>
              </p:ext>
            </p:extLst>
          </p:nvPr>
        </p:nvGraphicFramePr>
        <p:xfrm>
          <a:off x="972201" y="3530575"/>
          <a:ext cx="843756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Document" r:id="rId15" imgW="3859848" imgH="362173" progId="Word.Document.8">
                  <p:embed/>
                </p:oleObj>
              </mc:Choice>
              <mc:Fallback>
                <p:oleObj name="Document" r:id="rId15" imgW="3859848" imgH="3621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201" y="3530575"/>
                        <a:ext cx="843756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072391"/>
              </p:ext>
            </p:extLst>
          </p:nvPr>
        </p:nvGraphicFramePr>
        <p:xfrm>
          <a:off x="972199" y="3987774"/>
          <a:ext cx="84375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Document" r:id="rId17" imgW="3859848" imgH="336612" progId="Word.Document.8">
                  <p:embed/>
                </p:oleObj>
              </mc:Choice>
              <mc:Fallback>
                <p:oleObj name="Document" r:id="rId17" imgW="3859848" imgH="3366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199" y="3987774"/>
                        <a:ext cx="843756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278701"/>
              </p:ext>
            </p:extLst>
          </p:nvPr>
        </p:nvGraphicFramePr>
        <p:xfrm>
          <a:off x="1078801" y="4969777"/>
          <a:ext cx="97774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Document" r:id="rId19" imgW="4577977" imgH="217129" progId="Word.Document.8">
                  <p:embed/>
                </p:oleObj>
              </mc:Choice>
              <mc:Fallback>
                <p:oleObj name="Document" r:id="rId19" imgW="4577977" imgH="2171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8801" y="4969777"/>
                        <a:ext cx="9777412" cy="46355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715816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435095"/>
              </p:ext>
            </p:extLst>
          </p:nvPr>
        </p:nvGraphicFramePr>
        <p:xfrm>
          <a:off x="734078" y="786934"/>
          <a:ext cx="10856913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Document" r:id="rId5" imgW="4761154" imgH="873188" progId="Word.Document.8">
                  <p:embed/>
                </p:oleObj>
              </mc:Choice>
              <mc:Fallback>
                <p:oleObj name="Document" r:id="rId5" imgW="4761154" imgH="8731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78" y="786934"/>
                        <a:ext cx="10856913" cy="198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720485"/>
              </p:ext>
            </p:extLst>
          </p:nvPr>
        </p:nvGraphicFramePr>
        <p:xfrm>
          <a:off x="803275" y="2603500"/>
          <a:ext cx="10847388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Document" r:id="rId7" imgW="4816107" imgH="711420" progId="Word.Document.8">
                  <p:embed/>
                </p:oleObj>
              </mc:Choice>
              <mc:Fallback>
                <p:oleObj name="Document" r:id="rId7" imgW="4816107" imgH="7114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2603500"/>
                        <a:ext cx="10847388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338312"/>
              </p:ext>
            </p:extLst>
          </p:nvPr>
        </p:nvGraphicFramePr>
        <p:xfrm>
          <a:off x="803275" y="3903663"/>
          <a:ext cx="10847388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Document" r:id="rId9" imgW="4816107" imgH="700636" progId="Word.Document.8">
                  <p:embed/>
                </p:oleObj>
              </mc:Choice>
              <mc:Fallback>
                <p:oleObj name="Document" r:id="rId9" imgW="4816107" imgH="7006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3903663"/>
                        <a:ext cx="10847388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856415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3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553097"/>
              </p:ext>
            </p:extLst>
          </p:nvPr>
        </p:nvGraphicFramePr>
        <p:xfrm>
          <a:off x="919161" y="1158876"/>
          <a:ext cx="1005363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4" name="Document" r:id="rId5" imgW="4707278" imgH="271411" progId="Word.Document.8">
                  <p:embed/>
                </p:oleObj>
              </mc:Choice>
              <mc:Fallback>
                <p:oleObj name="Document" r:id="rId5" imgW="4707278" imgH="2714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1" y="1158876"/>
                        <a:ext cx="10053637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331374"/>
              </p:ext>
            </p:extLst>
          </p:nvPr>
        </p:nvGraphicFramePr>
        <p:xfrm>
          <a:off x="919163" y="1664541"/>
          <a:ext cx="10629900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5" name="Document" r:id="rId7" imgW="5082970" imgH="878221" progId="Word.Document.8">
                  <p:embed/>
                </p:oleObj>
              </mc:Choice>
              <mc:Fallback>
                <p:oleObj name="Document" r:id="rId7" imgW="5082970" imgH="8782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1664541"/>
                        <a:ext cx="10629900" cy="183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349041"/>
              </p:ext>
            </p:extLst>
          </p:nvPr>
        </p:nvGraphicFramePr>
        <p:xfrm>
          <a:off x="919163" y="3435350"/>
          <a:ext cx="106299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" name="Document" r:id="rId9" imgW="5094104" imgH="607529" progId="Word.Document.8">
                  <p:embed/>
                </p:oleObj>
              </mc:Choice>
              <mc:Fallback>
                <p:oleObj name="Document" r:id="rId9" imgW="5094104" imgH="6075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3435350"/>
                        <a:ext cx="106299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166921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12103"/>
              </p:ext>
            </p:extLst>
          </p:nvPr>
        </p:nvGraphicFramePr>
        <p:xfrm>
          <a:off x="680850" y="571969"/>
          <a:ext cx="751840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" name="Document" r:id="rId5" imgW="3228763" imgH="450249" progId="Word.Document.8">
                  <p:embed/>
                </p:oleObj>
              </mc:Choice>
              <mc:Fallback>
                <p:oleObj name="Document" r:id="rId5" imgW="3228763" imgH="4502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50" y="571969"/>
                        <a:ext cx="7518400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177937"/>
              </p:ext>
            </p:extLst>
          </p:nvPr>
        </p:nvGraphicFramePr>
        <p:xfrm>
          <a:off x="603718" y="1248055"/>
          <a:ext cx="91868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7" name="Document" r:id="rId7" imgW="4058259" imgH="322458" progId="Word.Document.8">
                  <p:embed/>
                </p:oleObj>
              </mc:Choice>
              <mc:Fallback>
                <p:oleObj name="Document" r:id="rId7" imgW="4058259" imgH="3224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18" y="1248055"/>
                        <a:ext cx="91868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235186"/>
              </p:ext>
            </p:extLst>
          </p:nvPr>
        </p:nvGraphicFramePr>
        <p:xfrm>
          <a:off x="551983" y="3046880"/>
          <a:ext cx="1135062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8" name="Document" r:id="rId9" imgW="5039151" imgH="603575" progId="Word.Document.8">
                  <p:embed/>
                </p:oleObj>
              </mc:Choice>
              <mc:Fallback>
                <p:oleObj name="Document" r:id="rId9" imgW="5039151" imgH="6035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83" y="3046880"/>
                        <a:ext cx="11350625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141104"/>
              </p:ext>
            </p:extLst>
          </p:nvPr>
        </p:nvGraphicFramePr>
        <p:xfrm>
          <a:off x="551983" y="1787993"/>
          <a:ext cx="11296650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9" name="Document" r:id="rId11" imgW="4987790" imgH="557920" progId="Word.Document.8">
                  <p:embed/>
                </p:oleObj>
              </mc:Choice>
              <mc:Fallback>
                <p:oleObj name="Document" r:id="rId11" imgW="4987790" imgH="557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83" y="1787993"/>
                        <a:ext cx="11296650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61921"/>
              </p:ext>
            </p:extLst>
          </p:nvPr>
        </p:nvGraphicFramePr>
        <p:xfrm>
          <a:off x="1126937" y="4262904"/>
          <a:ext cx="10585450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" name="Document" r:id="rId13" imgW="4731343" imgH="624425" progId="Word.Document.8">
                  <p:embed/>
                </p:oleObj>
              </mc:Choice>
              <mc:Fallback>
                <p:oleObj name="Document" r:id="rId13" imgW="4731343" imgH="6244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937" y="4262904"/>
                        <a:ext cx="10585450" cy="139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751404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029"/>
          <p:cNvGraphicFramePr>
            <a:graphicFrameLocks noChangeAspect="1"/>
          </p:cNvGraphicFramePr>
          <p:nvPr/>
        </p:nvGraphicFramePr>
        <p:xfrm>
          <a:off x="2024063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937743"/>
              </p:ext>
            </p:extLst>
          </p:nvPr>
        </p:nvGraphicFramePr>
        <p:xfrm>
          <a:off x="1400363" y="1196136"/>
          <a:ext cx="6966096" cy="1097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" name="Document" r:id="rId5" imgW="3070847" imgH="483181" progId="Word.Document.8">
                  <p:embed/>
                </p:oleObj>
              </mc:Choice>
              <mc:Fallback>
                <p:oleObj name="Document" r:id="rId5" imgW="3070847" imgH="4831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363" y="1196136"/>
                        <a:ext cx="6966096" cy="1097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219426"/>
              </p:ext>
            </p:extLst>
          </p:nvPr>
        </p:nvGraphicFramePr>
        <p:xfrm>
          <a:off x="1364504" y="607081"/>
          <a:ext cx="7405592" cy="869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" name="Document" r:id="rId7" imgW="3228763" imgH="377907" progId="Word.Document.8">
                  <p:embed/>
                </p:oleObj>
              </mc:Choice>
              <mc:Fallback>
                <p:oleObj name="Document" r:id="rId7" imgW="3228763" imgH="3779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504" y="607081"/>
                        <a:ext cx="7405592" cy="869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746149"/>
              </p:ext>
            </p:extLst>
          </p:nvPr>
        </p:nvGraphicFramePr>
        <p:xfrm>
          <a:off x="3888909" y="1196136"/>
          <a:ext cx="7584141" cy="85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3" name="Document" r:id="rId9" imgW="3366971" imgH="380894" progId="Word.Document.8">
                  <p:embed/>
                </p:oleObj>
              </mc:Choice>
              <mc:Fallback>
                <p:oleObj name="Document" r:id="rId9" imgW="3366971" imgH="3808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8909" y="1196136"/>
                        <a:ext cx="7584141" cy="85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888578"/>
              </p:ext>
            </p:extLst>
          </p:nvPr>
        </p:nvGraphicFramePr>
        <p:xfrm>
          <a:off x="731557" y="1859197"/>
          <a:ext cx="10861675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4" name="Document" r:id="rId11" imgW="4767978" imgH="726159" progId="Word.Document.8">
                  <p:embed/>
                </p:oleObj>
              </mc:Choice>
              <mc:Fallback>
                <p:oleObj name="Document" r:id="rId11" imgW="4767978" imgH="7261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57" y="1859197"/>
                        <a:ext cx="10861675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197746"/>
              </p:ext>
            </p:extLst>
          </p:nvPr>
        </p:nvGraphicFramePr>
        <p:xfrm>
          <a:off x="731557" y="2956720"/>
          <a:ext cx="10783888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5" name="Document" r:id="rId13" imgW="4734935" imgH="577692" progId="Word.Document.8">
                  <p:embed/>
                </p:oleObj>
              </mc:Choice>
              <mc:Fallback>
                <p:oleObj name="Document" r:id="rId13" imgW="4734935" imgH="5776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57" y="2956720"/>
                        <a:ext cx="10783888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211790"/>
              </p:ext>
            </p:extLst>
          </p:nvPr>
        </p:nvGraphicFramePr>
        <p:xfrm>
          <a:off x="731557" y="4052047"/>
          <a:ext cx="109061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6" name="Document" r:id="rId15" imgW="4841967" imgH="835802" progId="Word.Document.8">
                  <p:embed/>
                </p:oleObj>
              </mc:Choice>
              <mc:Fallback>
                <p:oleObj name="Document" r:id="rId15" imgW="4841967" imgH="8358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57" y="4052047"/>
                        <a:ext cx="10906125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864872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2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837966"/>
              </p:ext>
            </p:extLst>
          </p:nvPr>
        </p:nvGraphicFramePr>
        <p:xfrm>
          <a:off x="564589" y="917738"/>
          <a:ext cx="745013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3" name="Document" r:id="rId5" imgW="3228763" imgH="468605" progId="Word.Document.8">
                  <p:embed/>
                </p:oleObj>
              </mc:Choice>
              <mc:Fallback>
                <p:oleObj name="Document" r:id="rId5" imgW="3228763" imgH="4686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89" y="917738"/>
                        <a:ext cx="7450138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262614"/>
              </p:ext>
            </p:extLst>
          </p:nvPr>
        </p:nvGraphicFramePr>
        <p:xfrm>
          <a:off x="488389" y="1557233"/>
          <a:ext cx="113792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4" name="Document" r:id="rId7" imgW="4969472" imgH="422395" progId="Word.Document.8">
                  <p:embed/>
                </p:oleObj>
              </mc:Choice>
              <mc:Fallback>
                <p:oleObj name="Document" r:id="rId7" imgW="4969472" imgH="42239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89" y="1557233"/>
                        <a:ext cx="113792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215965"/>
              </p:ext>
            </p:extLst>
          </p:nvPr>
        </p:nvGraphicFramePr>
        <p:xfrm>
          <a:off x="488389" y="2255651"/>
          <a:ext cx="1121410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5" name="Document" r:id="rId9" imgW="4898357" imgH="967733" progId="Word.Document.8">
                  <p:embed/>
                </p:oleObj>
              </mc:Choice>
              <mc:Fallback>
                <p:oleObj name="Document" r:id="rId9" imgW="4898357" imgH="9677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89" y="2255651"/>
                        <a:ext cx="11214100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544773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5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85682"/>
              </p:ext>
            </p:extLst>
          </p:nvPr>
        </p:nvGraphicFramePr>
        <p:xfrm>
          <a:off x="770777" y="647607"/>
          <a:ext cx="10668000" cy="230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6" name="Document" r:id="rId5" imgW="4931400" imgH="1064794" progId="Word.Document.8">
                  <p:embed/>
                </p:oleObj>
              </mc:Choice>
              <mc:Fallback>
                <p:oleObj name="Document" r:id="rId5" imgW="4931400" imgH="10647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77" y="647607"/>
                        <a:ext cx="10668000" cy="230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666407"/>
              </p:ext>
            </p:extLst>
          </p:nvPr>
        </p:nvGraphicFramePr>
        <p:xfrm>
          <a:off x="770777" y="2686704"/>
          <a:ext cx="10614025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Document" r:id="rId7" imgW="4968754" imgH="1451240" progId="Word.Document.8">
                  <p:embed/>
                </p:oleObj>
              </mc:Choice>
              <mc:Fallback>
                <p:oleObj name="Document" r:id="rId7" imgW="4968754" imgH="1451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77" y="2686704"/>
                        <a:ext cx="10614025" cy="310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531978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544278"/>
              </p:ext>
            </p:extLst>
          </p:nvPr>
        </p:nvGraphicFramePr>
        <p:xfrm>
          <a:off x="1013339" y="549205"/>
          <a:ext cx="10580687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7" name="Document" r:id="rId5" imgW="4752175" imgH="893319" progId="Word.Document.8">
                  <p:embed/>
                </p:oleObj>
              </mc:Choice>
              <mc:Fallback>
                <p:oleObj name="Document" r:id="rId5" imgW="4752175" imgH="8933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339" y="549205"/>
                        <a:ext cx="10580687" cy="198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"/>
          <p:cNvGrpSpPr>
            <a:grpSpLocks noChangeAspect="1"/>
          </p:cNvGrpSpPr>
          <p:nvPr/>
        </p:nvGrpSpPr>
        <p:grpSpPr bwMode="auto">
          <a:xfrm>
            <a:off x="6717834" y="1046646"/>
            <a:ext cx="4351337" cy="1430337"/>
            <a:chOff x="1020" y="579"/>
            <a:chExt cx="5890" cy="1937"/>
          </a:xfrm>
        </p:grpSpPr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>
              <a:off x="1020" y="579"/>
              <a:ext cx="5890" cy="1937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en-US" sz="2400">
                <a:solidFill>
                  <a:srgbClr val="000066"/>
                </a:solidFill>
              </a:endParaRPr>
            </a:p>
          </p:txBody>
        </p:sp>
        <p:graphicFrame>
          <p:nvGraphicFramePr>
            <p:cNvPr id="15369" name="Object 7"/>
            <p:cNvGraphicFramePr>
              <a:graphicFrameLocks noChangeAspect="1"/>
            </p:cNvGraphicFramePr>
            <p:nvPr/>
          </p:nvGraphicFramePr>
          <p:xfrm>
            <a:off x="6531" y="2098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8" name="Equation" r:id="rId7" imgW="317225" imgH="139579" progId="Equation.DSMT4">
                    <p:embed/>
                  </p:oleObj>
                </mc:Choice>
                <mc:Fallback>
                  <p:oleObj name="Equation" r:id="rId7" imgW="317225" imgH="1395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1" y="2098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0" name="Line 8"/>
            <p:cNvSpPr>
              <a:spLocks noChangeShapeType="1"/>
            </p:cNvSpPr>
            <p:nvPr/>
          </p:nvSpPr>
          <p:spPr bwMode="auto">
            <a:xfrm>
              <a:off x="1180" y="2032"/>
              <a:ext cx="563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Line 9"/>
            <p:cNvSpPr>
              <a:spLocks noChangeShapeType="1"/>
            </p:cNvSpPr>
            <p:nvPr/>
          </p:nvSpPr>
          <p:spPr bwMode="auto">
            <a:xfrm flipV="1">
              <a:off x="3887" y="710"/>
              <a:ext cx="1" cy="1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Line 10"/>
            <p:cNvSpPr>
              <a:spLocks noChangeShapeType="1"/>
            </p:cNvSpPr>
            <p:nvPr/>
          </p:nvSpPr>
          <p:spPr bwMode="auto">
            <a:xfrm>
              <a:off x="5619" y="1889"/>
              <a:ext cx="1" cy="1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Line 11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Line 12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75" name="Object 13"/>
            <p:cNvGraphicFramePr>
              <a:graphicFrameLocks noChangeAspect="1"/>
            </p:cNvGraphicFramePr>
            <p:nvPr/>
          </p:nvGraphicFramePr>
          <p:xfrm>
            <a:off x="1993" y="2080"/>
            <a:ext cx="24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9" name="Equation" r:id="rId9" imgW="164957" imgH="152268" progId="Equation.DSMT4">
                    <p:embed/>
                  </p:oleObj>
                </mc:Choice>
                <mc:Fallback>
                  <p:oleObj name="Equation" r:id="rId9" imgW="164957" imgH="1522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" y="2080"/>
                          <a:ext cx="24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Object 14"/>
            <p:cNvGraphicFramePr>
              <a:graphicFrameLocks noChangeAspect="1"/>
            </p:cNvGraphicFramePr>
            <p:nvPr/>
          </p:nvGraphicFramePr>
          <p:xfrm>
            <a:off x="5555" y="2058"/>
            <a:ext cx="16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0" name="Equation" r:id="rId11" imgW="114102" imgH="177492" progId="Equation.DSMT4">
                    <p:embed/>
                  </p:oleObj>
                </mc:Choice>
                <mc:Fallback>
                  <p:oleObj name="Equation" r:id="rId11" imgW="114102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5" y="2058"/>
                          <a:ext cx="161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4452992"/>
                </p:ext>
              </p:extLst>
            </p:nvPr>
          </p:nvGraphicFramePr>
          <p:xfrm>
            <a:off x="3569" y="2049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1" name="Equation" r:id="rId13" imgW="152202" imgH="177569" progId="Equation.DSMT4">
                    <p:embed/>
                  </p:oleObj>
                </mc:Choice>
                <mc:Fallback>
                  <p:oleObj name="Equation" r:id="rId13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9" y="2049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16"/>
            <p:cNvGraphicFramePr>
              <a:graphicFrameLocks noChangeAspect="1"/>
            </p:cNvGraphicFramePr>
            <p:nvPr/>
          </p:nvGraphicFramePr>
          <p:xfrm>
            <a:off x="3515" y="710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2" name="Equation" r:id="rId15" imgW="139579" imgH="164957" progId="Equation.DSMT4">
                    <p:embed/>
                  </p:oleObj>
                </mc:Choice>
                <mc:Fallback>
                  <p:oleObj name="Equation" r:id="rId15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710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9" name="Freeform 17"/>
            <p:cNvSpPr>
              <a:spLocks/>
            </p:cNvSpPr>
            <p:nvPr/>
          </p:nvSpPr>
          <p:spPr bwMode="auto">
            <a:xfrm>
              <a:off x="1350" y="1249"/>
              <a:ext cx="2543" cy="723"/>
            </a:xfrm>
            <a:custGeom>
              <a:avLst/>
              <a:gdLst>
                <a:gd name="T0" fmla="*/ 0 w 2543"/>
                <a:gd name="T1" fmla="*/ 723 h 723"/>
                <a:gd name="T2" fmla="*/ 1020 w 2543"/>
                <a:gd name="T3" fmla="*/ 607 h 723"/>
                <a:gd name="T4" fmla="*/ 1780 w 2543"/>
                <a:gd name="T5" fmla="*/ 360 h 723"/>
                <a:gd name="T6" fmla="*/ 2151 w 2543"/>
                <a:gd name="T7" fmla="*/ 150 h 723"/>
                <a:gd name="T8" fmla="*/ 2380 w 2543"/>
                <a:gd name="T9" fmla="*/ 40 h 723"/>
                <a:gd name="T10" fmla="*/ 2543 w 2543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3"/>
                <a:gd name="T19" fmla="*/ 0 h 723"/>
                <a:gd name="T20" fmla="*/ 2543 w 2543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3" h="723">
                  <a:moveTo>
                    <a:pt x="0" y="723"/>
                  </a:moveTo>
                  <a:cubicBezTo>
                    <a:pt x="361" y="695"/>
                    <a:pt x="723" y="667"/>
                    <a:pt x="1020" y="607"/>
                  </a:cubicBezTo>
                  <a:cubicBezTo>
                    <a:pt x="1317" y="547"/>
                    <a:pt x="1592" y="436"/>
                    <a:pt x="1780" y="360"/>
                  </a:cubicBezTo>
                  <a:cubicBezTo>
                    <a:pt x="1968" y="284"/>
                    <a:pt x="2051" y="203"/>
                    <a:pt x="2151" y="150"/>
                  </a:cubicBezTo>
                  <a:cubicBezTo>
                    <a:pt x="2251" y="97"/>
                    <a:pt x="2315" y="65"/>
                    <a:pt x="2380" y="40"/>
                  </a:cubicBezTo>
                  <a:cubicBezTo>
                    <a:pt x="2445" y="15"/>
                    <a:pt x="2494" y="7"/>
                    <a:pt x="2543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18"/>
            <p:cNvSpPr>
              <a:spLocks/>
            </p:cNvSpPr>
            <p:nvPr/>
          </p:nvSpPr>
          <p:spPr bwMode="auto">
            <a:xfrm flipH="1">
              <a:off x="3895" y="1249"/>
              <a:ext cx="2543" cy="723"/>
            </a:xfrm>
            <a:custGeom>
              <a:avLst/>
              <a:gdLst>
                <a:gd name="T0" fmla="*/ 0 w 2543"/>
                <a:gd name="T1" fmla="*/ 723 h 723"/>
                <a:gd name="T2" fmla="*/ 1020 w 2543"/>
                <a:gd name="T3" fmla="*/ 607 h 723"/>
                <a:gd name="T4" fmla="*/ 1780 w 2543"/>
                <a:gd name="T5" fmla="*/ 360 h 723"/>
                <a:gd name="T6" fmla="*/ 2151 w 2543"/>
                <a:gd name="T7" fmla="*/ 150 h 723"/>
                <a:gd name="T8" fmla="*/ 2380 w 2543"/>
                <a:gd name="T9" fmla="*/ 40 h 723"/>
                <a:gd name="T10" fmla="*/ 2543 w 2543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3"/>
                <a:gd name="T19" fmla="*/ 0 h 723"/>
                <a:gd name="T20" fmla="*/ 2543 w 2543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3" h="723">
                  <a:moveTo>
                    <a:pt x="0" y="723"/>
                  </a:moveTo>
                  <a:cubicBezTo>
                    <a:pt x="361" y="695"/>
                    <a:pt x="723" y="667"/>
                    <a:pt x="1020" y="607"/>
                  </a:cubicBezTo>
                  <a:cubicBezTo>
                    <a:pt x="1317" y="547"/>
                    <a:pt x="1592" y="436"/>
                    <a:pt x="1780" y="360"/>
                  </a:cubicBezTo>
                  <a:cubicBezTo>
                    <a:pt x="1968" y="284"/>
                    <a:pt x="2051" y="203"/>
                    <a:pt x="2151" y="150"/>
                  </a:cubicBezTo>
                  <a:cubicBezTo>
                    <a:pt x="2251" y="97"/>
                    <a:pt x="2315" y="65"/>
                    <a:pt x="2380" y="40"/>
                  </a:cubicBezTo>
                  <a:cubicBezTo>
                    <a:pt x="2445" y="15"/>
                    <a:pt x="2494" y="7"/>
                    <a:pt x="2543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>
              <a:off x="2187" y="1889"/>
              <a:ext cx="1" cy="1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2" name="Object 20"/>
            <p:cNvGraphicFramePr>
              <a:graphicFrameLocks noChangeAspect="1"/>
            </p:cNvGraphicFramePr>
            <p:nvPr/>
          </p:nvGraphicFramePr>
          <p:xfrm>
            <a:off x="3298" y="1630"/>
            <a:ext cx="76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3" name="Equation" r:id="rId17" imgW="469696" imgH="177723" progId="Equation.DSMT4">
                    <p:embed/>
                  </p:oleObj>
                </mc:Choice>
                <mc:Fallback>
                  <p:oleObj name="Equation" r:id="rId17" imgW="469696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" y="1630"/>
                          <a:ext cx="76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947314"/>
              </p:ext>
            </p:extLst>
          </p:nvPr>
        </p:nvGraphicFramePr>
        <p:xfrm>
          <a:off x="900113" y="2533580"/>
          <a:ext cx="11025187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4" name="Document" r:id="rId19" imgW="4980247" imgH="599620" progId="Word.Document.8">
                  <p:embed/>
                </p:oleObj>
              </mc:Choice>
              <mc:Fallback>
                <p:oleObj name="Document" r:id="rId19" imgW="4980247" imgH="5996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533580"/>
                        <a:ext cx="11025187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067948"/>
              </p:ext>
            </p:extLst>
          </p:nvPr>
        </p:nvGraphicFramePr>
        <p:xfrm>
          <a:off x="948251" y="3606517"/>
          <a:ext cx="10710862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5" name="Document" r:id="rId21" imgW="4812874" imgH="928190" progId="Word.Document.8">
                  <p:embed/>
                </p:oleObj>
              </mc:Choice>
              <mc:Fallback>
                <p:oleObj name="Document" r:id="rId21" imgW="4812874" imgH="9281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251" y="3606517"/>
                        <a:ext cx="10710862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680601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9312"/>
              </p:ext>
            </p:extLst>
          </p:nvPr>
        </p:nvGraphicFramePr>
        <p:xfrm>
          <a:off x="736787" y="740337"/>
          <a:ext cx="108124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Document" r:id="rId5" imgW="4744632" imgH="424911" progId="Word.Document.8">
                  <p:embed/>
                </p:oleObj>
              </mc:Choice>
              <mc:Fallback>
                <p:oleObj name="Document" r:id="rId5" imgW="4744632" imgH="4249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87" y="740337"/>
                        <a:ext cx="10812463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360025"/>
              </p:ext>
            </p:extLst>
          </p:nvPr>
        </p:nvGraphicFramePr>
        <p:xfrm>
          <a:off x="736787" y="1592217"/>
          <a:ext cx="10028237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Document" r:id="rId7" imgW="4429640" imgH="482788" progId="Word.Document.8">
                  <p:embed/>
                </p:oleObj>
              </mc:Choice>
              <mc:Fallback>
                <p:oleObj name="Document" r:id="rId7" imgW="4429640" imgH="4827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87" y="1592217"/>
                        <a:ext cx="10028237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678724"/>
              </p:ext>
            </p:extLst>
          </p:nvPr>
        </p:nvGraphicFramePr>
        <p:xfrm>
          <a:off x="736787" y="2485186"/>
          <a:ext cx="1087120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7" name="Document" r:id="rId9" imgW="4803536" imgH="1068389" progId="Word.Document.8">
                  <p:embed/>
                </p:oleObj>
              </mc:Choice>
              <mc:Fallback>
                <p:oleObj name="Document" r:id="rId9" imgW="4803536" imgH="10683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87" y="2485186"/>
                        <a:ext cx="10871200" cy="241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56823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439457"/>
              </p:ext>
            </p:extLst>
          </p:nvPr>
        </p:nvGraphicFramePr>
        <p:xfrm>
          <a:off x="822233" y="731463"/>
          <a:ext cx="745172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name="Document" r:id="rId5" imgW="3538115" imgH="424066" progId="Word.Document.8">
                  <p:embed/>
                </p:oleObj>
              </mc:Choice>
              <mc:Fallback>
                <p:oleObj name="Document" r:id="rId5" imgW="3538115" imgH="42406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33" y="731463"/>
                        <a:ext cx="745172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150596"/>
              </p:ext>
            </p:extLst>
          </p:nvPr>
        </p:nvGraphicFramePr>
        <p:xfrm>
          <a:off x="765175" y="1319819"/>
          <a:ext cx="10625137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name="Document" r:id="rId7" imgW="4744632" imgH="724362" progId="Word.Document.8">
                  <p:embed/>
                </p:oleObj>
              </mc:Choice>
              <mc:Fallback>
                <p:oleObj name="Document" r:id="rId7" imgW="4744632" imgH="7243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1319819"/>
                        <a:ext cx="10625137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738860"/>
              </p:ext>
            </p:extLst>
          </p:nvPr>
        </p:nvGraphicFramePr>
        <p:xfrm>
          <a:off x="765175" y="2632075"/>
          <a:ext cx="10807700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1" name="Document" r:id="rId9" imgW="4832629" imgH="1054728" progId="Word.Document.8">
                  <p:embed/>
                </p:oleObj>
              </mc:Choice>
              <mc:Fallback>
                <p:oleObj name="Document" r:id="rId9" imgW="4832629" imgH="10547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2632075"/>
                        <a:ext cx="10807700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91650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741302"/>
              </p:ext>
            </p:extLst>
          </p:nvPr>
        </p:nvGraphicFramePr>
        <p:xfrm>
          <a:off x="992188" y="871538"/>
          <a:ext cx="10252075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Document" r:id="rId5" imgW="4761513" imgH="1032800" progId="Word.Document.8">
                  <p:embed/>
                </p:oleObj>
              </mc:Choice>
              <mc:Fallback>
                <p:oleObj name="Document" r:id="rId5" imgW="4761513" imgH="1032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871538"/>
                        <a:ext cx="10252075" cy="221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059593"/>
              </p:ext>
            </p:extLst>
          </p:nvPr>
        </p:nvGraphicFramePr>
        <p:xfrm>
          <a:off x="992188" y="2346325"/>
          <a:ext cx="10323512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Document" r:id="rId7" imgW="4798867" imgH="954432" progId="Word.Document.8">
                  <p:embed/>
                </p:oleObj>
              </mc:Choice>
              <mc:Fallback>
                <p:oleObj name="Document" r:id="rId7" imgW="4798867" imgH="9544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2346325"/>
                        <a:ext cx="10323512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378580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8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139777"/>
              </p:ext>
            </p:extLst>
          </p:nvPr>
        </p:nvGraphicFramePr>
        <p:xfrm>
          <a:off x="745285" y="784879"/>
          <a:ext cx="10899775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9" name="Document" r:id="rId5" imgW="4781267" imgH="1616962" progId="Word.Document.8">
                  <p:embed/>
                </p:oleObj>
              </mc:Choice>
              <mc:Fallback>
                <p:oleObj name="Document" r:id="rId5" imgW="4781267" imgH="16169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85" y="784879"/>
                        <a:ext cx="10899775" cy="368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503024"/>
              </p:ext>
            </p:extLst>
          </p:nvPr>
        </p:nvGraphicFramePr>
        <p:xfrm>
          <a:off x="726234" y="4318654"/>
          <a:ext cx="1093787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0" name="Document" r:id="rId7" imgW="4830833" imgH="623706" progId="Word.Document.8">
                  <p:embed/>
                </p:oleObj>
              </mc:Choice>
              <mc:Fallback>
                <p:oleObj name="Document" r:id="rId7" imgW="4830833" imgH="6237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34" y="4318654"/>
                        <a:ext cx="1093787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403142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4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635268"/>
              </p:ext>
            </p:extLst>
          </p:nvPr>
        </p:nvGraphicFramePr>
        <p:xfrm>
          <a:off x="839228" y="757799"/>
          <a:ext cx="108759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" name="Document" r:id="rId5" imgW="4885786" imgH="360563" progId="Word.Document.8">
                  <p:embed/>
                </p:oleObj>
              </mc:Choice>
              <mc:Fallback>
                <p:oleObj name="Document" r:id="rId5" imgW="4885786" imgH="3605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28" y="757799"/>
                        <a:ext cx="108759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058623"/>
              </p:ext>
            </p:extLst>
          </p:nvPr>
        </p:nvGraphicFramePr>
        <p:xfrm>
          <a:off x="2142098" y="1391771"/>
          <a:ext cx="8120062" cy="511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Document" r:id="rId7" imgW="3624750" imgH="2446288" progId="Word.Document.8">
                  <p:embed/>
                </p:oleObj>
              </mc:Choice>
              <mc:Fallback>
                <p:oleObj name="Document" r:id="rId7" imgW="3624750" imgH="24462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098" y="1391771"/>
                        <a:ext cx="8120062" cy="511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872206"/>
              </p:ext>
            </p:extLst>
          </p:nvPr>
        </p:nvGraphicFramePr>
        <p:xfrm>
          <a:off x="839228" y="1318653"/>
          <a:ext cx="109680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7" name="Document" r:id="rId9" imgW="4924935" imgH="338994" progId="Word.Document.8">
                  <p:embed/>
                </p:oleObj>
              </mc:Choice>
              <mc:Fallback>
                <p:oleObj name="Document" r:id="rId9" imgW="4924935" imgH="3389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28" y="1318653"/>
                        <a:ext cx="109680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331575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166401"/>
              </p:ext>
            </p:extLst>
          </p:nvPr>
        </p:nvGraphicFramePr>
        <p:xfrm>
          <a:off x="732865" y="688136"/>
          <a:ext cx="111807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name="Document" r:id="rId5" imgW="4904103" imgH="401544" progId="Word.Document.8">
                  <p:embed/>
                </p:oleObj>
              </mc:Choice>
              <mc:Fallback>
                <p:oleObj name="Document" r:id="rId5" imgW="4904103" imgH="4015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865" y="688136"/>
                        <a:ext cx="111807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347721"/>
              </p:ext>
            </p:extLst>
          </p:nvPr>
        </p:nvGraphicFramePr>
        <p:xfrm>
          <a:off x="665630" y="1474228"/>
          <a:ext cx="10755313" cy="449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Document" r:id="rId7" imgW="4752893" imgH="1987591" progId="Word.Document.8">
                  <p:embed/>
                </p:oleObj>
              </mc:Choice>
              <mc:Fallback>
                <p:oleObj name="Document" r:id="rId7" imgW="4752893" imgH="19875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630" y="1474228"/>
                        <a:ext cx="10755313" cy="449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6003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8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958306"/>
              </p:ext>
            </p:extLst>
          </p:nvPr>
        </p:nvGraphicFramePr>
        <p:xfrm>
          <a:off x="610160" y="621834"/>
          <a:ext cx="1110297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9" name="Document" r:id="rId5" imgW="5044898" imgH="696681" progId="Word.Document.8">
                  <p:embed/>
                </p:oleObj>
              </mc:Choice>
              <mc:Fallback>
                <p:oleObj name="Document" r:id="rId5" imgW="5044898" imgH="6966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160" y="621834"/>
                        <a:ext cx="11102975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613343"/>
              </p:ext>
            </p:extLst>
          </p:nvPr>
        </p:nvGraphicFramePr>
        <p:xfrm>
          <a:off x="609600" y="2036763"/>
          <a:ext cx="11152188" cy="222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0" name="Document" r:id="rId7" imgW="5153726" imgH="1027048" progId="Word.Document.8">
                  <p:embed/>
                </p:oleObj>
              </mc:Choice>
              <mc:Fallback>
                <p:oleObj name="Document" r:id="rId7" imgW="5153726" imgH="10270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036763"/>
                        <a:ext cx="11152188" cy="222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546022"/>
              </p:ext>
            </p:extLst>
          </p:nvPr>
        </p:nvGraphicFramePr>
        <p:xfrm>
          <a:off x="609600" y="3901048"/>
          <a:ext cx="1101090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1" name="Document" r:id="rId9" imgW="5089076" imgH="608248" progId="Word.Document.8">
                  <p:embed/>
                </p:oleObj>
              </mc:Choice>
              <mc:Fallback>
                <p:oleObj name="Document" r:id="rId9" imgW="5089076" imgH="6082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01048"/>
                        <a:ext cx="11010900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77856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094508"/>
              </p:ext>
            </p:extLst>
          </p:nvPr>
        </p:nvGraphicFramePr>
        <p:xfrm>
          <a:off x="641537" y="690378"/>
          <a:ext cx="577373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Document" r:id="rId5" imgW="2502352" imgH="424875" progId="Word.Document.8">
                  <p:embed/>
                </p:oleObj>
              </mc:Choice>
              <mc:Fallback>
                <p:oleObj name="Document" r:id="rId5" imgW="2502352" imgH="4248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37" y="690378"/>
                        <a:ext cx="5773738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404798"/>
              </p:ext>
            </p:extLst>
          </p:nvPr>
        </p:nvGraphicFramePr>
        <p:xfrm>
          <a:off x="641537" y="1272991"/>
          <a:ext cx="82200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Document" r:id="rId7" imgW="3649592" imgH="398894" progId="Word.Document.8">
                  <p:embed/>
                </p:oleObj>
              </mc:Choice>
              <mc:Fallback>
                <p:oleObj name="Document" r:id="rId7" imgW="3649592" imgH="3988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37" y="1272991"/>
                        <a:ext cx="8220075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900475"/>
              </p:ext>
            </p:extLst>
          </p:nvPr>
        </p:nvGraphicFramePr>
        <p:xfrm>
          <a:off x="689723" y="4139080"/>
          <a:ext cx="109585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Document" r:id="rId9" imgW="4981325" imgH="461578" progId="Word.Document.8">
                  <p:embed/>
                </p:oleObj>
              </mc:Choice>
              <mc:Fallback>
                <p:oleObj name="Document" r:id="rId9" imgW="4981325" imgH="4615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23" y="4139080"/>
                        <a:ext cx="109585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718890"/>
              </p:ext>
            </p:extLst>
          </p:nvPr>
        </p:nvGraphicFramePr>
        <p:xfrm>
          <a:off x="640511" y="2019768"/>
          <a:ext cx="11123612" cy="254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7" name="Document" r:id="rId11" imgW="4671721" imgH="1148913" progId="Word.Document.8">
                  <p:embed/>
                </p:oleObj>
              </mc:Choice>
              <mc:Fallback>
                <p:oleObj name="Document" r:id="rId11" imgW="4671721" imgH="11489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11" y="2019768"/>
                        <a:ext cx="11123612" cy="254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719205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5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777558"/>
              </p:ext>
            </p:extLst>
          </p:nvPr>
        </p:nvGraphicFramePr>
        <p:xfrm>
          <a:off x="696166" y="868082"/>
          <a:ext cx="1085215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6" name="Document" r:id="rId5" imgW="4817903" imgH="734787" progId="Word.Document.8">
                  <p:embed/>
                </p:oleObj>
              </mc:Choice>
              <mc:Fallback>
                <p:oleObj name="Document" r:id="rId5" imgW="4817903" imgH="7347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66" y="868082"/>
                        <a:ext cx="10852150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847768"/>
              </p:ext>
            </p:extLst>
          </p:nvPr>
        </p:nvGraphicFramePr>
        <p:xfrm>
          <a:off x="696913" y="2379663"/>
          <a:ext cx="10982325" cy="246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7" name="Document" r:id="rId7" imgW="4774802" imgH="1071624" progId="Word.Document.8">
                  <p:embed/>
                </p:oleObj>
              </mc:Choice>
              <mc:Fallback>
                <p:oleObj name="Document" r:id="rId7" imgW="4774802" imgH="10716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2379663"/>
                        <a:ext cx="10982325" cy="246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0342132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0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477588"/>
              </p:ext>
            </p:extLst>
          </p:nvPr>
        </p:nvGraphicFramePr>
        <p:xfrm>
          <a:off x="637987" y="797205"/>
          <a:ext cx="11041063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1" name="Document" r:id="rId5" imgW="5193235" imgH="774330" progId="Word.Document.8">
                  <p:embed/>
                </p:oleObj>
              </mc:Choice>
              <mc:Fallback>
                <p:oleObj name="Document" r:id="rId5" imgW="5193235" imgH="7743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987" y="797205"/>
                        <a:ext cx="11041063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894675"/>
              </p:ext>
            </p:extLst>
          </p:nvPr>
        </p:nvGraphicFramePr>
        <p:xfrm>
          <a:off x="679170" y="2210080"/>
          <a:ext cx="11050587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2" name="Document" r:id="rId7" imgW="5048490" imgH="840116" progId="Word.Document.8">
                  <p:embed/>
                </p:oleObj>
              </mc:Choice>
              <mc:Fallback>
                <p:oleObj name="Document" r:id="rId7" imgW="5048490" imgH="8401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170" y="2210080"/>
                        <a:ext cx="11050587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854278"/>
              </p:ext>
            </p:extLst>
          </p:nvPr>
        </p:nvGraphicFramePr>
        <p:xfrm>
          <a:off x="756491" y="3666565"/>
          <a:ext cx="811212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3" name="Document" r:id="rId9" imgW="3807246" imgH="459967" progId="Word.Document.8">
                  <p:embed/>
                </p:oleObj>
              </mc:Choice>
              <mc:Fallback>
                <p:oleObj name="Document" r:id="rId9" imgW="3807246" imgH="4599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91" y="3666565"/>
                        <a:ext cx="8112125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357049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6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608425"/>
              </p:ext>
            </p:extLst>
          </p:nvPr>
        </p:nvGraphicFramePr>
        <p:xfrm>
          <a:off x="715963" y="604838"/>
          <a:ext cx="10963275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" name="Document" r:id="rId5" imgW="5220891" imgH="699198" progId="Word.Document.8">
                  <p:embed/>
                </p:oleObj>
              </mc:Choice>
              <mc:Fallback>
                <p:oleObj name="Document" r:id="rId5" imgW="5220891" imgH="69919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604838"/>
                        <a:ext cx="10963275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516200"/>
              </p:ext>
            </p:extLst>
          </p:nvPr>
        </p:nvGraphicFramePr>
        <p:xfrm>
          <a:off x="715963" y="1283493"/>
          <a:ext cx="10920412" cy="157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8" name="Document" r:id="rId7" imgW="5201855" imgH="751323" progId="Word.Document.8">
                  <p:embed/>
                </p:oleObj>
              </mc:Choice>
              <mc:Fallback>
                <p:oleObj name="Document" r:id="rId7" imgW="5201855" imgH="7513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1283493"/>
                        <a:ext cx="10920412" cy="157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777713"/>
              </p:ext>
            </p:extLst>
          </p:nvPr>
        </p:nvGraphicFramePr>
        <p:xfrm>
          <a:off x="715963" y="2588652"/>
          <a:ext cx="81994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9" name="Document" r:id="rId9" imgW="3919612" imgH="480257" progId="Word.Document.8">
                  <p:embed/>
                </p:oleObj>
              </mc:Choice>
              <mc:Fallback>
                <p:oleObj name="Document" r:id="rId9" imgW="3919612" imgH="4802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2588652"/>
                        <a:ext cx="81994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525603"/>
              </p:ext>
            </p:extLst>
          </p:nvPr>
        </p:nvGraphicFramePr>
        <p:xfrm>
          <a:off x="689769" y="3233270"/>
          <a:ext cx="1084262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0" name="Document" r:id="rId11" imgW="5196108" imgH="751323" progId="Word.Document.8">
                  <p:embed/>
                </p:oleObj>
              </mc:Choice>
              <mc:Fallback>
                <p:oleObj name="Document" r:id="rId11" imgW="5196108" imgH="7513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9" y="3233270"/>
                        <a:ext cx="10842625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970755"/>
              </p:ext>
            </p:extLst>
          </p:nvPr>
        </p:nvGraphicFramePr>
        <p:xfrm>
          <a:off x="673100" y="4496453"/>
          <a:ext cx="10963275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1" name="Document" r:id="rId13" imgW="5249625" imgH="700276" progId="Word.Document.8">
                  <p:embed/>
                </p:oleObj>
              </mc:Choice>
              <mc:Fallback>
                <p:oleObj name="Document" r:id="rId13" imgW="5249625" imgH="7002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4496453"/>
                        <a:ext cx="10963275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465475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4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868102"/>
              </p:ext>
            </p:extLst>
          </p:nvPr>
        </p:nvGraphicFramePr>
        <p:xfrm>
          <a:off x="879288" y="666750"/>
          <a:ext cx="10688638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5" name="Document" r:id="rId5" imgW="4800303" imgH="688773" progId="Word.Document.8">
                  <p:embed/>
                </p:oleObj>
              </mc:Choice>
              <mc:Fallback>
                <p:oleObj name="Document" r:id="rId5" imgW="4800303" imgH="6887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288" y="666750"/>
                        <a:ext cx="10688638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904059"/>
              </p:ext>
            </p:extLst>
          </p:nvPr>
        </p:nvGraphicFramePr>
        <p:xfrm>
          <a:off x="881063" y="3929063"/>
          <a:ext cx="10623550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6" name="Document" r:id="rId7" imgW="4795993" imgH="758513" progId="Word.Document.8">
                  <p:embed/>
                </p:oleObj>
              </mc:Choice>
              <mc:Fallback>
                <p:oleObj name="Document" r:id="rId7" imgW="4795993" imgH="7585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3929063"/>
                        <a:ext cx="10623550" cy="167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443543"/>
              </p:ext>
            </p:extLst>
          </p:nvPr>
        </p:nvGraphicFramePr>
        <p:xfrm>
          <a:off x="881063" y="2022475"/>
          <a:ext cx="10642600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7" name="Document" r:id="rId9" imgW="4780549" imgH="934660" progId="Word.Document.8">
                  <p:embed/>
                </p:oleObj>
              </mc:Choice>
              <mc:Fallback>
                <p:oleObj name="Document" r:id="rId9" imgW="4780549" imgH="9346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2022475"/>
                        <a:ext cx="10642600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425728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004178"/>
              </p:ext>
            </p:extLst>
          </p:nvPr>
        </p:nvGraphicFramePr>
        <p:xfrm>
          <a:off x="921124" y="656847"/>
          <a:ext cx="10507663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Document" r:id="rId5" imgW="4994614" imgH="1039989" progId="Word.Document.8">
                  <p:embed/>
                </p:oleObj>
              </mc:Choice>
              <mc:Fallback>
                <p:oleObj name="Document" r:id="rId5" imgW="4994614" imgH="10399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124" y="656847"/>
                        <a:ext cx="10507663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299780"/>
              </p:ext>
            </p:extLst>
          </p:nvPr>
        </p:nvGraphicFramePr>
        <p:xfrm>
          <a:off x="921124" y="2730777"/>
          <a:ext cx="10618787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Document" r:id="rId7" imgW="5057469" imgH="1043225" progId="Word.Document.8">
                  <p:embed/>
                </p:oleObj>
              </mc:Choice>
              <mc:Fallback>
                <p:oleObj name="Document" r:id="rId7" imgW="5057469" imgH="10432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124" y="2730777"/>
                        <a:ext cx="10618787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275784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4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913022"/>
              </p:ext>
            </p:extLst>
          </p:nvPr>
        </p:nvGraphicFramePr>
        <p:xfrm>
          <a:off x="663575" y="803275"/>
          <a:ext cx="10890250" cy="329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5" name="Document" r:id="rId5" imgW="5316071" imgH="1613727" progId="Word.Document.8">
                  <p:embed/>
                </p:oleObj>
              </mc:Choice>
              <mc:Fallback>
                <p:oleObj name="Document" r:id="rId5" imgW="5316071" imgH="16137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803275"/>
                        <a:ext cx="10890250" cy="329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644881"/>
              </p:ext>
            </p:extLst>
          </p:nvPr>
        </p:nvGraphicFramePr>
        <p:xfrm>
          <a:off x="719325" y="3784600"/>
          <a:ext cx="113553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6" name="Document" r:id="rId7" imgW="5540259" imgH="459000" progId="Word.Document.8">
                  <p:embed/>
                </p:oleObj>
              </mc:Choice>
              <mc:Fallback>
                <p:oleObj name="Document" r:id="rId7" imgW="5540259" imgH="459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325" y="3784600"/>
                        <a:ext cx="1135538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714597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960525"/>
              </p:ext>
            </p:extLst>
          </p:nvPr>
        </p:nvGraphicFramePr>
        <p:xfrm>
          <a:off x="555625" y="1519238"/>
          <a:ext cx="10877550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Document" r:id="rId5" imgW="5340854" imgH="607170" progId="Word.Document.8">
                  <p:embed/>
                </p:oleObj>
              </mc:Choice>
              <mc:Fallback>
                <p:oleObj name="Document" r:id="rId5" imgW="5340854" imgH="6071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1519238"/>
                        <a:ext cx="10877550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945255"/>
              </p:ext>
            </p:extLst>
          </p:nvPr>
        </p:nvGraphicFramePr>
        <p:xfrm>
          <a:off x="488950" y="2927350"/>
          <a:ext cx="10847388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Document" r:id="rId7" imgW="5328642" imgH="1062637" progId="Word.Document.8">
                  <p:embed/>
                </p:oleObj>
              </mc:Choice>
              <mc:Fallback>
                <p:oleObj name="Document" r:id="rId7" imgW="5328642" imgH="10626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927350"/>
                        <a:ext cx="10847388" cy="216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829321"/>
              </p:ext>
            </p:extLst>
          </p:nvPr>
        </p:nvGraphicFramePr>
        <p:xfrm>
          <a:off x="977901" y="835025"/>
          <a:ext cx="10594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Document" r:id="rId9" imgW="5045976" imgH="350138" progId="Word.Document.8">
                  <p:embed/>
                </p:oleObj>
              </mc:Choice>
              <mc:Fallback>
                <p:oleObj name="Document" r:id="rId9" imgW="5045976" imgH="3501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1" y="835025"/>
                        <a:ext cx="10594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594712"/>
              </p:ext>
            </p:extLst>
          </p:nvPr>
        </p:nvGraphicFramePr>
        <p:xfrm>
          <a:off x="712788" y="4664075"/>
          <a:ext cx="108267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Document" r:id="rId11" imgW="5317149" imgH="385368" progId="Word.Document.8">
                  <p:embed/>
                </p:oleObj>
              </mc:Choice>
              <mc:Fallback>
                <p:oleObj name="Document" r:id="rId11" imgW="5317149" imgH="3853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4664075"/>
                        <a:ext cx="108267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775927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6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99093"/>
              </p:ext>
            </p:extLst>
          </p:nvPr>
        </p:nvGraphicFramePr>
        <p:xfrm>
          <a:off x="1321035" y="557863"/>
          <a:ext cx="67738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7" name="Document" r:id="rId5" imgW="3241180" imgH="411379" progId="Word.Document.8">
                  <p:embed/>
                </p:oleObj>
              </mc:Choice>
              <mc:Fallback>
                <p:oleObj name="Document" r:id="rId5" imgW="3241180" imgH="4113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035" y="557863"/>
                        <a:ext cx="67738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513999"/>
              </p:ext>
            </p:extLst>
          </p:nvPr>
        </p:nvGraphicFramePr>
        <p:xfrm>
          <a:off x="738094" y="1235916"/>
          <a:ext cx="817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8" name="Document" r:id="rId7" imgW="3971910" imgH="443231" progId="Word.Document.8">
                  <p:embed/>
                </p:oleObj>
              </mc:Choice>
              <mc:Fallback>
                <p:oleObj name="Document" r:id="rId7" imgW="3971910" imgH="4432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94" y="1235916"/>
                        <a:ext cx="8178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880851"/>
              </p:ext>
            </p:extLst>
          </p:nvPr>
        </p:nvGraphicFramePr>
        <p:xfrm>
          <a:off x="762093" y="1884553"/>
          <a:ext cx="10929938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" name="Document" r:id="rId9" imgW="5302782" imgH="661092" progId="Word.Document.8">
                  <p:embed/>
                </p:oleObj>
              </mc:Choice>
              <mc:Fallback>
                <p:oleObj name="Document" r:id="rId9" imgW="5302782" imgH="6610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93" y="1884553"/>
                        <a:ext cx="10929938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293234"/>
              </p:ext>
            </p:extLst>
          </p:nvPr>
        </p:nvGraphicFramePr>
        <p:xfrm>
          <a:off x="738094" y="3149790"/>
          <a:ext cx="817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0" name="Document" r:id="rId11" imgW="3971910" imgH="443231" progId="Word.Document.8">
                  <p:embed/>
                </p:oleObj>
              </mc:Choice>
              <mc:Fallback>
                <p:oleObj name="Document" r:id="rId11" imgW="3971910" imgH="4432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94" y="3149790"/>
                        <a:ext cx="8178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076899"/>
              </p:ext>
            </p:extLst>
          </p:nvPr>
        </p:nvGraphicFramePr>
        <p:xfrm>
          <a:off x="714468" y="3952128"/>
          <a:ext cx="10977563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1" name="Document" r:id="rId13" imgW="5325410" imgH="730113" progId="Word.Document.8">
                  <p:embed/>
                </p:oleObj>
              </mc:Choice>
              <mc:Fallback>
                <p:oleObj name="Document" r:id="rId13" imgW="5325410" imgH="7301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68" y="3952128"/>
                        <a:ext cx="10977563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198845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9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320779"/>
              </p:ext>
            </p:extLst>
          </p:nvPr>
        </p:nvGraphicFramePr>
        <p:xfrm>
          <a:off x="883444" y="793050"/>
          <a:ext cx="10661650" cy="195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0" name="Document" r:id="rId5" imgW="5079737" imgH="928908" progId="Word.Document.8">
                  <p:embed/>
                </p:oleObj>
              </mc:Choice>
              <mc:Fallback>
                <p:oleObj name="Document" r:id="rId5" imgW="5079737" imgH="9289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44" y="793050"/>
                        <a:ext cx="10661650" cy="195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242007"/>
              </p:ext>
            </p:extLst>
          </p:nvPr>
        </p:nvGraphicFramePr>
        <p:xfrm>
          <a:off x="1507100" y="2658714"/>
          <a:ext cx="8364537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1" name="Document" r:id="rId7" imgW="4202979" imgH="365490" progId="Word.Document.8">
                  <p:embed/>
                </p:oleObj>
              </mc:Choice>
              <mc:Fallback>
                <p:oleObj name="Document" r:id="rId7" imgW="4202979" imgH="3654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100" y="2658714"/>
                        <a:ext cx="8364537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433436"/>
              </p:ext>
            </p:extLst>
          </p:nvPr>
        </p:nvGraphicFramePr>
        <p:xfrm>
          <a:off x="1507100" y="3207872"/>
          <a:ext cx="83645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2" name="Document" r:id="rId9" imgW="4202979" imgH="560652" progId="Word.Document.8">
                  <p:embed/>
                </p:oleObj>
              </mc:Choice>
              <mc:Fallback>
                <p:oleObj name="Document" r:id="rId9" imgW="4202979" imgH="5606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100" y="3207872"/>
                        <a:ext cx="836453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110746"/>
              </p:ext>
            </p:extLst>
          </p:nvPr>
        </p:nvGraphicFramePr>
        <p:xfrm>
          <a:off x="1504950" y="4165600"/>
          <a:ext cx="1032827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3" name="Document" r:id="rId11" imgW="5204010" imgH="704231" progId="Word.Document.8">
                  <p:embed/>
                </p:oleObj>
              </mc:Choice>
              <mc:Fallback>
                <p:oleObj name="Document" r:id="rId11" imgW="5204010" imgH="7042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4165600"/>
                        <a:ext cx="10328275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197628"/>
              </p:ext>
            </p:extLst>
          </p:nvPr>
        </p:nvGraphicFramePr>
        <p:xfrm>
          <a:off x="883444" y="5239593"/>
          <a:ext cx="81661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4" name="Document" r:id="rId13" imgW="4118599" imgH="344027" progId="Word.Document.8">
                  <p:embed/>
                </p:oleObj>
              </mc:Choice>
              <mc:Fallback>
                <p:oleObj name="Document" r:id="rId13" imgW="4118599" imgH="3440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44" y="5239593"/>
                        <a:ext cx="81661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223547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0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271772"/>
              </p:ext>
            </p:extLst>
          </p:nvPr>
        </p:nvGraphicFramePr>
        <p:xfrm>
          <a:off x="1231153" y="1425590"/>
          <a:ext cx="1731963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1" name="Document" r:id="rId5" imgW="904749" imgH="395433" progId="Word.Document.8">
                  <p:embed/>
                </p:oleObj>
              </mc:Choice>
              <mc:Fallback>
                <p:oleObj name="Document" r:id="rId5" imgW="904749" imgH="3954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153" y="1425590"/>
                        <a:ext cx="1731963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 noChangeAspect="1"/>
          </p:cNvGrpSpPr>
          <p:nvPr/>
        </p:nvGrpSpPr>
        <p:grpSpPr bwMode="auto">
          <a:xfrm>
            <a:off x="3989109" y="1556656"/>
            <a:ext cx="3389313" cy="2160587"/>
            <a:chOff x="2466" y="770"/>
            <a:chExt cx="2967" cy="1889"/>
          </a:xfrm>
        </p:grpSpPr>
        <p:sp>
          <p:nvSpPr>
            <p:cNvPr id="32775" name="AutoShape 7"/>
            <p:cNvSpPr>
              <a:spLocks noChangeAspect="1" noChangeArrowheads="1"/>
            </p:cNvSpPr>
            <p:nvPr/>
          </p:nvSpPr>
          <p:spPr bwMode="auto">
            <a:xfrm>
              <a:off x="2466" y="770"/>
              <a:ext cx="2967" cy="1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en-US" sz="2400">
                <a:solidFill>
                  <a:srgbClr val="000066"/>
                </a:solidFill>
              </a:endParaRPr>
            </a:p>
          </p:txBody>
        </p:sp>
        <p:grpSp>
          <p:nvGrpSpPr>
            <p:cNvPr id="32776" name="Group 8"/>
            <p:cNvGrpSpPr>
              <a:grpSpLocks/>
            </p:cNvGrpSpPr>
            <p:nvPr/>
          </p:nvGrpSpPr>
          <p:grpSpPr bwMode="auto">
            <a:xfrm>
              <a:off x="2702" y="1180"/>
              <a:ext cx="2330" cy="830"/>
              <a:chOff x="2973" y="1086"/>
              <a:chExt cx="1817" cy="830"/>
            </a:xfrm>
          </p:grpSpPr>
          <p:sp>
            <p:nvSpPr>
              <p:cNvPr id="32791" name="Freeform 9"/>
              <p:cNvSpPr>
                <a:spLocks/>
              </p:cNvSpPr>
              <p:nvPr/>
            </p:nvSpPr>
            <p:spPr bwMode="auto">
              <a:xfrm flipH="1">
                <a:off x="3893" y="1086"/>
                <a:ext cx="897" cy="830"/>
              </a:xfrm>
              <a:custGeom>
                <a:avLst/>
                <a:gdLst>
                  <a:gd name="T0" fmla="*/ 0 w 2160"/>
                  <a:gd name="T1" fmla="*/ 277 h 1092"/>
                  <a:gd name="T2" fmla="*/ 15 w 2160"/>
                  <a:gd name="T3" fmla="*/ 198 h 1092"/>
                  <a:gd name="T4" fmla="*/ 22 w 2160"/>
                  <a:gd name="T5" fmla="*/ 40 h 1092"/>
                  <a:gd name="T6" fmla="*/ 27 w 216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"/>
                  <a:gd name="T13" fmla="*/ 0 h 1092"/>
                  <a:gd name="T14" fmla="*/ 2160 w 2160"/>
                  <a:gd name="T15" fmla="*/ 1092 h 10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2" name="Freeform 10"/>
              <p:cNvSpPr>
                <a:spLocks/>
              </p:cNvSpPr>
              <p:nvPr/>
            </p:nvSpPr>
            <p:spPr bwMode="auto">
              <a:xfrm>
                <a:off x="2973" y="1086"/>
                <a:ext cx="920" cy="829"/>
              </a:xfrm>
              <a:custGeom>
                <a:avLst/>
                <a:gdLst>
                  <a:gd name="T0" fmla="*/ 0 w 2160"/>
                  <a:gd name="T1" fmla="*/ 276 h 1092"/>
                  <a:gd name="T2" fmla="*/ 18 w 2160"/>
                  <a:gd name="T3" fmla="*/ 197 h 1092"/>
                  <a:gd name="T4" fmla="*/ 25 w 2160"/>
                  <a:gd name="T5" fmla="*/ 39 h 1092"/>
                  <a:gd name="T6" fmla="*/ 30 w 216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"/>
                  <a:gd name="T13" fmla="*/ 0 h 1092"/>
                  <a:gd name="T14" fmla="*/ 2160 w 2160"/>
                  <a:gd name="T15" fmla="*/ 1092 h 10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77" name="Line 11"/>
            <p:cNvSpPr>
              <a:spLocks noChangeShapeType="1"/>
            </p:cNvSpPr>
            <p:nvPr/>
          </p:nvSpPr>
          <p:spPr bwMode="auto">
            <a:xfrm flipV="1">
              <a:off x="2482" y="2076"/>
              <a:ext cx="2860" cy="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778" name="Object 5"/>
            <p:cNvGraphicFramePr>
              <a:graphicFrameLocks noChangeAspect="1"/>
            </p:cNvGraphicFramePr>
            <p:nvPr/>
          </p:nvGraphicFramePr>
          <p:xfrm>
            <a:off x="5154" y="2149"/>
            <a:ext cx="20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2" name="Equation" r:id="rId7" imgW="126835" imgH="139518" progId="Equation.DSMT4">
                    <p:embed/>
                  </p:oleObj>
                </mc:Choice>
                <mc:Fallback>
                  <p:oleObj name="Equation" r:id="rId7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4" y="2149"/>
                          <a:ext cx="20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9" name="Line 13"/>
            <p:cNvSpPr>
              <a:spLocks noChangeShapeType="1"/>
            </p:cNvSpPr>
            <p:nvPr/>
          </p:nvSpPr>
          <p:spPr bwMode="auto">
            <a:xfrm flipV="1">
              <a:off x="3886" y="807"/>
              <a:ext cx="2" cy="16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780" name="Object 6"/>
            <p:cNvGraphicFramePr>
              <a:graphicFrameLocks noChangeAspect="1"/>
            </p:cNvGraphicFramePr>
            <p:nvPr/>
          </p:nvGraphicFramePr>
          <p:xfrm>
            <a:off x="3525" y="2076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3" name="Equation" r:id="rId9" imgW="152202" imgH="177569" progId="Equation.DSMT4">
                    <p:embed/>
                  </p:oleObj>
                </mc:Choice>
                <mc:Fallback>
                  <p:oleObj name="Equation" r:id="rId9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" y="2076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7488267"/>
                </p:ext>
              </p:extLst>
            </p:nvPr>
          </p:nvGraphicFramePr>
          <p:xfrm>
            <a:off x="3616" y="807"/>
            <a:ext cx="26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4" name="Equation" r:id="rId11" imgW="139579" imgH="164957" progId="Equation.DSMT4">
                    <p:embed/>
                  </p:oleObj>
                </mc:Choice>
                <mc:Fallback>
                  <p:oleObj name="Equation" r:id="rId11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6" y="807"/>
                          <a:ext cx="266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2" name="Object 8"/>
            <p:cNvGraphicFramePr>
              <a:graphicFrameLocks noChangeAspect="1"/>
            </p:cNvGraphicFramePr>
            <p:nvPr/>
          </p:nvGraphicFramePr>
          <p:xfrm>
            <a:off x="4437" y="2138"/>
            <a:ext cx="455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5" name="Equation" r:id="rId13" imgW="279279" imgH="165028" progId="Equation.DSMT4">
                    <p:embed/>
                  </p:oleObj>
                </mc:Choice>
                <mc:Fallback>
                  <p:oleObj name="Equation" r:id="rId13" imgW="279279" imgH="16502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7" y="2138"/>
                          <a:ext cx="455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783" name="AutoShape 17"/>
            <p:cNvCxnSpPr>
              <a:cxnSpLocks noChangeShapeType="1"/>
            </p:cNvCxnSpPr>
            <p:nvPr/>
          </p:nvCxnSpPr>
          <p:spPr bwMode="auto">
            <a:xfrm>
              <a:off x="4588" y="1871"/>
              <a:ext cx="1" cy="2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4" name="AutoShape 18"/>
            <p:cNvCxnSpPr>
              <a:cxnSpLocks noChangeShapeType="1"/>
            </p:cNvCxnSpPr>
            <p:nvPr/>
          </p:nvCxnSpPr>
          <p:spPr bwMode="auto">
            <a:xfrm>
              <a:off x="3176" y="1871"/>
              <a:ext cx="1" cy="2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5" name="Line 19"/>
            <p:cNvSpPr>
              <a:spLocks noChangeShapeType="1"/>
            </p:cNvSpPr>
            <p:nvPr/>
          </p:nvSpPr>
          <p:spPr bwMode="auto">
            <a:xfrm flipH="1">
              <a:off x="4667" y="1795"/>
              <a:ext cx="250" cy="2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786" name="Object 9"/>
            <p:cNvGraphicFramePr>
              <a:graphicFrameLocks noChangeAspect="1"/>
            </p:cNvGraphicFramePr>
            <p:nvPr/>
          </p:nvGraphicFramePr>
          <p:xfrm>
            <a:off x="4667" y="1540"/>
            <a:ext cx="49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6" name="Equation" r:id="rId15" imgW="304536" imgH="152268" progId="Equation.DSMT4">
                    <p:embed/>
                  </p:oleObj>
                </mc:Choice>
                <mc:Fallback>
                  <p:oleObj name="Equation" r:id="rId15" imgW="304536" imgH="1522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7" y="1540"/>
                          <a:ext cx="49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7" name="Line 21"/>
            <p:cNvSpPr>
              <a:spLocks noChangeShapeType="1"/>
            </p:cNvSpPr>
            <p:nvPr/>
          </p:nvSpPr>
          <p:spPr bwMode="auto">
            <a:xfrm>
              <a:off x="2842" y="1772"/>
              <a:ext cx="251" cy="2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788" name="Object 10"/>
            <p:cNvGraphicFramePr>
              <a:graphicFrameLocks noChangeAspect="1"/>
            </p:cNvGraphicFramePr>
            <p:nvPr/>
          </p:nvGraphicFramePr>
          <p:xfrm>
            <a:off x="3629" y="1520"/>
            <a:ext cx="44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7" name="Equation" r:id="rId17" imgW="241195" imgH="152334" progId="Equation.DSMT4">
                    <p:embed/>
                  </p:oleObj>
                </mc:Choice>
                <mc:Fallback>
                  <p:oleObj name="Equation" r:id="rId17" imgW="241195" imgH="1523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9" y="1520"/>
                          <a:ext cx="44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9" name="Object 11"/>
            <p:cNvGraphicFramePr>
              <a:graphicFrameLocks noChangeAspect="1"/>
            </p:cNvGraphicFramePr>
            <p:nvPr/>
          </p:nvGraphicFramePr>
          <p:xfrm>
            <a:off x="2537" y="1528"/>
            <a:ext cx="499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8" name="Equation" r:id="rId19" imgW="304536" imgH="152268" progId="Equation.DSMT4">
                    <p:embed/>
                  </p:oleObj>
                </mc:Choice>
                <mc:Fallback>
                  <p:oleObj name="Equation" r:id="rId19" imgW="304536" imgH="1522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7" y="1528"/>
                          <a:ext cx="499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0" name="Object 12"/>
            <p:cNvGraphicFramePr>
              <a:graphicFrameLocks noChangeAspect="1"/>
            </p:cNvGraphicFramePr>
            <p:nvPr/>
          </p:nvGraphicFramePr>
          <p:xfrm>
            <a:off x="2847" y="2145"/>
            <a:ext cx="6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9" name="Equation" r:id="rId21" imgW="368140" imgH="165028" progId="Equation.DSMT4">
                    <p:embed/>
                  </p:oleObj>
                </mc:Choice>
                <mc:Fallback>
                  <p:oleObj name="Equation" r:id="rId21" imgW="368140" imgH="16502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7" y="2145"/>
                          <a:ext cx="600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081628"/>
              </p:ext>
            </p:extLst>
          </p:nvPr>
        </p:nvGraphicFramePr>
        <p:xfrm>
          <a:off x="1389063" y="3508375"/>
          <a:ext cx="10348912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0" name="Document" r:id="rId23" imgW="5248188" imgH="593509" progId="Word.Document.8">
                  <p:embed/>
                </p:oleObj>
              </mc:Choice>
              <mc:Fallback>
                <p:oleObj name="Document" r:id="rId23" imgW="5248188" imgH="593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3508375"/>
                        <a:ext cx="10348912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427747"/>
              </p:ext>
            </p:extLst>
          </p:nvPr>
        </p:nvGraphicFramePr>
        <p:xfrm>
          <a:off x="2390775" y="996950"/>
          <a:ext cx="81518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1" name="Document" r:id="rId25" imgW="4107106" imgH="344027" progId="Word.Document.8">
                  <p:embed/>
                </p:oleObj>
              </mc:Choice>
              <mc:Fallback>
                <p:oleObj name="Document" r:id="rId25" imgW="4107106" imgH="3440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996950"/>
                        <a:ext cx="815181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67667"/>
              </p:ext>
            </p:extLst>
          </p:nvPr>
        </p:nvGraphicFramePr>
        <p:xfrm>
          <a:off x="837733" y="4350988"/>
          <a:ext cx="61674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2" name="Document" r:id="rId27" imgW="3128368" imgH="422035" progId="Word.Document.8">
                  <p:embed/>
                </p:oleObj>
              </mc:Choice>
              <mc:Fallback>
                <p:oleObj name="Document" r:id="rId27" imgW="3128368" imgH="4220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733" y="4350988"/>
                        <a:ext cx="616743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593079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4</Words>
  <Application>Microsoft Office PowerPoint</Application>
  <PresentationFormat>宽屏</PresentationFormat>
  <Paragraphs>2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宋体</vt:lpstr>
      <vt:lpstr>微软雅黑</vt:lpstr>
      <vt:lpstr>Arial</vt:lpstr>
      <vt:lpstr>Garamond</vt:lpstr>
      <vt:lpstr>Office 主题​​</vt:lpstr>
      <vt:lpstr>Document</vt:lpstr>
      <vt:lpstr>Equation</vt:lpstr>
      <vt:lpstr>Microsoft Word 97 - 2003 文档</vt:lpstr>
      <vt:lpstr>第八章     假设检验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65</cp:revision>
  <dcterms:created xsi:type="dcterms:W3CDTF">2019-06-19T02:08:00Z</dcterms:created>
  <dcterms:modified xsi:type="dcterms:W3CDTF">2020-02-10T09:10:57Z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