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w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4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2019/12/20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2019/12/20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57E58-8982-41C8-BDD4-CADE85C31F09}" type="datetime1">
              <a:rPr lang="zh-CN" altLang="en-US"/>
              <a:pPr>
                <a:defRPr/>
              </a:pPr>
              <a:t>2019/12/20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12F75-5CB4-4D93-9543-E39362121B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70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Microsoft_Word_97_-_2003___4.doc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oleObject" Target="../embeddings/Microsoft_Word_97_-_2003___3.doc"/><Relationship Id="rId5" Type="http://schemas.openxmlformats.org/officeDocument/2006/relationships/oleObject" Target="../embeddings/Microsoft_Word_97_-_2003___1.doc"/><Relationship Id="rId15" Type="http://schemas.openxmlformats.org/officeDocument/2006/relationships/oleObject" Target="../embeddings/Microsoft_Word_97_-_2003___5.doc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Microsoft_Word_97_-_2003___2.doc"/><Relationship Id="rId1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Microsoft_Word_97_-_2003___7.doc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Microsoft_Word_97_-_2003___6.doc"/><Relationship Id="rId10" Type="http://schemas.openxmlformats.org/officeDocument/2006/relationships/image" Target="../media/image13.emf"/><Relationship Id="rId4" Type="http://schemas.openxmlformats.org/officeDocument/2006/relationships/image" Target="../media/image10.wmf"/><Relationship Id="rId9" Type="http://schemas.openxmlformats.org/officeDocument/2006/relationships/oleObject" Target="../embeddings/Microsoft_Word_97_-_2003___8.doc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Microsoft_Word_97_-_2003___9.doc"/><Relationship Id="rId7" Type="http://schemas.openxmlformats.org/officeDocument/2006/relationships/oleObject" Target="../embeddings/Microsoft_Word_97_-_2003___11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5" Type="http://schemas.openxmlformats.org/officeDocument/2006/relationships/oleObject" Target="../embeddings/Microsoft_Word_97_-_2003___10.doc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Microsoft_Word_97_-_2003___13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5" Type="http://schemas.openxmlformats.org/officeDocument/2006/relationships/oleObject" Target="../embeddings/Microsoft_Word_97_-_2003___12.doc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Microsoft_Word_97_-_2003___14.doc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Microsoft_Word_97_-_2003___15.doc"/><Relationship Id="rId7" Type="http://schemas.openxmlformats.org/officeDocument/2006/relationships/oleObject" Target="../embeddings/Microsoft_Word_97_-_2003___17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5" Type="http://schemas.openxmlformats.org/officeDocument/2006/relationships/oleObject" Target="../embeddings/Microsoft_Word_97_-_2003___16.doc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Microsoft_Word_97_-_2003___18.doc"/><Relationship Id="rId7" Type="http://schemas.openxmlformats.org/officeDocument/2006/relationships/oleObject" Target="../embeddings/Microsoft_Word_97_-_2003___20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5" Type="http://schemas.openxmlformats.org/officeDocument/2006/relationships/oleObject" Target="../embeddings/Microsoft_Word_97_-_2003___19.doc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Microsoft_Word_97_-_2003___21.doc"/><Relationship Id="rId7" Type="http://schemas.openxmlformats.org/officeDocument/2006/relationships/oleObject" Target="../embeddings/Microsoft_Word_97_-_2003___23.doc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Microsoft_Word_97_-_2003___22.doc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Microsoft_Word_97_-_2003___24.doc"/><Relationship Id="rId7" Type="http://schemas.openxmlformats.org/officeDocument/2006/relationships/oleObject" Target="../embeddings/Microsoft_Word_97_-_2003___26.doc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5" Type="http://schemas.openxmlformats.org/officeDocument/2006/relationships/oleObject" Target="../embeddings/Microsoft_Word_97_-_2003___25.doc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82C92B-1B85-40E8-A70C-832DF825C175}" type="slidenum">
              <a:rPr lang="en-US" altLang="zh-CN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>
          <a:xfrm>
            <a:off x="2152745" y="2568762"/>
            <a:ext cx="8047037" cy="1066800"/>
          </a:xfrm>
          <a:noFill/>
        </p:spPr>
        <p:txBody>
          <a:bodyPr anchor="ctr"/>
          <a:lstStyle/>
          <a:p>
            <a:pPr algn="ctr" eaLnBrk="1" hangingPunct="1"/>
            <a:r>
              <a:rPr lang="zh-CN" altLang="en-US" b="1" dirty="0" smtClean="0">
                <a:solidFill>
                  <a:srgbClr val="FF0000"/>
                </a:solidFill>
              </a:rPr>
              <a:t>第五章 </a:t>
            </a:r>
            <a:r>
              <a:rPr lang="zh-CN" altLang="zh-CN" b="1" dirty="0" smtClean="0">
                <a:solidFill>
                  <a:srgbClr val="FF0000"/>
                </a:solidFill>
              </a:rPr>
              <a:t>大数定律和中心极限定理</a:t>
            </a:r>
            <a:br>
              <a:rPr lang="zh-CN" altLang="zh-CN" b="1" dirty="0" smtClean="0">
                <a:solidFill>
                  <a:srgbClr val="FF0000"/>
                </a:solidFill>
              </a:rPr>
            </a:br>
            <a:endParaRPr lang="zh-CN" alt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10753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182125"/>
              </p:ext>
            </p:extLst>
          </p:nvPr>
        </p:nvGraphicFramePr>
        <p:xfrm>
          <a:off x="4605900" y="718254"/>
          <a:ext cx="3063407" cy="67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Document" r:id="rId3" imgW="1778101" imgH="396802" progId="Word.Document.8">
                  <p:embed/>
                </p:oleObj>
              </mc:Choice>
              <mc:Fallback>
                <p:oleObj name="Document" r:id="rId3" imgW="1778101" imgH="3968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900" y="718254"/>
                        <a:ext cx="3063407" cy="67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323618"/>
              </p:ext>
            </p:extLst>
          </p:nvPr>
        </p:nvGraphicFramePr>
        <p:xfrm>
          <a:off x="643778" y="1882213"/>
          <a:ext cx="11277535" cy="1515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Document" r:id="rId5" imgW="5586577" imgH="751680" progId="Word.Document.8">
                  <p:embed/>
                </p:oleObj>
              </mc:Choice>
              <mc:Fallback>
                <p:oleObj name="Document" r:id="rId5" imgW="5586577" imgH="751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78" y="1882213"/>
                        <a:ext cx="11277535" cy="1515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982484"/>
              </p:ext>
            </p:extLst>
          </p:nvPr>
        </p:nvGraphicFramePr>
        <p:xfrm>
          <a:off x="1265286" y="1344146"/>
          <a:ext cx="3666786" cy="74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Document" r:id="rId7" imgW="1778101" imgH="361441" progId="Word.Document.8">
                  <p:embed/>
                </p:oleObj>
              </mc:Choice>
              <mc:Fallback>
                <p:oleObj name="Document" r:id="rId7" imgW="1778101" imgH="3614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86" y="1344146"/>
                        <a:ext cx="3666786" cy="74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549210"/>
              </p:ext>
            </p:extLst>
          </p:nvPr>
        </p:nvGraphicFramePr>
        <p:xfrm>
          <a:off x="1194921" y="3208057"/>
          <a:ext cx="7514291" cy="65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Document" r:id="rId9" imgW="3691546" imgH="324974" progId="Word.Document.8">
                  <p:embed/>
                </p:oleObj>
              </mc:Choice>
              <mc:Fallback>
                <p:oleObj name="Document" r:id="rId9" imgW="3691546" imgH="3249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921" y="3208057"/>
                        <a:ext cx="7514291" cy="656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213400"/>
              </p:ext>
            </p:extLst>
          </p:nvPr>
        </p:nvGraphicFramePr>
        <p:xfrm>
          <a:off x="1194921" y="3778624"/>
          <a:ext cx="6927103" cy="82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Document" r:id="rId11" imgW="3330248" imgH="397454" progId="Word.Document.8">
                  <p:embed/>
                </p:oleObj>
              </mc:Choice>
              <mc:Fallback>
                <p:oleObj name="Document" r:id="rId11" imgW="3330248" imgH="3974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921" y="3778624"/>
                        <a:ext cx="6927103" cy="826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989325"/>
              </p:ext>
            </p:extLst>
          </p:nvPr>
        </p:nvGraphicFramePr>
        <p:xfrm>
          <a:off x="1155981" y="4417639"/>
          <a:ext cx="10755312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Document" r:id="rId13" imgW="5283746" imgH="575176" progId="Word.Document.8">
                  <p:embed/>
                </p:oleObj>
              </mc:Choice>
              <mc:Fallback>
                <p:oleObj name="Document" r:id="rId13" imgW="5283746" imgH="5751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981" y="4417639"/>
                        <a:ext cx="10755312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207221"/>
              </p:ext>
            </p:extLst>
          </p:nvPr>
        </p:nvGraphicFramePr>
        <p:xfrm>
          <a:off x="3001976" y="5399274"/>
          <a:ext cx="656113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Document" r:id="rId15" imgW="3207745" imgH="503998" progId="Word.Document.8">
                  <p:embed/>
                </p:oleObj>
              </mc:Choice>
              <mc:Fallback>
                <p:oleObj name="Document" r:id="rId15" imgW="3207745" imgH="50399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76" y="5399274"/>
                        <a:ext cx="6561137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604710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475534"/>
              </p:ext>
            </p:extLst>
          </p:nvPr>
        </p:nvGraphicFramePr>
        <p:xfrm>
          <a:off x="700742" y="572994"/>
          <a:ext cx="10798175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Document" r:id="rId5" imgW="4850228" imgH="1041068" progId="Word.Document.8">
                  <p:embed/>
                </p:oleObj>
              </mc:Choice>
              <mc:Fallback>
                <p:oleObj name="Document" r:id="rId5" imgW="4850228" imgH="10410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42" y="572994"/>
                        <a:ext cx="10798175" cy="231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329701"/>
              </p:ext>
            </p:extLst>
          </p:nvPr>
        </p:nvGraphicFramePr>
        <p:xfrm>
          <a:off x="1236664" y="2672976"/>
          <a:ext cx="82772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Document" r:id="rId7" imgW="3876519" imgH="555404" progId="Word.Document.8">
                  <p:embed/>
                </p:oleObj>
              </mc:Choice>
              <mc:Fallback>
                <p:oleObj name="Document" r:id="rId7" imgW="3876519" imgH="5554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4" y="2672976"/>
                        <a:ext cx="82772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655353"/>
              </p:ext>
            </p:extLst>
          </p:nvPr>
        </p:nvGraphicFramePr>
        <p:xfrm>
          <a:off x="589617" y="4636994"/>
          <a:ext cx="110648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Document" r:id="rId9" imgW="4674953" imgH="392557" progId="Word.Document.8">
                  <p:embed/>
                </p:oleObj>
              </mc:Choice>
              <mc:Fallback>
                <p:oleObj name="Document" r:id="rId9" imgW="4674953" imgH="3925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17" y="4636994"/>
                        <a:ext cx="110648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007979"/>
              </p:ext>
            </p:extLst>
          </p:nvPr>
        </p:nvGraphicFramePr>
        <p:xfrm>
          <a:off x="3482512" y="3618101"/>
          <a:ext cx="2741294" cy="1336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Document" r:id="rId11" imgW="1335128" imgH="649730" progId="Word.Document.8">
                  <p:embed/>
                </p:oleObj>
              </mc:Choice>
              <mc:Fallback>
                <p:oleObj name="Document" r:id="rId11" imgW="1335128" imgH="6497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512" y="3618101"/>
                        <a:ext cx="2741294" cy="1336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69132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191033"/>
              </p:ext>
            </p:extLst>
          </p:nvPr>
        </p:nvGraphicFramePr>
        <p:xfrm>
          <a:off x="1175218" y="4118244"/>
          <a:ext cx="991235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Document" r:id="rId3" imgW="4233893" imgH="964138" progId="Word.Document.8">
                  <p:embed/>
                </p:oleObj>
              </mc:Choice>
              <mc:Fallback>
                <p:oleObj name="Document" r:id="rId3" imgW="4233893" imgH="9641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218" y="4118244"/>
                        <a:ext cx="9912350" cy="225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38521"/>
              </p:ext>
            </p:extLst>
          </p:nvPr>
        </p:nvGraphicFramePr>
        <p:xfrm>
          <a:off x="1175218" y="735282"/>
          <a:ext cx="7402512" cy="338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Document" r:id="rId5" imgW="3325553" imgH="1521699" progId="Word.Document.8">
                  <p:embed/>
                </p:oleObj>
              </mc:Choice>
              <mc:Fallback>
                <p:oleObj name="Document" r:id="rId5" imgW="3325553" imgH="15216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218" y="735282"/>
                        <a:ext cx="7402512" cy="338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285082"/>
              </p:ext>
            </p:extLst>
          </p:nvPr>
        </p:nvGraphicFramePr>
        <p:xfrm>
          <a:off x="1175218" y="735282"/>
          <a:ext cx="7402512" cy="338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Document" r:id="rId7" imgW="3325553" imgH="1521699" progId="Word.Document.8">
                  <p:embed/>
                </p:oleObj>
              </mc:Choice>
              <mc:Fallback>
                <p:oleObj name="Document" r:id="rId7" imgW="3325553" imgH="15216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218" y="735282"/>
                        <a:ext cx="7402512" cy="338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330757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54391"/>
              </p:ext>
            </p:extLst>
          </p:nvPr>
        </p:nvGraphicFramePr>
        <p:xfrm>
          <a:off x="1510463" y="625756"/>
          <a:ext cx="6840162" cy="78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Document" r:id="rId3" imgW="3009301" imgH="344165" progId="Word.Document.8">
                  <p:embed/>
                </p:oleObj>
              </mc:Choice>
              <mc:Fallback>
                <p:oleObj name="Document" r:id="rId3" imgW="3009301" imgH="3441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463" y="625756"/>
                        <a:ext cx="6840162" cy="787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91030"/>
              </p:ext>
            </p:extLst>
          </p:nvPr>
        </p:nvGraphicFramePr>
        <p:xfrm>
          <a:off x="889561" y="1643250"/>
          <a:ext cx="10580688" cy="258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Document" r:id="rId5" imgW="4921344" imgH="1206431" progId="Word.Document.8">
                  <p:embed/>
                </p:oleObj>
              </mc:Choice>
              <mc:Fallback>
                <p:oleObj name="Document" r:id="rId5" imgW="4921344" imgH="12064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561" y="1643250"/>
                        <a:ext cx="10580688" cy="258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41599"/>
              </p:ext>
            </p:extLst>
          </p:nvPr>
        </p:nvGraphicFramePr>
        <p:xfrm>
          <a:off x="1510463" y="1269440"/>
          <a:ext cx="7827962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Document" r:id="rId7" imgW="3325553" imgH="290104" progId="Word.Document.8">
                  <p:embed/>
                </p:oleObj>
              </mc:Choice>
              <mc:Fallback>
                <p:oleObj name="Document" r:id="rId7" imgW="3325553" imgH="2901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463" y="1269440"/>
                        <a:ext cx="7827962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905140"/>
              </p:ext>
            </p:extLst>
          </p:nvPr>
        </p:nvGraphicFramePr>
        <p:xfrm>
          <a:off x="834652" y="4169896"/>
          <a:ext cx="10575925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Document" r:id="rId9" imgW="4889737" imgH="684459" progId="Word.Document.8">
                  <p:embed/>
                </p:oleObj>
              </mc:Choice>
              <mc:Fallback>
                <p:oleObj name="Document" r:id="rId9" imgW="4889737" imgH="6844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652" y="4169896"/>
                        <a:ext cx="10575925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833346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363573"/>
              </p:ext>
            </p:extLst>
          </p:nvPr>
        </p:nvGraphicFramePr>
        <p:xfrm>
          <a:off x="1347230" y="881256"/>
          <a:ext cx="7608512" cy="729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Document" r:id="rId3" imgW="3529561" imgH="337556" progId="Word.Document.8">
                  <p:embed/>
                </p:oleObj>
              </mc:Choice>
              <mc:Fallback>
                <p:oleObj name="Document" r:id="rId3" imgW="3529561" imgH="3375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230" y="881256"/>
                        <a:ext cx="7608512" cy="729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27025"/>
              </p:ext>
            </p:extLst>
          </p:nvPr>
        </p:nvGraphicFramePr>
        <p:xfrm>
          <a:off x="692150" y="3879850"/>
          <a:ext cx="10817225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Document" r:id="rId5" imgW="5000361" imgH="961981" progId="Word.Document.8">
                  <p:embed/>
                </p:oleObj>
              </mc:Choice>
              <mc:Fallback>
                <p:oleObj name="Document" r:id="rId5" imgW="5000361" imgH="9619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3879850"/>
                        <a:ext cx="10817225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182261"/>
              </p:ext>
            </p:extLst>
          </p:nvPr>
        </p:nvGraphicFramePr>
        <p:xfrm>
          <a:off x="692150" y="1408113"/>
          <a:ext cx="10755313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Document" r:id="rId7" imgW="4971268" imgH="848024" progId="Word.Document.8">
                  <p:embed/>
                </p:oleObj>
              </mc:Choice>
              <mc:Fallback>
                <p:oleObj name="Document" r:id="rId7" imgW="4971268" imgH="8480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408113"/>
                        <a:ext cx="10755313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753977"/>
              </p:ext>
            </p:extLst>
          </p:nvPr>
        </p:nvGraphicFramePr>
        <p:xfrm>
          <a:off x="2133602" y="2903522"/>
          <a:ext cx="7373470" cy="1038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Document" r:id="rId9" imgW="3537845" imgH="496678" progId="Word.Document.8">
                  <p:embed/>
                </p:oleObj>
              </mc:Choice>
              <mc:Fallback>
                <p:oleObj name="Document" r:id="rId9" imgW="3537845" imgH="4966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2" y="2903522"/>
                        <a:ext cx="7373470" cy="1038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79490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811979"/>
              </p:ext>
            </p:extLst>
          </p:nvPr>
        </p:nvGraphicFramePr>
        <p:xfrm>
          <a:off x="1327431" y="851927"/>
          <a:ext cx="74739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Document" r:id="rId3" imgW="3319087" imgH="290104" progId="Word.Document.8">
                  <p:embed/>
                </p:oleObj>
              </mc:Choice>
              <mc:Fallback>
                <p:oleObj name="Document" r:id="rId3" imgW="3319087" imgH="2901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431" y="851927"/>
                        <a:ext cx="74739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114016"/>
              </p:ext>
            </p:extLst>
          </p:nvPr>
        </p:nvGraphicFramePr>
        <p:xfrm>
          <a:off x="702515" y="3440673"/>
          <a:ext cx="10802937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Document" r:id="rId5" imgW="5145466" imgH="777925" progId="Word.Document.8">
                  <p:embed/>
                </p:oleObj>
              </mc:Choice>
              <mc:Fallback>
                <p:oleObj name="Document" r:id="rId5" imgW="5145466" imgH="7779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515" y="3440673"/>
                        <a:ext cx="10802937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952095"/>
              </p:ext>
            </p:extLst>
          </p:nvPr>
        </p:nvGraphicFramePr>
        <p:xfrm>
          <a:off x="702515" y="1616169"/>
          <a:ext cx="10852150" cy="196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Document" r:id="rId7" imgW="5356657" imgH="970968" progId="Word.Document.8">
                  <p:embed/>
                </p:oleObj>
              </mc:Choice>
              <mc:Fallback>
                <p:oleObj name="Document" r:id="rId7" imgW="5356657" imgH="9709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515" y="1616169"/>
                        <a:ext cx="10852150" cy="196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178232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543697"/>
              </p:ext>
            </p:extLst>
          </p:nvPr>
        </p:nvGraphicFramePr>
        <p:xfrm>
          <a:off x="1377203" y="904363"/>
          <a:ext cx="7255809" cy="619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Document" r:id="rId3" imgW="3573739" imgH="307359" progId="Word.Document.8">
                  <p:embed/>
                </p:oleObj>
              </mc:Choice>
              <mc:Fallback>
                <p:oleObj name="Document" r:id="rId3" imgW="3573739" imgH="3073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203" y="904363"/>
                        <a:ext cx="7255809" cy="619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23577"/>
              </p:ext>
            </p:extLst>
          </p:nvPr>
        </p:nvGraphicFramePr>
        <p:xfrm>
          <a:off x="752009" y="3367555"/>
          <a:ext cx="10802937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Document" r:id="rId5" imgW="5584782" imgH="754200" progId="Word.Document.8">
                  <p:embed/>
                </p:oleObj>
              </mc:Choice>
              <mc:Fallback>
                <p:oleObj name="Document" r:id="rId5" imgW="5584782" imgH="754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009" y="3367555"/>
                        <a:ext cx="10802937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378297"/>
              </p:ext>
            </p:extLst>
          </p:nvPr>
        </p:nvGraphicFramePr>
        <p:xfrm>
          <a:off x="752009" y="1445466"/>
          <a:ext cx="10721975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Document" r:id="rId7" imgW="5335107" imgH="996492" progId="Word.Document.8">
                  <p:embed/>
                </p:oleObj>
              </mc:Choice>
              <mc:Fallback>
                <p:oleObj name="Document" r:id="rId7" imgW="5335107" imgH="9964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009" y="1445466"/>
                        <a:ext cx="10721975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999254"/>
              </p:ext>
            </p:extLst>
          </p:nvPr>
        </p:nvGraphicFramePr>
        <p:xfrm>
          <a:off x="7976907" y="4919239"/>
          <a:ext cx="1664635" cy="59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Document" r:id="rId9" imgW="814682" imgH="290988" progId="Word.Document.8">
                  <p:embed/>
                </p:oleObj>
              </mc:Choice>
              <mc:Fallback>
                <p:oleObj name="Document" r:id="rId9" imgW="814682" imgH="2909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6907" y="4919239"/>
                        <a:ext cx="1664635" cy="598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621938"/>
              </p:ext>
            </p:extLst>
          </p:nvPr>
        </p:nvGraphicFramePr>
        <p:xfrm>
          <a:off x="1246094" y="4765989"/>
          <a:ext cx="7346576" cy="845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Document" r:id="rId11" imgW="3762976" imgH="433513" progId="Word.Document.8">
                  <p:embed/>
                </p:oleObj>
              </mc:Choice>
              <mc:Fallback>
                <p:oleObj name="Document" r:id="rId11" imgW="3762976" imgH="4335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094" y="4765989"/>
                        <a:ext cx="7346576" cy="845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707612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649723"/>
              </p:ext>
            </p:extLst>
          </p:nvPr>
        </p:nvGraphicFramePr>
        <p:xfrm>
          <a:off x="1184369" y="1851025"/>
          <a:ext cx="10904537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Document" r:id="rId3" imgW="5491786" imgH="688320" progId="Word.Document.8">
                  <p:embed/>
                </p:oleObj>
              </mc:Choice>
              <mc:Fallback>
                <p:oleObj name="Document" r:id="rId3" imgW="5491786" imgH="6883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369" y="1851025"/>
                        <a:ext cx="10904537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461841"/>
              </p:ext>
            </p:extLst>
          </p:nvPr>
        </p:nvGraphicFramePr>
        <p:xfrm>
          <a:off x="642470" y="3312833"/>
          <a:ext cx="10793413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Document" r:id="rId5" imgW="5444031" imgH="1079280" progId="Word.Document.8">
                  <p:embed/>
                </p:oleObj>
              </mc:Choice>
              <mc:Fallback>
                <p:oleObj name="Document" r:id="rId5" imgW="5444031" imgH="1079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470" y="3312833"/>
                        <a:ext cx="10793413" cy="213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573823"/>
              </p:ext>
            </p:extLst>
          </p:nvPr>
        </p:nvGraphicFramePr>
        <p:xfrm>
          <a:off x="3891989" y="841935"/>
          <a:ext cx="49498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Document" r:id="rId7" imgW="2545436" imgH="432460" progId="Word.Document.8">
                  <p:embed/>
                </p:oleObj>
              </mc:Choice>
              <mc:Fallback>
                <p:oleObj name="Document" r:id="rId7" imgW="2545436" imgH="4324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1989" y="841935"/>
                        <a:ext cx="494982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460770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7</Words>
  <Application>Microsoft Office PowerPoint</Application>
  <PresentationFormat>宽屏</PresentationFormat>
  <Paragraphs>2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宋体</vt:lpstr>
      <vt:lpstr>微软雅黑</vt:lpstr>
      <vt:lpstr>Arial</vt:lpstr>
      <vt:lpstr>Garamond</vt:lpstr>
      <vt:lpstr>Office 主题​​</vt:lpstr>
      <vt:lpstr>Document</vt:lpstr>
      <vt:lpstr>Equation</vt:lpstr>
      <vt:lpstr>Microsoft Word 97 - 2003 文档</vt:lpstr>
      <vt:lpstr>第五章 大数定律和中心极限定理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48</cp:revision>
  <dcterms:created xsi:type="dcterms:W3CDTF">2019-06-19T02:08:00Z</dcterms:created>
  <dcterms:modified xsi:type="dcterms:W3CDTF">2019-12-20T13:54:48Z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